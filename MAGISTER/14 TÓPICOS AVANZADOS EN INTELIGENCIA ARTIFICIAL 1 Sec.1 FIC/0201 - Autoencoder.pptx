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364" r:id="rId5"/>
    <p:sldId id="357" r:id="rId6"/>
    <p:sldId id="365" r:id="rId7"/>
    <p:sldId id="410" r:id="rId8"/>
    <p:sldId id="411" r:id="rId9"/>
    <p:sldId id="412" r:id="rId10"/>
    <p:sldId id="413" r:id="rId11"/>
    <p:sldId id="414" r:id="rId12"/>
    <p:sldId id="415" r:id="rId13"/>
    <p:sldId id="416" r:id="rId14"/>
    <p:sldId id="409" r:id="rId15"/>
    <p:sldId id="417" r:id="rId16"/>
    <p:sldId id="418" r:id="rId17"/>
    <p:sldId id="419" r:id="rId18"/>
    <p:sldId id="420" r:id="rId19"/>
    <p:sldId id="427" r:id="rId20"/>
    <p:sldId id="426" r:id="rId21"/>
    <p:sldId id="425" r:id="rId22"/>
    <p:sldId id="428" r:id="rId23"/>
    <p:sldId id="421" r:id="rId24"/>
    <p:sldId id="422" r:id="rId25"/>
    <p:sldId id="424" r:id="rId26"/>
    <p:sldId id="429" r:id="rId27"/>
    <p:sldId id="435" r:id="rId28"/>
    <p:sldId id="430" r:id="rId29"/>
    <p:sldId id="431" r:id="rId30"/>
    <p:sldId id="432" r:id="rId31"/>
    <p:sldId id="433" r:id="rId32"/>
    <p:sldId id="434" r:id="rId33"/>
    <p:sldId id="423" r:id="rId3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BB23"/>
    <a:srgbClr val="24C679"/>
    <a:srgbClr val="353274"/>
    <a:srgbClr val="00B2D2"/>
    <a:srgbClr val="FFFFFF"/>
    <a:srgbClr val="06070C"/>
    <a:srgbClr val="00CAF2"/>
    <a:srgbClr val="00AACC"/>
    <a:srgbClr val="4DCAE3"/>
    <a:srgbClr val="4743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79A64D-7C55-2840-C072-F9058C5698AE}" v="1" dt="2024-08-16T20:21:03.2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63" autoAdjust="0"/>
    <p:restoredTop sz="86661" autoAdjust="0"/>
  </p:normalViewPr>
  <p:slideViewPr>
    <p:cSldViewPr snapToGrid="0" showGuides="1">
      <p:cViewPr varScale="1">
        <p:scale>
          <a:sx n="95" d="100"/>
          <a:sy n="95" d="100"/>
        </p:scale>
        <p:origin x="612" y="80"/>
      </p:cViewPr>
      <p:guideLst>
        <p:guide orient="horz" pos="2183"/>
        <p:guide pos="3545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17A1EC7-F631-4DA2-A6A4-65B810731B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FE2C35-B54B-4AE6-9FEE-0F06044179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EF640-1EFE-4126-9EF1-ECC306D4A890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818A21-CEE5-44A1-8CA6-078D88C21E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FE806D-F6B2-46CE-B3B1-B47F693A6E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4F35F-58A4-4647-8F94-02BE1FB528D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43172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11BE5-A7D5-41F7-AD02-F56B828BDE3A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EDE30-4E62-4AE7-928F-F48C777B123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536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https://www.v7labs.com/blog/autoencoders-guide</a:t>
            </a:r>
          </a:p>
          <a:p>
            <a:r>
              <a:rPr lang="en-US" dirty="0"/>
              <a:t>https://lilianweng.github.io/posts/2018-08-12-vae/</a:t>
            </a:r>
          </a:p>
          <a:p>
            <a:r>
              <a:rPr lang="en-US" dirty="0"/>
              <a:t>https://deeplearningofpython.blogspot.com/2023/05/Typesofautoencoders-implementation-keras.html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9457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1EF22-EDCE-6BC3-D73A-55C3DC32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8F4F77-5004-257E-FB7C-AB65AFF91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9C324-71F4-2D81-D9B5-DAA2FA205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https://arxiv.org/abs/1312.6114</a:t>
            </a:r>
          </a:p>
          <a:p>
            <a:r>
              <a:rPr lang="en-US" dirty="0"/>
              <a:t>https://lilianweng.github.io/posts/2018-08-12-vae/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20676-0A3F-2F1B-3B88-3811D23EC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12027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188E8-1E0B-D0B1-7E35-ABE8497A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F5198-9B2B-2420-C916-E47340F70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416AE-1259-1B4F-596A-A0EC36CCF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https://arxiv.org/abs/1312.6114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AD121-F0D8-F2DD-2495-1524805F8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2873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B57E7-70DF-37E1-36FB-264CDC4B2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731A0-B012-26EB-2B39-80AD65BF0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63D95-8371-D521-5D83-1D5609F7B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https://arxiv.org/abs/1312.6114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88252-47A5-4A14-5A65-62858575F0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183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https://towardsdatascience.com/why-is-cross-entropy-equal-to-kl-divergence-d4d2ec413864/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86715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_portad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887" y="5306437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2887" y="5601712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2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Idea principal</a:t>
            </a:r>
            <a:endParaRPr lang="es-CL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652A0FED-5C51-4971-AE80-7E1673715FBD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8D995825-8EEB-4630-8AD5-42ED9D6D1383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DCF0126A-C226-4813-8BCF-C5278F2A10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0" name="Freeform 8">
                <a:extLst>
                  <a:ext uri="{FF2B5EF4-FFF2-40B4-BE49-F238E27FC236}">
                    <a16:creationId xmlns:a16="http://schemas.microsoft.com/office/drawing/2014/main" id="{DE71634D-26AD-4925-8FA5-FE6BA750D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1" name="Freeform 9">
                <a:extLst>
                  <a:ext uri="{FF2B5EF4-FFF2-40B4-BE49-F238E27FC236}">
                    <a16:creationId xmlns:a16="http://schemas.microsoft.com/office/drawing/2014/main" id="{3FE50B5F-E948-46FA-BB17-8A567D30D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2" name="Rectangle 10">
                <a:extLst>
                  <a:ext uri="{FF2B5EF4-FFF2-40B4-BE49-F238E27FC236}">
                    <a16:creationId xmlns:a16="http://schemas.microsoft.com/office/drawing/2014/main" id="{2CA580E6-ED9D-48B1-AB4B-27CB1AA2F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3" name="Freeform 11">
                <a:extLst>
                  <a:ext uri="{FF2B5EF4-FFF2-40B4-BE49-F238E27FC236}">
                    <a16:creationId xmlns:a16="http://schemas.microsoft.com/office/drawing/2014/main" id="{D7BC5542-17F1-41DE-9131-2085970F3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4" name="Freeform 12">
                <a:extLst>
                  <a:ext uri="{FF2B5EF4-FFF2-40B4-BE49-F238E27FC236}">
                    <a16:creationId xmlns:a16="http://schemas.microsoft.com/office/drawing/2014/main" id="{28BECA7C-03FD-4C6D-B4A8-80547DEFB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5" name="Freeform 13">
                <a:extLst>
                  <a:ext uri="{FF2B5EF4-FFF2-40B4-BE49-F238E27FC236}">
                    <a16:creationId xmlns:a16="http://schemas.microsoft.com/office/drawing/2014/main" id="{38563BAC-D668-47D0-B490-0FB05F8BE7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6" name="Freeform 14">
                <a:extLst>
                  <a:ext uri="{FF2B5EF4-FFF2-40B4-BE49-F238E27FC236}">
                    <a16:creationId xmlns:a16="http://schemas.microsoft.com/office/drawing/2014/main" id="{90E972A2-CCB9-4B8D-A497-FEBC672B8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7" name="Rectangle 15">
                <a:extLst>
                  <a:ext uri="{FF2B5EF4-FFF2-40B4-BE49-F238E27FC236}">
                    <a16:creationId xmlns:a16="http://schemas.microsoft.com/office/drawing/2014/main" id="{41CD71C4-C596-4AD9-A519-10F15D474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8" name="Freeform 16">
                <a:extLst>
                  <a:ext uri="{FF2B5EF4-FFF2-40B4-BE49-F238E27FC236}">
                    <a16:creationId xmlns:a16="http://schemas.microsoft.com/office/drawing/2014/main" id="{1294F96A-B067-469B-9109-CD31FD8150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9" name="Freeform 17">
                <a:extLst>
                  <a:ext uri="{FF2B5EF4-FFF2-40B4-BE49-F238E27FC236}">
                    <a16:creationId xmlns:a16="http://schemas.microsoft.com/office/drawing/2014/main" id="{9B6A02E8-9E6F-4D04-A316-D4631D0C58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0" name="Freeform 18">
                <a:extLst>
                  <a:ext uri="{FF2B5EF4-FFF2-40B4-BE49-F238E27FC236}">
                    <a16:creationId xmlns:a16="http://schemas.microsoft.com/office/drawing/2014/main" id="{95C8D89B-EC89-4DCB-820B-09F3E08C7D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1" name="Freeform 19">
                <a:extLst>
                  <a:ext uri="{FF2B5EF4-FFF2-40B4-BE49-F238E27FC236}">
                    <a16:creationId xmlns:a16="http://schemas.microsoft.com/office/drawing/2014/main" id="{F247AA86-E76F-4750-A56D-3DF386B694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2" name="Freeform 20">
                <a:extLst>
                  <a:ext uri="{FF2B5EF4-FFF2-40B4-BE49-F238E27FC236}">
                    <a16:creationId xmlns:a16="http://schemas.microsoft.com/office/drawing/2014/main" id="{0106E86D-07E7-44D8-BAAD-FE116E6F97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3" name="Freeform 21">
                <a:extLst>
                  <a:ext uri="{FF2B5EF4-FFF2-40B4-BE49-F238E27FC236}">
                    <a16:creationId xmlns:a16="http://schemas.microsoft.com/office/drawing/2014/main" id="{666D8E34-9C82-4FCF-9FD0-B3DAAB8A71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89A08A6E-99AC-4740-A3D4-24006FD9E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5" name="Freeform 23">
                <a:extLst>
                  <a:ext uri="{FF2B5EF4-FFF2-40B4-BE49-F238E27FC236}">
                    <a16:creationId xmlns:a16="http://schemas.microsoft.com/office/drawing/2014/main" id="{3374E897-2561-4A01-A07E-4F65EFA90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6" name="Freeform 24">
                <a:extLst>
                  <a:ext uri="{FF2B5EF4-FFF2-40B4-BE49-F238E27FC236}">
                    <a16:creationId xmlns:a16="http://schemas.microsoft.com/office/drawing/2014/main" id="{07E210E5-5CAC-47B9-8BD4-F85014E14E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7" name="Rectangle 25">
                <a:extLst>
                  <a:ext uri="{FF2B5EF4-FFF2-40B4-BE49-F238E27FC236}">
                    <a16:creationId xmlns:a16="http://schemas.microsoft.com/office/drawing/2014/main" id="{A9F078EA-6AC7-4789-A4D7-9BFC8EE2F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8" name="Freeform 26">
                <a:extLst>
                  <a:ext uri="{FF2B5EF4-FFF2-40B4-BE49-F238E27FC236}">
                    <a16:creationId xmlns:a16="http://schemas.microsoft.com/office/drawing/2014/main" id="{1D579FA9-EC9E-4E9C-B1D0-C2AC098E22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0" name="Freeform 27">
                <a:extLst>
                  <a:ext uri="{FF2B5EF4-FFF2-40B4-BE49-F238E27FC236}">
                    <a16:creationId xmlns:a16="http://schemas.microsoft.com/office/drawing/2014/main" id="{11585D17-04B8-4960-BF6E-3A1F756E5B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1" name="Freeform 28">
                <a:extLst>
                  <a:ext uri="{FF2B5EF4-FFF2-40B4-BE49-F238E27FC236}">
                    <a16:creationId xmlns:a16="http://schemas.microsoft.com/office/drawing/2014/main" id="{B25FF06A-A471-48CC-834B-642F5620B7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2" name="Freeform 29">
                <a:extLst>
                  <a:ext uri="{FF2B5EF4-FFF2-40B4-BE49-F238E27FC236}">
                    <a16:creationId xmlns:a16="http://schemas.microsoft.com/office/drawing/2014/main" id="{D9384773-06F8-4527-9EAA-31D36BA93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3" name="Freeform 30">
                <a:extLst>
                  <a:ext uri="{FF2B5EF4-FFF2-40B4-BE49-F238E27FC236}">
                    <a16:creationId xmlns:a16="http://schemas.microsoft.com/office/drawing/2014/main" id="{9FAA31D3-0B7F-4DB4-AB2F-84DE1D518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4" name="Freeform 31">
                <a:extLst>
                  <a:ext uri="{FF2B5EF4-FFF2-40B4-BE49-F238E27FC236}">
                    <a16:creationId xmlns:a16="http://schemas.microsoft.com/office/drawing/2014/main" id="{93AFE312-B663-4028-94FC-242395433E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5" name="Freeform 32">
                <a:extLst>
                  <a:ext uri="{FF2B5EF4-FFF2-40B4-BE49-F238E27FC236}">
                    <a16:creationId xmlns:a16="http://schemas.microsoft.com/office/drawing/2014/main" id="{22B8C2A3-44C9-4C1B-8CEE-C1B08FC735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6" name="Freeform 33">
                <a:extLst>
                  <a:ext uri="{FF2B5EF4-FFF2-40B4-BE49-F238E27FC236}">
                    <a16:creationId xmlns:a16="http://schemas.microsoft.com/office/drawing/2014/main" id="{C828DD22-E2A5-45AD-B18D-2D3E62D666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7" name="Freeform 34">
                <a:extLst>
                  <a:ext uri="{FF2B5EF4-FFF2-40B4-BE49-F238E27FC236}">
                    <a16:creationId xmlns:a16="http://schemas.microsoft.com/office/drawing/2014/main" id="{E3070C61-0883-47EE-BB14-C9A3392119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8" name="Freeform 35">
                <a:extLst>
                  <a:ext uri="{FF2B5EF4-FFF2-40B4-BE49-F238E27FC236}">
                    <a16:creationId xmlns:a16="http://schemas.microsoft.com/office/drawing/2014/main" id="{E3F1BBFB-DF91-4FCA-92EE-1034500B85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9" name="Freeform 36">
                <a:extLst>
                  <a:ext uri="{FF2B5EF4-FFF2-40B4-BE49-F238E27FC236}">
                    <a16:creationId xmlns:a16="http://schemas.microsoft.com/office/drawing/2014/main" id="{FF94D35E-1202-42C4-A1D4-0F9204B906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E7831996-F7BD-4F84-AB19-E69BBC60EBB7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46" name="Rectangle 5">
                <a:extLst>
                  <a:ext uri="{FF2B5EF4-FFF2-40B4-BE49-F238E27FC236}">
                    <a16:creationId xmlns:a16="http://schemas.microsoft.com/office/drawing/2014/main" id="{D645941C-CD69-4205-8A59-A8AD2DBD1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7" name="Freeform 37">
                <a:extLst>
                  <a:ext uri="{FF2B5EF4-FFF2-40B4-BE49-F238E27FC236}">
                    <a16:creationId xmlns:a16="http://schemas.microsoft.com/office/drawing/2014/main" id="{82E5C52C-8EFE-42F7-B109-63878A4B2F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8" name="Freeform 38">
                <a:extLst>
                  <a:ext uri="{FF2B5EF4-FFF2-40B4-BE49-F238E27FC236}">
                    <a16:creationId xmlns:a16="http://schemas.microsoft.com/office/drawing/2014/main" id="{1CC18570-6D49-43CC-9345-4E964E84FF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6227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presentador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14575" y="3337570"/>
            <a:ext cx="756285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DD/MM/AA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7018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Expositor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021233"/>
            <a:ext cx="12191999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MES Y AÑO</a:t>
            </a:r>
            <a:endParaRPr lang="es-CL" dirty="0"/>
          </a:p>
        </p:txBody>
      </p:sp>
      <p:sp>
        <p:nvSpPr>
          <p:cNvPr id="44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695103"/>
            <a:ext cx="1219200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32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Bajada del Título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89107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3F02B20B-5EF9-4548-ADCB-2DEEDAE69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0598" y="1171774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1489CB20-7026-4C66-9D3D-47A9AE643F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111" y="1160333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AC41B7BD-08DF-41D7-B42F-DCFFEC004A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60598" y="2016298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4" name="Marcador de texto 2">
            <a:extLst>
              <a:ext uri="{FF2B5EF4-FFF2-40B4-BE49-F238E27FC236}">
                <a16:creationId xmlns:a16="http://schemas.microsoft.com/office/drawing/2014/main" id="{AF49C6D5-43A8-4563-890A-A782D687FF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97111" y="200485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6" name="Marcador de texto 2">
            <a:extLst>
              <a:ext uri="{FF2B5EF4-FFF2-40B4-BE49-F238E27FC236}">
                <a16:creationId xmlns:a16="http://schemas.microsoft.com/office/drawing/2014/main" id="{3F880F4B-F1E5-4EC6-BCB0-E2249B4CEB2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0598" y="2886460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  <p:sp>
        <p:nvSpPr>
          <p:cNvPr id="37" name="Marcador de texto 2">
            <a:extLst>
              <a:ext uri="{FF2B5EF4-FFF2-40B4-BE49-F238E27FC236}">
                <a16:creationId xmlns:a16="http://schemas.microsoft.com/office/drawing/2014/main" id="{CEBFBD63-AE77-4F67-B163-EC7E1F45FB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97111" y="287501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2" name="Marcador de texto 2">
            <a:extLst>
              <a:ext uri="{FF2B5EF4-FFF2-40B4-BE49-F238E27FC236}">
                <a16:creationId xmlns:a16="http://schemas.microsoft.com/office/drawing/2014/main" id="{D8B1C6B4-3BF9-4F24-A09D-8A80F122A4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60598" y="3765156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04</a:t>
            </a:r>
            <a:endParaRPr lang="es-CL" dirty="0"/>
          </a:p>
        </p:txBody>
      </p: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B60AC8FC-2908-4FCD-9C1C-AE1A5122E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97111" y="375372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8FD3AA44-93C5-4C7F-878F-02F67B5C3D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60598" y="461152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05</a:t>
            </a:r>
            <a:endParaRPr lang="es-CL" dirty="0"/>
          </a:p>
        </p:txBody>
      </p:sp>
      <p:sp>
        <p:nvSpPr>
          <p:cNvPr id="46" name="Marcador de texto 2">
            <a:extLst>
              <a:ext uri="{FF2B5EF4-FFF2-40B4-BE49-F238E27FC236}">
                <a16:creationId xmlns:a16="http://schemas.microsoft.com/office/drawing/2014/main" id="{796AC2B5-8F8F-4488-AA02-FE18C3CDA5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97111" y="460009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8" name="Marcador de texto 2">
            <a:extLst>
              <a:ext uri="{FF2B5EF4-FFF2-40B4-BE49-F238E27FC236}">
                <a16:creationId xmlns:a16="http://schemas.microsoft.com/office/drawing/2014/main" id="{5FF25D75-6C57-45F1-AFF1-2195AB401A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60598" y="546644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06</a:t>
            </a:r>
            <a:endParaRPr lang="es-CL" dirty="0"/>
          </a:p>
        </p:txBody>
      </p:sp>
      <p:sp>
        <p:nvSpPr>
          <p:cNvPr id="49" name="Marcador de texto 2">
            <a:extLst>
              <a:ext uri="{FF2B5EF4-FFF2-40B4-BE49-F238E27FC236}">
                <a16:creationId xmlns:a16="http://schemas.microsoft.com/office/drawing/2014/main" id="{F4A9DA19-EFC7-491F-81D9-89868D4439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97111" y="545501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758"/>
            <a:ext cx="1611517" cy="6858000"/>
          </a:xfrm>
          <a:prstGeom prst="rect">
            <a:avLst/>
          </a:prstGeom>
        </p:spPr>
      </p:pic>
      <p:grpSp>
        <p:nvGrpSpPr>
          <p:cNvPr id="73" name="Grupo 72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4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7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3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7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6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C3BE6599-1231-4DAE-B41C-2FC83F602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0263" y="441325"/>
            <a:ext cx="3316424" cy="392648"/>
          </a:xfrm>
          <a:prstGeom prst="rect">
            <a:avLst/>
          </a:prstGeom>
        </p:spPr>
        <p:txBody>
          <a:bodyPr lIns="72000" rIns="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51" name="Marcador de número de diapositiva 70">
            <a:extLst>
              <a:ext uri="{FF2B5EF4-FFF2-40B4-BE49-F238E27FC236}">
                <a16:creationId xmlns:a16="http://schemas.microsoft.com/office/drawing/2014/main" id="{63264F46-D0E8-448F-884F-FA6D252D5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52" name="Marcador de texto 2">
            <a:extLst>
              <a:ext uri="{FF2B5EF4-FFF2-40B4-BE49-F238E27FC236}">
                <a16:creationId xmlns:a16="http://schemas.microsoft.com/office/drawing/2014/main" id="{4F2FE148-36BC-467C-B3E9-2388FAADECF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97111" y="138777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3" name="Marcador de texto 2">
            <a:extLst>
              <a:ext uri="{FF2B5EF4-FFF2-40B4-BE49-F238E27FC236}">
                <a16:creationId xmlns:a16="http://schemas.microsoft.com/office/drawing/2014/main" id="{715C8820-8940-47C6-967B-8C45E618765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97111" y="2232298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0D78B94-C52A-4520-8CC1-B2794795B75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397111" y="3102460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5" name="Marcador de texto 2">
            <a:extLst>
              <a:ext uri="{FF2B5EF4-FFF2-40B4-BE49-F238E27FC236}">
                <a16:creationId xmlns:a16="http://schemas.microsoft.com/office/drawing/2014/main" id="{BB776279-76A9-4EFA-AA7B-50E72D5F1B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97111" y="3981156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6" name="Marcador de texto 2">
            <a:extLst>
              <a:ext uri="{FF2B5EF4-FFF2-40B4-BE49-F238E27FC236}">
                <a16:creationId xmlns:a16="http://schemas.microsoft.com/office/drawing/2014/main" id="{D921326A-014D-4BFC-8A6B-EAD5D02A305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97111" y="482752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7" name="Marcador de texto 2">
            <a:extLst>
              <a:ext uri="{FF2B5EF4-FFF2-40B4-BE49-F238E27FC236}">
                <a16:creationId xmlns:a16="http://schemas.microsoft.com/office/drawing/2014/main" id="{22F5C067-8BC8-429D-A277-E5E429F983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97111" y="568244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77063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19370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C822A4C-AD9D-407B-A7C1-7137DFF45ED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8" name="Freeform 109">
              <a:extLst>
                <a:ext uri="{FF2B5EF4-FFF2-40B4-BE49-F238E27FC236}">
                  <a16:creationId xmlns:a16="http://schemas.microsoft.com/office/drawing/2014/main" id="{AC493B2D-40EB-4D8D-8AF7-281B95F96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9" name="Freeform 110">
              <a:extLst>
                <a:ext uri="{FF2B5EF4-FFF2-40B4-BE49-F238E27FC236}">
                  <a16:creationId xmlns:a16="http://schemas.microsoft.com/office/drawing/2014/main" id="{2C7F537E-237C-415C-AF93-71D6B382E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9EF538B-C7F8-4ECF-9337-7F0E64DD522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1" name="Freeform 111">
                <a:extLst>
                  <a:ext uri="{FF2B5EF4-FFF2-40B4-BE49-F238E27FC236}">
                    <a16:creationId xmlns:a16="http://schemas.microsoft.com/office/drawing/2014/main" id="{8FB1136A-69DA-4AC9-912C-204B85F2A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112">
                <a:extLst>
                  <a:ext uri="{FF2B5EF4-FFF2-40B4-BE49-F238E27FC236}">
                    <a16:creationId xmlns:a16="http://schemas.microsoft.com/office/drawing/2014/main" id="{CCAF9F50-1367-494C-BD47-4156FCE8A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113">
                <a:extLst>
                  <a:ext uri="{FF2B5EF4-FFF2-40B4-BE49-F238E27FC236}">
                    <a16:creationId xmlns:a16="http://schemas.microsoft.com/office/drawing/2014/main" id="{DD2FC20F-8894-4253-B9CE-CFF9CA4691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114">
                <a:extLst>
                  <a:ext uri="{FF2B5EF4-FFF2-40B4-BE49-F238E27FC236}">
                    <a16:creationId xmlns:a16="http://schemas.microsoft.com/office/drawing/2014/main" id="{A77AC86A-28D0-41E6-86FC-CA838031A2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115">
                <a:extLst>
                  <a:ext uri="{FF2B5EF4-FFF2-40B4-BE49-F238E27FC236}">
                    <a16:creationId xmlns:a16="http://schemas.microsoft.com/office/drawing/2014/main" id="{D5F9449D-082A-4EB1-8255-E7593AF03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116">
                <a:extLst>
                  <a:ext uri="{FF2B5EF4-FFF2-40B4-BE49-F238E27FC236}">
                    <a16:creationId xmlns:a16="http://schemas.microsoft.com/office/drawing/2014/main" id="{0A47960C-F33C-47B7-AF6C-C28A2A6D5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117">
                <a:extLst>
                  <a:ext uri="{FF2B5EF4-FFF2-40B4-BE49-F238E27FC236}">
                    <a16:creationId xmlns:a16="http://schemas.microsoft.com/office/drawing/2014/main" id="{51B46D70-9DB6-4032-9AF5-F09BDE256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118">
                <a:extLst>
                  <a:ext uri="{FF2B5EF4-FFF2-40B4-BE49-F238E27FC236}">
                    <a16:creationId xmlns:a16="http://schemas.microsoft.com/office/drawing/2014/main" id="{FA34C565-0876-4B74-A0E6-54E9D8D68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119">
                <a:extLst>
                  <a:ext uri="{FF2B5EF4-FFF2-40B4-BE49-F238E27FC236}">
                    <a16:creationId xmlns:a16="http://schemas.microsoft.com/office/drawing/2014/main" id="{2A62373A-BF68-4B1A-A234-412B329A0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20">
                <a:extLst>
                  <a:ext uri="{FF2B5EF4-FFF2-40B4-BE49-F238E27FC236}">
                    <a16:creationId xmlns:a16="http://schemas.microsoft.com/office/drawing/2014/main" id="{9047BB06-3113-4431-824F-817A2DB6F7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21">
                <a:extLst>
                  <a:ext uri="{FF2B5EF4-FFF2-40B4-BE49-F238E27FC236}">
                    <a16:creationId xmlns:a16="http://schemas.microsoft.com/office/drawing/2014/main" id="{78DAC996-E48E-43A3-8148-37AD70275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22">
                <a:extLst>
                  <a:ext uri="{FF2B5EF4-FFF2-40B4-BE49-F238E27FC236}">
                    <a16:creationId xmlns:a16="http://schemas.microsoft.com/office/drawing/2014/main" id="{8C4D9DB6-EEF6-4D68-B83F-FFDC027D3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23">
                <a:extLst>
                  <a:ext uri="{FF2B5EF4-FFF2-40B4-BE49-F238E27FC236}">
                    <a16:creationId xmlns:a16="http://schemas.microsoft.com/office/drawing/2014/main" id="{AB839EC2-B84D-4D8C-BB20-ACACC3AD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24">
                <a:extLst>
                  <a:ext uri="{FF2B5EF4-FFF2-40B4-BE49-F238E27FC236}">
                    <a16:creationId xmlns:a16="http://schemas.microsoft.com/office/drawing/2014/main" id="{B369989B-745B-403C-ABDB-9FE5FAAF67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25">
                <a:extLst>
                  <a:ext uri="{FF2B5EF4-FFF2-40B4-BE49-F238E27FC236}">
                    <a16:creationId xmlns:a16="http://schemas.microsoft.com/office/drawing/2014/main" id="{7EAAA10F-1644-4C5C-BC7F-E42535311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26">
                <a:extLst>
                  <a:ext uri="{FF2B5EF4-FFF2-40B4-BE49-F238E27FC236}">
                    <a16:creationId xmlns:a16="http://schemas.microsoft.com/office/drawing/2014/main" id="{2C42D491-72F4-4B4E-A8D8-6BDFAE805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27">
                <a:extLst>
                  <a:ext uri="{FF2B5EF4-FFF2-40B4-BE49-F238E27FC236}">
                    <a16:creationId xmlns:a16="http://schemas.microsoft.com/office/drawing/2014/main" id="{52D3EA1E-651B-4D5B-8616-2CFD852A6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" name="Freeform 128">
              <a:extLst>
                <a:ext uri="{FF2B5EF4-FFF2-40B4-BE49-F238E27FC236}">
                  <a16:creationId xmlns:a16="http://schemas.microsoft.com/office/drawing/2014/main" id="{054AC02D-751F-402B-A6DF-C8CF4EC3FB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" name="Freeform 129">
              <a:extLst>
                <a:ext uri="{FF2B5EF4-FFF2-40B4-BE49-F238E27FC236}">
                  <a16:creationId xmlns:a16="http://schemas.microsoft.com/office/drawing/2014/main" id="{84AE193F-D249-4ECB-95AA-82589E93E2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30">
              <a:extLst>
                <a:ext uri="{FF2B5EF4-FFF2-40B4-BE49-F238E27FC236}">
                  <a16:creationId xmlns:a16="http://schemas.microsoft.com/office/drawing/2014/main" id="{183B6B43-B270-4850-B2FD-D00D3F6C1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" name="Freeform 131">
              <a:extLst>
                <a:ext uri="{FF2B5EF4-FFF2-40B4-BE49-F238E27FC236}">
                  <a16:creationId xmlns:a16="http://schemas.microsoft.com/office/drawing/2014/main" id="{3A19FFA7-835D-4610-B0B4-1DA4E57EFC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" name="Freeform 132">
              <a:extLst>
                <a:ext uri="{FF2B5EF4-FFF2-40B4-BE49-F238E27FC236}">
                  <a16:creationId xmlns:a16="http://schemas.microsoft.com/office/drawing/2014/main" id="{ACE56369-9340-4EA2-B684-C5D88CA29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33">
              <a:extLst>
                <a:ext uri="{FF2B5EF4-FFF2-40B4-BE49-F238E27FC236}">
                  <a16:creationId xmlns:a16="http://schemas.microsoft.com/office/drawing/2014/main" id="{19A176F7-003A-4433-8A2F-7BA4A7395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4">
              <a:extLst>
                <a:ext uri="{FF2B5EF4-FFF2-40B4-BE49-F238E27FC236}">
                  <a16:creationId xmlns:a16="http://schemas.microsoft.com/office/drawing/2014/main" id="{67822941-02E6-4D25-B2EE-F96003AF3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35">
              <a:extLst>
                <a:ext uri="{FF2B5EF4-FFF2-40B4-BE49-F238E27FC236}">
                  <a16:creationId xmlns:a16="http://schemas.microsoft.com/office/drawing/2014/main" id="{C7B320DF-2FBE-4722-8058-80F61D11D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9" name="Freeform 136">
              <a:extLst>
                <a:ext uri="{FF2B5EF4-FFF2-40B4-BE49-F238E27FC236}">
                  <a16:creationId xmlns:a16="http://schemas.microsoft.com/office/drawing/2014/main" id="{A5EEE385-5472-4055-8070-64168677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" name="Freeform 137">
              <a:extLst>
                <a:ext uri="{FF2B5EF4-FFF2-40B4-BE49-F238E27FC236}">
                  <a16:creationId xmlns:a16="http://schemas.microsoft.com/office/drawing/2014/main" id="{DD5481C8-E01A-4144-83BA-88958A38D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13420AAD-74AE-410D-A497-E3E47790F96C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5" name="Freeform 7">
              <a:extLst>
                <a:ext uri="{FF2B5EF4-FFF2-40B4-BE49-F238E27FC236}">
                  <a16:creationId xmlns:a16="http://schemas.microsoft.com/office/drawing/2014/main" id="{7AEF51AD-BF99-425F-B734-8C2617849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Freeform 8">
              <a:extLst>
                <a:ext uri="{FF2B5EF4-FFF2-40B4-BE49-F238E27FC236}">
                  <a16:creationId xmlns:a16="http://schemas.microsoft.com/office/drawing/2014/main" id="{F10B6F06-5F39-46DA-809C-E3545537E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9">
              <a:extLst>
                <a:ext uri="{FF2B5EF4-FFF2-40B4-BE49-F238E27FC236}">
                  <a16:creationId xmlns:a16="http://schemas.microsoft.com/office/drawing/2014/main" id="{C31777F1-60F0-448D-A184-5F87C69EF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Rectangle 10">
              <a:extLst>
                <a:ext uri="{FF2B5EF4-FFF2-40B4-BE49-F238E27FC236}">
                  <a16:creationId xmlns:a16="http://schemas.microsoft.com/office/drawing/2014/main" id="{EA2C152F-470E-443A-B788-1D6DEAE88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F064D046-A5C1-4CC5-8571-B2E0380C1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2">
              <a:extLst>
                <a:ext uri="{FF2B5EF4-FFF2-40B4-BE49-F238E27FC236}">
                  <a16:creationId xmlns:a16="http://schemas.microsoft.com/office/drawing/2014/main" id="{95076BA6-365D-4310-8875-5A6F40BB5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3">
              <a:extLst>
                <a:ext uri="{FF2B5EF4-FFF2-40B4-BE49-F238E27FC236}">
                  <a16:creationId xmlns:a16="http://schemas.microsoft.com/office/drawing/2014/main" id="{D7338CFC-9CE5-4773-AEA0-3E9AE68DFB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4">
              <a:extLst>
                <a:ext uri="{FF2B5EF4-FFF2-40B4-BE49-F238E27FC236}">
                  <a16:creationId xmlns:a16="http://schemas.microsoft.com/office/drawing/2014/main" id="{519F29CE-CEB5-439A-A4FE-C63375F6F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Rectangle 15">
              <a:extLst>
                <a:ext uri="{FF2B5EF4-FFF2-40B4-BE49-F238E27FC236}">
                  <a16:creationId xmlns:a16="http://schemas.microsoft.com/office/drawing/2014/main" id="{8D87395B-008E-4CEE-821D-AF3CC55B0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5272785E-40C6-4984-A2E0-DADCBBFDAA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7">
              <a:extLst>
                <a:ext uri="{FF2B5EF4-FFF2-40B4-BE49-F238E27FC236}">
                  <a16:creationId xmlns:a16="http://schemas.microsoft.com/office/drawing/2014/main" id="{F3A9EBAB-E2EE-4C97-9A01-1789CDAA11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CFF2F14C-F6A9-4232-8EF5-F20DF66AC5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9">
              <a:extLst>
                <a:ext uri="{FF2B5EF4-FFF2-40B4-BE49-F238E27FC236}">
                  <a16:creationId xmlns:a16="http://schemas.microsoft.com/office/drawing/2014/main" id="{CCC5B9C0-486E-4509-B8B1-0D20D26EC6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0">
              <a:extLst>
                <a:ext uri="{FF2B5EF4-FFF2-40B4-BE49-F238E27FC236}">
                  <a16:creationId xmlns:a16="http://schemas.microsoft.com/office/drawing/2014/main" id="{CF13B3A5-4948-49E7-8BCD-6A7DA8AF31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1">
              <a:extLst>
                <a:ext uri="{FF2B5EF4-FFF2-40B4-BE49-F238E27FC236}">
                  <a16:creationId xmlns:a16="http://schemas.microsoft.com/office/drawing/2014/main" id="{4878E800-0D0B-4931-A880-2820275488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2">
              <a:extLst>
                <a:ext uri="{FF2B5EF4-FFF2-40B4-BE49-F238E27FC236}">
                  <a16:creationId xmlns:a16="http://schemas.microsoft.com/office/drawing/2014/main" id="{AD9A9765-7C8C-46D4-BEC1-3546CEB65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3">
              <a:extLst>
                <a:ext uri="{FF2B5EF4-FFF2-40B4-BE49-F238E27FC236}">
                  <a16:creationId xmlns:a16="http://schemas.microsoft.com/office/drawing/2014/main" id="{CBB04038-032E-4292-B80F-37A9C2BE8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4">
              <a:extLst>
                <a:ext uri="{FF2B5EF4-FFF2-40B4-BE49-F238E27FC236}">
                  <a16:creationId xmlns:a16="http://schemas.microsoft.com/office/drawing/2014/main" id="{B54CB486-D97D-4100-8002-8B0F257D38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Rectangle 25">
              <a:extLst>
                <a:ext uri="{FF2B5EF4-FFF2-40B4-BE49-F238E27FC236}">
                  <a16:creationId xmlns:a16="http://schemas.microsoft.com/office/drawing/2014/main" id="{586FFF76-D124-497B-BABE-3EFBB3C5B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6">
              <a:extLst>
                <a:ext uri="{FF2B5EF4-FFF2-40B4-BE49-F238E27FC236}">
                  <a16:creationId xmlns:a16="http://schemas.microsoft.com/office/drawing/2014/main" id="{067642E2-F669-4852-944F-D9E2E427C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7">
              <a:extLst>
                <a:ext uri="{FF2B5EF4-FFF2-40B4-BE49-F238E27FC236}">
                  <a16:creationId xmlns:a16="http://schemas.microsoft.com/office/drawing/2014/main" id="{6E59239A-7FF0-4648-B96A-2899312A86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8">
              <a:extLst>
                <a:ext uri="{FF2B5EF4-FFF2-40B4-BE49-F238E27FC236}">
                  <a16:creationId xmlns:a16="http://schemas.microsoft.com/office/drawing/2014/main" id="{B5ED75B1-FFCC-4C42-BCC6-F3092E908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9">
              <a:extLst>
                <a:ext uri="{FF2B5EF4-FFF2-40B4-BE49-F238E27FC236}">
                  <a16:creationId xmlns:a16="http://schemas.microsoft.com/office/drawing/2014/main" id="{C35EF449-2BA3-4502-8937-87A0B50E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0">
              <a:extLst>
                <a:ext uri="{FF2B5EF4-FFF2-40B4-BE49-F238E27FC236}">
                  <a16:creationId xmlns:a16="http://schemas.microsoft.com/office/drawing/2014/main" id="{B352CD5C-720C-4926-A721-9AC5E7C05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1">
              <a:extLst>
                <a:ext uri="{FF2B5EF4-FFF2-40B4-BE49-F238E27FC236}">
                  <a16:creationId xmlns:a16="http://schemas.microsoft.com/office/drawing/2014/main" id="{3D1C0A91-7956-4303-BE66-133644EE28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2">
              <a:extLst>
                <a:ext uri="{FF2B5EF4-FFF2-40B4-BE49-F238E27FC236}">
                  <a16:creationId xmlns:a16="http://schemas.microsoft.com/office/drawing/2014/main" id="{6065B88A-8A94-4E59-83E4-06B0EA3215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3">
              <a:extLst>
                <a:ext uri="{FF2B5EF4-FFF2-40B4-BE49-F238E27FC236}">
                  <a16:creationId xmlns:a16="http://schemas.microsoft.com/office/drawing/2014/main" id="{0BFE1E3F-1A8D-4863-81C9-A339102AA4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4">
              <a:extLst>
                <a:ext uri="{FF2B5EF4-FFF2-40B4-BE49-F238E27FC236}">
                  <a16:creationId xmlns:a16="http://schemas.microsoft.com/office/drawing/2014/main" id="{35EFFDDD-6341-49DC-9AC3-FE95DEF8DD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5">
              <a:extLst>
                <a:ext uri="{FF2B5EF4-FFF2-40B4-BE49-F238E27FC236}">
                  <a16:creationId xmlns:a16="http://schemas.microsoft.com/office/drawing/2014/main" id="{BE146320-5638-4CD8-83B6-B28234429C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6">
              <a:extLst>
                <a:ext uri="{FF2B5EF4-FFF2-40B4-BE49-F238E27FC236}">
                  <a16:creationId xmlns:a16="http://schemas.microsoft.com/office/drawing/2014/main" id="{03CE0CB8-6E7C-4FEB-A0A0-28E923818D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5A253E82-27A2-4183-8EF5-BEF0DBC974E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6" name="Rectangle 5">
              <a:extLst>
                <a:ext uri="{FF2B5EF4-FFF2-40B4-BE49-F238E27FC236}">
                  <a16:creationId xmlns:a16="http://schemas.microsoft.com/office/drawing/2014/main" id="{9156220A-AF44-4CA1-9150-CC8BA2B1F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BAD51698-CEE8-47D5-9E82-F78D58E336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8" name="Freeform 38">
              <a:extLst>
                <a:ext uri="{FF2B5EF4-FFF2-40B4-BE49-F238E27FC236}">
                  <a16:creationId xmlns:a16="http://schemas.microsoft.com/office/drawing/2014/main" id="{075AA5A3-AC80-4A6B-A3A0-11374F8334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43" name="Marcador de texto 2">
            <a:extLst>
              <a:ext uri="{FF2B5EF4-FFF2-40B4-BE49-F238E27FC236}">
                <a16:creationId xmlns:a16="http://schemas.microsoft.com/office/drawing/2014/main" id="{9F6B68FB-2535-48EA-AEE9-209765466B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4" name="Marcador de número de diapositiva 70">
            <a:extLst>
              <a:ext uri="{FF2B5EF4-FFF2-40B4-BE49-F238E27FC236}">
                <a16:creationId xmlns:a16="http://schemas.microsoft.com/office/drawing/2014/main" id="{1C1914F0-4918-414A-8C37-B7E61BBA5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45" name="Marcador de texto 2">
            <a:extLst>
              <a:ext uri="{FF2B5EF4-FFF2-40B4-BE49-F238E27FC236}">
                <a16:creationId xmlns:a16="http://schemas.microsoft.com/office/drawing/2014/main" id="{16A23D30-DC58-4BA7-8A12-7E1F2A10C0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3525" y="1995079"/>
            <a:ext cx="11449050" cy="1707126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ts val="5200"/>
              </a:lnSpc>
              <a:buNone/>
              <a:defRPr sz="5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portadilla </a:t>
            </a:r>
            <a:br>
              <a:rPr lang="es-ES" dirty="0"/>
            </a:br>
            <a:r>
              <a:rPr lang="es-ES" dirty="0"/>
              <a:t>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9111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Interior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70">
            <a:extLst>
              <a:ext uri="{FF2B5EF4-FFF2-40B4-BE49-F238E27FC236}">
                <a16:creationId xmlns:a16="http://schemas.microsoft.com/office/drawing/2014/main" id="{0EFF9DC4-4189-44F2-9202-B096455FD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FB9DF791-6648-48B1-8907-EA33B7CABE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</p:txBody>
      </p:sp>
    </p:spTree>
    <p:extLst>
      <p:ext uri="{BB962C8B-B14F-4D97-AF65-F5344CB8AC3E}">
        <p14:creationId xmlns:p14="http://schemas.microsoft.com/office/powerpoint/2010/main" val="260473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Formato simple + imagen al cost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número de diapositiva 70">
            <a:extLst>
              <a:ext uri="{FF2B5EF4-FFF2-40B4-BE49-F238E27FC236}">
                <a16:creationId xmlns:a16="http://schemas.microsoft.com/office/drawing/2014/main" id="{96C1F2AD-89A3-4FC0-83B2-66AD0CBC0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  <a:p>
            <a:pPr lvl="0"/>
            <a:endParaRPr lang="es-ES" dirty="0"/>
          </a:p>
          <a:p>
            <a:pPr lvl="0"/>
            <a:endParaRPr lang="es-ES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30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6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7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9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838948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 numer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6146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66145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52FADE42-D7A1-4C91-ADE6-DDD45A43BB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0377" y="10956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437D2C6-0DB8-493C-9930-CC56CBC8F6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66146" y="29250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013F99B-4B6A-4E1B-9051-B1585230C3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66145" y="32970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0" name="Marcador de texto 2">
            <a:extLst>
              <a:ext uri="{FF2B5EF4-FFF2-40B4-BE49-F238E27FC236}">
                <a16:creationId xmlns:a16="http://schemas.microsoft.com/office/drawing/2014/main" id="{B1D0621B-7B03-41A3-8F14-262F29903D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0377" y="29244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1" name="Marcador de texto 2">
            <a:extLst>
              <a:ext uri="{FF2B5EF4-FFF2-40B4-BE49-F238E27FC236}">
                <a16:creationId xmlns:a16="http://schemas.microsoft.com/office/drawing/2014/main" id="{709FBE3F-858F-43A3-A1BE-E6D72F244F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66146" y="4776198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32" name="Marcador de texto 2">
            <a:extLst>
              <a:ext uri="{FF2B5EF4-FFF2-40B4-BE49-F238E27FC236}">
                <a16:creationId xmlns:a16="http://schemas.microsoft.com/office/drawing/2014/main" id="{B4E97635-6CC1-476E-904B-66E892EB1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66145" y="5148142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B76645D5-B6F6-4FC8-89F9-B0AFC3FC3F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40377" y="4775502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47487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0610" y="107655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6884" y="1094561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46883" y="1477831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posición de imagen 4">
            <a:extLst>
              <a:ext uri="{FF2B5EF4-FFF2-40B4-BE49-F238E27FC236}">
                <a16:creationId xmlns:a16="http://schemas.microsoft.com/office/drawing/2014/main" id="{A53B2E55-10A3-4EB8-9D79-99F65244160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0610" y="2924097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41AC8940-6770-43AA-8F24-83D7957AD8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46884" y="2922649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0ADC3A77-93C8-4C56-BDBE-546FE5A5F6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46883" y="3305919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6" name="Marcador de posición de imagen 4">
            <a:extLst>
              <a:ext uri="{FF2B5EF4-FFF2-40B4-BE49-F238E27FC236}">
                <a16:creationId xmlns:a16="http://schemas.microsoft.com/office/drawing/2014/main" id="{180D7933-E305-48EE-A94D-42C280C253F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20610" y="475242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AFC07F10-867E-49C8-A631-B9681F783A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46884" y="4770430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C2C66C14-3394-4278-B0C2-99D4367B319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46883" y="5153700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9633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47850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7850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7" name="Marcador de posición de imagen 4">
            <a:extLst>
              <a:ext uri="{FF2B5EF4-FFF2-40B4-BE49-F238E27FC236}">
                <a16:creationId xmlns:a16="http://schemas.microsoft.com/office/drawing/2014/main" id="{C3DA7A9B-5C9D-472C-97D8-C713F5B31A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30057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3E904E4B-1F61-4C47-93FC-DA92AEFB1F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0057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FE6F7E4B-2DE7-46CE-BD7C-CA3D85629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51E493BB-BBCE-41DF-AA09-F6E284E29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E86EF-5EFF-4749-8135-3D6C0A7A7C6E}"/>
              </a:ext>
            </a:extLst>
          </p:cNvPr>
          <p:cNvCxnSpPr>
            <a:cxnSpLocks/>
          </p:cNvCxnSpPr>
          <p:nvPr userDrawn="1"/>
        </p:nvCxnSpPr>
        <p:spPr>
          <a:xfrm>
            <a:off x="1847850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4D38D91-CF3E-44E3-A838-D9B4EF44F467}"/>
              </a:ext>
            </a:extLst>
          </p:cNvPr>
          <p:cNvCxnSpPr>
            <a:cxnSpLocks/>
          </p:cNvCxnSpPr>
          <p:nvPr userDrawn="1"/>
        </p:nvCxnSpPr>
        <p:spPr>
          <a:xfrm>
            <a:off x="6630057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E6A8206-3F05-4A7E-BA6A-3027AB4AC3C3}"/>
              </a:ext>
            </a:extLst>
          </p:cNvPr>
          <p:cNvCxnSpPr/>
          <p:nvPr userDrawn="1"/>
        </p:nvCxnSpPr>
        <p:spPr>
          <a:xfrm>
            <a:off x="1485397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7740217-17BD-419B-B77D-962C9D2A283B}"/>
              </a:ext>
            </a:extLst>
          </p:cNvPr>
          <p:cNvCxnSpPr/>
          <p:nvPr userDrawn="1"/>
        </p:nvCxnSpPr>
        <p:spPr>
          <a:xfrm>
            <a:off x="6276750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6"/>
          <p:cNvSpPr>
            <a:spLocks noGrp="1"/>
          </p:cNvSpPr>
          <p:nvPr>
            <p:ph type="body" sz="quarter" idx="27" hasCustomPrompt="1"/>
          </p:nvPr>
        </p:nvSpPr>
        <p:spPr>
          <a:xfrm>
            <a:off x="1848735" y="2423967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  <p:sp>
        <p:nvSpPr>
          <p:cNvPr id="29" name="Marcador de texto 6"/>
          <p:cNvSpPr>
            <a:spLocks noGrp="1"/>
          </p:cNvSpPr>
          <p:nvPr>
            <p:ph type="body" sz="quarter" idx="28" hasCustomPrompt="1"/>
          </p:nvPr>
        </p:nvSpPr>
        <p:spPr>
          <a:xfrm>
            <a:off x="6629178" y="2431508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9458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+ 2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58CF30-9789-4AF6-88DD-000B526B4D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04305" y="1162662"/>
            <a:ext cx="8075577" cy="797969"/>
          </a:xfrm>
          <a:prstGeom prst="rect">
            <a:avLst/>
          </a:prstGeom>
        </p:spPr>
        <p:txBody>
          <a:bodyPr lIns="0"/>
          <a:lstStyle>
            <a:lvl1pPr>
              <a:defRPr lang="es-CL" sz="1600" b="1" strike="noStrike" cap="all" baseline="0" dirty="0"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ts val="2400"/>
              </a:lnSpc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onsect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FDD434A-37AA-48EB-8E6A-6C267B0EFA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4EF9038D-C976-465C-8430-875FA011A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27A3780-4BA0-4898-B348-55D1A71546A4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C8C3643C-B3A7-4913-99FD-32FFBD734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2" name="Marcador de número de diapositiva 70">
            <a:extLst>
              <a:ext uri="{FF2B5EF4-FFF2-40B4-BE49-F238E27FC236}">
                <a16:creationId xmlns:a16="http://schemas.microsoft.com/office/drawing/2014/main" id="{EAC10AA9-FCCB-41F7-BD74-69E5FD57E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13" name="Marcador de posición de imagen 26">
            <a:extLst>
              <a:ext uri="{FF2B5EF4-FFF2-40B4-BE49-F238E27FC236}">
                <a16:creationId xmlns:a16="http://schemas.microsoft.com/office/drawing/2014/main" id="{7E66DFDF-3671-4F5C-AE1E-A0AE626D6D7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1002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4" name="Marcador de posición de imagen 26">
            <a:extLst>
              <a:ext uri="{FF2B5EF4-FFF2-40B4-BE49-F238E27FC236}">
                <a16:creationId xmlns:a16="http://schemas.microsoft.com/office/drawing/2014/main" id="{C92FB699-44E2-4419-96AD-600264291F7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150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F8291BBA-3814-43A7-812D-8F886044BE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27978" y="1969742"/>
            <a:ext cx="8077078" cy="1362929"/>
          </a:xfrm>
          <a:prstGeom prst="rect">
            <a:avLst/>
          </a:prstGeom>
        </p:spPr>
        <p:txBody>
          <a:bodyPr lIns="0"/>
          <a:lstStyle>
            <a:lvl1pPr algn="just">
              <a:defRPr lang="es-ES" sz="1400" dirty="0">
                <a:solidFill>
                  <a:schemeClr val="tx2"/>
                </a:solidFill>
              </a:defRPr>
            </a:lvl1pPr>
          </a:lstStyle>
          <a:p>
            <a:pPr marL="0" lvl="0" indent="0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 </a:t>
            </a:r>
            <a:r>
              <a:rPr lang="es-ES" dirty="0" err="1"/>
              <a:t>placerat</a:t>
            </a:r>
            <a:r>
              <a:rPr lang="es-ES" dirty="0"/>
              <a:t> </a:t>
            </a:r>
            <a:r>
              <a:rPr lang="es-ES" dirty="0" err="1"/>
              <a:t>pellentesque</a:t>
            </a:r>
            <a:r>
              <a:rPr lang="es-ES" dirty="0"/>
              <a:t> tortor </a:t>
            </a:r>
            <a:r>
              <a:rPr lang="es-ES" dirty="0" err="1"/>
              <a:t>vel</a:t>
            </a:r>
            <a:r>
              <a:rPr lang="es-ES" dirty="0"/>
              <a:t> platea </a:t>
            </a:r>
            <a:r>
              <a:rPr lang="es-ES" dirty="0" err="1"/>
              <a:t>proin</a:t>
            </a:r>
            <a:r>
              <a:rPr lang="es-ES" dirty="0"/>
              <a:t>, </a:t>
            </a:r>
            <a:r>
              <a:rPr lang="es-ES" dirty="0" err="1"/>
              <a:t>egestas</a:t>
            </a:r>
            <a:r>
              <a:rPr lang="es-ES" dirty="0"/>
              <a:t>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risus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arcu</a:t>
            </a:r>
            <a:r>
              <a:rPr lang="es-ES" dirty="0"/>
              <a:t> vitae, </a:t>
            </a:r>
            <a:r>
              <a:rPr lang="es-ES" dirty="0" err="1"/>
              <a:t>sollicitudin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2240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3" pos="1323" userDrawn="1">
          <p15:clr>
            <a:srgbClr val="FBAE40"/>
          </p15:clr>
        </p15:guide>
        <p15:guide id="4" orient="horz" pos="278" userDrawn="1">
          <p15:clr>
            <a:srgbClr val="FBAE40"/>
          </p15:clr>
        </p15:guide>
        <p15:guide id="5" orient="horz" pos="52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Imagen 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BAEBA9F5-CD76-4AA2-8BC9-DA1909C6D4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86025" y="4305300"/>
            <a:ext cx="3486149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5AAE6238-2AB7-435F-83B4-E6CBF4D656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4125" y="4305300"/>
            <a:ext cx="3486150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</a:p>
          <a:p>
            <a:pPr lvl="0"/>
            <a:endParaRPr lang="es-CL" dirty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E5DFCCB7-BA83-470A-9213-5DE0757E027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47850" y="981074"/>
            <a:ext cx="8496300" cy="32194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2" name="Marcador de número de diapositiva 70">
            <a:extLst>
              <a:ext uri="{FF2B5EF4-FFF2-40B4-BE49-F238E27FC236}">
                <a16:creationId xmlns:a16="http://schemas.microsoft.com/office/drawing/2014/main" id="{FB3DF7D6-1893-4A71-BE82-4A3E0A6F9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6154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con 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5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09490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0364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Imágen full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8546" y="0"/>
            <a:ext cx="1194749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1152000"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imagen full 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20244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8F58F91-0033-4B76-AC08-AE1F093D0D3B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2" name="Freeform 109">
              <a:extLst>
                <a:ext uri="{FF2B5EF4-FFF2-40B4-BE49-F238E27FC236}">
                  <a16:creationId xmlns:a16="http://schemas.microsoft.com/office/drawing/2014/main" id="{96AB14E3-8E5C-4922-B9DB-3413AF77E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110">
              <a:extLst>
                <a:ext uri="{FF2B5EF4-FFF2-40B4-BE49-F238E27FC236}">
                  <a16:creationId xmlns:a16="http://schemas.microsoft.com/office/drawing/2014/main" id="{1A9D835A-82C2-43F5-B8EA-04DB94EED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2B3D4907-70C1-477D-93D5-207E4013928C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5" name="Freeform 111">
                <a:extLst>
                  <a:ext uri="{FF2B5EF4-FFF2-40B4-BE49-F238E27FC236}">
                    <a16:creationId xmlns:a16="http://schemas.microsoft.com/office/drawing/2014/main" id="{C5D69512-E583-4C2E-B631-E4361BAA3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6" name="Freeform 112">
                <a:extLst>
                  <a:ext uri="{FF2B5EF4-FFF2-40B4-BE49-F238E27FC236}">
                    <a16:creationId xmlns:a16="http://schemas.microsoft.com/office/drawing/2014/main" id="{2A7ACA2B-8D7E-418F-8E1E-CE20DA3CD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3">
                <a:extLst>
                  <a:ext uri="{FF2B5EF4-FFF2-40B4-BE49-F238E27FC236}">
                    <a16:creationId xmlns:a16="http://schemas.microsoft.com/office/drawing/2014/main" id="{925D44F3-7225-4EEB-BC13-7CD4F1FD89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4">
                <a:extLst>
                  <a:ext uri="{FF2B5EF4-FFF2-40B4-BE49-F238E27FC236}">
                    <a16:creationId xmlns:a16="http://schemas.microsoft.com/office/drawing/2014/main" id="{64C00162-7B11-4A2C-997B-7459AEDD61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5">
                <a:extLst>
                  <a:ext uri="{FF2B5EF4-FFF2-40B4-BE49-F238E27FC236}">
                    <a16:creationId xmlns:a16="http://schemas.microsoft.com/office/drawing/2014/main" id="{A50C0306-E5CA-4BD5-9BFA-6ECCEEC3D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6">
                <a:extLst>
                  <a:ext uri="{FF2B5EF4-FFF2-40B4-BE49-F238E27FC236}">
                    <a16:creationId xmlns:a16="http://schemas.microsoft.com/office/drawing/2014/main" id="{86B71BD0-8245-4F02-A518-B56C446BE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7">
                <a:extLst>
                  <a:ext uri="{FF2B5EF4-FFF2-40B4-BE49-F238E27FC236}">
                    <a16:creationId xmlns:a16="http://schemas.microsoft.com/office/drawing/2014/main" id="{7E6A241D-4E61-4FBA-B683-14AA16AE9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8">
                <a:extLst>
                  <a:ext uri="{FF2B5EF4-FFF2-40B4-BE49-F238E27FC236}">
                    <a16:creationId xmlns:a16="http://schemas.microsoft.com/office/drawing/2014/main" id="{914652C7-D488-4847-AE92-49F866185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9">
                <a:extLst>
                  <a:ext uri="{FF2B5EF4-FFF2-40B4-BE49-F238E27FC236}">
                    <a16:creationId xmlns:a16="http://schemas.microsoft.com/office/drawing/2014/main" id="{C1437106-1E1F-4FD2-BD76-48C4F562D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20">
                <a:extLst>
                  <a:ext uri="{FF2B5EF4-FFF2-40B4-BE49-F238E27FC236}">
                    <a16:creationId xmlns:a16="http://schemas.microsoft.com/office/drawing/2014/main" id="{DC026305-F7D2-4A3C-A018-D1DA87A23B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1">
                <a:extLst>
                  <a:ext uri="{FF2B5EF4-FFF2-40B4-BE49-F238E27FC236}">
                    <a16:creationId xmlns:a16="http://schemas.microsoft.com/office/drawing/2014/main" id="{5ACC416C-1B47-4244-BDBD-E93DD8E3A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2">
                <a:extLst>
                  <a:ext uri="{FF2B5EF4-FFF2-40B4-BE49-F238E27FC236}">
                    <a16:creationId xmlns:a16="http://schemas.microsoft.com/office/drawing/2014/main" id="{3626AE19-E8FF-42DC-922E-FA743108A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3">
                <a:extLst>
                  <a:ext uri="{FF2B5EF4-FFF2-40B4-BE49-F238E27FC236}">
                    <a16:creationId xmlns:a16="http://schemas.microsoft.com/office/drawing/2014/main" id="{460BDDB1-5D20-4ED5-8DE6-26D279E8990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4">
                <a:extLst>
                  <a:ext uri="{FF2B5EF4-FFF2-40B4-BE49-F238E27FC236}">
                    <a16:creationId xmlns:a16="http://schemas.microsoft.com/office/drawing/2014/main" id="{B44368DE-59B6-4674-BCD4-3B852D8469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5">
                <a:extLst>
                  <a:ext uri="{FF2B5EF4-FFF2-40B4-BE49-F238E27FC236}">
                    <a16:creationId xmlns:a16="http://schemas.microsoft.com/office/drawing/2014/main" id="{322C328A-634A-4068-A476-671FBABDF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6">
                <a:extLst>
                  <a:ext uri="{FF2B5EF4-FFF2-40B4-BE49-F238E27FC236}">
                    <a16:creationId xmlns:a16="http://schemas.microsoft.com/office/drawing/2014/main" id="{A73B8BD2-A04C-4508-B0E1-CA3F283E6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7">
                <a:extLst>
                  <a:ext uri="{FF2B5EF4-FFF2-40B4-BE49-F238E27FC236}">
                    <a16:creationId xmlns:a16="http://schemas.microsoft.com/office/drawing/2014/main" id="{4CECD2B1-20C0-46C1-A146-44114C4F6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5" name="Freeform 128">
              <a:extLst>
                <a:ext uri="{FF2B5EF4-FFF2-40B4-BE49-F238E27FC236}">
                  <a16:creationId xmlns:a16="http://schemas.microsoft.com/office/drawing/2014/main" id="{C5152B54-691E-4141-BF10-58559062AB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129">
              <a:extLst>
                <a:ext uri="{FF2B5EF4-FFF2-40B4-BE49-F238E27FC236}">
                  <a16:creationId xmlns:a16="http://schemas.microsoft.com/office/drawing/2014/main" id="{C6160175-9203-45D4-956A-EB90F8220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30">
              <a:extLst>
                <a:ext uri="{FF2B5EF4-FFF2-40B4-BE49-F238E27FC236}">
                  <a16:creationId xmlns:a16="http://schemas.microsoft.com/office/drawing/2014/main" id="{FD9CA157-3E9D-4B8A-BD4A-8B19A8677B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1">
              <a:extLst>
                <a:ext uri="{FF2B5EF4-FFF2-40B4-BE49-F238E27FC236}">
                  <a16:creationId xmlns:a16="http://schemas.microsoft.com/office/drawing/2014/main" id="{43C6FCFA-8F16-4F34-B4E9-A555655834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2">
              <a:extLst>
                <a:ext uri="{FF2B5EF4-FFF2-40B4-BE49-F238E27FC236}">
                  <a16:creationId xmlns:a16="http://schemas.microsoft.com/office/drawing/2014/main" id="{FF5C128F-1BA4-4FED-BBE7-58901C145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3">
              <a:extLst>
                <a:ext uri="{FF2B5EF4-FFF2-40B4-BE49-F238E27FC236}">
                  <a16:creationId xmlns:a16="http://schemas.microsoft.com/office/drawing/2014/main" id="{49C3CD5B-1A01-4824-B112-002AA2809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4">
              <a:extLst>
                <a:ext uri="{FF2B5EF4-FFF2-40B4-BE49-F238E27FC236}">
                  <a16:creationId xmlns:a16="http://schemas.microsoft.com/office/drawing/2014/main" id="{1D5C616F-DE3F-4843-A5B5-ACB4D857B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5">
              <a:extLst>
                <a:ext uri="{FF2B5EF4-FFF2-40B4-BE49-F238E27FC236}">
                  <a16:creationId xmlns:a16="http://schemas.microsoft.com/office/drawing/2014/main" id="{FE4549F1-79B2-43C2-8182-AD44C1F6D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6">
              <a:extLst>
                <a:ext uri="{FF2B5EF4-FFF2-40B4-BE49-F238E27FC236}">
                  <a16:creationId xmlns:a16="http://schemas.microsoft.com/office/drawing/2014/main" id="{317F4FD3-CFD9-4316-9945-4B3B052C5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7">
              <a:extLst>
                <a:ext uri="{FF2B5EF4-FFF2-40B4-BE49-F238E27FC236}">
                  <a16:creationId xmlns:a16="http://schemas.microsoft.com/office/drawing/2014/main" id="{EA383349-7481-4607-BD58-0E4D94986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AE056D84-173E-42AC-8684-562B27B9464B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A9453ED4-4175-4F70-87FC-7DBB842EB9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A8D7C765-FE9F-4703-B262-623073FEB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5F27F551-53DE-4CD4-A5FD-ECB69D9C7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E91FF38F-1F24-4D27-BE64-A918B4018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86B53FFE-FC53-46A6-9D5D-45E1C15B7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E0607D55-64B5-43A4-B8F8-56EA1C682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38249EC7-6FC9-400E-A604-7F245EF82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4995597-DC8D-4C23-8776-089124F68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2F589983-1B17-4695-8803-B42923747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6F4D6D0D-E191-4462-B566-567E53E836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C5292092-1D92-4005-ACFD-2EC41A56A1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063A0FE6-A7A4-43DC-8F4D-621F868628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DC30F834-B208-4742-8EFB-50F5DE8F4C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4D1C60A7-0F4B-443A-B07C-65EB3F7FC3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E73CFA1F-E771-441B-BBCA-C164C1D78D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2796F9B6-31EC-4FF4-AA59-22AE57C5E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EF5550E1-6664-433C-BE41-B4BA8379A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BF476C5-C211-4EBB-AD9E-C09FF7E21C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62C0935B-6BFE-408C-ACD3-6BBD46FD0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7EE5EEFA-55D7-4BAE-B262-321E9993E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C26B7DEF-EBD7-41A5-8FE8-887746F02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818B05BD-5E6A-4048-875E-91AA9321E0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0EA17066-5690-4ECE-AD7D-DC32FE85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D2F72F6B-DB58-4028-AB03-BE1C047D3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019B9C43-9543-4801-8F5F-63DDBF94C4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B3632215-F7D3-461E-B7F1-2F824879AC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A8557DB8-AF22-41E9-B3DC-E4265A9156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CDFD3285-82D8-4161-A2C5-8E5A9894FF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3383C400-1E64-4778-9239-E84B63B3DA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947AFB73-AB62-44F6-8BA5-C52B743801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84DC7DC9-C120-4F82-95FA-47B939E0633B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66C3A7FE-F708-4826-87B8-5D87ED9BE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70F7B806-0AE0-46BE-9F12-FA7EA2DE2A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F47BD283-62E6-4C5B-9649-6904B135BC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64073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ilar Estratégic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DCAE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4357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ilar Estratégic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chemeClr val="accent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7309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ilar Estratégic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00B2D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6233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ilar Estratégico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7439B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6866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ilares Estratégic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n 49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CCD70D3C-385C-464C-9F3F-B77A0D7461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3070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80C34C97-1FC4-47C7-A7BF-CC5FFF0FFB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9364485" y="30518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66943EA6-3EAC-4D6A-90D1-E6424B1DAF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28859" y="1199284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5656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5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323444BD-A16C-451B-97A0-6106EC883E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63773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4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4" name="Marcador de posición de imagen 4">
            <a:extLst>
              <a:ext uri="{FF2B5EF4-FFF2-40B4-BE49-F238E27FC236}">
                <a16:creationId xmlns:a16="http://schemas.microsoft.com/office/drawing/2014/main" id="{B2EA0EB3-9206-4C2A-893E-591E4EF14C1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828380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3C626FD5-5249-45AD-9D3A-D8CB7C7B39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35656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6" name="Marcador de posición de imagen 4">
            <a:extLst>
              <a:ext uri="{FF2B5EF4-FFF2-40B4-BE49-F238E27FC236}">
                <a16:creationId xmlns:a16="http://schemas.microsoft.com/office/drawing/2014/main" id="{3D49CB67-1EFB-45C2-B047-21DC963678C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100263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7" name="Marcador de texto 2">
            <a:extLst>
              <a:ext uri="{FF2B5EF4-FFF2-40B4-BE49-F238E27FC236}">
                <a16:creationId xmlns:a16="http://schemas.microsoft.com/office/drawing/2014/main" id="{76BE6FA6-1C20-452B-AF99-0F5989CAB0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63773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6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8" name="Marcador de posición de imagen 4">
            <a:extLst>
              <a:ext uri="{FF2B5EF4-FFF2-40B4-BE49-F238E27FC236}">
                <a16:creationId xmlns:a16="http://schemas.microsoft.com/office/drawing/2014/main" id="{1842295A-0375-4397-ADF0-E3360C59BF1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828380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9" name="Marcador de número de diapositiva 70">
            <a:extLst>
              <a:ext uri="{FF2B5EF4-FFF2-40B4-BE49-F238E27FC236}">
                <a16:creationId xmlns:a16="http://schemas.microsoft.com/office/drawing/2014/main" id="{F3B22BD4-F182-4C31-AF0C-CC9B4278A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016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71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72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51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Imagen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193614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Espacio para imagen full </a:t>
            </a:r>
          </a:p>
        </p:txBody>
      </p:sp>
      <p:grpSp>
        <p:nvGrpSpPr>
          <p:cNvPr id="72" name="Grupo 71">
            <a:extLst>
              <a:ext uri="{FF2B5EF4-FFF2-40B4-BE49-F238E27FC236}">
                <a16:creationId xmlns:a16="http://schemas.microsoft.com/office/drawing/2014/main" id="{7F760D59-0D75-468D-9532-CC7064DC9846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3" name="Freeform 109">
              <a:extLst>
                <a:ext uri="{FF2B5EF4-FFF2-40B4-BE49-F238E27FC236}">
                  <a16:creationId xmlns:a16="http://schemas.microsoft.com/office/drawing/2014/main" id="{2A16ABED-1480-4A17-8C5D-B31F7DF5C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110">
              <a:extLst>
                <a:ext uri="{FF2B5EF4-FFF2-40B4-BE49-F238E27FC236}">
                  <a16:creationId xmlns:a16="http://schemas.microsoft.com/office/drawing/2014/main" id="{0E93C5EF-86D1-4D3D-9F8D-64EA1AC1D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5" name="Grupo 74">
              <a:extLst>
                <a:ext uri="{FF2B5EF4-FFF2-40B4-BE49-F238E27FC236}">
                  <a16:creationId xmlns:a16="http://schemas.microsoft.com/office/drawing/2014/main" id="{FE4F3B71-11F7-4774-9AA8-F249F7CFCCF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6" name="Freeform 111">
                <a:extLst>
                  <a:ext uri="{FF2B5EF4-FFF2-40B4-BE49-F238E27FC236}">
                    <a16:creationId xmlns:a16="http://schemas.microsoft.com/office/drawing/2014/main" id="{5E806105-4795-4E11-AB36-1BA90E4DC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2">
                <a:extLst>
                  <a:ext uri="{FF2B5EF4-FFF2-40B4-BE49-F238E27FC236}">
                    <a16:creationId xmlns:a16="http://schemas.microsoft.com/office/drawing/2014/main" id="{260EC9DB-4F20-4C3D-BC00-FE17BD3F5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3">
                <a:extLst>
                  <a:ext uri="{FF2B5EF4-FFF2-40B4-BE49-F238E27FC236}">
                    <a16:creationId xmlns:a16="http://schemas.microsoft.com/office/drawing/2014/main" id="{32D144DC-08C4-4D36-9F09-30318CB0C7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4">
                <a:extLst>
                  <a:ext uri="{FF2B5EF4-FFF2-40B4-BE49-F238E27FC236}">
                    <a16:creationId xmlns:a16="http://schemas.microsoft.com/office/drawing/2014/main" id="{FA1527B0-419A-4EDE-90DE-3DB5EA195A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5">
                <a:extLst>
                  <a:ext uri="{FF2B5EF4-FFF2-40B4-BE49-F238E27FC236}">
                    <a16:creationId xmlns:a16="http://schemas.microsoft.com/office/drawing/2014/main" id="{E160C73E-6C60-4B73-B515-7E4F6BA2E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6">
                <a:extLst>
                  <a:ext uri="{FF2B5EF4-FFF2-40B4-BE49-F238E27FC236}">
                    <a16:creationId xmlns:a16="http://schemas.microsoft.com/office/drawing/2014/main" id="{A2A72D1B-DCF0-48EE-9878-F2B782CC82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7">
                <a:extLst>
                  <a:ext uri="{FF2B5EF4-FFF2-40B4-BE49-F238E27FC236}">
                    <a16:creationId xmlns:a16="http://schemas.microsoft.com/office/drawing/2014/main" id="{0FC7E7C9-E634-427E-9E58-B9C430BBE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8">
                <a:extLst>
                  <a:ext uri="{FF2B5EF4-FFF2-40B4-BE49-F238E27FC236}">
                    <a16:creationId xmlns:a16="http://schemas.microsoft.com/office/drawing/2014/main" id="{E6D10DBA-3876-48D7-9601-6583978F0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9">
                <a:extLst>
                  <a:ext uri="{FF2B5EF4-FFF2-40B4-BE49-F238E27FC236}">
                    <a16:creationId xmlns:a16="http://schemas.microsoft.com/office/drawing/2014/main" id="{223290B5-A74A-46C5-88F1-980FA81DC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0">
                <a:extLst>
                  <a:ext uri="{FF2B5EF4-FFF2-40B4-BE49-F238E27FC236}">
                    <a16:creationId xmlns:a16="http://schemas.microsoft.com/office/drawing/2014/main" id="{C0B629AE-44FB-4B7E-9242-726B09C3EA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1">
                <a:extLst>
                  <a:ext uri="{FF2B5EF4-FFF2-40B4-BE49-F238E27FC236}">
                    <a16:creationId xmlns:a16="http://schemas.microsoft.com/office/drawing/2014/main" id="{E7B5A626-9DB1-4C57-9694-B16E694E0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2">
                <a:extLst>
                  <a:ext uri="{FF2B5EF4-FFF2-40B4-BE49-F238E27FC236}">
                    <a16:creationId xmlns:a16="http://schemas.microsoft.com/office/drawing/2014/main" id="{F263ACAE-6424-44F4-8469-025661D48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3">
                <a:extLst>
                  <a:ext uri="{FF2B5EF4-FFF2-40B4-BE49-F238E27FC236}">
                    <a16:creationId xmlns:a16="http://schemas.microsoft.com/office/drawing/2014/main" id="{004F788D-5BD1-4CC0-A248-1F5FB64040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4">
                <a:extLst>
                  <a:ext uri="{FF2B5EF4-FFF2-40B4-BE49-F238E27FC236}">
                    <a16:creationId xmlns:a16="http://schemas.microsoft.com/office/drawing/2014/main" id="{345DB0C7-3792-447E-88EF-C02FD39F0E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5">
                <a:extLst>
                  <a:ext uri="{FF2B5EF4-FFF2-40B4-BE49-F238E27FC236}">
                    <a16:creationId xmlns:a16="http://schemas.microsoft.com/office/drawing/2014/main" id="{47231F00-A661-44B2-AB6B-48B47B564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6">
                <a:extLst>
                  <a:ext uri="{FF2B5EF4-FFF2-40B4-BE49-F238E27FC236}">
                    <a16:creationId xmlns:a16="http://schemas.microsoft.com/office/drawing/2014/main" id="{17D94E06-E3C2-4394-A870-6ABF58C7E1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7">
                <a:extLst>
                  <a:ext uri="{FF2B5EF4-FFF2-40B4-BE49-F238E27FC236}">
                    <a16:creationId xmlns:a16="http://schemas.microsoft.com/office/drawing/2014/main" id="{95FF73C3-9273-4025-8043-B93FDB908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6" name="Freeform 128">
              <a:extLst>
                <a:ext uri="{FF2B5EF4-FFF2-40B4-BE49-F238E27FC236}">
                  <a16:creationId xmlns:a16="http://schemas.microsoft.com/office/drawing/2014/main" id="{02564356-1093-43A9-85A9-A61F0CB11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29">
              <a:extLst>
                <a:ext uri="{FF2B5EF4-FFF2-40B4-BE49-F238E27FC236}">
                  <a16:creationId xmlns:a16="http://schemas.microsoft.com/office/drawing/2014/main" id="{7EE7B7E7-D770-4BE6-A229-C7F8E56EF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0">
              <a:extLst>
                <a:ext uri="{FF2B5EF4-FFF2-40B4-BE49-F238E27FC236}">
                  <a16:creationId xmlns:a16="http://schemas.microsoft.com/office/drawing/2014/main" id="{81BB9DD0-461A-464C-BAD1-1B749AF42F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1">
              <a:extLst>
                <a:ext uri="{FF2B5EF4-FFF2-40B4-BE49-F238E27FC236}">
                  <a16:creationId xmlns:a16="http://schemas.microsoft.com/office/drawing/2014/main" id="{BA540343-1981-4C56-93A1-76806F9915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2">
              <a:extLst>
                <a:ext uri="{FF2B5EF4-FFF2-40B4-BE49-F238E27FC236}">
                  <a16:creationId xmlns:a16="http://schemas.microsoft.com/office/drawing/2014/main" id="{9323C4A7-BC9A-4F71-8065-157BEB3ED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3">
              <a:extLst>
                <a:ext uri="{FF2B5EF4-FFF2-40B4-BE49-F238E27FC236}">
                  <a16:creationId xmlns:a16="http://schemas.microsoft.com/office/drawing/2014/main" id="{3840820B-B609-4264-80E3-C63ABAEF4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4">
              <a:extLst>
                <a:ext uri="{FF2B5EF4-FFF2-40B4-BE49-F238E27FC236}">
                  <a16:creationId xmlns:a16="http://schemas.microsoft.com/office/drawing/2014/main" id="{90734FCE-4632-4FF5-94EC-7A53F6744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5">
              <a:extLst>
                <a:ext uri="{FF2B5EF4-FFF2-40B4-BE49-F238E27FC236}">
                  <a16:creationId xmlns:a16="http://schemas.microsoft.com/office/drawing/2014/main" id="{07EDB1F7-C7B6-480C-A0F2-8E205E41A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6">
              <a:extLst>
                <a:ext uri="{FF2B5EF4-FFF2-40B4-BE49-F238E27FC236}">
                  <a16:creationId xmlns:a16="http://schemas.microsoft.com/office/drawing/2014/main" id="{9749C220-7280-435F-9427-913718A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7">
              <a:extLst>
                <a:ext uri="{FF2B5EF4-FFF2-40B4-BE49-F238E27FC236}">
                  <a16:creationId xmlns:a16="http://schemas.microsoft.com/office/drawing/2014/main" id="{80B56448-91AA-43A2-96EB-6B2C6DD0F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DF4E9642-1CEE-4C36-84A5-E7707F351C2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D5CAF925-F4D9-4B08-8765-47D2A3FAF9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41C85E79-FC7E-456C-B7BA-6CFB5906B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1B7CB862-FD9B-489B-88C2-457D3EBAA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Rectangle 10">
              <a:extLst>
                <a:ext uri="{FF2B5EF4-FFF2-40B4-BE49-F238E27FC236}">
                  <a16:creationId xmlns:a16="http://schemas.microsoft.com/office/drawing/2014/main" id="{66DE9029-ECBD-4D59-B3EB-039F06433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93A73A41-9855-449C-8CE6-8988E14DC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27FE99BC-A8B1-4FD8-866A-DD0FCA6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5483F718-1B44-47B2-B16F-08A84E250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A1B4900B-01A3-42FF-A7D7-53EB75F20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Rectangle 15">
              <a:extLst>
                <a:ext uri="{FF2B5EF4-FFF2-40B4-BE49-F238E27FC236}">
                  <a16:creationId xmlns:a16="http://schemas.microsoft.com/office/drawing/2014/main" id="{A94C6E5B-ED5B-43EE-BB82-D6A187D69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065BAD0E-64C8-472A-8CA0-75B3B3620B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644128E1-5AB5-4BAA-9E8B-525FB6035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E1D815EA-8F6D-4949-A069-8AD2725978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46FC4EF8-ECA3-4D5C-B580-FBB50F8B8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D3F66839-DCD6-4B3A-8E61-921504D8C0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ACCD0273-2D1B-424F-A3DB-DDA76B917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3209AFB6-C25C-4366-B217-7B70D57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007308E1-4658-41E9-A05B-9D413B05F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F400C19-7064-4416-A494-26E3F11F7D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Rectangle 25">
              <a:extLst>
                <a:ext uri="{FF2B5EF4-FFF2-40B4-BE49-F238E27FC236}">
                  <a16:creationId xmlns:a16="http://schemas.microsoft.com/office/drawing/2014/main" id="{3D6792A7-3ECF-4CD5-B495-F58746F0C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F0EB6394-BD27-454C-A015-9AD9232B5D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61BE1907-7F66-4826-B330-4AC9B58E43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ECE2AF28-3A55-48B9-95EB-CB34ABB996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32AD8873-A2CC-4724-B48C-96E123D8D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6A181A18-0D61-4033-A3A2-E4555A616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1D1155FD-EB03-4C5F-A0DF-06AC1EA706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2">
              <a:extLst>
                <a:ext uri="{FF2B5EF4-FFF2-40B4-BE49-F238E27FC236}">
                  <a16:creationId xmlns:a16="http://schemas.microsoft.com/office/drawing/2014/main" id="{92887B06-8AB9-45D9-94C7-E2F1BF9C26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3">
              <a:extLst>
                <a:ext uri="{FF2B5EF4-FFF2-40B4-BE49-F238E27FC236}">
                  <a16:creationId xmlns:a16="http://schemas.microsoft.com/office/drawing/2014/main" id="{4A77B10C-CE16-49B2-A729-6BAA897648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4">
              <a:extLst>
                <a:ext uri="{FF2B5EF4-FFF2-40B4-BE49-F238E27FC236}">
                  <a16:creationId xmlns:a16="http://schemas.microsoft.com/office/drawing/2014/main" id="{E1E78D5B-0E50-4526-A2A1-33B2ECC48A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5">
              <a:extLst>
                <a:ext uri="{FF2B5EF4-FFF2-40B4-BE49-F238E27FC236}">
                  <a16:creationId xmlns:a16="http://schemas.microsoft.com/office/drawing/2014/main" id="{2C0295A8-B144-4B10-AB50-0DE7F6A5E4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6">
              <a:extLst>
                <a:ext uri="{FF2B5EF4-FFF2-40B4-BE49-F238E27FC236}">
                  <a16:creationId xmlns:a16="http://schemas.microsoft.com/office/drawing/2014/main" id="{126859A5-ECD7-4CFC-96D9-47C9C9F39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947265B8-5B32-4D49-A74F-51EBC684150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7" name="Rectangle 5">
              <a:extLst>
                <a:ext uri="{FF2B5EF4-FFF2-40B4-BE49-F238E27FC236}">
                  <a16:creationId xmlns:a16="http://schemas.microsoft.com/office/drawing/2014/main" id="{02E920ED-FF17-4757-A98D-1F7CAD738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8" name="Freeform 37">
              <a:extLst>
                <a:ext uri="{FF2B5EF4-FFF2-40B4-BE49-F238E27FC236}">
                  <a16:creationId xmlns:a16="http://schemas.microsoft.com/office/drawing/2014/main" id="{BC1CB73D-9D60-4103-8D2B-B2BFF24157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9" name="Freeform 38">
              <a:extLst>
                <a:ext uri="{FF2B5EF4-FFF2-40B4-BE49-F238E27FC236}">
                  <a16:creationId xmlns:a16="http://schemas.microsoft.com/office/drawing/2014/main" id="{3D1D2339-F4DB-4CBA-99A6-DCC5CD0CC1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0" name="Marcador de texto 2">
            <a:extLst>
              <a:ext uri="{FF2B5EF4-FFF2-40B4-BE49-F238E27FC236}">
                <a16:creationId xmlns:a16="http://schemas.microsoft.com/office/drawing/2014/main" id="{347277CF-7CE2-46E9-8BAB-9BB99B5CE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71" name="Marcador de texto 2">
            <a:extLst>
              <a:ext uri="{FF2B5EF4-FFF2-40B4-BE49-F238E27FC236}">
                <a16:creationId xmlns:a16="http://schemas.microsoft.com/office/drawing/2014/main" id="{0BAB15C9-8FA6-4B01-9A53-5B559AE968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63AF6657-0F11-4C32-9E54-545EF1FD7BCA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0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4201" userDrawn="1">
          <p15:clr>
            <a:srgbClr val="FBAE40"/>
          </p15:clr>
        </p15:guide>
        <p15:guide id="3" orient="horz" pos="96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pos="166" userDrawn="1">
          <p15:clr>
            <a:srgbClr val="FBAE40"/>
          </p15:clr>
        </p15:guide>
        <p15:guide id="6" pos="746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 Imagen y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C05AADE7-4F3F-4C94-9A80-9CA76A458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6" name="Rectangle 10">
            <a:extLst>
              <a:ext uri="{FF2B5EF4-FFF2-40B4-BE49-F238E27FC236}">
                <a16:creationId xmlns:a16="http://schemas.microsoft.com/office/drawing/2014/main" id="{E52877B5-F746-4BF9-8B29-A4FA0AA333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48963" y="1375544"/>
            <a:ext cx="5924919" cy="4909868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>
              <a:latin typeface="+mj-lt"/>
            </a:endParaRPr>
          </a:p>
        </p:txBody>
      </p:sp>
      <p:sp>
        <p:nvSpPr>
          <p:cNvPr id="83" name="Marcador de texto 2">
            <a:extLst>
              <a:ext uri="{FF2B5EF4-FFF2-40B4-BE49-F238E27FC236}">
                <a16:creationId xmlns:a16="http://schemas.microsoft.com/office/drawing/2014/main" id="{B01517FF-8F20-46CA-951D-D9D0C1264E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71636" y="1188204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4" name="Marcador de texto 2">
            <a:extLst>
              <a:ext uri="{FF2B5EF4-FFF2-40B4-BE49-F238E27FC236}">
                <a16:creationId xmlns:a16="http://schemas.microsoft.com/office/drawing/2014/main" id="{07E66279-0CD4-45C5-8748-23186AFBCD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1758640" y="3987161"/>
            <a:ext cx="2077379" cy="391824"/>
          </a:xfrm>
          <a:prstGeom prst="rect">
            <a:avLst/>
          </a:prstGeom>
          <a:solidFill>
            <a:schemeClr val="bg2"/>
          </a:solidFill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5" name="Marcador de texto 2">
            <a:extLst>
              <a:ext uri="{FF2B5EF4-FFF2-40B4-BE49-F238E27FC236}">
                <a16:creationId xmlns:a16="http://schemas.microsoft.com/office/drawing/2014/main" id="{269DDBA9-C6F6-4F32-B366-8F8E9B2306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1636" y="6117043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4" name="Marcador de posición de imagen 26">
            <a:extLst>
              <a:ext uri="{FF2B5EF4-FFF2-40B4-BE49-F238E27FC236}">
                <a16:creationId xmlns:a16="http://schemas.microsoft.com/office/drawing/2014/main" id="{8927B421-1BB7-4777-A444-0D2812CB425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219450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5" name="Marcador de texto 2">
            <a:extLst>
              <a:ext uri="{FF2B5EF4-FFF2-40B4-BE49-F238E27FC236}">
                <a16:creationId xmlns:a16="http://schemas.microsoft.com/office/drawing/2014/main" id="{92E83A9E-5266-4BC5-A75A-F5E85A12FA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19450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6" name="Marcador de posición de imagen 26">
            <a:extLst>
              <a:ext uri="{FF2B5EF4-FFF2-40B4-BE49-F238E27FC236}">
                <a16:creationId xmlns:a16="http://schemas.microsoft.com/office/drawing/2014/main" id="{041D723F-C65E-4264-9AB9-0E7EA39E1AB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371635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7" name="Marcador de texto 2">
            <a:extLst>
              <a:ext uri="{FF2B5EF4-FFF2-40B4-BE49-F238E27FC236}">
                <a16:creationId xmlns:a16="http://schemas.microsoft.com/office/drawing/2014/main" id="{85346EEA-DB3A-4A35-9162-3A015D411C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71635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8" name="Marcador de posición de imagen 26">
            <a:extLst>
              <a:ext uri="{FF2B5EF4-FFF2-40B4-BE49-F238E27FC236}">
                <a16:creationId xmlns:a16="http://schemas.microsoft.com/office/drawing/2014/main" id="{F8493F9F-AD30-449D-B086-4AEE004A6F4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512669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9" name="Marcador de texto 2">
            <a:extLst>
              <a:ext uri="{FF2B5EF4-FFF2-40B4-BE49-F238E27FC236}">
                <a16:creationId xmlns:a16="http://schemas.microsoft.com/office/drawing/2014/main" id="{120FDCAD-FE11-44FA-B557-E62517A8ACE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12669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0" name="Marcador de posición de imagen 26">
            <a:extLst>
              <a:ext uri="{FF2B5EF4-FFF2-40B4-BE49-F238E27FC236}">
                <a16:creationId xmlns:a16="http://schemas.microsoft.com/office/drawing/2014/main" id="{B541220A-C78A-483A-B3B4-D11A9638E8A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219450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1" name="Marcador de texto 2">
            <a:extLst>
              <a:ext uri="{FF2B5EF4-FFF2-40B4-BE49-F238E27FC236}">
                <a16:creationId xmlns:a16="http://schemas.microsoft.com/office/drawing/2014/main" id="{2F86F35F-B4D9-4BD2-882D-D53DF927005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19450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2" name="Marcador de posición de imagen 26">
            <a:extLst>
              <a:ext uri="{FF2B5EF4-FFF2-40B4-BE49-F238E27FC236}">
                <a16:creationId xmlns:a16="http://schemas.microsoft.com/office/drawing/2014/main" id="{E507EC5E-7668-4DD0-AEAA-F0498C19386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371635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3" name="Marcador de texto 2">
            <a:extLst>
              <a:ext uri="{FF2B5EF4-FFF2-40B4-BE49-F238E27FC236}">
                <a16:creationId xmlns:a16="http://schemas.microsoft.com/office/drawing/2014/main" id="{CB8F330C-43EE-453F-BA65-1F0A2CE4A93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71635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4" name="Marcador de posición de imagen 26">
            <a:extLst>
              <a:ext uri="{FF2B5EF4-FFF2-40B4-BE49-F238E27FC236}">
                <a16:creationId xmlns:a16="http://schemas.microsoft.com/office/drawing/2014/main" id="{3122E983-DA62-4108-B9B2-45A815131AA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512669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A1895702-A453-40D2-80B4-44D5BC5FCF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12669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6" name="Marcador de posición de imagen 26">
            <a:extLst>
              <a:ext uri="{FF2B5EF4-FFF2-40B4-BE49-F238E27FC236}">
                <a16:creationId xmlns:a16="http://schemas.microsoft.com/office/drawing/2014/main" id="{DB5AA1A6-9122-403F-806E-93C39732C11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219450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7" name="Marcador de texto 2">
            <a:extLst>
              <a:ext uri="{FF2B5EF4-FFF2-40B4-BE49-F238E27FC236}">
                <a16:creationId xmlns:a16="http://schemas.microsoft.com/office/drawing/2014/main" id="{56FEB054-799D-4761-AF93-EAD4060A309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19450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8" name="Marcador de posición de imagen 26">
            <a:extLst>
              <a:ext uri="{FF2B5EF4-FFF2-40B4-BE49-F238E27FC236}">
                <a16:creationId xmlns:a16="http://schemas.microsoft.com/office/drawing/2014/main" id="{EB316407-CC44-4AF4-8D25-76E4DDCDB7E4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371635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7038C025-CA67-4179-980C-E1C54C815A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71635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10" name="Marcador de posición de imagen 26">
            <a:extLst>
              <a:ext uri="{FF2B5EF4-FFF2-40B4-BE49-F238E27FC236}">
                <a16:creationId xmlns:a16="http://schemas.microsoft.com/office/drawing/2014/main" id="{17B887AE-E033-4784-8DE5-7A237032B1D0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7512669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2B2BF6A3-DA20-4722-8286-3EB33588B3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12669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97984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 Imagenes líne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17">
            <a:extLst>
              <a:ext uri="{FF2B5EF4-FFF2-40B4-BE49-F238E27FC236}">
                <a16:creationId xmlns:a16="http://schemas.microsoft.com/office/drawing/2014/main" id="{EF03A10A-1292-4FCC-94DD-282E5CD112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72085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2" name="Marcador de posición de imagen 17">
            <a:extLst>
              <a:ext uri="{FF2B5EF4-FFF2-40B4-BE49-F238E27FC236}">
                <a16:creationId xmlns:a16="http://schemas.microsoft.com/office/drawing/2014/main" id="{BC7F34C3-BF52-4597-B510-8F304A6244C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0056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3" name="Marcador de posición de imagen 17">
            <a:extLst>
              <a:ext uri="{FF2B5EF4-FFF2-40B4-BE49-F238E27FC236}">
                <a16:creationId xmlns:a16="http://schemas.microsoft.com/office/drawing/2014/main" id="{06B8C140-9E49-478D-BB6D-2DB9A6CB532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967567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4" name="Marcador de posición de imagen 17">
            <a:extLst>
              <a:ext uri="{FF2B5EF4-FFF2-40B4-BE49-F238E27FC236}">
                <a16:creationId xmlns:a16="http://schemas.microsoft.com/office/drawing/2014/main" id="{C4C7509B-4C7B-4538-905F-D0599FB8D3C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7299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5" name="Marcador de posición de imagen 17">
            <a:extLst>
              <a:ext uri="{FF2B5EF4-FFF2-40B4-BE49-F238E27FC236}">
                <a16:creationId xmlns:a16="http://schemas.microsoft.com/office/drawing/2014/main" id="{E91CF2ED-3A0A-49C2-9A43-88400738CD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132313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1" name="Marcador de posición de imagen 17">
            <a:extLst>
              <a:ext uri="{FF2B5EF4-FFF2-40B4-BE49-F238E27FC236}">
                <a16:creationId xmlns:a16="http://schemas.microsoft.com/office/drawing/2014/main" id="{95B17790-9B65-4658-9785-FC5DA7ED58A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24798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2" name="Marcador de posición de imagen 17">
            <a:extLst>
              <a:ext uri="{FF2B5EF4-FFF2-40B4-BE49-F238E27FC236}">
                <a16:creationId xmlns:a16="http://schemas.microsoft.com/office/drawing/2014/main" id="{03D07B1F-81F8-4312-B440-27B16521610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5327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3" name="Marcador de posición de imagen 17">
            <a:extLst>
              <a:ext uri="{FF2B5EF4-FFF2-40B4-BE49-F238E27FC236}">
                <a16:creationId xmlns:a16="http://schemas.microsoft.com/office/drawing/2014/main" id="{BC563EAF-C5A2-4B3E-A63B-638BB214D9D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020280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4" name="Marcador de posición de imagen 17">
            <a:extLst>
              <a:ext uri="{FF2B5EF4-FFF2-40B4-BE49-F238E27FC236}">
                <a16:creationId xmlns:a16="http://schemas.microsoft.com/office/drawing/2014/main" id="{4FCC1657-3D8C-4870-A74F-B4051A608007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12570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5" name="Marcador de posición de imagen 17">
            <a:extLst>
              <a:ext uri="{FF2B5EF4-FFF2-40B4-BE49-F238E27FC236}">
                <a16:creationId xmlns:a16="http://schemas.microsoft.com/office/drawing/2014/main" id="{5ED22089-CFC2-40BA-A99D-65EB66397D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185026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7414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Organig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52021C2-5757-4012-B973-BAAC99A473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" b="14194"/>
          <a:stretch/>
        </p:blipFill>
        <p:spPr>
          <a:xfrm>
            <a:off x="0" y="0"/>
            <a:ext cx="11936627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704384E-39B3-4992-8BFC-7D554A7FC571}"/>
              </a:ext>
            </a:extLst>
          </p:cNvPr>
          <p:cNvSpPr/>
          <p:nvPr userDrawn="1"/>
        </p:nvSpPr>
        <p:spPr>
          <a:xfrm>
            <a:off x="0" y="0"/>
            <a:ext cx="11936627" cy="6858000"/>
          </a:xfrm>
          <a:prstGeom prst="rect">
            <a:avLst/>
          </a:prstGeom>
          <a:solidFill>
            <a:schemeClr val="tx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EF725B-621C-49FD-BF7E-2BB5B72C6A2E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2" name="Freeform 109">
              <a:extLst>
                <a:ext uri="{FF2B5EF4-FFF2-40B4-BE49-F238E27FC236}">
                  <a16:creationId xmlns:a16="http://schemas.microsoft.com/office/drawing/2014/main" id="{4900CD4A-59EC-4448-873A-1CD30B983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10">
              <a:extLst>
                <a:ext uri="{FF2B5EF4-FFF2-40B4-BE49-F238E27FC236}">
                  <a16:creationId xmlns:a16="http://schemas.microsoft.com/office/drawing/2014/main" id="{0FB75E46-7EF3-4C0E-81B4-7CE25591F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C70C842D-128F-44BE-95B3-DFFCDC2B74E0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9" name="Freeform 111">
                <a:extLst>
                  <a:ext uri="{FF2B5EF4-FFF2-40B4-BE49-F238E27FC236}">
                    <a16:creationId xmlns:a16="http://schemas.microsoft.com/office/drawing/2014/main" id="{E2C8266F-CE1B-4623-BCD7-3934CA87B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12">
                <a:extLst>
                  <a:ext uri="{FF2B5EF4-FFF2-40B4-BE49-F238E27FC236}">
                    <a16:creationId xmlns:a16="http://schemas.microsoft.com/office/drawing/2014/main" id="{7B9FBBDE-24DB-48F3-80CC-E15F8EB10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3">
                <a:extLst>
                  <a:ext uri="{FF2B5EF4-FFF2-40B4-BE49-F238E27FC236}">
                    <a16:creationId xmlns:a16="http://schemas.microsoft.com/office/drawing/2014/main" id="{57D6BF2A-6DBD-4CE4-9292-E299BA8F4B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4">
                <a:extLst>
                  <a:ext uri="{FF2B5EF4-FFF2-40B4-BE49-F238E27FC236}">
                    <a16:creationId xmlns:a16="http://schemas.microsoft.com/office/drawing/2014/main" id="{ED1F6813-4282-4CD7-ACB3-9620ECF520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5">
                <a:extLst>
                  <a:ext uri="{FF2B5EF4-FFF2-40B4-BE49-F238E27FC236}">
                    <a16:creationId xmlns:a16="http://schemas.microsoft.com/office/drawing/2014/main" id="{F47396CF-4F47-457E-9D6E-03295F474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6">
                <a:extLst>
                  <a:ext uri="{FF2B5EF4-FFF2-40B4-BE49-F238E27FC236}">
                    <a16:creationId xmlns:a16="http://schemas.microsoft.com/office/drawing/2014/main" id="{8D51139F-EEE7-4994-8197-BF98AFC73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7">
                <a:extLst>
                  <a:ext uri="{FF2B5EF4-FFF2-40B4-BE49-F238E27FC236}">
                    <a16:creationId xmlns:a16="http://schemas.microsoft.com/office/drawing/2014/main" id="{257421F4-38A2-4CDD-ABAC-F5E334D45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8">
                <a:extLst>
                  <a:ext uri="{FF2B5EF4-FFF2-40B4-BE49-F238E27FC236}">
                    <a16:creationId xmlns:a16="http://schemas.microsoft.com/office/drawing/2014/main" id="{0E544450-14B7-4BCC-8F3E-03EEC9272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9">
                <a:extLst>
                  <a:ext uri="{FF2B5EF4-FFF2-40B4-BE49-F238E27FC236}">
                    <a16:creationId xmlns:a16="http://schemas.microsoft.com/office/drawing/2014/main" id="{639D9F9E-F1AF-4FB4-B676-2F4724F13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20">
                <a:extLst>
                  <a:ext uri="{FF2B5EF4-FFF2-40B4-BE49-F238E27FC236}">
                    <a16:creationId xmlns:a16="http://schemas.microsoft.com/office/drawing/2014/main" id="{0EDEF020-1987-4242-A613-AD5BA2CE86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1">
                <a:extLst>
                  <a:ext uri="{FF2B5EF4-FFF2-40B4-BE49-F238E27FC236}">
                    <a16:creationId xmlns:a16="http://schemas.microsoft.com/office/drawing/2014/main" id="{D3DE75A3-8EAB-410D-96D0-396F89E02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2">
                <a:extLst>
                  <a:ext uri="{FF2B5EF4-FFF2-40B4-BE49-F238E27FC236}">
                    <a16:creationId xmlns:a16="http://schemas.microsoft.com/office/drawing/2014/main" id="{47F7BE9A-4AAC-43F0-86D5-D3FC282DB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3">
                <a:extLst>
                  <a:ext uri="{FF2B5EF4-FFF2-40B4-BE49-F238E27FC236}">
                    <a16:creationId xmlns:a16="http://schemas.microsoft.com/office/drawing/2014/main" id="{B64129A5-A1EC-44C1-944E-2A66A742F4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4">
                <a:extLst>
                  <a:ext uri="{FF2B5EF4-FFF2-40B4-BE49-F238E27FC236}">
                    <a16:creationId xmlns:a16="http://schemas.microsoft.com/office/drawing/2014/main" id="{54820D47-3502-4E98-BDFE-6B42BAF487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5">
                <a:extLst>
                  <a:ext uri="{FF2B5EF4-FFF2-40B4-BE49-F238E27FC236}">
                    <a16:creationId xmlns:a16="http://schemas.microsoft.com/office/drawing/2014/main" id="{2C899EAF-0062-4226-BCCC-E29950F55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6">
                <a:extLst>
                  <a:ext uri="{FF2B5EF4-FFF2-40B4-BE49-F238E27FC236}">
                    <a16:creationId xmlns:a16="http://schemas.microsoft.com/office/drawing/2014/main" id="{0106E619-D496-462C-A74B-94F0EDA1A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7">
                <a:extLst>
                  <a:ext uri="{FF2B5EF4-FFF2-40B4-BE49-F238E27FC236}">
                    <a16:creationId xmlns:a16="http://schemas.microsoft.com/office/drawing/2014/main" id="{E2C029DE-5726-4B9D-847C-819F8FDA3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5" name="Freeform 128">
              <a:extLst>
                <a:ext uri="{FF2B5EF4-FFF2-40B4-BE49-F238E27FC236}">
                  <a16:creationId xmlns:a16="http://schemas.microsoft.com/office/drawing/2014/main" id="{28DFAD69-0305-43F0-AB6A-F9F22398E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29">
              <a:extLst>
                <a:ext uri="{FF2B5EF4-FFF2-40B4-BE49-F238E27FC236}">
                  <a16:creationId xmlns:a16="http://schemas.microsoft.com/office/drawing/2014/main" id="{28955766-29A0-40CF-A972-C43B01FEBA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0">
              <a:extLst>
                <a:ext uri="{FF2B5EF4-FFF2-40B4-BE49-F238E27FC236}">
                  <a16:creationId xmlns:a16="http://schemas.microsoft.com/office/drawing/2014/main" id="{F7F6A1D1-5501-4880-905B-213EC9C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31">
              <a:extLst>
                <a:ext uri="{FF2B5EF4-FFF2-40B4-BE49-F238E27FC236}">
                  <a16:creationId xmlns:a16="http://schemas.microsoft.com/office/drawing/2014/main" id="{74552335-738F-4CBB-8FBE-8313995DFC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2">
              <a:extLst>
                <a:ext uri="{FF2B5EF4-FFF2-40B4-BE49-F238E27FC236}">
                  <a16:creationId xmlns:a16="http://schemas.microsoft.com/office/drawing/2014/main" id="{F74639BB-E9DD-492C-818D-149913EC0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3">
              <a:extLst>
                <a:ext uri="{FF2B5EF4-FFF2-40B4-BE49-F238E27FC236}">
                  <a16:creationId xmlns:a16="http://schemas.microsoft.com/office/drawing/2014/main" id="{6A6E3E53-A6A2-4A0B-9A80-F3968394F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4">
              <a:extLst>
                <a:ext uri="{FF2B5EF4-FFF2-40B4-BE49-F238E27FC236}">
                  <a16:creationId xmlns:a16="http://schemas.microsoft.com/office/drawing/2014/main" id="{60A08F07-9F70-486C-9F84-68121CFD4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5">
              <a:extLst>
                <a:ext uri="{FF2B5EF4-FFF2-40B4-BE49-F238E27FC236}">
                  <a16:creationId xmlns:a16="http://schemas.microsoft.com/office/drawing/2014/main" id="{F8CCCF53-1BC5-4A0C-9E25-91C1ABB5A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6">
              <a:extLst>
                <a:ext uri="{FF2B5EF4-FFF2-40B4-BE49-F238E27FC236}">
                  <a16:creationId xmlns:a16="http://schemas.microsoft.com/office/drawing/2014/main" id="{E7D8A1AF-0E94-4CC3-9747-B5A79F108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7">
              <a:extLst>
                <a:ext uri="{FF2B5EF4-FFF2-40B4-BE49-F238E27FC236}">
                  <a16:creationId xmlns:a16="http://schemas.microsoft.com/office/drawing/2014/main" id="{65BA17D8-961A-4AD1-B38A-D6252908C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E7976C84-092F-49FA-AB9D-023ADC111096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8585EF89-1FC3-4A0F-AE8F-8105A1B295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4FF43B98-8C59-4F27-B314-DE6094157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064767E1-9A0C-49BF-9833-90D047DC0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0" name="Rectangle 10">
              <a:extLst>
                <a:ext uri="{FF2B5EF4-FFF2-40B4-BE49-F238E27FC236}">
                  <a16:creationId xmlns:a16="http://schemas.microsoft.com/office/drawing/2014/main" id="{9069C9AC-05F8-4BA0-887B-24C38A992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859D3FA7-560E-45CA-9764-F22B98ED7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0BEE64BD-072A-4A6D-817F-4D030DC7C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43A0B133-31FE-4979-BDB3-95F683F369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AE7BB1F5-C858-4C6C-8EED-EABC73075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5" name="Rectangle 15">
              <a:extLst>
                <a:ext uri="{FF2B5EF4-FFF2-40B4-BE49-F238E27FC236}">
                  <a16:creationId xmlns:a16="http://schemas.microsoft.com/office/drawing/2014/main" id="{E22F4F86-1FC7-4EBE-832A-E852F627E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227D212C-72D6-4E8B-B8F4-6D6E85CEF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189C1DDD-4E40-4523-9466-B1BAD7216C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70B6F89-6F92-44DB-BC11-9D89950CA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FE1E4BB7-9458-439F-9CD8-1F0F638D8E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41C93360-9667-4CC8-ADC4-226CCF486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4483ADA2-C100-47F1-B933-5424148E3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8B215AAC-6757-4821-8B2D-C97BEB405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41FB6C86-8DD3-44A6-9AE0-FBADE03FA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0B21A84C-12DF-4206-A32D-BB0805E1E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5" name="Rectangle 25">
              <a:extLst>
                <a:ext uri="{FF2B5EF4-FFF2-40B4-BE49-F238E27FC236}">
                  <a16:creationId xmlns:a16="http://schemas.microsoft.com/office/drawing/2014/main" id="{43EE92E3-3854-42C5-96DE-FD7F34F7A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47D1B7CE-AAA4-4169-94FC-37906B5A48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52F63403-67BB-4316-A00C-B7ACB738C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B68271DD-9A32-48A2-A257-81BDE204A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18DC8DBA-D5DC-4838-9DE5-42B531703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CC02A31F-F826-48BF-8BBD-9FB283606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5EDA3DA2-82D4-460D-BF98-C6C0746E9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7981056D-C786-47D3-827C-4AE09DD9A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43BD51B2-D931-4282-9E28-59CA7BA333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B661EDCA-9DD2-467F-9FF0-A883D7C25B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35">
              <a:extLst>
                <a:ext uri="{FF2B5EF4-FFF2-40B4-BE49-F238E27FC236}">
                  <a16:creationId xmlns:a16="http://schemas.microsoft.com/office/drawing/2014/main" id="{EFFB6C70-ACAE-4742-BAC7-06DE9623C4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36">
              <a:extLst>
                <a:ext uri="{FF2B5EF4-FFF2-40B4-BE49-F238E27FC236}">
                  <a16:creationId xmlns:a16="http://schemas.microsoft.com/office/drawing/2014/main" id="{3CA208A8-7A39-4234-8EA6-B62FD2A5F8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C7E6C8C9-6950-4DEF-B268-0D00DE44CC55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78" name="Rectangle 5">
              <a:extLst>
                <a:ext uri="{FF2B5EF4-FFF2-40B4-BE49-F238E27FC236}">
                  <a16:creationId xmlns:a16="http://schemas.microsoft.com/office/drawing/2014/main" id="{8C8CC6EB-EEB0-47BE-A33C-F13C6F962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37">
              <a:extLst>
                <a:ext uri="{FF2B5EF4-FFF2-40B4-BE49-F238E27FC236}">
                  <a16:creationId xmlns:a16="http://schemas.microsoft.com/office/drawing/2014/main" id="{554E81E8-3724-4C5F-8927-CFBC76657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38">
              <a:extLst>
                <a:ext uri="{FF2B5EF4-FFF2-40B4-BE49-F238E27FC236}">
                  <a16:creationId xmlns:a16="http://schemas.microsoft.com/office/drawing/2014/main" id="{431FF5A9-F33B-426D-852B-8B71B84F75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4279719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RoadM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69C9098-82B7-43C5-9D5D-EE1994593A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586429" cy="6858000"/>
          </a:xfrm>
          <a:prstGeom prst="rect">
            <a:avLst/>
          </a:prstGeom>
        </p:spPr>
      </p:pic>
      <p:grpSp>
        <p:nvGrpSpPr>
          <p:cNvPr id="171" name="Grupo 170">
            <a:extLst>
              <a:ext uri="{FF2B5EF4-FFF2-40B4-BE49-F238E27FC236}">
                <a16:creationId xmlns:a16="http://schemas.microsoft.com/office/drawing/2014/main" id="{F9E60A91-C83D-4C65-977C-32007AF254D7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2" name="Freeform 109">
              <a:extLst>
                <a:ext uri="{FF2B5EF4-FFF2-40B4-BE49-F238E27FC236}">
                  <a16:creationId xmlns:a16="http://schemas.microsoft.com/office/drawing/2014/main" id="{935A355D-7B0A-43AB-9A30-D8AD5CA1D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3" name="Freeform 110">
              <a:extLst>
                <a:ext uri="{FF2B5EF4-FFF2-40B4-BE49-F238E27FC236}">
                  <a16:creationId xmlns:a16="http://schemas.microsoft.com/office/drawing/2014/main" id="{40B3861D-06D4-4C41-82FC-C8B5FB608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174" name="Grupo 173">
              <a:extLst>
                <a:ext uri="{FF2B5EF4-FFF2-40B4-BE49-F238E27FC236}">
                  <a16:creationId xmlns:a16="http://schemas.microsoft.com/office/drawing/2014/main" id="{98446E80-013C-4388-860E-3AC745D91E57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85" name="Freeform 111">
                <a:extLst>
                  <a:ext uri="{FF2B5EF4-FFF2-40B4-BE49-F238E27FC236}">
                    <a16:creationId xmlns:a16="http://schemas.microsoft.com/office/drawing/2014/main" id="{F0948665-9B10-4DB1-94C4-8CABEF127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6" name="Freeform 112">
                <a:extLst>
                  <a:ext uri="{FF2B5EF4-FFF2-40B4-BE49-F238E27FC236}">
                    <a16:creationId xmlns:a16="http://schemas.microsoft.com/office/drawing/2014/main" id="{D1FE443B-C023-40BF-BE8A-0C94D3AE0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7" name="Freeform 113">
                <a:extLst>
                  <a:ext uri="{FF2B5EF4-FFF2-40B4-BE49-F238E27FC236}">
                    <a16:creationId xmlns:a16="http://schemas.microsoft.com/office/drawing/2014/main" id="{667D778E-7944-4C45-B2F0-86EBBFF3EF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8" name="Freeform 114">
                <a:extLst>
                  <a:ext uri="{FF2B5EF4-FFF2-40B4-BE49-F238E27FC236}">
                    <a16:creationId xmlns:a16="http://schemas.microsoft.com/office/drawing/2014/main" id="{82B2344E-3A0F-4D0A-8C88-02E4486923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9" name="Freeform 115">
                <a:extLst>
                  <a:ext uri="{FF2B5EF4-FFF2-40B4-BE49-F238E27FC236}">
                    <a16:creationId xmlns:a16="http://schemas.microsoft.com/office/drawing/2014/main" id="{D7DA89C8-1B16-45C6-A2E5-3F446E049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0" name="Freeform 116">
                <a:extLst>
                  <a:ext uri="{FF2B5EF4-FFF2-40B4-BE49-F238E27FC236}">
                    <a16:creationId xmlns:a16="http://schemas.microsoft.com/office/drawing/2014/main" id="{960A921C-005E-46D5-ADA8-BEAC8F068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1" name="Freeform 117">
                <a:extLst>
                  <a:ext uri="{FF2B5EF4-FFF2-40B4-BE49-F238E27FC236}">
                    <a16:creationId xmlns:a16="http://schemas.microsoft.com/office/drawing/2014/main" id="{F50C571E-A979-4E99-B16B-293D0DD34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2" name="Freeform 118">
                <a:extLst>
                  <a:ext uri="{FF2B5EF4-FFF2-40B4-BE49-F238E27FC236}">
                    <a16:creationId xmlns:a16="http://schemas.microsoft.com/office/drawing/2014/main" id="{D0611570-902B-45BF-A59D-C30B2187E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3" name="Freeform 119">
                <a:extLst>
                  <a:ext uri="{FF2B5EF4-FFF2-40B4-BE49-F238E27FC236}">
                    <a16:creationId xmlns:a16="http://schemas.microsoft.com/office/drawing/2014/main" id="{9AB70EAF-AFA9-485D-BFD7-70E1121DF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4" name="Freeform 120">
                <a:extLst>
                  <a:ext uri="{FF2B5EF4-FFF2-40B4-BE49-F238E27FC236}">
                    <a16:creationId xmlns:a16="http://schemas.microsoft.com/office/drawing/2014/main" id="{04AD2F0C-9D01-4538-96B3-D308B95653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5" name="Freeform 121">
                <a:extLst>
                  <a:ext uri="{FF2B5EF4-FFF2-40B4-BE49-F238E27FC236}">
                    <a16:creationId xmlns:a16="http://schemas.microsoft.com/office/drawing/2014/main" id="{4DF5F49D-A06F-4FC7-BDFE-5944ECACB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6" name="Freeform 122">
                <a:extLst>
                  <a:ext uri="{FF2B5EF4-FFF2-40B4-BE49-F238E27FC236}">
                    <a16:creationId xmlns:a16="http://schemas.microsoft.com/office/drawing/2014/main" id="{90A14F21-B9FA-4692-8C46-8707C06DD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7" name="Freeform 123">
                <a:extLst>
                  <a:ext uri="{FF2B5EF4-FFF2-40B4-BE49-F238E27FC236}">
                    <a16:creationId xmlns:a16="http://schemas.microsoft.com/office/drawing/2014/main" id="{D7E0F11A-C9DF-4A36-A4E5-A6922359A6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8" name="Freeform 124">
                <a:extLst>
                  <a:ext uri="{FF2B5EF4-FFF2-40B4-BE49-F238E27FC236}">
                    <a16:creationId xmlns:a16="http://schemas.microsoft.com/office/drawing/2014/main" id="{E1B37946-5010-4817-B1C4-38CA40A85B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9" name="Freeform 125">
                <a:extLst>
                  <a:ext uri="{FF2B5EF4-FFF2-40B4-BE49-F238E27FC236}">
                    <a16:creationId xmlns:a16="http://schemas.microsoft.com/office/drawing/2014/main" id="{0B877D33-DC37-40B8-A4B4-522B1C7BC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0" name="Freeform 126">
                <a:extLst>
                  <a:ext uri="{FF2B5EF4-FFF2-40B4-BE49-F238E27FC236}">
                    <a16:creationId xmlns:a16="http://schemas.microsoft.com/office/drawing/2014/main" id="{D6ECEBFC-B528-425A-9046-D312145A4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1" name="Freeform 127">
                <a:extLst>
                  <a:ext uri="{FF2B5EF4-FFF2-40B4-BE49-F238E27FC236}">
                    <a16:creationId xmlns:a16="http://schemas.microsoft.com/office/drawing/2014/main" id="{DF690213-BD51-43B4-93D8-6D2C9C5A3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175" name="Freeform 128">
              <a:extLst>
                <a:ext uri="{FF2B5EF4-FFF2-40B4-BE49-F238E27FC236}">
                  <a16:creationId xmlns:a16="http://schemas.microsoft.com/office/drawing/2014/main" id="{3DF56A6C-A63A-4EA4-8E4B-2496D1BE5E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6" name="Freeform 129">
              <a:extLst>
                <a:ext uri="{FF2B5EF4-FFF2-40B4-BE49-F238E27FC236}">
                  <a16:creationId xmlns:a16="http://schemas.microsoft.com/office/drawing/2014/main" id="{5B254F54-080A-46FD-9B85-2A72F7B2A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7" name="Freeform 130">
              <a:extLst>
                <a:ext uri="{FF2B5EF4-FFF2-40B4-BE49-F238E27FC236}">
                  <a16:creationId xmlns:a16="http://schemas.microsoft.com/office/drawing/2014/main" id="{C40DC395-F46C-49E2-B55A-3EF7CA2D87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8" name="Freeform 131">
              <a:extLst>
                <a:ext uri="{FF2B5EF4-FFF2-40B4-BE49-F238E27FC236}">
                  <a16:creationId xmlns:a16="http://schemas.microsoft.com/office/drawing/2014/main" id="{211621E2-4BA7-468A-A6A3-C480D17550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9" name="Freeform 132">
              <a:extLst>
                <a:ext uri="{FF2B5EF4-FFF2-40B4-BE49-F238E27FC236}">
                  <a16:creationId xmlns:a16="http://schemas.microsoft.com/office/drawing/2014/main" id="{817B6A18-EFA4-4A13-BB53-1AD30179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0" name="Freeform 133">
              <a:extLst>
                <a:ext uri="{FF2B5EF4-FFF2-40B4-BE49-F238E27FC236}">
                  <a16:creationId xmlns:a16="http://schemas.microsoft.com/office/drawing/2014/main" id="{694A1B1A-1B77-4CDF-9F55-EA9A629C7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1" name="Freeform 134">
              <a:extLst>
                <a:ext uri="{FF2B5EF4-FFF2-40B4-BE49-F238E27FC236}">
                  <a16:creationId xmlns:a16="http://schemas.microsoft.com/office/drawing/2014/main" id="{70477B80-89B9-45A6-9409-22016A9BF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2" name="Freeform 135">
              <a:extLst>
                <a:ext uri="{FF2B5EF4-FFF2-40B4-BE49-F238E27FC236}">
                  <a16:creationId xmlns:a16="http://schemas.microsoft.com/office/drawing/2014/main" id="{8050B54D-8677-4BA0-8408-E20F1DC44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3" name="Freeform 136">
              <a:extLst>
                <a:ext uri="{FF2B5EF4-FFF2-40B4-BE49-F238E27FC236}">
                  <a16:creationId xmlns:a16="http://schemas.microsoft.com/office/drawing/2014/main" id="{E751A3BF-0760-4E3C-AEF1-8E8850A92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4" name="Freeform 137">
              <a:extLst>
                <a:ext uri="{FF2B5EF4-FFF2-40B4-BE49-F238E27FC236}">
                  <a16:creationId xmlns:a16="http://schemas.microsoft.com/office/drawing/2014/main" id="{8733404B-990F-4101-942A-1B16ABF1F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885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E15226-FCD8-4FAC-A82D-0A3A917864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325"/>
          <a:stretch/>
        </p:blipFill>
        <p:spPr>
          <a:xfrm>
            <a:off x="-1" y="0"/>
            <a:ext cx="1598279" cy="6858000"/>
          </a:xfrm>
          <a:prstGeom prst="rect">
            <a:avLst/>
          </a:prstGeom>
          <a:solidFill>
            <a:srgbClr val="06070C"/>
          </a:solidFill>
        </p:spPr>
      </p:pic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>
                <a:solidFill>
                  <a:srgbClr val="FFFFFF"/>
                </a:solidFill>
              </a:rPr>
              <a:pPr/>
              <a:t>‹Nº›</a:t>
            </a:fld>
            <a:endParaRPr>
              <a:solidFill>
                <a:srgbClr val="FFFFFF"/>
              </a:solidFill>
            </a:endParaRPr>
          </a:p>
        </p:txBody>
      </p: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9B27D484-B252-454E-8152-434A5BFC422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234" name="Rectangle 5">
              <a:extLst>
                <a:ext uri="{FF2B5EF4-FFF2-40B4-BE49-F238E27FC236}">
                  <a16:creationId xmlns:a16="http://schemas.microsoft.com/office/drawing/2014/main" id="{FCA6959D-2F8A-4A24-9D46-81D208A4F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5" name="Freeform 37">
              <a:extLst>
                <a:ext uri="{FF2B5EF4-FFF2-40B4-BE49-F238E27FC236}">
                  <a16:creationId xmlns:a16="http://schemas.microsoft.com/office/drawing/2014/main" id="{DD06CFBF-66CE-4D57-9CF6-97431195BD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6" name="Freeform 38">
              <a:extLst>
                <a:ext uri="{FF2B5EF4-FFF2-40B4-BE49-F238E27FC236}">
                  <a16:creationId xmlns:a16="http://schemas.microsoft.com/office/drawing/2014/main" id="{2B614564-3494-48F8-AA2B-2548244746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upo 75">
            <a:extLst>
              <a:ext uri="{FF2B5EF4-FFF2-40B4-BE49-F238E27FC236}">
                <a16:creationId xmlns:a16="http://schemas.microsoft.com/office/drawing/2014/main" id="{EDB83E67-36B2-4AFA-8C61-7B5F32F9821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7" name="Freeform 109">
              <a:extLst>
                <a:ext uri="{FF2B5EF4-FFF2-40B4-BE49-F238E27FC236}">
                  <a16:creationId xmlns:a16="http://schemas.microsoft.com/office/drawing/2014/main" id="{36273DA4-24E7-471C-B3E7-16892C963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78" name="Freeform 110">
              <a:extLst>
                <a:ext uri="{FF2B5EF4-FFF2-40B4-BE49-F238E27FC236}">
                  <a16:creationId xmlns:a16="http://schemas.microsoft.com/office/drawing/2014/main" id="{B61EC73E-7BDB-4B01-A905-1A3BC21DC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971FCDB0-63FB-4376-9C02-43FC4E2AFD19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90" name="Freeform 111">
                <a:extLst>
                  <a:ext uri="{FF2B5EF4-FFF2-40B4-BE49-F238E27FC236}">
                    <a16:creationId xmlns:a16="http://schemas.microsoft.com/office/drawing/2014/main" id="{6CE243B5-BAC3-46A5-8B00-CB0212DC8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1" name="Freeform 112">
                <a:extLst>
                  <a:ext uri="{FF2B5EF4-FFF2-40B4-BE49-F238E27FC236}">
                    <a16:creationId xmlns:a16="http://schemas.microsoft.com/office/drawing/2014/main" id="{F7443ACA-3E9B-4332-A90E-82571E509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2" name="Freeform 113">
                <a:extLst>
                  <a:ext uri="{FF2B5EF4-FFF2-40B4-BE49-F238E27FC236}">
                    <a16:creationId xmlns:a16="http://schemas.microsoft.com/office/drawing/2014/main" id="{8E77EABA-3E88-484C-BAEF-547A3077DB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3" name="Freeform 114">
                <a:extLst>
                  <a:ext uri="{FF2B5EF4-FFF2-40B4-BE49-F238E27FC236}">
                    <a16:creationId xmlns:a16="http://schemas.microsoft.com/office/drawing/2014/main" id="{DE0CFBC0-6492-42D3-A579-4E9988CFF4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4" name="Freeform 115">
                <a:extLst>
                  <a:ext uri="{FF2B5EF4-FFF2-40B4-BE49-F238E27FC236}">
                    <a16:creationId xmlns:a16="http://schemas.microsoft.com/office/drawing/2014/main" id="{97EA83FE-0F8A-45CF-A322-07FF404AB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5" name="Freeform 116">
                <a:extLst>
                  <a:ext uri="{FF2B5EF4-FFF2-40B4-BE49-F238E27FC236}">
                    <a16:creationId xmlns:a16="http://schemas.microsoft.com/office/drawing/2014/main" id="{BD5E5651-1979-451C-9989-894AAF921F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6" name="Freeform 117">
                <a:extLst>
                  <a:ext uri="{FF2B5EF4-FFF2-40B4-BE49-F238E27FC236}">
                    <a16:creationId xmlns:a16="http://schemas.microsoft.com/office/drawing/2014/main" id="{2F8C2839-A47B-4230-B04F-12A1A45E8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7" name="Freeform 118">
                <a:extLst>
                  <a:ext uri="{FF2B5EF4-FFF2-40B4-BE49-F238E27FC236}">
                    <a16:creationId xmlns:a16="http://schemas.microsoft.com/office/drawing/2014/main" id="{ECDD3A83-1AF6-4236-AC70-616E22023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8" name="Freeform 119">
                <a:extLst>
                  <a:ext uri="{FF2B5EF4-FFF2-40B4-BE49-F238E27FC236}">
                    <a16:creationId xmlns:a16="http://schemas.microsoft.com/office/drawing/2014/main" id="{0C81A9BD-AD14-42E7-B09D-A5AA9ACC3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9" name="Freeform 120">
                <a:extLst>
                  <a:ext uri="{FF2B5EF4-FFF2-40B4-BE49-F238E27FC236}">
                    <a16:creationId xmlns:a16="http://schemas.microsoft.com/office/drawing/2014/main" id="{EC13213A-83E6-49AD-A2B5-FC92172C2E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0" name="Freeform 121">
                <a:extLst>
                  <a:ext uri="{FF2B5EF4-FFF2-40B4-BE49-F238E27FC236}">
                    <a16:creationId xmlns:a16="http://schemas.microsoft.com/office/drawing/2014/main" id="{E0E2F0D0-537C-4002-B9EA-E3B13C40D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1" name="Freeform 122">
                <a:extLst>
                  <a:ext uri="{FF2B5EF4-FFF2-40B4-BE49-F238E27FC236}">
                    <a16:creationId xmlns:a16="http://schemas.microsoft.com/office/drawing/2014/main" id="{97131EF0-FE0C-436C-AA21-8A7902535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2" name="Freeform 123">
                <a:extLst>
                  <a:ext uri="{FF2B5EF4-FFF2-40B4-BE49-F238E27FC236}">
                    <a16:creationId xmlns:a16="http://schemas.microsoft.com/office/drawing/2014/main" id="{4F1392A4-596E-4D05-92FB-24F1C5608D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3" name="Freeform 124">
                <a:extLst>
                  <a:ext uri="{FF2B5EF4-FFF2-40B4-BE49-F238E27FC236}">
                    <a16:creationId xmlns:a16="http://schemas.microsoft.com/office/drawing/2014/main" id="{3C0C3D25-81EC-4F75-91A3-13CC94ACA6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4" name="Freeform 125">
                <a:extLst>
                  <a:ext uri="{FF2B5EF4-FFF2-40B4-BE49-F238E27FC236}">
                    <a16:creationId xmlns:a16="http://schemas.microsoft.com/office/drawing/2014/main" id="{9EE28A6C-6497-4274-A5D7-D7D5BAB80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5" name="Freeform 126">
                <a:extLst>
                  <a:ext uri="{FF2B5EF4-FFF2-40B4-BE49-F238E27FC236}">
                    <a16:creationId xmlns:a16="http://schemas.microsoft.com/office/drawing/2014/main" id="{497FFE65-19ED-4A50-8BCC-CED794F28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6" name="Freeform 127">
                <a:extLst>
                  <a:ext uri="{FF2B5EF4-FFF2-40B4-BE49-F238E27FC236}">
                    <a16:creationId xmlns:a16="http://schemas.microsoft.com/office/drawing/2014/main" id="{86E570FE-556F-4D36-ABD8-4E23CD329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80" name="Freeform 128">
              <a:extLst>
                <a:ext uri="{FF2B5EF4-FFF2-40B4-BE49-F238E27FC236}">
                  <a16:creationId xmlns:a16="http://schemas.microsoft.com/office/drawing/2014/main" id="{17DA2945-320C-4DBF-BD14-D0F650CAC9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1" name="Freeform 129">
              <a:extLst>
                <a:ext uri="{FF2B5EF4-FFF2-40B4-BE49-F238E27FC236}">
                  <a16:creationId xmlns:a16="http://schemas.microsoft.com/office/drawing/2014/main" id="{92B6E3C6-AD1D-4390-9A1D-178A93A5FF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2" name="Freeform 130">
              <a:extLst>
                <a:ext uri="{FF2B5EF4-FFF2-40B4-BE49-F238E27FC236}">
                  <a16:creationId xmlns:a16="http://schemas.microsoft.com/office/drawing/2014/main" id="{0380871C-AD2C-476B-8C6A-18AEA0A207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3" name="Freeform 131">
              <a:extLst>
                <a:ext uri="{FF2B5EF4-FFF2-40B4-BE49-F238E27FC236}">
                  <a16:creationId xmlns:a16="http://schemas.microsoft.com/office/drawing/2014/main" id="{65349037-E34B-497D-8128-FA6D54D060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4" name="Freeform 132">
              <a:extLst>
                <a:ext uri="{FF2B5EF4-FFF2-40B4-BE49-F238E27FC236}">
                  <a16:creationId xmlns:a16="http://schemas.microsoft.com/office/drawing/2014/main" id="{655FDAF9-A377-4A0C-8493-67C11D07D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5" name="Freeform 133">
              <a:extLst>
                <a:ext uri="{FF2B5EF4-FFF2-40B4-BE49-F238E27FC236}">
                  <a16:creationId xmlns:a16="http://schemas.microsoft.com/office/drawing/2014/main" id="{72D7D61A-0459-4C59-86B7-7CD7D3256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6" name="Freeform 134">
              <a:extLst>
                <a:ext uri="{FF2B5EF4-FFF2-40B4-BE49-F238E27FC236}">
                  <a16:creationId xmlns:a16="http://schemas.microsoft.com/office/drawing/2014/main" id="{FCF43178-6C6B-4713-B6F9-52D7641EE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7" name="Freeform 135">
              <a:extLst>
                <a:ext uri="{FF2B5EF4-FFF2-40B4-BE49-F238E27FC236}">
                  <a16:creationId xmlns:a16="http://schemas.microsoft.com/office/drawing/2014/main" id="{9548F93F-6478-4637-90E5-B7CAF354F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8" name="Freeform 136">
              <a:extLst>
                <a:ext uri="{FF2B5EF4-FFF2-40B4-BE49-F238E27FC236}">
                  <a16:creationId xmlns:a16="http://schemas.microsoft.com/office/drawing/2014/main" id="{DB62A8C6-A87B-4671-8596-4C52F0955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9" name="Freeform 137">
              <a:extLst>
                <a:ext uri="{FF2B5EF4-FFF2-40B4-BE49-F238E27FC236}">
                  <a16:creationId xmlns:a16="http://schemas.microsoft.com/office/drawing/2014/main" id="{E8BBD841-8286-4FE7-9C08-F054E0215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2909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NO USAR_Solo para instru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453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Marcador de texto 5">
            <a:extLst>
              <a:ext uri="{FF2B5EF4-FFF2-40B4-BE49-F238E27FC236}">
                <a16:creationId xmlns:a16="http://schemas.microsoft.com/office/drawing/2014/main" id="{50DB74FD-00EE-4862-92AC-97D1150E429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8636778" y="3296030"/>
            <a:ext cx="6858000" cy="265936"/>
          </a:xfrm>
          <a:prstGeom prst="rect">
            <a:avLst/>
          </a:prstGeom>
          <a:solidFill>
            <a:schemeClr val="accent2"/>
          </a:solidFill>
        </p:spPr>
        <p:txBody>
          <a:bodyPr rIns="324000"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spc="3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Tópicos avanzados en Inteligencia Artificial 1 | 2026</a:t>
            </a:r>
            <a:endParaRPr lang="es-CL" dirty="0"/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28D5BE26-3A40-47D3-B29A-F455B2290FF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rgbClr val="000000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7C6D352E-505B-495D-B3FF-B1763D1DBE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067D6118-44AA-415D-B0A1-366604B2D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CE545E41-0FEB-47DC-AABC-490CCB450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D0D2EBC1-73AD-4438-95AC-896377E25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4B65249F-2C0E-48EE-8C9D-85D799EB9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B2A117A0-FE1E-46E6-8E3E-197411BD4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2E4FC00D-2C6F-4D1C-94E5-E3F329AAE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FA01D53-E975-4AF6-9355-3F5304BDC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0E66D0D5-F539-43AF-90D4-DF2F92BDD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1F792CA8-089A-4C19-B221-59CF5B4471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834F7817-F932-4478-9FEA-DA8B0EBD05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14E51887-E352-4149-91F9-BD52D305D3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71AC51F5-2164-4A07-853C-563F6F3B82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787BBF1A-01EA-4612-B0F0-3F4F8D4D5F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ABB1A0E4-5962-4377-93F0-E6A546AD1D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520E9850-6E75-4E14-9107-C14C4B062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20842D60-6B74-4448-BE83-277CCC2ED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F62709B-D48F-4ADA-A9C1-84AF24A1AA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F29BFEB6-CCDD-4D62-8650-EE8CC3BE5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8EDB595B-6E01-46FB-A05B-F91F4D8781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2A34DCBB-6B73-4224-AEAA-DDAC6AEE0A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7C5A23C3-8A30-4C4A-9A71-F9FE81A7E4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52CCA802-C4B9-496B-AB23-574A262F7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F1878ED7-B72B-409A-8EE0-6E749A1F7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6F3276A4-4CFB-4593-AA9D-771C01904F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2407F4D3-4552-4229-8628-80C054B404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EC997D33-DE7F-4FAE-93D4-15B7357D9C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2790B280-6A7C-456D-823F-406C401638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08201962-9093-439C-8F3D-54623CAFEF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BCCA80F3-D8D1-489B-94C8-059F29446A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9F2E9E04-119F-49AA-8E58-22D8B31369C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9150D7C5-0ACA-420E-A7B4-EF35F9ACF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CEA593E1-A104-43C5-B93E-3160F9DF5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68BBB12C-BC2A-42F0-9684-6D2A42C820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98" name="Grupo 197">
            <a:extLst>
              <a:ext uri="{FF2B5EF4-FFF2-40B4-BE49-F238E27FC236}">
                <a16:creationId xmlns:a16="http://schemas.microsoft.com/office/drawing/2014/main" id="{EE6603AC-AB47-4B29-B379-F603E331CC4D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</p:grpSpPr>
        <p:sp>
          <p:nvSpPr>
            <p:cNvPr id="199" name="Freeform 109">
              <a:extLst>
                <a:ext uri="{FF2B5EF4-FFF2-40B4-BE49-F238E27FC236}">
                  <a16:creationId xmlns:a16="http://schemas.microsoft.com/office/drawing/2014/main" id="{245007CF-6DC6-4102-8947-BF483A767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0" name="Freeform 110">
              <a:extLst>
                <a:ext uri="{FF2B5EF4-FFF2-40B4-BE49-F238E27FC236}">
                  <a16:creationId xmlns:a16="http://schemas.microsoft.com/office/drawing/2014/main" id="{EB7BAD8A-5A19-4046-9E1A-FECFD189E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01" name="Grupo 200">
              <a:extLst>
                <a:ext uri="{FF2B5EF4-FFF2-40B4-BE49-F238E27FC236}">
                  <a16:creationId xmlns:a16="http://schemas.microsoft.com/office/drawing/2014/main" id="{621283A6-3CDE-4782-835D-B5F7C49E43C2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</p:grpSpPr>
          <p:sp>
            <p:nvSpPr>
              <p:cNvPr id="212" name="Freeform 111">
                <a:extLst>
                  <a:ext uri="{FF2B5EF4-FFF2-40B4-BE49-F238E27FC236}">
                    <a16:creationId xmlns:a16="http://schemas.microsoft.com/office/drawing/2014/main" id="{BB6BDADD-00D2-4E08-98E7-62A42952E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3" name="Freeform 112">
                <a:extLst>
                  <a:ext uri="{FF2B5EF4-FFF2-40B4-BE49-F238E27FC236}">
                    <a16:creationId xmlns:a16="http://schemas.microsoft.com/office/drawing/2014/main" id="{93A2BA46-C620-4491-9D52-806EC1B83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4" name="Freeform 113">
                <a:extLst>
                  <a:ext uri="{FF2B5EF4-FFF2-40B4-BE49-F238E27FC236}">
                    <a16:creationId xmlns:a16="http://schemas.microsoft.com/office/drawing/2014/main" id="{7AC779F9-A759-44E6-A41D-3740E1C283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5" name="Freeform 114">
                <a:extLst>
                  <a:ext uri="{FF2B5EF4-FFF2-40B4-BE49-F238E27FC236}">
                    <a16:creationId xmlns:a16="http://schemas.microsoft.com/office/drawing/2014/main" id="{E2F90FDF-77E0-47BB-9190-CAA7FAD18D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6" name="Freeform 115">
                <a:extLst>
                  <a:ext uri="{FF2B5EF4-FFF2-40B4-BE49-F238E27FC236}">
                    <a16:creationId xmlns:a16="http://schemas.microsoft.com/office/drawing/2014/main" id="{1CF39C91-BD22-456F-AF73-3AB98D849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7" name="Freeform 116">
                <a:extLst>
                  <a:ext uri="{FF2B5EF4-FFF2-40B4-BE49-F238E27FC236}">
                    <a16:creationId xmlns:a16="http://schemas.microsoft.com/office/drawing/2014/main" id="{6DB5F3C3-1EC6-40EA-9225-2286DC142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8" name="Freeform 117">
                <a:extLst>
                  <a:ext uri="{FF2B5EF4-FFF2-40B4-BE49-F238E27FC236}">
                    <a16:creationId xmlns:a16="http://schemas.microsoft.com/office/drawing/2014/main" id="{0B3ED509-4775-4E0C-A10A-E046A526A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9" name="Freeform 118">
                <a:extLst>
                  <a:ext uri="{FF2B5EF4-FFF2-40B4-BE49-F238E27FC236}">
                    <a16:creationId xmlns:a16="http://schemas.microsoft.com/office/drawing/2014/main" id="{DF5E93A4-AC03-4D9E-8254-DE104865E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0" name="Freeform 119">
                <a:extLst>
                  <a:ext uri="{FF2B5EF4-FFF2-40B4-BE49-F238E27FC236}">
                    <a16:creationId xmlns:a16="http://schemas.microsoft.com/office/drawing/2014/main" id="{E0F1DEC2-1822-40F7-901C-0E711FFC3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1" name="Freeform 120">
                <a:extLst>
                  <a:ext uri="{FF2B5EF4-FFF2-40B4-BE49-F238E27FC236}">
                    <a16:creationId xmlns:a16="http://schemas.microsoft.com/office/drawing/2014/main" id="{8D840E56-8959-436A-B712-B47DE1520A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2" name="Freeform 121">
                <a:extLst>
                  <a:ext uri="{FF2B5EF4-FFF2-40B4-BE49-F238E27FC236}">
                    <a16:creationId xmlns:a16="http://schemas.microsoft.com/office/drawing/2014/main" id="{D83C984A-B65E-413C-B962-56324FA32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3" name="Freeform 122">
                <a:extLst>
                  <a:ext uri="{FF2B5EF4-FFF2-40B4-BE49-F238E27FC236}">
                    <a16:creationId xmlns:a16="http://schemas.microsoft.com/office/drawing/2014/main" id="{7F2E8CE2-2E55-47BD-870F-59B79C09B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4" name="Freeform 123">
                <a:extLst>
                  <a:ext uri="{FF2B5EF4-FFF2-40B4-BE49-F238E27FC236}">
                    <a16:creationId xmlns:a16="http://schemas.microsoft.com/office/drawing/2014/main" id="{3E414593-8649-4EBD-AF98-02BF077C62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5" name="Freeform 124">
                <a:extLst>
                  <a:ext uri="{FF2B5EF4-FFF2-40B4-BE49-F238E27FC236}">
                    <a16:creationId xmlns:a16="http://schemas.microsoft.com/office/drawing/2014/main" id="{570554D6-D116-48DE-B28B-E4338C0A8D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6" name="Freeform 125">
                <a:extLst>
                  <a:ext uri="{FF2B5EF4-FFF2-40B4-BE49-F238E27FC236}">
                    <a16:creationId xmlns:a16="http://schemas.microsoft.com/office/drawing/2014/main" id="{9F22ACCE-35A7-4082-9ABD-1F227DC39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7" name="Freeform 126">
                <a:extLst>
                  <a:ext uri="{FF2B5EF4-FFF2-40B4-BE49-F238E27FC236}">
                    <a16:creationId xmlns:a16="http://schemas.microsoft.com/office/drawing/2014/main" id="{4876B10C-2140-4D7E-980F-F06E11209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8" name="Freeform 127">
                <a:extLst>
                  <a:ext uri="{FF2B5EF4-FFF2-40B4-BE49-F238E27FC236}">
                    <a16:creationId xmlns:a16="http://schemas.microsoft.com/office/drawing/2014/main" id="{28430070-56F5-4E5E-9B58-9A005795C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2" name="Freeform 128">
              <a:extLst>
                <a:ext uri="{FF2B5EF4-FFF2-40B4-BE49-F238E27FC236}">
                  <a16:creationId xmlns:a16="http://schemas.microsoft.com/office/drawing/2014/main" id="{BED7E100-E2A7-4576-9C09-7EC162D5F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3" name="Freeform 129">
              <a:extLst>
                <a:ext uri="{FF2B5EF4-FFF2-40B4-BE49-F238E27FC236}">
                  <a16:creationId xmlns:a16="http://schemas.microsoft.com/office/drawing/2014/main" id="{A787F0B4-1CDB-4947-A330-F5D733FEE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4" name="Freeform 130">
              <a:extLst>
                <a:ext uri="{FF2B5EF4-FFF2-40B4-BE49-F238E27FC236}">
                  <a16:creationId xmlns:a16="http://schemas.microsoft.com/office/drawing/2014/main" id="{F7A5B330-6B60-4BD7-B8A8-E2D06D9094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5" name="Freeform 131">
              <a:extLst>
                <a:ext uri="{FF2B5EF4-FFF2-40B4-BE49-F238E27FC236}">
                  <a16:creationId xmlns:a16="http://schemas.microsoft.com/office/drawing/2014/main" id="{AE35F4B4-4BEB-4CCE-BA59-0CFBBE3B49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6" name="Freeform 132">
              <a:extLst>
                <a:ext uri="{FF2B5EF4-FFF2-40B4-BE49-F238E27FC236}">
                  <a16:creationId xmlns:a16="http://schemas.microsoft.com/office/drawing/2014/main" id="{04EEC533-D593-41FA-B48D-AC747FDE3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7" name="Freeform 133">
              <a:extLst>
                <a:ext uri="{FF2B5EF4-FFF2-40B4-BE49-F238E27FC236}">
                  <a16:creationId xmlns:a16="http://schemas.microsoft.com/office/drawing/2014/main" id="{7719BD16-FFA5-4837-B916-829B4B03D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8" name="Freeform 134">
              <a:extLst>
                <a:ext uri="{FF2B5EF4-FFF2-40B4-BE49-F238E27FC236}">
                  <a16:creationId xmlns:a16="http://schemas.microsoft.com/office/drawing/2014/main" id="{E7F329FD-23AA-49DA-B4D1-82FD85D58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9" name="Freeform 135">
              <a:extLst>
                <a:ext uri="{FF2B5EF4-FFF2-40B4-BE49-F238E27FC236}">
                  <a16:creationId xmlns:a16="http://schemas.microsoft.com/office/drawing/2014/main" id="{C6CFD023-7157-4CB7-AEDD-37DFB1580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0" name="Freeform 136">
              <a:extLst>
                <a:ext uri="{FF2B5EF4-FFF2-40B4-BE49-F238E27FC236}">
                  <a16:creationId xmlns:a16="http://schemas.microsoft.com/office/drawing/2014/main" id="{E01809A6-966C-41E8-A276-62910141A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1" name="Freeform 137">
              <a:extLst>
                <a:ext uri="{FF2B5EF4-FFF2-40B4-BE49-F238E27FC236}">
                  <a16:creationId xmlns:a16="http://schemas.microsoft.com/office/drawing/2014/main" id="{FF7A5D7D-38E9-4FE3-B84D-09FF25715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75" name="Marcador de número de diapositiva 70">
            <a:extLst>
              <a:ext uri="{FF2B5EF4-FFF2-40B4-BE49-F238E27FC236}">
                <a16:creationId xmlns:a16="http://schemas.microsoft.com/office/drawing/2014/main" id="{F5C5AE08-5AE1-4643-9207-8BC98EE62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220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9" r:id="rId2"/>
    <p:sldLayoutId id="2147483670" r:id="rId3"/>
    <p:sldLayoutId id="2147483656" r:id="rId4"/>
    <p:sldLayoutId id="2147483676" r:id="rId5"/>
    <p:sldLayoutId id="2147483649" r:id="rId6"/>
    <p:sldLayoutId id="2147483661" r:id="rId7"/>
    <p:sldLayoutId id="2147483680" r:id="rId8"/>
    <p:sldLayoutId id="2147483677" r:id="rId9"/>
    <p:sldLayoutId id="2147483658" r:id="rId10"/>
    <p:sldLayoutId id="2147483654" r:id="rId11"/>
    <p:sldLayoutId id="2147483657" r:id="rId12"/>
    <p:sldLayoutId id="2147483663" r:id="rId13"/>
    <p:sldLayoutId id="2147483660" r:id="rId14"/>
    <p:sldLayoutId id="2147483683" r:id="rId15"/>
    <p:sldLayoutId id="2147483659" r:id="rId16"/>
    <p:sldLayoutId id="2147483681" r:id="rId17"/>
    <p:sldLayoutId id="2147483682" r:id="rId18"/>
    <p:sldLayoutId id="2147483678" r:id="rId19"/>
    <p:sldLayoutId id="2147483684" r:id="rId20"/>
    <p:sldLayoutId id="2147483650" r:id="rId21"/>
    <p:sldLayoutId id="2147483679" r:id="rId22"/>
    <p:sldLayoutId id="2147483667" r:id="rId23"/>
    <p:sldLayoutId id="2147483687" r:id="rId24"/>
    <p:sldLayoutId id="2147483694" r:id="rId25"/>
    <p:sldLayoutId id="2147483695" r:id="rId26"/>
    <p:sldLayoutId id="2147483668" r:id="rId2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1000" b="0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2" orient="horz" pos="527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1323" userDrawn="1">
          <p15:clr>
            <a:srgbClr val="F26B43"/>
          </p15:clr>
        </p15:guide>
        <p15:guide id="5" pos="166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pos="105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mlr.press/v27/baldi12a/baldi12a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jpg"/><Relationship Id="rId4" Type="http://schemas.openxmlformats.org/officeDocument/2006/relationships/hyperlink" Target="http://www.vision.jhu.edu/teaching/learning/deeplearning19/assets/Baldi_Hornik-89.pdf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ink.springer.com/article/10.1007/s10470-019-01446-6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-bloggers.com/2017/04/autoencoders-and-anomaly-detection-with-machine-learning-in-fraud-analytics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312.611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7">
            <a:extLst>
              <a:ext uri="{FF2B5EF4-FFF2-40B4-BE49-F238E27FC236}">
                <a16:creationId xmlns:a16="http://schemas.microsoft.com/office/drawing/2014/main" id="{3EA85186-DB61-44DB-AC9B-36382C9DEAE5}"/>
              </a:ext>
            </a:extLst>
          </p:cNvPr>
          <p:cNvSpPr txBox="1"/>
          <p:nvPr/>
        </p:nvSpPr>
        <p:spPr>
          <a:xfrm>
            <a:off x="-247794" y="2230866"/>
            <a:ext cx="31432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0" dirty="0">
                <a:solidFill>
                  <a:schemeClr val="bg2">
                    <a:alpha val="26000"/>
                  </a:schemeClr>
                </a:solidFill>
                <a:latin typeface="+mj-lt"/>
                <a:cs typeface="Segoe UI" panose="020B0502040204020203" pitchFamily="34" charset="0"/>
              </a:rPr>
              <a:t>20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E4D25E6-1475-41EF-BF64-AD8F37820790}"/>
              </a:ext>
            </a:extLst>
          </p:cNvPr>
          <p:cNvSpPr txBox="1"/>
          <p:nvPr/>
        </p:nvSpPr>
        <p:spPr>
          <a:xfrm>
            <a:off x="-247794" y="4421616"/>
            <a:ext cx="31432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0" dirty="0">
                <a:solidFill>
                  <a:schemeClr val="bg2">
                    <a:alpha val="26000"/>
                  </a:schemeClr>
                </a:solidFill>
                <a:latin typeface="+mj-lt"/>
                <a:cs typeface="Segoe UI" panose="020B0502040204020203" pitchFamily="34" charset="0"/>
              </a:rPr>
              <a:t>26</a:t>
            </a:r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7EE8F19A-4B94-46D7-848B-682BCA26792F}"/>
              </a:ext>
            </a:extLst>
          </p:cNvPr>
          <p:cNvGrpSpPr/>
          <p:nvPr/>
        </p:nvGrpSpPr>
        <p:grpSpPr>
          <a:xfrm>
            <a:off x="4664487" y="2820152"/>
            <a:ext cx="2810041" cy="471179"/>
            <a:chOff x="4146859" y="3656362"/>
            <a:chExt cx="4114181" cy="689853"/>
          </a:xfrm>
        </p:grpSpPr>
        <p:sp>
          <p:nvSpPr>
            <p:cNvPr id="16" name="Freeform 84">
              <a:extLst>
                <a:ext uri="{FF2B5EF4-FFF2-40B4-BE49-F238E27FC236}">
                  <a16:creationId xmlns:a16="http://schemas.microsoft.com/office/drawing/2014/main" id="{DC30F01A-AFA6-4122-99C9-6AB759AD2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6859" y="3656362"/>
              <a:ext cx="362934" cy="667689"/>
            </a:xfrm>
            <a:custGeom>
              <a:avLst/>
              <a:gdLst>
                <a:gd name="T0" fmla="*/ 146 w 151"/>
                <a:gd name="T1" fmla="*/ 63 h 276"/>
                <a:gd name="T2" fmla="*/ 141 w 151"/>
                <a:gd name="T3" fmla="*/ 82 h 276"/>
                <a:gd name="T4" fmla="*/ 123 w 151"/>
                <a:gd name="T5" fmla="*/ 82 h 276"/>
                <a:gd name="T6" fmla="*/ 129 w 151"/>
                <a:gd name="T7" fmla="*/ 58 h 276"/>
                <a:gd name="T8" fmla="*/ 132 w 151"/>
                <a:gd name="T9" fmla="*/ 41 h 276"/>
                <a:gd name="T10" fmla="*/ 104 w 151"/>
                <a:gd name="T11" fmla="*/ 16 h 276"/>
                <a:gd name="T12" fmla="*/ 75 w 151"/>
                <a:gd name="T13" fmla="*/ 32 h 276"/>
                <a:gd name="T14" fmla="*/ 62 w 151"/>
                <a:gd name="T15" fmla="*/ 77 h 276"/>
                <a:gd name="T16" fmla="*/ 75 w 151"/>
                <a:gd name="T17" fmla="*/ 112 h 276"/>
                <a:gd name="T18" fmla="*/ 96 w 151"/>
                <a:gd name="T19" fmla="*/ 142 h 276"/>
                <a:gd name="T20" fmla="*/ 112 w 151"/>
                <a:gd name="T21" fmla="*/ 170 h 276"/>
                <a:gd name="T22" fmla="*/ 116 w 151"/>
                <a:gd name="T23" fmla="*/ 195 h 276"/>
                <a:gd name="T24" fmla="*/ 92 w 151"/>
                <a:gd name="T25" fmla="*/ 262 h 276"/>
                <a:gd name="T26" fmla="*/ 50 w 151"/>
                <a:gd name="T27" fmla="*/ 276 h 276"/>
                <a:gd name="T28" fmla="*/ 0 w 151"/>
                <a:gd name="T29" fmla="*/ 233 h 276"/>
                <a:gd name="T30" fmla="*/ 5 w 151"/>
                <a:gd name="T31" fmla="*/ 202 h 276"/>
                <a:gd name="T32" fmla="*/ 10 w 151"/>
                <a:gd name="T33" fmla="*/ 184 h 276"/>
                <a:gd name="T34" fmla="*/ 28 w 151"/>
                <a:gd name="T35" fmla="*/ 184 h 276"/>
                <a:gd name="T36" fmla="*/ 23 w 151"/>
                <a:gd name="T37" fmla="*/ 205 h 276"/>
                <a:gd name="T38" fmla="*/ 20 w 151"/>
                <a:gd name="T39" fmla="*/ 217 h 276"/>
                <a:gd name="T40" fmla="*/ 18 w 151"/>
                <a:gd name="T41" fmla="*/ 231 h 276"/>
                <a:gd name="T42" fmla="*/ 51 w 151"/>
                <a:gd name="T43" fmla="*/ 260 h 276"/>
                <a:gd name="T44" fmla="*/ 82 w 151"/>
                <a:gd name="T45" fmla="*/ 249 h 276"/>
                <a:gd name="T46" fmla="*/ 97 w 151"/>
                <a:gd name="T47" fmla="*/ 196 h 276"/>
                <a:gd name="T48" fmla="*/ 81 w 151"/>
                <a:gd name="T49" fmla="*/ 153 h 276"/>
                <a:gd name="T50" fmla="*/ 59 w 151"/>
                <a:gd name="T51" fmla="*/ 123 h 276"/>
                <a:gd name="T52" fmla="*/ 44 w 151"/>
                <a:gd name="T53" fmla="*/ 76 h 276"/>
                <a:gd name="T54" fmla="*/ 51 w 151"/>
                <a:gd name="T55" fmla="*/ 39 h 276"/>
                <a:gd name="T56" fmla="*/ 106 w 151"/>
                <a:gd name="T57" fmla="*/ 0 h 276"/>
                <a:gd name="T58" fmla="*/ 150 w 151"/>
                <a:gd name="T59" fmla="*/ 36 h 276"/>
                <a:gd name="T60" fmla="*/ 146 w 151"/>
                <a:gd name="T61" fmla="*/ 63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1" h="276">
                  <a:moveTo>
                    <a:pt x="146" y="63"/>
                  </a:moveTo>
                  <a:cubicBezTo>
                    <a:pt x="141" y="82"/>
                    <a:pt x="141" y="82"/>
                    <a:pt x="141" y="82"/>
                  </a:cubicBezTo>
                  <a:cubicBezTo>
                    <a:pt x="123" y="82"/>
                    <a:pt x="123" y="82"/>
                    <a:pt x="123" y="82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1" y="49"/>
                    <a:pt x="132" y="46"/>
                    <a:pt x="132" y="41"/>
                  </a:cubicBezTo>
                  <a:cubicBezTo>
                    <a:pt x="132" y="24"/>
                    <a:pt x="123" y="16"/>
                    <a:pt x="104" y="16"/>
                  </a:cubicBezTo>
                  <a:cubicBezTo>
                    <a:pt x="90" y="16"/>
                    <a:pt x="81" y="20"/>
                    <a:pt x="75" y="32"/>
                  </a:cubicBezTo>
                  <a:cubicBezTo>
                    <a:pt x="68" y="43"/>
                    <a:pt x="62" y="63"/>
                    <a:pt x="62" y="77"/>
                  </a:cubicBezTo>
                  <a:cubicBezTo>
                    <a:pt x="62" y="88"/>
                    <a:pt x="66" y="99"/>
                    <a:pt x="75" y="112"/>
                  </a:cubicBezTo>
                  <a:cubicBezTo>
                    <a:pt x="96" y="142"/>
                    <a:pt x="96" y="142"/>
                    <a:pt x="96" y="142"/>
                  </a:cubicBezTo>
                  <a:cubicBezTo>
                    <a:pt x="105" y="155"/>
                    <a:pt x="109" y="163"/>
                    <a:pt x="112" y="170"/>
                  </a:cubicBezTo>
                  <a:cubicBezTo>
                    <a:pt x="114" y="178"/>
                    <a:pt x="116" y="186"/>
                    <a:pt x="116" y="195"/>
                  </a:cubicBezTo>
                  <a:cubicBezTo>
                    <a:pt x="115" y="222"/>
                    <a:pt x="106" y="249"/>
                    <a:pt x="92" y="262"/>
                  </a:cubicBezTo>
                  <a:cubicBezTo>
                    <a:pt x="82" y="271"/>
                    <a:pt x="66" y="276"/>
                    <a:pt x="50" y="276"/>
                  </a:cubicBezTo>
                  <a:cubicBezTo>
                    <a:pt x="19" y="276"/>
                    <a:pt x="0" y="260"/>
                    <a:pt x="0" y="233"/>
                  </a:cubicBezTo>
                  <a:cubicBezTo>
                    <a:pt x="0" y="225"/>
                    <a:pt x="1" y="221"/>
                    <a:pt x="5" y="202"/>
                  </a:cubicBezTo>
                  <a:cubicBezTo>
                    <a:pt x="10" y="184"/>
                    <a:pt x="10" y="184"/>
                    <a:pt x="10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3" y="205"/>
                    <a:pt x="23" y="205"/>
                    <a:pt x="23" y="205"/>
                  </a:cubicBezTo>
                  <a:cubicBezTo>
                    <a:pt x="22" y="212"/>
                    <a:pt x="21" y="216"/>
                    <a:pt x="20" y="217"/>
                  </a:cubicBezTo>
                  <a:cubicBezTo>
                    <a:pt x="19" y="222"/>
                    <a:pt x="19" y="228"/>
                    <a:pt x="18" y="231"/>
                  </a:cubicBezTo>
                  <a:cubicBezTo>
                    <a:pt x="18" y="249"/>
                    <a:pt x="30" y="260"/>
                    <a:pt x="51" y="260"/>
                  </a:cubicBezTo>
                  <a:cubicBezTo>
                    <a:pt x="65" y="260"/>
                    <a:pt x="75" y="256"/>
                    <a:pt x="82" y="249"/>
                  </a:cubicBezTo>
                  <a:cubicBezTo>
                    <a:pt x="91" y="238"/>
                    <a:pt x="97" y="216"/>
                    <a:pt x="97" y="196"/>
                  </a:cubicBezTo>
                  <a:cubicBezTo>
                    <a:pt x="98" y="182"/>
                    <a:pt x="93" y="169"/>
                    <a:pt x="81" y="153"/>
                  </a:cubicBezTo>
                  <a:cubicBezTo>
                    <a:pt x="59" y="123"/>
                    <a:pt x="59" y="123"/>
                    <a:pt x="59" y="123"/>
                  </a:cubicBezTo>
                  <a:cubicBezTo>
                    <a:pt x="49" y="108"/>
                    <a:pt x="44" y="92"/>
                    <a:pt x="44" y="76"/>
                  </a:cubicBezTo>
                  <a:cubicBezTo>
                    <a:pt x="44" y="65"/>
                    <a:pt x="47" y="51"/>
                    <a:pt x="51" y="39"/>
                  </a:cubicBezTo>
                  <a:cubicBezTo>
                    <a:pt x="62" y="12"/>
                    <a:pt x="79" y="0"/>
                    <a:pt x="106" y="0"/>
                  </a:cubicBezTo>
                  <a:cubicBezTo>
                    <a:pt x="134" y="0"/>
                    <a:pt x="151" y="14"/>
                    <a:pt x="150" y="36"/>
                  </a:cubicBezTo>
                  <a:cubicBezTo>
                    <a:pt x="150" y="43"/>
                    <a:pt x="150" y="48"/>
                    <a:pt x="146" y="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85">
              <a:extLst>
                <a:ext uri="{FF2B5EF4-FFF2-40B4-BE49-F238E27FC236}">
                  <a16:creationId xmlns:a16="http://schemas.microsoft.com/office/drawing/2014/main" id="{27AC7932-D805-4175-AD4B-448F80B16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974" y="3670215"/>
              <a:ext cx="385097" cy="656607"/>
            </a:xfrm>
            <a:custGeom>
              <a:avLst/>
              <a:gdLst>
                <a:gd name="T0" fmla="*/ 109 w 160"/>
                <a:gd name="T1" fmla="*/ 212 h 272"/>
                <a:gd name="T2" fmla="*/ 96 w 160"/>
                <a:gd name="T3" fmla="*/ 250 h 272"/>
                <a:gd name="T4" fmla="*/ 49 w 160"/>
                <a:gd name="T5" fmla="*/ 272 h 272"/>
                <a:gd name="T6" fmla="*/ 0 w 160"/>
                <a:gd name="T7" fmla="*/ 233 h 272"/>
                <a:gd name="T8" fmla="*/ 4 w 160"/>
                <a:gd name="T9" fmla="*/ 204 h 272"/>
                <a:gd name="T10" fmla="*/ 54 w 160"/>
                <a:gd name="T11" fmla="*/ 0 h 272"/>
                <a:gd name="T12" fmla="*/ 72 w 160"/>
                <a:gd name="T13" fmla="*/ 0 h 272"/>
                <a:gd name="T14" fmla="*/ 22 w 160"/>
                <a:gd name="T15" fmla="*/ 208 h 272"/>
                <a:gd name="T16" fmla="*/ 19 w 160"/>
                <a:gd name="T17" fmla="*/ 231 h 272"/>
                <a:gd name="T18" fmla="*/ 50 w 160"/>
                <a:gd name="T19" fmla="*/ 255 h 272"/>
                <a:gd name="T20" fmla="*/ 72 w 160"/>
                <a:gd name="T21" fmla="*/ 250 h 272"/>
                <a:gd name="T22" fmla="*/ 92 w 160"/>
                <a:gd name="T23" fmla="*/ 207 h 272"/>
                <a:gd name="T24" fmla="*/ 142 w 160"/>
                <a:gd name="T25" fmla="*/ 1 h 272"/>
                <a:gd name="T26" fmla="*/ 160 w 160"/>
                <a:gd name="T27" fmla="*/ 1 h 272"/>
                <a:gd name="T28" fmla="*/ 109 w 160"/>
                <a:gd name="T29" fmla="*/ 212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0" h="272">
                  <a:moveTo>
                    <a:pt x="109" y="212"/>
                  </a:moveTo>
                  <a:cubicBezTo>
                    <a:pt x="105" y="228"/>
                    <a:pt x="101" y="242"/>
                    <a:pt x="96" y="250"/>
                  </a:cubicBezTo>
                  <a:cubicBezTo>
                    <a:pt x="87" y="265"/>
                    <a:pt x="71" y="272"/>
                    <a:pt x="49" y="272"/>
                  </a:cubicBezTo>
                  <a:cubicBezTo>
                    <a:pt x="18" y="272"/>
                    <a:pt x="0" y="258"/>
                    <a:pt x="0" y="233"/>
                  </a:cubicBezTo>
                  <a:cubicBezTo>
                    <a:pt x="0" y="226"/>
                    <a:pt x="1" y="220"/>
                    <a:pt x="4" y="204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22" y="208"/>
                    <a:pt x="22" y="208"/>
                    <a:pt x="22" y="208"/>
                  </a:cubicBezTo>
                  <a:cubicBezTo>
                    <a:pt x="20" y="217"/>
                    <a:pt x="19" y="225"/>
                    <a:pt x="19" y="231"/>
                  </a:cubicBezTo>
                  <a:cubicBezTo>
                    <a:pt x="18" y="246"/>
                    <a:pt x="30" y="255"/>
                    <a:pt x="50" y="255"/>
                  </a:cubicBezTo>
                  <a:cubicBezTo>
                    <a:pt x="59" y="255"/>
                    <a:pt x="67" y="254"/>
                    <a:pt x="72" y="250"/>
                  </a:cubicBezTo>
                  <a:cubicBezTo>
                    <a:pt x="81" y="244"/>
                    <a:pt x="86" y="234"/>
                    <a:pt x="92" y="207"/>
                  </a:cubicBezTo>
                  <a:cubicBezTo>
                    <a:pt x="142" y="1"/>
                    <a:pt x="142" y="1"/>
                    <a:pt x="142" y="1"/>
                  </a:cubicBezTo>
                  <a:cubicBezTo>
                    <a:pt x="160" y="1"/>
                    <a:pt x="160" y="1"/>
                    <a:pt x="160" y="1"/>
                  </a:cubicBezTo>
                  <a:lnTo>
                    <a:pt x="109" y="2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86">
              <a:extLst>
                <a:ext uri="{FF2B5EF4-FFF2-40B4-BE49-F238E27FC236}">
                  <a16:creationId xmlns:a16="http://schemas.microsoft.com/office/drawing/2014/main" id="{61465C2B-7B9B-4B25-88DB-C2AA64659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0778" y="3664674"/>
              <a:ext cx="362934" cy="664918"/>
            </a:xfrm>
            <a:custGeom>
              <a:avLst/>
              <a:gdLst>
                <a:gd name="T0" fmla="*/ 146 w 150"/>
                <a:gd name="T1" fmla="*/ 63 h 276"/>
                <a:gd name="T2" fmla="*/ 141 w 150"/>
                <a:gd name="T3" fmla="*/ 82 h 276"/>
                <a:gd name="T4" fmla="*/ 123 w 150"/>
                <a:gd name="T5" fmla="*/ 82 h 276"/>
                <a:gd name="T6" fmla="*/ 129 w 150"/>
                <a:gd name="T7" fmla="*/ 58 h 276"/>
                <a:gd name="T8" fmla="*/ 132 w 150"/>
                <a:gd name="T9" fmla="*/ 41 h 276"/>
                <a:gd name="T10" fmla="*/ 103 w 150"/>
                <a:gd name="T11" fmla="*/ 16 h 276"/>
                <a:gd name="T12" fmla="*/ 74 w 150"/>
                <a:gd name="T13" fmla="*/ 32 h 276"/>
                <a:gd name="T14" fmla="*/ 62 w 150"/>
                <a:gd name="T15" fmla="*/ 77 h 276"/>
                <a:gd name="T16" fmla="*/ 75 w 150"/>
                <a:gd name="T17" fmla="*/ 112 h 276"/>
                <a:gd name="T18" fmla="*/ 96 w 150"/>
                <a:gd name="T19" fmla="*/ 142 h 276"/>
                <a:gd name="T20" fmla="*/ 112 w 150"/>
                <a:gd name="T21" fmla="*/ 171 h 276"/>
                <a:gd name="T22" fmla="*/ 115 w 150"/>
                <a:gd name="T23" fmla="*/ 195 h 276"/>
                <a:gd name="T24" fmla="*/ 92 w 150"/>
                <a:gd name="T25" fmla="*/ 262 h 276"/>
                <a:gd name="T26" fmla="*/ 50 w 150"/>
                <a:gd name="T27" fmla="*/ 276 h 276"/>
                <a:gd name="T28" fmla="*/ 0 w 150"/>
                <a:gd name="T29" fmla="*/ 233 h 276"/>
                <a:gd name="T30" fmla="*/ 5 w 150"/>
                <a:gd name="T31" fmla="*/ 202 h 276"/>
                <a:gd name="T32" fmla="*/ 9 w 150"/>
                <a:gd name="T33" fmla="*/ 184 h 276"/>
                <a:gd name="T34" fmla="*/ 28 w 150"/>
                <a:gd name="T35" fmla="*/ 184 h 276"/>
                <a:gd name="T36" fmla="*/ 23 w 150"/>
                <a:gd name="T37" fmla="*/ 205 h 276"/>
                <a:gd name="T38" fmla="*/ 20 w 150"/>
                <a:gd name="T39" fmla="*/ 217 h 276"/>
                <a:gd name="T40" fmla="*/ 18 w 150"/>
                <a:gd name="T41" fmla="*/ 231 h 276"/>
                <a:gd name="T42" fmla="*/ 51 w 150"/>
                <a:gd name="T43" fmla="*/ 260 h 276"/>
                <a:gd name="T44" fmla="*/ 81 w 150"/>
                <a:gd name="T45" fmla="*/ 249 h 276"/>
                <a:gd name="T46" fmla="*/ 97 w 150"/>
                <a:gd name="T47" fmla="*/ 196 h 276"/>
                <a:gd name="T48" fmla="*/ 81 w 150"/>
                <a:gd name="T49" fmla="*/ 153 h 276"/>
                <a:gd name="T50" fmla="*/ 59 w 150"/>
                <a:gd name="T51" fmla="*/ 123 h 276"/>
                <a:gd name="T52" fmla="*/ 43 w 150"/>
                <a:gd name="T53" fmla="*/ 76 h 276"/>
                <a:gd name="T54" fmla="*/ 51 w 150"/>
                <a:gd name="T55" fmla="*/ 39 h 276"/>
                <a:gd name="T56" fmla="*/ 106 w 150"/>
                <a:gd name="T57" fmla="*/ 0 h 276"/>
                <a:gd name="T58" fmla="*/ 150 w 150"/>
                <a:gd name="T59" fmla="*/ 36 h 276"/>
                <a:gd name="T60" fmla="*/ 146 w 150"/>
                <a:gd name="T61" fmla="*/ 63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50" h="276">
                  <a:moveTo>
                    <a:pt x="146" y="63"/>
                  </a:moveTo>
                  <a:cubicBezTo>
                    <a:pt x="141" y="82"/>
                    <a:pt x="141" y="82"/>
                    <a:pt x="141" y="82"/>
                  </a:cubicBezTo>
                  <a:cubicBezTo>
                    <a:pt x="123" y="82"/>
                    <a:pt x="123" y="82"/>
                    <a:pt x="123" y="82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1" y="49"/>
                    <a:pt x="132" y="46"/>
                    <a:pt x="132" y="41"/>
                  </a:cubicBezTo>
                  <a:cubicBezTo>
                    <a:pt x="132" y="24"/>
                    <a:pt x="123" y="16"/>
                    <a:pt x="103" y="16"/>
                  </a:cubicBezTo>
                  <a:cubicBezTo>
                    <a:pt x="90" y="16"/>
                    <a:pt x="81" y="20"/>
                    <a:pt x="74" y="32"/>
                  </a:cubicBezTo>
                  <a:cubicBezTo>
                    <a:pt x="67" y="43"/>
                    <a:pt x="62" y="63"/>
                    <a:pt x="62" y="77"/>
                  </a:cubicBezTo>
                  <a:cubicBezTo>
                    <a:pt x="62" y="88"/>
                    <a:pt x="66" y="99"/>
                    <a:pt x="75" y="112"/>
                  </a:cubicBezTo>
                  <a:cubicBezTo>
                    <a:pt x="96" y="142"/>
                    <a:pt x="96" y="142"/>
                    <a:pt x="96" y="142"/>
                  </a:cubicBezTo>
                  <a:cubicBezTo>
                    <a:pt x="105" y="155"/>
                    <a:pt x="109" y="163"/>
                    <a:pt x="112" y="171"/>
                  </a:cubicBezTo>
                  <a:cubicBezTo>
                    <a:pt x="114" y="178"/>
                    <a:pt x="115" y="186"/>
                    <a:pt x="115" y="195"/>
                  </a:cubicBezTo>
                  <a:cubicBezTo>
                    <a:pt x="115" y="222"/>
                    <a:pt x="105" y="249"/>
                    <a:pt x="92" y="262"/>
                  </a:cubicBezTo>
                  <a:cubicBezTo>
                    <a:pt x="81" y="271"/>
                    <a:pt x="66" y="276"/>
                    <a:pt x="50" y="276"/>
                  </a:cubicBezTo>
                  <a:cubicBezTo>
                    <a:pt x="19" y="276"/>
                    <a:pt x="0" y="260"/>
                    <a:pt x="0" y="233"/>
                  </a:cubicBezTo>
                  <a:cubicBezTo>
                    <a:pt x="0" y="225"/>
                    <a:pt x="0" y="221"/>
                    <a:pt x="5" y="202"/>
                  </a:cubicBezTo>
                  <a:cubicBezTo>
                    <a:pt x="9" y="184"/>
                    <a:pt x="9" y="184"/>
                    <a:pt x="9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3" y="205"/>
                    <a:pt x="23" y="205"/>
                    <a:pt x="23" y="205"/>
                  </a:cubicBezTo>
                  <a:cubicBezTo>
                    <a:pt x="21" y="212"/>
                    <a:pt x="21" y="216"/>
                    <a:pt x="20" y="217"/>
                  </a:cubicBezTo>
                  <a:cubicBezTo>
                    <a:pt x="19" y="222"/>
                    <a:pt x="18" y="228"/>
                    <a:pt x="18" y="231"/>
                  </a:cubicBezTo>
                  <a:cubicBezTo>
                    <a:pt x="18" y="249"/>
                    <a:pt x="30" y="260"/>
                    <a:pt x="51" y="260"/>
                  </a:cubicBezTo>
                  <a:cubicBezTo>
                    <a:pt x="65" y="260"/>
                    <a:pt x="75" y="256"/>
                    <a:pt x="81" y="249"/>
                  </a:cubicBezTo>
                  <a:cubicBezTo>
                    <a:pt x="90" y="238"/>
                    <a:pt x="97" y="216"/>
                    <a:pt x="97" y="196"/>
                  </a:cubicBezTo>
                  <a:cubicBezTo>
                    <a:pt x="97" y="182"/>
                    <a:pt x="92" y="169"/>
                    <a:pt x="81" y="153"/>
                  </a:cubicBezTo>
                  <a:cubicBezTo>
                    <a:pt x="59" y="123"/>
                    <a:pt x="59" y="123"/>
                    <a:pt x="59" y="123"/>
                  </a:cubicBezTo>
                  <a:cubicBezTo>
                    <a:pt x="49" y="108"/>
                    <a:pt x="43" y="92"/>
                    <a:pt x="43" y="76"/>
                  </a:cubicBezTo>
                  <a:cubicBezTo>
                    <a:pt x="44" y="65"/>
                    <a:pt x="46" y="51"/>
                    <a:pt x="51" y="39"/>
                  </a:cubicBezTo>
                  <a:cubicBezTo>
                    <a:pt x="62" y="12"/>
                    <a:pt x="79" y="0"/>
                    <a:pt x="106" y="0"/>
                  </a:cubicBezTo>
                  <a:cubicBezTo>
                    <a:pt x="134" y="0"/>
                    <a:pt x="150" y="14"/>
                    <a:pt x="150" y="36"/>
                  </a:cubicBezTo>
                  <a:cubicBezTo>
                    <a:pt x="150" y="43"/>
                    <a:pt x="149" y="48"/>
                    <a:pt x="146" y="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9" name="Freeform 87">
              <a:extLst>
                <a:ext uri="{FF2B5EF4-FFF2-40B4-BE49-F238E27FC236}">
                  <a16:creationId xmlns:a16="http://schemas.microsoft.com/office/drawing/2014/main" id="{40948CE2-4865-4C3C-B1A7-288609C1A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0203" y="3675756"/>
              <a:ext cx="307524" cy="648295"/>
            </a:xfrm>
            <a:custGeom>
              <a:avLst/>
              <a:gdLst>
                <a:gd name="T0" fmla="*/ 108 w 111"/>
                <a:gd name="T1" fmla="*/ 15 h 234"/>
                <a:gd name="T2" fmla="*/ 69 w 111"/>
                <a:gd name="T3" fmla="*/ 15 h 234"/>
                <a:gd name="T4" fmla="*/ 17 w 111"/>
                <a:gd name="T5" fmla="*/ 234 h 234"/>
                <a:gd name="T6" fmla="*/ 0 w 111"/>
                <a:gd name="T7" fmla="*/ 234 h 234"/>
                <a:gd name="T8" fmla="*/ 52 w 111"/>
                <a:gd name="T9" fmla="*/ 15 h 234"/>
                <a:gd name="T10" fmla="*/ 13 w 111"/>
                <a:gd name="T11" fmla="*/ 15 h 234"/>
                <a:gd name="T12" fmla="*/ 17 w 111"/>
                <a:gd name="T13" fmla="*/ 0 h 234"/>
                <a:gd name="T14" fmla="*/ 111 w 111"/>
                <a:gd name="T15" fmla="*/ 1 h 234"/>
                <a:gd name="T16" fmla="*/ 108 w 111"/>
                <a:gd name="T17" fmla="*/ 15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" h="234">
                  <a:moveTo>
                    <a:pt x="108" y="15"/>
                  </a:moveTo>
                  <a:lnTo>
                    <a:pt x="69" y="15"/>
                  </a:lnTo>
                  <a:lnTo>
                    <a:pt x="17" y="234"/>
                  </a:lnTo>
                  <a:lnTo>
                    <a:pt x="0" y="234"/>
                  </a:lnTo>
                  <a:lnTo>
                    <a:pt x="52" y="15"/>
                  </a:lnTo>
                  <a:lnTo>
                    <a:pt x="13" y="15"/>
                  </a:lnTo>
                  <a:lnTo>
                    <a:pt x="17" y="0"/>
                  </a:lnTo>
                  <a:lnTo>
                    <a:pt x="111" y="1"/>
                  </a:lnTo>
                  <a:lnTo>
                    <a:pt x="108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" name="Freeform 88">
              <a:extLst>
                <a:ext uri="{FF2B5EF4-FFF2-40B4-BE49-F238E27FC236}">
                  <a16:creationId xmlns:a16="http://schemas.microsoft.com/office/drawing/2014/main" id="{A6DA7523-8198-43CA-A281-DFC5A6B7B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6302" y="3675756"/>
              <a:ext cx="335229" cy="651066"/>
            </a:xfrm>
            <a:custGeom>
              <a:avLst/>
              <a:gdLst>
                <a:gd name="T0" fmla="*/ 53 w 121"/>
                <a:gd name="T1" fmla="*/ 148 h 235"/>
                <a:gd name="T2" fmla="*/ 96 w 121"/>
                <a:gd name="T3" fmla="*/ 148 h 235"/>
                <a:gd name="T4" fmla="*/ 107 w 121"/>
                <a:gd name="T5" fmla="*/ 19 h 235"/>
                <a:gd name="T6" fmla="*/ 53 w 121"/>
                <a:gd name="T7" fmla="*/ 148 h 235"/>
                <a:gd name="T8" fmla="*/ 107 w 121"/>
                <a:gd name="T9" fmla="*/ 235 h 235"/>
                <a:gd name="T10" fmla="*/ 91 w 121"/>
                <a:gd name="T11" fmla="*/ 235 h 235"/>
                <a:gd name="T12" fmla="*/ 96 w 121"/>
                <a:gd name="T13" fmla="*/ 164 h 235"/>
                <a:gd name="T14" fmla="*/ 47 w 121"/>
                <a:gd name="T15" fmla="*/ 163 h 235"/>
                <a:gd name="T16" fmla="*/ 16 w 121"/>
                <a:gd name="T17" fmla="*/ 235 h 235"/>
                <a:gd name="T18" fmla="*/ 0 w 121"/>
                <a:gd name="T19" fmla="*/ 235 h 235"/>
                <a:gd name="T20" fmla="*/ 99 w 121"/>
                <a:gd name="T21" fmla="*/ 0 h 235"/>
                <a:gd name="T22" fmla="*/ 121 w 121"/>
                <a:gd name="T23" fmla="*/ 0 h 235"/>
                <a:gd name="T24" fmla="*/ 107 w 121"/>
                <a:gd name="T2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1" h="235">
                  <a:moveTo>
                    <a:pt x="53" y="148"/>
                  </a:moveTo>
                  <a:lnTo>
                    <a:pt x="96" y="148"/>
                  </a:lnTo>
                  <a:lnTo>
                    <a:pt x="107" y="19"/>
                  </a:lnTo>
                  <a:lnTo>
                    <a:pt x="53" y="148"/>
                  </a:lnTo>
                  <a:close/>
                  <a:moveTo>
                    <a:pt x="107" y="235"/>
                  </a:moveTo>
                  <a:lnTo>
                    <a:pt x="91" y="235"/>
                  </a:lnTo>
                  <a:lnTo>
                    <a:pt x="96" y="164"/>
                  </a:lnTo>
                  <a:lnTo>
                    <a:pt x="47" y="163"/>
                  </a:lnTo>
                  <a:lnTo>
                    <a:pt x="16" y="235"/>
                  </a:lnTo>
                  <a:lnTo>
                    <a:pt x="0" y="235"/>
                  </a:lnTo>
                  <a:lnTo>
                    <a:pt x="99" y="0"/>
                  </a:lnTo>
                  <a:lnTo>
                    <a:pt x="121" y="0"/>
                  </a:lnTo>
                  <a:lnTo>
                    <a:pt x="107" y="2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89">
              <a:extLst>
                <a:ext uri="{FF2B5EF4-FFF2-40B4-BE49-F238E27FC236}">
                  <a16:creationId xmlns:a16="http://schemas.microsoft.com/office/drawing/2014/main" id="{DAA9A62C-8587-447A-AA3B-4F9C79773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6811" y="3684067"/>
              <a:ext cx="196704" cy="642754"/>
            </a:xfrm>
            <a:custGeom>
              <a:avLst/>
              <a:gdLst>
                <a:gd name="T0" fmla="*/ 16 w 71"/>
                <a:gd name="T1" fmla="*/ 232 h 232"/>
                <a:gd name="T2" fmla="*/ 0 w 71"/>
                <a:gd name="T3" fmla="*/ 232 h 232"/>
                <a:gd name="T4" fmla="*/ 56 w 71"/>
                <a:gd name="T5" fmla="*/ 0 h 232"/>
                <a:gd name="T6" fmla="*/ 71 w 71"/>
                <a:gd name="T7" fmla="*/ 0 h 232"/>
                <a:gd name="T8" fmla="*/ 16 w 71"/>
                <a:gd name="T9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232">
                  <a:moveTo>
                    <a:pt x="16" y="232"/>
                  </a:moveTo>
                  <a:lnTo>
                    <a:pt x="0" y="232"/>
                  </a:lnTo>
                  <a:lnTo>
                    <a:pt x="56" y="0"/>
                  </a:lnTo>
                  <a:lnTo>
                    <a:pt x="71" y="0"/>
                  </a:lnTo>
                  <a:lnTo>
                    <a:pt x="16" y="2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90">
              <a:extLst>
                <a:ext uri="{FF2B5EF4-FFF2-40B4-BE49-F238E27FC236}">
                  <a16:creationId xmlns:a16="http://schemas.microsoft.com/office/drawing/2014/main" id="{6503B5E5-5612-4DAA-A5A9-642D640E8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909" y="3684067"/>
              <a:ext cx="412802" cy="648295"/>
            </a:xfrm>
            <a:custGeom>
              <a:avLst/>
              <a:gdLst>
                <a:gd name="T0" fmla="*/ 93 w 149"/>
                <a:gd name="T1" fmla="*/ 234 h 234"/>
                <a:gd name="T2" fmla="*/ 68 w 149"/>
                <a:gd name="T3" fmla="*/ 234 h 234"/>
                <a:gd name="T4" fmla="*/ 66 w 149"/>
                <a:gd name="T5" fmla="*/ 17 h 234"/>
                <a:gd name="T6" fmla="*/ 16 w 149"/>
                <a:gd name="T7" fmla="*/ 233 h 234"/>
                <a:gd name="T8" fmla="*/ 0 w 149"/>
                <a:gd name="T9" fmla="*/ 233 h 234"/>
                <a:gd name="T10" fmla="*/ 56 w 149"/>
                <a:gd name="T11" fmla="*/ 0 h 234"/>
                <a:gd name="T12" fmla="*/ 80 w 149"/>
                <a:gd name="T13" fmla="*/ 1 h 234"/>
                <a:gd name="T14" fmla="*/ 83 w 149"/>
                <a:gd name="T15" fmla="*/ 224 h 234"/>
                <a:gd name="T16" fmla="*/ 134 w 149"/>
                <a:gd name="T17" fmla="*/ 1 h 234"/>
                <a:gd name="T18" fmla="*/ 149 w 149"/>
                <a:gd name="T19" fmla="*/ 1 h 234"/>
                <a:gd name="T20" fmla="*/ 93 w 149"/>
                <a:gd name="T21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9" h="234">
                  <a:moveTo>
                    <a:pt x="93" y="234"/>
                  </a:moveTo>
                  <a:lnTo>
                    <a:pt x="68" y="234"/>
                  </a:lnTo>
                  <a:lnTo>
                    <a:pt x="66" y="17"/>
                  </a:lnTo>
                  <a:lnTo>
                    <a:pt x="16" y="233"/>
                  </a:lnTo>
                  <a:lnTo>
                    <a:pt x="0" y="233"/>
                  </a:lnTo>
                  <a:lnTo>
                    <a:pt x="56" y="0"/>
                  </a:lnTo>
                  <a:lnTo>
                    <a:pt x="80" y="1"/>
                  </a:lnTo>
                  <a:lnTo>
                    <a:pt x="83" y="224"/>
                  </a:lnTo>
                  <a:lnTo>
                    <a:pt x="134" y="1"/>
                  </a:lnTo>
                  <a:lnTo>
                    <a:pt x="149" y="1"/>
                  </a:lnTo>
                  <a:lnTo>
                    <a:pt x="93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91">
              <a:extLst>
                <a:ext uri="{FF2B5EF4-FFF2-40B4-BE49-F238E27FC236}">
                  <a16:creationId xmlns:a16="http://schemas.microsoft.com/office/drawing/2014/main" id="{E7F3BB04-B1BF-4565-BB5B-F1AE9CB24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1860" y="3686838"/>
              <a:ext cx="340770" cy="651066"/>
            </a:xfrm>
            <a:custGeom>
              <a:avLst/>
              <a:gdLst>
                <a:gd name="T0" fmla="*/ 53 w 123"/>
                <a:gd name="T1" fmla="*/ 148 h 235"/>
                <a:gd name="T2" fmla="*/ 98 w 123"/>
                <a:gd name="T3" fmla="*/ 148 h 235"/>
                <a:gd name="T4" fmla="*/ 108 w 123"/>
                <a:gd name="T5" fmla="*/ 17 h 235"/>
                <a:gd name="T6" fmla="*/ 53 w 123"/>
                <a:gd name="T7" fmla="*/ 148 h 235"/>
                <a:gd name="T8" fmla="*/ 108 w 123"/>
                <a:gd name="T9" fmla="*/ 235 h 235"/>
                <a:gd name="T10" fmla="*/ 91 w 123"/>
                <a:gd name="T11" fmla="*/ 234 h 235"/>
                <a:gd name="T12" fmla="*/ 97 w 123"/>
                <a:gd name="T13" fmla="*/ 164 h 235"/>
                <a:gd name="T14" fmla="*/ 47 w 123"/>
                <a:gd name="T15" fmla="*/ 163 h 235"/>
                <a:gd name="T16" fmla="*/ 17 w 123"/>
                <a:gd name="T17" fmla="*/ 234 h 235"/>
                <a:gd name="T18" fmla="*/ 0 w 123"/>
                <a:gd name="T19" fmla="*/ 234 h 235"/>
                <a:gd name="T20" fmla="*/ 100 w 123"/>
                <a:gd name="T21" fmla="*/ 0 h 235"/>
                <a:gd name="T22" fmla="*/ 123 w 123"/>
                <a:gd name="T23" fmla="*/ 0 h 235"/>
                <a:gd name="T24" fmla="*/ 108 w 123"/>
                <a:gd name="T25" fmla="*/ 235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3" h="235">
                  <a:moveTo>
                    <a:pt x="53" y="148"/>
                  </a:moveTo>
                  <a:lnTo>
                    <a:pt x="98" y="148"/>
                  </a:lnTo>
                  <a:lnTo>
                    <a:pt x="108" y="17"/>
                  </a:lnTo>
                  <a:lnTo>
                    <a:pt x="53" y="148"/>
                  </a:lnTo>
                  <a:close/>
                  <a:moveTo>
                    <a:pt x="108" y="235"/>
                  </a:moveTo>
                  <a:lnTo>
                    <a:pt x="91" y="234"/>
                  </a:lnTo>
                  <a:lnTo>
                    <a:pt x="97" y="164"/>
                  </a:lnTo>
                  <a:lnTo>
                    <a:pt x="47" y="163"/>
                  </a:lnTo>
                  <a:lnTo>
                    <a:pt x="17" y="234"/>
                  </a:lnTo>
                  <a:lnTo>
                    <a:pt x="0" y="234"/>
                  </a:lnTo>
                  <a:lnTo>
                    <a:pt x="100" y="0"/>
                  </a:lnTo>
                  <a:lnTo>
                    <a:pt x="123" y="0"/>
                  </a:lnTo>
                  <a:lnTo>
                    <a:pt x="108" y="2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92">
              <a:extLst>
                <a:ext uri="{FF2B5EF4-FFF2-40B4-BE49-F238E27FC236}">
                  <a16:creationId xmlns:a16="http://schemas.microsoft.com/office/drawing/2014/main" id="{4FA503D0-C63C-47F8-B45F-437E5B968B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25138" y="3692379"/>
              <a:ext cx="351852" cy="648295"/>
            </a:xfrm>
            <a:custGeom>
              <a:avLst/>
              <a:gdLst>
                <a:gd name="T0" fmla="*/ 96 w 146"/>
                <a:gd name="T1" fmla="*/ 17 h 269"/>
                <a:gd name="T2" fmla="*/ 78 w 146"/>
                <a:gd name="T3" fmla="*/ 17 h 269"/>
                <a:gd name="T4" fmla="*/ 54 w 146"/>
                <a:gd name="T5" fmla="*/ 116 h 269"/>
                <a:gd name="T6" fmla="*/ 72 w 146"/>
                <a:gd name="T7" fmla="*/ 116 h 269"/>
                <a:gd name="T8" fmla="*/ 104 w 146"/>
                <a:gd name="T9" fmla="*/ 109 h 269"/>
                <a:gd name="T10" fmla="*/ 119 w 146"/>
                <a:gd name="T11" fmla="*/ 83 h 269"/>
                <a:gd name="T12" fmla="*/ 126 w 146"/>
                <a:gd name="T13" fmla="*/ 54 h 269"/>
                <a:gd name="T14" fmla="*/ 127 w 146"/>
                <a:gd name="T15" fmla="*/ 42 h 269"/>
                <a:gd name="T16" fmla="*/ 96 w 146"/>
                <a:gd name="T17" fmla="*/ 17 h 269"/>
                <a:gd name="T18" fmla="*/ 69 w 146"/>
                <a:gd name="T19" fmla="*/ 132 h 269"/>
                <a:gd name="T20" fmla="*/ 51 w 146"/>
                <a:gd name="T21" fmla="*/ 132 h 269"/>
                <a:gd name="T22" fmla="*/ 22 w 146"/>
                <a:gd name="T23" fmla="*/ 252 h 269"/>
                <a:gd name="T24" fmla="*/ 46 w 146"/>
                <a:gd name="T25" fmla="*/ 252 h 269"/>
                <a:gd name="T26" fmla="*/ 82 w 146"/>
                <a:gd name="T27" fmla="*/ 245 h 269"/>
                <a:gd name="T28" fmla="*/ 98 w 146"/>
                <a:gd name="T29" fmla="*/ 211 h 269"/>
                <a:gd name="T30" fmla="*/ 106 w 146"/>
                <a:gd name="T31" fmla="*/ 179 h 269"/>
                <a:gd name="T32" fmla="*/ 108 w 146"/>
                <a:gd name="T33" fmla="*/ 163 h 269"/>
                <a:gd name="T34" fmla="*/ 69 w 146"/>
                <a:gd name="T35" fmla="*/ 132 h 269"/>
                <a:gd name="T36" fmla="*/ 144 w 146"/>
                <a:gd name="T37" fmla="*/ 54 h 269"/>
                <a:gd name="T38" fmla="*/ 138 w 146"/>
                <a:gd name="T39" fmla="*/ 81 h 269"/>
                <a:gd name="T40" fmla="*/ 136 w 146"/>
                <a:gd name="T41" fmla="*/ 90 h 269"/>
                <a:gd name="T42" fmla="*/ 123 w 146"/>
                <a:gd name="T43" fmla="*/ 114 h 269"/>
                <a:gd name="T44" fmla="*/ 96 w 146"/>
                <a:gd name="T45" fmla="*/ 123 h 269"/>
                <a:gd name="T46" fmla="*/ 127 w 146"/>
                <a:gd name="T47" fmla="*/ 160 h 269"/>
                <a:gd name="T48" fmla="*/ 124 w 146"/>
                <a:gd name="T49" fmla="*/ 181 h 269"/>
                <a:gd name="T50" fmla="*/ 116 w 146"/>
                <a:gd name="T51" fmla="*/ 213 h 269"/>
                <a:gd name="T52" fmla="*/ 95 w 146"/>
                <a:gd name="T53" fmla="*/ 257 h 269"/>
                <a:gd name="T54" fmla="*/ 81 w 146"/>
                <a:gd name="T55" fmla="*/ 265 h 269"/>
                <a:gd name="T56" fmla="*/ 43 w 146"/>
                <a:gd name="T57" fmla="*/ 268 h 269"/>
                <a:gd name="T58" fmla="*/ 0 w 146"/>
                <a:gd name="T59" fmla="*/ 268 h 269"/>
                <a:gd name="T60" fmla="*/ 64 w 146"/>
                <a:gd name="T61" fmla="*/ 0 h 269"/>
                <a:gd name="T62" fmla="*/ 97 w 146"/>
                <a:gd name="T63" fmla="*/ 1 h 269"/>
                <a:gd name="T64" fmla="*/ 118 w 146"/>
                <a:gd name="T65" fmla="*/ 2 h 269"/>
                <a:gd name="T66" fmla="*/ 140 w 146"/>
                <a:gd name="T67" fmla="*/ 16 h 269"/>
                <a:gd name="T68" fmla="*/ 146 w 146"/>
                <a:gd name="T69" fmla="*/ 38 h 269"/>
                <a:gd name="T70" fmla="*/ 144 w 146"/>
                <a:gd name="T71" fmla="*/ 54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269">
                  <a:moveTo>
                    <a:pt x="96" y="17"/>
                  </a:moveTo>
                  <a:cubicBezTo>
                    <a:pt x="78" y="17"/>
                    <a:pt x="78" y="17"/>
                    <a:pt x="78" y="17"/>
                  </a:cubicBezTo>
                  <a:cubicBezTo>
                    <a:pt x="54" y="116"/>
                    <a:pt x="54" y="116"/>
                    <a:pt x="54" y="116"/>
                  </a:cubicBezTo>
                  <a:cubicBezTo>
                    <a:pt x="72" y="116"/>
                    <a:pt x="72" y="116"/>
                    <a:pt x="72" y="116"/>
                  </a:cubicBezTo>
                  <a:cubicBezTo>
                    <a:pt x="85" y="116"/>
                    <a:pt x="97" y="114"/>
                    <a:pt x="104" y="109"/>
                  </a:cubicBezTo>
                  <a:cubicBezTo>
                    <a:pt x="112" y="105"/>
                    <a:pt x="115" y="98"/>
                    <a:pt x="119" y="83"/>
                  </a:cubicBezTo>
                  <a:cubicBezTo>
                    <a:pt x="126" y="54"/>
                    <a:pt x="126" y="54"/>
                    <a:pt x="126" y="54"/>
                  </a:cubicBezTo>
                  <a:cubicBezTo>
                    <a:pt x="127" y="50"/>
                    <a:pt x="127" y="46"/>
                    <a:pt x="127" y="42"/>
                  </a:cubicBezTo>
                  <a:cubicBezTo>
                    <a:pt x="128" y="23"/>
                    <a:pt x="120" y="17"/>
                    <a:pt x="96" y="17"/>
                  </a:cubicBezTo>
                  <a:moveTo>
                    <a:pt x="69" y="132"/>
                  </a:moveTo>
                  <a:cubicBezTo>
                    <a:pt x="51" y="132"/>
                    <a:pt x="51" y="132"/>
                    <a:pt x="51" y="132"/>
                  </a:cubicBezTo>
                  <a:cubicBezTo>
                    <a:pt x="22" y="252"/>
                    <a:pt x="22" y="252"/>
                    <a:pt x="22" y="252"/>
                  </a:cubicBezTo>
                  <a:cubicBezTo>
                    <a:pt x="46" y="252"/>
                    <a:pt x="46" y="252"/>
                    <a:pt x="46" y="252"/>
                  </a:cubicBezTo>
                  <a:cubicBezTo>
                    <a:pt x="64" y="252"/>
                    <a:pt x="74" y="250"/>
                    <a:pt x="82" y="245"/>
                  </a:cubicBezTo>
                  <a:cubicBezTo>
                    <a:pt x="89" y="240"/>
                    <a:pt x="93" y="233"/>
                    <a:pt x="98" y="211"/>
                  </a:cubicBezTo>
                  <a:cubicBezTo>
                    <a:pt x="106" y="179"/>
                    <a:pt x="106" y="179"/>
                    <a:pt x="106" y="179"/>
                  </a:cubicBezTo>
                  <a:cubicBezTo>
                    <a:pt x="107" y="173"/>
                    <a:pt x="108" y="168"/>
                    <a:pt x="108" y="163"/>
                  </a:cubicBezTo>
                  <a:cubicBezTo>
                    <a:pt x="108" y="143"/>
                    <a:pt x="95" y="133"/>
                    <a:pt x="69" y="132"/>
                  </a:cubicBezTo>
                  <a:moveTo>
                    <a:pt x="144" y="54"/>
                  </a:moveTo>
                  <a:cubicBezTo>
                    <a:pt x="138" y="81"/>
                    <a:pt x="138" y="81"/>
                    <a:pt x="138" y="81"/>
                  </a:cubicBezTo>
                  <a:cubicBezTo>
                    <a:pt x="138" y="84"/>
                    <a:pt x="137" y="87"/>
                    <a:pt x="136" y="90"/>
                  </a:cubicBezTo>
                  <a:cubicBezTo>
                    <a:pt x="131" y="104"/>
                    <a:pt x="129" y="108"/>
                    <a:pt x="123" y="114"/>
                  </a:cubicBezTo>
                  <a:cubicBezTo>
                    <a:pt x="116" y="120"/>
                    <a:pt x="109" y="122"/>
                    <a:pt x="96" y="123"/>
                  </a:cubicBezTo>
                  <a:cubicBezTo>
                    <a:pt x="115" y="125"/>
                    <a:pt x="127" y="140"/>
                    <a:pt x="127" y="160"/>
                  </a:cubicBezTo>
                  <a:cubicBezTo>
                    <a:pt x="127" y="167"/>
                    <a:pt x="126" y="174"/>
                    <a:pt x="124" y="181"/>
                  </a:cubicBezTo>
                  <a:cubicBezTo>
                    <a:pt x="116" y="213"/>
                    <a:pt x="116" y="213"/>
                    <a:pt x="116" y="213"/>
                  </a:cubicBezTo>
                  <a:cubicBezTo>
                    <a:pt x="110" y="238"/>
                    <a:pt x="105" y="249"/>
                    <a:pt x="95" y="257"/>
                  </a:cubicBezTo>
                  <a:cubicBezTo>
                    <a:pt x="91" y="260"/>
                    <a:pt x="86" y="263"/>
                    <a:pt x="81" y="265"/>
                  </a:cubicBezTo>
                  <a:cubicBezTo>
                    <a:pt x="71" y="268"/>
                    <a:pt x="67" y="269"/>
                    <a:pt x="43" y="268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97" y="1"/>
                    <a:pt x="97" y="1"/>
                    <a:pt x="97" y="1"/>
                  </a:cubicBezTo>
                  <a:cubicBezTo>
                    <a:pt x="105" y="1"/>
                    <a:pt x="113" y="1"/>
                    <a:pt x="118" y="2"/>
                  </a:cubicBezTo>
                  <a:cubicBezTo>
                    <a:pt x="127" y="3"/>
                    <a:pt x="135" y="9"/>
                    <a:pt x="140" y="16"/>
                  </a:cubicBezTo>
                  <a:cubicBezTo>
                    <a:pt x="145" y="22"/>
                    <a:pt x="146" y="29"/>
                    <a:pt x="146" y="38"/>
                  </a:cubicBezTo>
                  <a:cubicBezTo>
                    <a:pt x="146" y="44"/>
                    <a:pt x="145" y="49"/>
                    <a:pt x="144" y="5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93">
              <a:extLst>
                <a:ext uri="{FF2B5EF4-FFF2-40B4-BE49-F238E27FC236}">
                  <a16:creationId xmlns:a16="http://schemas.microsoft.com/office/drawing/2014/main" id="{561322BD-2030-49E1-BE63-C18DF90F4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2400" y="3695149"/>
              <a:ext cx="224409" cy="648295"/>
            </a:xfrm>
            <a:custGeom>
              <a:avLst/>
              <a:gdLst>
                <a:gd name="T0" fmla="*/ 77 w 81"/>
                <a:gd name="T1" fmla="*/ 234 h 234"/>
                <a:gd name="T2" fmla="*/ 0 w 81"/>
                <a:gd name="T3" fmla="*/ 234 h 234"/>
                <a:gd name="T4" fmla="*/ 56 w 81"/>
                <a:gd name="T5" fmla="*/ 0 h 234"/>
                <a:gd name="T6" fmla="*/ 72 w 81"/>
                <a:gd name="T7" fmla="*/ 0 h 234"/>
                <a:gd name="T8" fmla="*/ 20 w 81"/>
                <a:gd name="T9" fmla="*/ 219 h 234"/>
                <a:gd name="T10" fmla="*/ 81 w 81"/>
                <a:gd name="T11" fmla="*/ 220 h 234"/>
                <a:gd name="T12" fmla="*/ 77 w 81"/>
                <a:gd name="T13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34">
                  <a:moveTo>
                    <a:pt x="77" y="234"/>
                  </a:moveTo>
                  <a:lnTo>
                    <a:pt x="0" y="234"/>
                  </a:lnTo>
                  <a:lnTo>
                    <a:pt x="56" y="0"/>
                  </a:lnTo>
                  <a:lnTo>
                    <a:pt x="72" y="0"/>
                  </a:lnTo>
                  <a:lnTo>
                    <a:pt x="20" y="219"/>
                  </a:lnTo>
                  <a:lnTo>
                    <a:pt x="81" y="220"/>
                  </a:lnTo>
                  <a:lnTo>
                    <a:pt x="77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94">
              <a:extLst>
                <a:ext uri="{FF2B5EF4-FFF2-40B4-BE49-F238E27FC236}">
                  <a16:creationId xmlns:a16="http://schemas.microsoft.com/office/drawing/2014/main" id="{068B0263-4BDA-4266-8231-46359A09B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253" y="3697920"/>
              <a:ext cx="376787" cy="648295"/>
            </a:xfrm>
            <a:custGeom>
              <a:avLst/>
              <a:gdLst>
                <a:gd name="T0" fmla="*/ 0 w 136"/>
                <a:gd name="T1" fmla="*/ 234 h 234"/>
                <a:gd name="T2" fmla="*/ 82 w 136"/>
                <a:gd name="T3" fmla="*/ 234 h 234"/>
                <a:gd name="T4" fmla="*/ 86 w 136"/>
                <a:gd name="T5" fmla="*/ 220 h 234"/>
                <a:gd name="T6" fmla="*/ 19 w 136"/>
                <a:gd name="T7" fmla="*/ 219 h 234"/>
                <a:gd name="T8" fmla="*/ 43 w 136"/>
                <a:gd name="T9" fmla="*/ 119 h 234"/>
                <a:gd name="T10" fmla="*/ 97 w 136"/>
                <a:gd name="T11" fmla="*/ 120 h 234"/>
                <a:gd name="T12" fmla="*/ 101 w 136"/>
                <a:gd name="T13" fmla="*/ 106 h 234"/>
                <a:gd name="T14" fmla="*/ 47 w 136"/>
                <a:gd name="T15" fmla="*/ 105 h 234"/>
                <a:gd name="T16" fmla="*/ 68 w 136"/>
                <a:gd name="T17" fmla="*/ 15 h 234"/>
                <a:gd name="T18" fmla="*/ 133 w 136"/>
                <a:gd name="T19" fmla="*/ 16 h 234"/>
                <a:gd name="T20" fmla="*/ 136 w 136"/>
                <a:gd name="T21" fmla="*/ 1 h 234"/>
                <a:gd name="T22" fmla="*/ 55 w 136"/>
                <a:gd name="T23" fmla="*/ 0 h 234"/>
                <a:gd name="T24" fmla="*/ 0 w 136"/>
                <a:gd name="T25" fmla="*/ 23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6" h="234">
                  <a:moveTo>
                    <a:pt x="0" y="234"/>
                  </a:moveTo>
                  <a:lnTo>
                    <a:pt x="82" y="234"/>
                  </a:lnTo>
                  <a:lnTo>
                    <a:pt x="86" y="220"/>
                  </a:lnTo>
                  <a:lnTo>
                    <a:pt x="19" y="219"/>
                  </a:lnTo>
                  <a:lnTo>
                    <a:pt x="43" y="119"/>
                  </a:lnTo>
                  <a:lnTo>
                    <a:pt x="97" y="120"/>
                  </a:lnTo>
                  <a:lnTo>
                    <a:pt x="101" y="106"/>
                  </a:lnTo>
                  <a:lnTo>
                    <a:pt x="47" y="105"/>
                  </a:lnTo>
                  <a:lnTo>
                    <a:pt x="68" y="15"/>
                  </a:lnTo>
                  <a:lnTo>
                    <a:pt x="133" y="16"/>
                  </a:lnTo>
                  <a:lnTo>
                    <a:pt x="136" y="1"/>
                  </a:lnTo>
                  <a:lnTo>
                    <a:pt x="55" y="0"/>
                  </a:lnTo>
                  <a:lnTo>
                    <a:pt x="0" y="2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27" name="Freeform 95">
            <a:extLst>
              <a:ext uri="{FF2B5EF4-FFF2-40B4-BE49-F238E27FC236}">
                <a16:creationId xmlns:a16="http://schemas.microsoft.com/office/drawing/2014/main" id="{0D9202B9-F851-497E-96DB-D38290B25AE9}"/>
              </a:ext>
            </a:extLst>
          </p:cNvPr>
          <p:cNvSpPr>
            <a:spLocks/>
          </p:cNvSpPr>
          <p:nvPr/>
        </p:nvSpPr>
        <p:spPr bwMode="auto">
          <a:xfrm>
            <a:off x="6394033" y="2286528"/>
            <a:ext cx="389810" cy="399273"/>
          </a:xfrm>
          <a:custGeom>
            <a:avLst/>
            <a:gdLst>
              <a:gd name="T0" fmla="*/ 124 w 206"/>
              <a:gd name="T1" fmla="*/ 84 h 211"/>
              <a:gd name="T2" fmla="*/ 124 w 206"/>
              <a:gd name="T3" fmla="*/ 0 h 211"/>
              <a:gd name="T4" fmla="*/ 81 w 206"/>
              <a:gd name="T5" fmla="*/ 0 h 211"/>
              <a:gd name="T6" fmla="*/ 81 w 206"/>
              <a:gd name="T7" fmla="*/ 84 h 211"/>
              <a:gd name="T8" fmla="*/ 0 w 206"/>
              <a:gd name="T9" fmla="*/ 84 h 211"/>
              <a:gd name="T10" fmla="*/ 0 w 206"/>
              <a:gd name="T11" fmla="*/ 127 h 211"/>
              <a:gd name="T12" fmla="*/ 81 w 206"/>
              <a:gd name="T13" fmla="*/ 127 h 211"/>
              <a:gd name="T14" fmla="*/ 81 w 206"/>
              <a:gd name="T15" fmla="*/ 211 h 211"/>
              <a:gd name="T16" fmla="*/ 124 w 206"/>
              <a:gd name="T17" fmla="*/ 211 h 211"/>
              <a:gd name="T18" fmla="*/ 124 w 206"/>
              <a:gd name="T19" fmla="*/ 127 h 211"/>
              <a:gd name="T20" fmla="*/ 206 w 206"/>
              <a:gd name="T21" fmla="*/ 127 h 211"/>
              <a:gd name="T22" fmla="*/ 206 w 206"/>
              <a:gd name="T23" fmla="*/ 84 h 211"/>
              <a:gd name="T24" fmla="*/ 124 w 206"/>
              <a:gd name="T25" fmla="*/ 84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06" h="211">
                <a:moveTo>
                  <a:pt x="124" y="84"/>
                </a:moveTo>
                <a:lnTo>
                  <a:pt x="124" y="0"/>
                </a:lnTo>
                <a:lnTo>
                  <a:pt x="81" y="0"/>
                </a:lnTo>
                <a:lnTo>
                  <a:pt x="81" y="84"/>
                </a:lnTo>
                <a:lnTo>
                  <a:pt x="0" y="84"/>
                </a:lnTo>
                <a:lnTo>
                  <a:pt x="0" y="127"/>
                </a:lnTo>
                <a:lnTo>
                  <a:pt x="81" y="127"/>
                </a:lnTo>
                <a:lnTo>
                  <a:pt x="81" y="211"/>
                </a:lnTo>
                <a:lnTo>
                  <a:pt x="124" y="211"/>
                </a:lnTo>
                <a:lnTo>
                  <a:pt x="124" y="127"/>
                </a:lnTo>
                <a:lnTo>
                  <a:pt x="206" y="127"/>
                </a:lnTo>
                <a:lnTo>
                  <a:pt x="206" y="84"/>
                </a:lnTo>
                <a:lnTo>
                  <a:pt x="124" y="84"/>
                </a:lnTo>
                <a:close/>
              </a:path>
            </a:pathLst>
          </a:custGeom>
          <a:solidFill>
            <a:srgbClr val="00B4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grpSp>
        <p:nvGrpSpPr>
          <p:cNvPr id="73" name="Grupo 72">
            <a:extLst>
              <a:ext uri="{FF2B5EF4-FFF2-40B4-BE49-F238E27FC236}">
                <a16:creationId xmlns:a16="http://schemas.microsoft.com/office/drawing/2014/main" id="{002F83BB-8FC6-4DDA-B771-A0F42907B01F}"/>
              </a:ext>
            </a:extLst>
          </p:cNvPr>
          <p:cNvGrpSpPr/>
          <p:nvPr/>
        </p:nvGrpSpPr>
        <p:grpSpPr>
          <a:xfrm>
            <a:off x="4748077" y="2271174"/>
            <a:ext cx="1494903" cy="437118"/>
            <a:chOff x="4254909" y="2850150"/>
            <a:chExt cx="2188688" cy="639984"/>
          </a:xfrm>
        </p:grpSpPr>
        <p:sp>
          <p:nvSpPr>
            <p:cNvPr id="11" name="Freeform 79">
              <a:extLst>
                <a:ext uri="{FF2B5EF4-FFF2-40B4-BE49-F238E27FC236}">
                  <a16:creationId xmlns:a16="http://schemas.microsoft.com/office/drawing/2014/main" id="{BCD3F546-2F0E-4B03-8564-B92C84AAC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4909" y="2850150"/>
              <a:ext cx="293672" cy="639984"/>
            </a:xfrm>
            <a:custGeom>
              <a:avLst/>
              <a:gdLst>
                <a:gd name="T0" fmla="*/ 61 w 122"/>
                <a:gd name="T1" fmla="*/ 0 h 266"/>
                <a:gd name="T2" fmla="*/ 121 w 122"/>
                <a:gd name="T3" fmla="*/ 66 h 266"/>
                <a:gd name="T4" fmla="*/ 121 w 122"/>
                <a:gd name="T5" fmla="*/ 74 h 266"/>
                <a:gd name="T6" fmla="*/ 83 w 122"/>
                <a:gd name="T7" fmla="*/ 74 h 266"/>
                <a:gd name="T8" fmla="*/ 83 w 122"/>
                <a:gd name="T9" fmla="*/ 63 h 266"/>
                <a:gd name="T10" fmla="*/ 62 w 122"/>
                <a:gd name="T11" fmla="*/ 37 h 266"/>
                <a:gd name="T12" fmla="*/ 42 w 122"/>
                <a:gd name="T13" fmla="*/ 63 h 266"/>
                <a:gd name="T14" fmla="*/ 122 w 122"/>
                <a:gd name="T15" fmla="*/ 200 h 266"/>
                <a:gd name="T16" fmla="*/ 61 w 122"/>
                <a:gd name="T17" fmla="*/ 266 h 266"/>
                <a:gd name="T18" fmla="*/ 0 w 122"/>
                <a:gd name="T19" fmla="*/ 200 h 266"/>
                <a:gd name="T20" fmla="*/ 0 w 122"/>
                <a:gd name="T21" fmla="*/ 185 h 266"/>
                <a:gd name="T22" fmla="*/ 39 w 122"/>
                <a:gd name="T23" fmla="*/ 185 h 266"/>
                <a:gd name="T24" fmla="*/ 39 w 122"/>
                <a:gd name="T25" fmla="*/ 203 h 266"/>
                <a:gd name="T26" fmla="*/ 60 w 122"/>
                <a:gd name="T27" fmla="*/ 228 h 266"/>
                <a:gd name="T28" fmla="*/ 81 w 122"/>
                <a:gd name="T29" fmla="*/ 203 h 266"/>
                <a:gd name="T30" fmla="*/ 1 w 122"/>
                <a:gd name="T31" fmla="*/ 66 h 266"/>
                <a:gd name="T32" fmla="*/ 61 w 122"/>
                <a:gd name="T33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2" h="266">
                  <a:moveTo>
                    <a:pt x="61" y="0"/>
                  </a:moveTo>
                  <a:cubicBezTo>
                    <a:pt x="101" y="0"/>
                    <a:pt x="121" y="24"/>
                    <a:pt x="121" y="66"/>
                  </a:cubicBezTo>
                  <a:cubicBezTo>
                    <a:pt x="121" y="74"/>
                    <a:pt x="121" y="74"/>
                    <a:pt x="121" y="74"/>
                  </a:cubicBezTo>
                  <a:cubicBezTo>
                    <a:pt x="83" y="74"/>
                    <a:pt x="83" y="74"/>
                    <a:pt x="83" y="74"/>
                  </a:cubicBezTo>
                  <a:cubicBezTo>
                    <a:pt x="83" y="63"/>
                    <a:pt x="83" y="63"/>
                    <a:pt x="83" y="63"/>
                  </a:cubicBezTo>
                  <a:cubicBezTo>
                    <a:pt x="83" y="44"/>
                    <a:pt x="75" y="37"/>
                    <a:pt x="62" y="37"/>
                  </a:cubicBezTo>
                  <a:cubicBezTo>
                    <a:pt x="49" y="37"/>
                    <a:pt x="42" y="44"/>
                    <a:pt x="42" y="63"/>
                  </a:cubicBezTo>
                  <a:cubicBezTo>
                    <a:pt x="42" y="116"/>
                    <a:pt x="122" y="126"/>
                    <a:pt x="122" y="200"/>
                  </a:cubicBezTo>
                  <a:cubicBezTo>
                    <a:pt x="122" y="242"/>
                    <a:pt x="101" y="266"/>
                    <a:pt x="61" y="266"/>
                  </a:cubicBezTo>
                  <a:cubicBezTo>
                    <a:pt x="21" y="266"/>
                    <a:pt x="0" y="242"/>
                    <a:pt x="0" y="200"/>
                  </a:cubicBezTo>
                  <a:cubicBezTo>
                    <a:pt x="0" y="185"/>
                    <a:pt x="0" y="185"/>
                    <a:pt x="0" y="185"/>
                  </a:cubicBezTo>
                  <a:cubicBezTo>
                    <a:pt x="39" y="185"/>
                    <a:pt x="39" y="185"/>
                    <a:pt x="39" y="185"/>
                  </a:cubicBezTo>
                  <a:cubicBezTo>
                    <a:pt x="39" y="203"/>
                    <a:pt x="39" y="203"/>
                    <a:pt x="39" y="203"/>
                  </a:cubicBezTo>
                  <a:cubicBezTo>
                    <a:pt x="39" y="222"/>
                    <a:pt x="47" y="228"/>
                    <a:pt x="60" y="228"/>
                  </a:cubicBezTo>
                  <a:cubicBezTo>
                    <a:pt x="73" y="228"/>
                    <a:pt x="81" y="222"/>
                    <a:pt x="81" y="203"/>
                  </a:cubicBezTo>
                  <a:cubicBezTo>
                    <a:pt x="81" y="150"/>
                    <a:pt x="1" y="140"/>
                    <a:pt x="1" y="66"/>
                  </a:cubicBezTo>
                  <a:cubicBezTo>
                    <a:pt x="1" y="24"/>
                    <a:pt x="22" y="0"/>
                    <a:pt x="6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" name="Freeform 80">
              <a:extLst>
                <a:ext uri="{FF2B5EF4-FFF2-40B4-BE49-F238E27FC236}">
                  <a16:creationId xmlns:a16="http://schemas.microsoft.com/office/drawing/2014/main" id="{E94C4097-2057-40B3-BF85-9C0443375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875" y="2855691"/>
              <a:ext cx="412802" cy="628902"/>
            </a:xfrm>
            <a:custGeom>
              <a:avLst/>
              <a:gdLst>
                <a:gd name="T0" fmla="*/ 76 w 149"/>
                <a:gd name="T1" fmla="*/ 160 h 227"/>
                <a:gd name="T2" fmla="*/ 101 w 149"/>
                <a:gd name="T3" fmla="*/ 0 h 227"/>
                <a:gd name="T4" fmla="*/ 149 w 149"/>
                <a:gd name="T5" fmla="*/ 0 h 227"/>
                <a:gd name="T6" fmla="*/ 149 w 149"/>
                <a:gd name="T7" fmla="*/ 227 h 227"/>
                <a:gd name="T8" fmla="*/ 116 w 149"/>
                <a:gd name="T9" fmla="*/ 227 h 227"/>
                <a:gd name="T10" fmla="*/ 116 w 149"/>
                <a:gd name="T11" fmla="*/ 65 h 227"/>
                <a:gd name="T12" fmla="*/ 92 w 149"/>
                <a:gd name="T13" fmla="*/ 227 h 227"/>
                <a:gd name="T14" fmla="*/ 58 w 149"/>
                <a:gd name="T15" fmla="*/ 227 h 227"/>
                <a:gd name="T16" fmla="*/ 32 w 149"/>
                <a:gd name="T17" fmla="*/ 66 h 227"/>
                <a:gd name="T18" fmla="*/ 32 w 149"/>
                <a:gd name="T19" fmla="*/ 227 h 227"/>
                <a:gd name="T20" fmla="*/ 0 w 149"/>
                <a:gd name="T21" fmla="*/ 227 h 227"/>
                <a:gd name="T22" fmla="*/ 0 w 149"/>
                <a:gd name="T23" fmla="*/ 0 h 227"/>
                <a:gd name="T24" fmla="*/ 50 w 149"/>
                <a:gd name="T25" fmla="*/ 0 h 227"/>
                <a:gd name="T26" fmla="*/ 76 w 149"/>
                <a:gd name="T27" fmla="*/ 16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9" h="227">
                  <a:moveTo>
                    <a:pt x="76" y="160"/>
                  </a:moveTo>
                  <a:lnTo>
                    <a:pt x="101" y="0"/>
                  </a:lnTo>
                  <a:lnTo>
                    <a:pt x="149" y="0"/>
                  </a:lnTo>
                  <a:lnTo>
                    <a:pt x="149" y="227"/>
                  </a:lnTo>
                  <a:lnTo>
                    <a:pt x="116" y="227"/>
                  </a:lnTo>
                  <a:lnTo>
                    <a:pt x="116" y="65"/>
                  </a:lnTo>
                  <a:lnTo>
                    <a:pt x="92" y="227"/>
                  </a:lnTo>
                  <a:lnTo>
                    <a:pt x="58" y="227"/>
                  </a:lnTo>
                  <a:lnTo>
                    <a:pt x="32" y="66"/>
                  </a:lnTo>
                  <a:lnTo>
                    <a:pt x="32" y="227"/>
                  </a:lnTo>
                  <a:lnTo>
                    <a:pt x="0" y="227"/>
                  </a:lnTo>
                  <a:lnTo>
                    <a:pt x="0" y="0"/>
                  </a:lnTo>
                  <a:lnTo>
                    <a:pt x="50" y="0"/>
                  </a:lnTo>
                  <a:lnTo>
                    <a:pt x="76" y="1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81">
              <a:extLst>
                <a:ext uri="{FF2B5EF4-FFF2-40B4-BE49-F238E27FC236}">
                  <a16:creationId xmlns:a16="http://schemas.microsoft.com/office/drawing/2014/main" id="{031ABB4A-9061-4D10-A8F5-EAA5B9E05B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38433" y="2855691"/>
              <a:ext cx="346311" cy="628902"/>
            </a:xfrm>
            <a:custGeom>
              <a:avLst/>
              <a:gdLst>
                <a:gd name="T0" fmla="*/ 44 w 125"/>
                <a:gd name="T1" fmla="*/ 154 h 227"/>
                <a:gd name="T2" fmla="*/ 78 w 125"/>
                <a:gd name="T3" fmla="*/ 154 h 227"/>
                <a:gd name="T4" fmla="*/ 61 w 125"/>
                <a:gd name="T5" fmla="*/ 40 h 227"/>
                <a:gd name="T6" fmla="*/ 44 w 125"/>
                <a:gd name="T7" fmla="*/ 154 h 227"/>
                <a:gd name="T8" fmla="*/ 125 w 125"/>
                <a:gd name="T9" fmla="*/ 227 h 227"/>
                <a:gd name="T10" fmla="*/ 89 w 125"/>
                <a:gd name="T11" fmla="*/ 227 h 227"/>
                <a:gd name="T12" fmla="*/ 83 w 125"/>
                <a:gd name="T13" fmla="*/ 186 h 227"/>
                <a:gd name="T14" fmla="*/ 39 w 125"/>
                <a:gd name="T15" fmla="*/ 186 h 227"/>
                <a:gd name="T16" fmla="*/ 33 w 125"/>
                <a:gd name="T17" fmla="*/ 227 h 227"/>
                <a:gd name="T18" fmla="*/ 0 w 125"/>
                <a:gd name="T19" fmla="*/ 227 h 227"/>
                <a:gd name="T20" fmla="*/ 37 w 125"/>
                <a:gd name="T21" fmla="*/ 0 h 227"/>
                <a:gd name="T22" fmla="*/ 88 w 125"/>
                <a:gd name="T23" fmla="*/ 0 h 227"/>
                <a:gd name="T24" fmla="*/ 125 w 125"/>
                <a:gd name="T25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5" h="227">
                  <a:moveTo>
                    <a:pt x="44" y="154"/>
                  </a:moveTo>
                  <a:lnTo>
                    <a:pt x="78" y="154"/>
                  </a:lnTo>
                  <a:lnTo>
                    <a:pt x="61" y="40"/>
                  </a:lnTo>
                  <a:lnTo>
                    <a:pt x="44" y="154"/>
                  </a:lnTo>
                  <a:close/>
                  <a:moveTo>
                    <a:pt x="125" y="227"/>
                  </a:moveTo>
                  <a:lnTo>
                    <a:pt x="89" y="227"/>
                  </a:lnTo>
                  <a:lnTo>
                    <a:pt x="83" y="186"/>
                  </a:lnTo>
                  <a:lnTo>
                    <a:pt x="39" y="186"/>
                  </a:lnTo>
                  <a:lnTo>
                    <a:pt x="33" y="227"/>
                  </a:lnTo>
                  <a:lnTo>
                    <a:pt x="0" y="227"/>
                  </a:lnTo>
                  <a:lnTo>
                    <a:pt x="37" y="0"/>
                  </a:lnTo>
                  <a:lnTo>
                    <a:pt x="88" y="0"/>
                  </a:lnTo>
                  <a:lnTo>
                    <a:pt x="125" y="2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" name="Freeform 82">
              <a:extLst>
                <a:ext uri="{FF2B5EF4-FFF2-40B4-BE49-F238E27FC236}">
                  <a16:creationId xmlns:a16="http://schemas.microsoft.com/office/drawing/2014/main" id="{2CC0DAA0-EDF1-42D1-9615-60FC98E09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17729" y="2855691"/>
              <a:ext cx="307524" cy="628902"/>
            </a:xfrm>
            <a:custGeom>
              <a:avLst/>
              <a:gdLst>
                <a:gd name="T0" fmla="*/ 41 w 127"/>
                <a:gd name="T1" fmla="*/ 37 h 260"/>
                <a:gd name="T2" fmla="*/ 41 w 127"/>
                <a:gd name="T3" fmla="*/ 117 h 260"/>
                <a:gd name="T4" fmla="*/ 57 w 127"/>
                <a:gd name="T5" fmla="*/ 117 h 260"/>
                <a:gd name="T6" fmla="*/ 81 w 127"/>
                <a:gd name="T7" fmla="*/ 90 h 260"/>
                <a:gd name="T8" fmla="*/ 81 w 127"/>
                <a:gd name="T9" fmla="*/ 64 h 260"/>
                <a:gd name="T10" fmla="*/ 60 w 127"/>
                <a:gd name="T11" fmla="*/ 37 h 260"/>
                <a:gd name="T12" fmla="*/ 41 w 127"/>
                <a:gd name="T13" fmla="*/ 37 h 260"/>
                <a:gd name="T14" fmla="*/ 85 w 127"/>
                <a:gd name="T15" fmla="*/ 260 h 260"/>
                <a:gd name="T16" fmla="*/ 81 w 127"/>
                <a:gd name="T17" fmla="*/ 228 h 260"/>
                <a:gd name="T18" fmla="*/ 81 w 127"/>
                <a:gd name="T19" fmla="*/ 187 h 260"/>
                <a:gd name="T20" fmla="*/ 55 w 127"/>
                <a:gd name="T21" fmla="*/ 154 h 260"/>
                <a:gd name="T22" fmla="*/ 41 w 127"/>
                <a:gd name="T23" fmla="*/ 154 h 260"/>
                <a:gd name="T24" fmla="*/ 41 w 127"/>
                <a:gd name="T25" fmla="*/ 260 h 260"/>
                <a:gd name="T26" fmla="*/ 0 w 127"/>
                <a:gd name="T27" fmla="*/ 260 h 260"/>
                <a:gd name="T28" fmla="*/ 0 w 127"/>
                <a:gd name="T29" fmla="*/ 0 h 260"/>
                <a:gd name="T30" fmla="*/ 61 w 127"/>
                <a:gd name="T31" fmla="*/ 0 h 260"/>
                <a:gd name="T32" fmla="*/ 122 w 127"/>
                <a:gd name="T33" fmla="*/ 60 h 260"/>
                <a:gd name="T34" fmla="*/ 122 w 127"/>
                <a:gd name="T35" fmla="*/ 80 h 260"/>
                <a:gd name="T36" fmla="*/ 95 w 127"/>
                <a:gd name="T37" fmla="*/ 133 h 260"/>
                <a:gd name="T38" fmla="*/ 122 w 127"/>
                <a:gd name="T39" fmla="*/ 188 h 260"/>
                <a:gd name="T40" fmla="*/ 122 w 127"/>
                <a:gd name="T41" fmla="*/ 228 h 260"/>
                <a:gd name="T42" fmla="*/ 127 w 127"/>
                <a:gd name="T43" fmla="*/ 260 h 260"/>
                <a:gd name="T44" fmla="*/ 85 w 127"/>
                <a:gd name="T45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7" h="260">
                  <a:moveTo>
                    <a:pt x="41" y="37"/>
                  </a:moveTo>
                  <a:cubicBezTo>
                    <a:pt x="41" y="117"/>
                    <a:pt x="41" y="117"/>
                    <a:pt x="41" y="117"/>
                  </a:cubicBezTo>
                  <a:cubicBezTo>
                    <a:pt x="57" y="117"/>
                    <a:pt x="57" y="117"/>
                    <a:pt x="57" y="117"/>
                  </a:cubicBezTo>
                  <a:cubicBezTo>
                    <a:pt x="72" y="117"/>
                    <a:pt x="81" y="110"/>
                    <a:pt x="81" y="90"/>
                  </a:cubicBezTo>
                  <a:cubicBezTo>
                    <a:pt x="81" y="64"/>
                    <a:pt x="81" y="64"/>
                    <a:pt x="81" y="64"/>
                  </a:cubicBezTo>
                  <a:cubicBezTo>
                    <a:pt x="81" y="46"/>
                    <a:pt x="75" y="37"/>
                    <a:pt x="60" y="37"/>
                  </a:cubicBezTo>
                  <a:lnTo>
                    <a:pt x="41" y="37"/>
                  </a:lnTo>
                  <a:close/>
                  <a:moveTo>
                    <a:pt x="85" y="260"/>
                  </a:moveTo>
                  <a:cubicBezTo>
                    <a:pt x="83" y="253"/>
                    <a:pt x="81" y="249"/>
                    <a:pt x="81" y="228"/>
                  </a:cubicBezTo>
                  <a:cubicBezTo>
                    <a:pt x="81" y="187"/>
                    <a:pt x="81" y="187"/>
                    <a:pt x="81" y="187"/>
                  </a:cubicBezTo>
                  <a:cubicBezTo>
                    <a:pt x="81" y="163"/>
                    <a:pt x="73" y="154"/>
                    <a:pt x="55" y="154"/>
                  </a:cubicBezTo>
                  <a:cubicBezTo>
                    <a:pt x="41" y="154"/>
                    <a:pt x="41" y="154"/>
                    <a:pt x="41" y="154"/>
                  </a:cubicBezTo>
                  <a:cubicBezTo>
                    <a:pt x="41" y="260"/>
                    <a:pt x="41" y="260"/>
                    <a:pt x="41" y="260"/>
                  </a:cubicBezTo>
                  <a:cubicBezTo>
                    <a:pt x="0" y="260"/>
                    <a:pt x="0" y="260"/>
                    <a:pt x="0" y="2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104" y="0"/>
                    <a:pt x="122" y="20"/>
                    <a:pt x="122" y="60"/>
                  </a:cubicBezTo>
                  <a:cubicBezTo>
                    <a:pt x="122" y="80"/>
                    <a:pt x="122" y="80"/>
                    <a:pt x="122" y="80"/>
                  </a:cubicBezTo>
                  <a:cubicBezTo>
                    <a:pt x="122" y="107"/>
                    <a:pt x="113" y="124"/>
                    <a:pt x="95" y="133"/>
                  </a:cubicBezTo>
                  <a:cubicBezTo>
                    <a:pt x="115" y="142"/>
                    <a:pt x="122" y="161"/>
                    <a:pt x="122" y="188"/>
                  </a:cubicBezTo>
                  <a:cubicBezTo>
                    <a:pt x="122" y="228"/>
                    <a:pt x="122" y="228"/>
                    <a:pt x="122" y="228"/>
                  </a:cubicBezTo>
                  <a:cubicBezTo>
                    <a:pt x="122" y="241"/>
                    <a:pt x="123" y="250"/>
                    <a:pt x="127" y="260"/>
                  </a:cubicBezTo>
                  <a:lnTo>
                    <a:pt x="85" y="2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" name="Freeform 83">
              <a:extLst>
                <a:ext uri="{FF2B5EF4-FFF2-40B4-BE49-F238E27FC236}">
                  <a16:creationId xmlns:a16="http://schemas.microsoft.com/office/drawing/2014/main" id="{D529E29C-585E-49A1-B8B4-94425054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8843" y="2855691"/>
              <a:ext cx="304754" cy="628902"/>
            </a:xfrm>
            <a:custGeom>
              <a:avLst/>
              <a:gdLst>
                <a:gd name="T0" fmla="*/ 0 w 110"/>
                <a:gd name="T1" fmla="*/ 0 h 227"/>
                <a:gd name="T2" fmla="*/ 110 w 110"/>
                <a:gd name="T3" fmla="*/ 0 h 227"/>
                <a:gd name="T4" fmla="*/ 110 w 110"/>
                <a:gd name="T5" fmla="*/ 32 h 227"/>
                <a:gd name="T6" fmla="*/ 72 w 110"/>
                <a:gd name="T7" fmla="*/ 32 h 227"/>
                <a:gd name="T8" fmla="*/ 72 w 110"/>
                <a:gd name="T9" fmla="*/ 227 h 227"/>
                <a:gd name="T10" fmla="*/ 37 w 110"/>
                <a:gd name="T11" fmla="*/ 227 h 227"/>
                <a:gd name="T12" fmla="*/ 37 w 110"/>
                <a:gd name="T13" fmla="*/ 32 h 227"/>
                <a:gd name="T14" fmla="*/ 0 w 110"/>
                <a:gd name="T15" fmla="*/ 32 h 227"/>
                <a:gd name="T16" fmla="*/ 0 w 110"/>
                <a:gd name="T17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" h="227">
                  <a:moveTo>
                    <a:pt x="0" y="0"/>
                  </a:moveTo>
                  <a:lnTo>
                    <a:pt x="110" y="0"/>
                  </a:lnTo>
                  <a:lnTo>
                    <a:pt x="110" y="32"/>
                  </a:lnTo>
                  <a:lnTo>
                    <a:pt x="72" y="32"/>
                  </a:lnTo>
                  <a:lnTo>
                    <a:pt x="72" y="227"/>
                  </a:lnTo>
                  <a:lnTo>
                    <a:pt x="37" y="227"/>
                  </a:lnTo>
                  <a:lnTo>
                    <a:pt x="37" y="32"/>
                  </a:lnTo>
                  <a:lnTo>
                    <a:pt x="0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605F283D-3632-4966-A597-B02E54BCAB06}"/>
              </a:ext>
            </a:extLst>
          </p:cNvPr>
          <p:cNvGrpSpPr/>
          <p:nvPr/>
        </p:nvGrpSpPr>
        <p:grpSpPr>
          <a:xfrm>
            <a:off x="5148912" y="3397299"/>
            <a:ext cx="1894175" cy="493886"/>
            <a:chOff x="4856105" y="4501363"/>
            <a:chExt cx="2773261" cy="723099"/>
          </a:xfrm>
        </p:grpSpPr>
        <p:sp>
          <p:nvSpPr>
            <p:cNvPr id="9" name="Freeform 77">
              <a:extLst>
                <a:ext uri="{FF2B5EF4-FFF2-40B4-BE49-F238E27FC236}">
                  <a16:creationId xmlns:a16="http://schemas.microsoft.com/office/drawing/2014/main" id="{D7B01D51-0C5F-4EE3-B8D5-FD1D16E02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8203" y="4501363"/>
              <a:ext cx="191163" cy="182852"/>
            </a:xfrm>
            <a:custGeom>
              <a:avLst/>
              <a:gdLst>
                <a:gd name="T0" fmla="*/ 69 w 69"/>
                <a:gd name="T1" fmla="*/ 65 h 66"/>
                <a:gd name="T2" fmla="*/ 59 w 69"/>
                <a:gd name="T3" fmla="*/ 66 h 66"/>
                <a:gd name="T4" fmla="*/ 54 w 69"/>
                <a:gd name="T5" fmla="*/ 12 h 66"/>
                <a:gd name="T6" fmla="*/ 2 w 69"/>
                <a:gd name="T7" fmla="*/ 20 h 66"/>
                <a:gd name="T8" fmla="*/ 0 w 69"/>
                <a:gd name="T9" fmla="*/ 10 h 66"/>
                <a:gd name="T10" fmla="*/ 64 w 69"/>
                <a:gd name="T11" fmla="*/ 0 h 66"/>
                <a:gd name="T12" fmla="*/ 69 w 69"/>
                <a:gd name="T13" fmla="*/ 65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66">
                  <a:moveTo>
                    <a:pt x="69" y="65"/>
                  </a:moveTo>
                  <a:lnTo>
                    <a:pt x="59" y="66"/>
                  </a:lnTo>
                  <a:lnTo>
                    <a:pt x="54" y="12"/>
                  </a:lnTo>
                  <a:lnTo>
                    <a:pt x="2" y="20"/>
                  </a:lnTo>
                  <a:lnTo>
                    <a:pt x="0" y="10"/>
                  </a:lnTo>
                  <a:lnTo>
                    <a:pt x="64" y="0"/>
                  </a:lnTo>
                  <a:lnTo>
                    <a:pt x="69" y="65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36" name="Freeform 104">
              <a:extLst>
                <a:ext uri="{FF2B5EF4-FFF2-40B4-BE49-F238E27FC236}">
                  <a16:creationId xmlns:a16="http://schemas.microsoft.com/office/drawing/2014/main" id="{60AB9BED-2496-4B32-95F6-12715DEA6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9499" y="4501363"/>
              <a:ext cx="41557" cy="3878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AE0E3A28-CCA9-43B9-9F82-773EF50511A3}"/>
                </a:ext>
              </a:extLst>
            </p:cNvPr>
            <p:cNvGrpSpPr/>
            <p:nvPr/>
          </p:nvGrpSpPr>
          <p:grpSpPr>
            <a:xfrm>
              <a:off x="4856105" y="4504132"/>
              <a:ext cx="2698458" cy="720330"/>
              <a:chOff x="4856105" y="4504132"/>
              <a:chExt cx="2698458" cy="720330"/>
            </a:xfrm>
          </p:grpSpPr>
          <p:sp>
            <p:nvSpPr>
              <p:cNvPr id="33" name="Freeform 101">
                <a:extLst>
                  <a:ext uri="{FF2B5EF4-FFF2-40B4-BE49-F238E27FC236}">
                    <a16:creationId xmlns:a16="http://schemas.microsoft.com/office/drawing/2014/main" id="{CED5016C-DECA-4CA4-84B1-DCFD3BEF1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21958" y="5188445"/>
                <a:ext cx="36016" cy="36017"/>
              </a:xfrm>
              <a:custGeom>
                <a:avLst/>
                <a:gdLst>
                  <a:gd name="T0" fmla="*/ 0 w 15"/>
                  <a:gd name="T1" fmla="*/ 8 h 15"/>
                  <a:gd name="T2" fmla="*/ 7 w 15"/>
                  <a:gd name="T3" fmla="*/ 0 h 15"/>
                  <a:gd name="T4" fmla="*/ 7 w 15"/>
                  <a:gd name="T5" fmla="*/ 0 h 15"/>
                  <a:gd name="T6" fmla="*/ 15 w 15"/>
                  <a:gd name="T7" fmla="*/ 7 h 15"/>
                  <a:gd name="T8" fmla="*/ 15 w 15"/>
                  <a:gd name="T9" fmla="*/ 7 h 15"/>
                  <a:gd name="T10" fmla="*/ 8 w 15"/>
                  <a:gd name="T11" fmla="*/ 15 h 15"/>
                  <a:gd name="T12" fmla="*/ 8 w 15"/>
                  <a:gd name="T13" fmla="*/ 15 h 15"/>
                  <a:gd name="T14" fmla="*/ 8 w 15"/>
                  <a:gd name="T15" fmla="*/ 15 h 15"/>
                  <a:gd name="T16" fmla="*/ 8 w 15"/>
                  <a:gd name="T17" fmla="*/ 15 h 15"/>
                  <a:gd name="T18" fmla="*/ 7 w 15"/>
                  <a:gd name="T19" fmla="*/ 15 h 15"/>
                  <a:gd name="T20" fmla="*/ 7 w 15"/>
                  <a:gd name="T21" fmla="*/ 15 h 15"/>
                  <a:gd name="T22" fmla="*/ 0 w 15"/>
                  <a:gd name="T23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" h="15">
                    <a:moveTo>
                      <a:pt x="0" y="8"/>
                    </a:moveTo>
                    <a:cubicBezTo>
                      <a:pt x="0" y="4"/>
                      <a:pt x="3" y="1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1" y="0"/>
                      <a:pt x="14" y="3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11"/>
                      <a:pt x="12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3" y="15"/>
                      <a:pt x="0" y="12"/>
                      <a:pt x="0" y="8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77" name="Grupo 76">
                <a:extLst>
                  <a:ext uri="{FF2B5EF4-FFF2-40B4-BE49-F238E27FC236}">
                    <a16:creationId xmlns:a16="http://schemas.microsoft.com/office/drawing/2014/main" id="{36DCB76C-FDFA-4B38-9883-1B0A45F4813D}"/>
                  </a:ext>
                </a:extLst>
              </p:cNvPr>
              <p:cNvGrpSpPr/>
              <p:nvPr/>
            </p:nvGrpSpPr>
            <p:grpSpPr>
              <a:xfrm>
                <a:off x="4856105" y="4504132"/>
                <a:ext cx="2698458" cy="714789"/>
                <a:chOff x="4856105" y="4504132"/>
                <a:chExt cx="2698458" cy="714789"/>
              </a:xfrm>
            </p:grpSpPr>
            <p:grpSp>
              <p:nvGrpSpPr>
                <p:cNvPr id="72" name="Grupo 71">
                  <a:extLst>
                    <a:ext uri="{FF2B5EF4-FFF2-40B4-BE49-F238E27FC236}">
                      <a16:creationId xmlns:a16="http://schemas.microsoft.com/office/drawing/2014/main" id="{C50589C0-1DE6-41BA-9CEE-4E2076817B4F}"/>
                    </a:ext>
                  </a:extLst>
                </p:cNvPr>
                <p:cNvGrpSpPr/>
                <p:nvPr/>
              </p:nvGrpSpPr>
              <p:grpSpPr>
                <a:xfrm>
                  <a:off x="4919827" y="4587247"/>
                  <a:ext cx="2634736" cy="631674"/>
                  <a:chOff x="4919827" y="4587247"/>
                  <a:chExt cx="2634736" cy="631674"/>
                </a:xfrm>
              </p:grpSpPr>
              <p:sp>
                <p:nvSpPr>
                  <p:cNvPr id="30" name="Freeform 98">
                    <a:extLst>
                      <a:ext uri="{FF2B5EF4-FFF2-40B4-BE49-F238E27FC236}">
                        <a16:creationId xmlns:a16="http://schemas.microsoft.com/office/drawing/2014/main" id="{281CC44C-D8B9-4DB2-8D95-5FAFCA3743C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919827" y="4590019"/>
                    <a:ext cx="1230098" cy="628902"/>
                  </a:xfrm>
                  <a:custGeom>
                    <a:avLst/>
                    <a:gdLst>
                      <a:gd name="T0" fmla="*/ 495 w 509"/>
                      <a:gd name="T1" fmla="*/ 254 h 261"/>
                      <a:gd name="T2" fmla="*/ 502 w 509"/>
                      <a:gd name="T3" fmla="*/ 247 h 261"/>
                      <a:gd name="T4" fmla="*/ 509 w 509"/>
                      <a:gd name="T5" fmla="*/ 254 h 261"/>
                      <a:gd name="T6" fmla="*/ 501 w 509"/>
                      <a:gd name="T7" fmla="*/ 261 h 261"/>
                      <a:gd name="T8" fmla="*/ 451 w 509"/>
                      <a:gd name="T9" fmla="*/ 249 h 261"/>
                      <a:gd name="T10" fmla="*/ 459 w 509"/>
                      <a:gd name="T11" fmla="*/ 243 h 261"/>
                      <a:gd name="T12" fmla="*/ 466 w 509"/>
                      <a:gd name="T13" fmla="*/ 251 h 261"/>
                      <a:gd name="T14" fmla="*/ 457 w 509"/>
                      <a:gd name="T15" fmla="*/ 257 h 261"/>
                      <a:gd name="T16" fmla="*/ 408 w 509"/>
                      <a:gd name="T17" fmla="*/ 242 h 261"/>
                      <a:gd name="T18" fmla="*/ 417 w 509"/>
                      <a:gd name="T19" fmla="*/ 236 h 261"/>
                      <a:gd name="T20" fmla="*/ 415 w 509"/>
                      <a:gd name="T21" fmla="*/ 251 h 261"/>
                      <a:gd name="T22" fmla="*/ 371 w 509"/>
                      <a:gd name="T23" fmla="*/ 241 h 261"/>
                      <a:gd name="T24" fmla="*/ 366 w 509"/>
                      <a:gd name="T25" fmla="*/ 232 h 261"/>
                      <a:gd name="T26" fmla="*/ 374 w 509"/>
                      <a:gd name="T27" fmla="*/ 227 h 261"/>
                      <a:gd name="T28" fmla="*/ 380 w 509"/>
                      <a:gd name="T29" fmla="*/ 236 h 261"/>
                      <a:gd name="T30" fmla="*/ 371 w 509"/>
                      <a:gd name="T31" fmla="*/ 241 h 261"/>
                      <a:gd name="T32" fmla="*/ 324 w 509"/>
                      <a:gd name="T33" fmla="*/ 220 h 261"/>
                      <a:gd name="T34" fmla="*/ 338 w 509"/>
                      <a:gd name="T35" fmla="*/ 225 h 261"/>
                      <a:gd name="T36" fmla="*/ 331 w 509"/>
                      <a:gd name="T37" fmla="*/ 230 h 261"/>
                      <a:gd name="T38" fmla="*/ 283 w 509"/>
                      <a:gd name="T39" fmla="*/ 205 h 261"/>
                      <a:gd name="T40" fmla="*/ 292 w 509"/>
                      <a:gd name="T41" fmla="*/ 201 h 261"/>
                      <a:gd name="T42" fmla="*/ 289 w 509"/>
                      <a:gd name="T43" fmla="*/ 215 h 261"/>
                      <a:gd name="T44" fmla="*/ 246 w 509"/>
                      <a:gd name="T45" fmla="*/ 198 h 261"/>
                      <a:gd name="T46" fmla="*/ 252 w 509"/>
                      <a:gd name="T47" fmla="*/ 184 h 261"/>
                      <a:gd name="T48" fmla="*/ 256 w 509"/>
                      <a:gd name="T49" fmla="*/ 194 h 261"/>
                      <a:gd name="T50" fmla="*/ 246 w 509"/>
                      <a:gd name="T51" fmla="*/ 198 h 261"/>
                      <a:gd name="T52" fmla="*/ 204 w 509"/>
                      <a:gd name="T53" fmla="*/ 168 h 261"/>
                      <a:gd name="T54" fmla="*/ 214 w 509"/>
                      <a:gd name="T55" fmla="*/ 165 h 261"/>
                      <a:gd name="T56" fmla="*/ 217 w 509"/>
                      <a:gd name="T57" fmla="*/ 175 h 261"/>
                      <a:gd name="T58" fmla="*/ 207 w 509"/>
                      <a:gd name="T59" fmla="*/ 178 h 261"/>
                      <a:gd name="T60" fmla="*/ 166 w 509"/>
                      <a:gd name="T61" fmla="*/ 146 h 261"/>
                      <a:gd name="T62" fmla="*/ 179 w 509"/>
                      <a:gd name="T63" fmla="*/ 154 h 261"/>
                      <a:gd name="T64" fmla="*/ 172 w 509"/>
                      <a:gd name="T65" fmla="*/ 157 h 261"/>
                      <a:gd name="T66" fmla="*/ 130 w 509"/>
                      <a:gd name="T67" fmla="*/ 121 h 261"/>
                      <a:gd name="T68" fmla="*/ 140 w 509"/>
                      <a:gd name="T69" fmla="*/ 120 h 261"/>
                      <a:gd name="T70" fmla="*/ 136 w 509"/>
                      <a:gd name="T71" fmla="*/ 133 h 261"/>
                      <a:gd name="T72" fmla="*/ 97 w 509"/>
                      <a:gd name="T73" fmla="*/ 105 h 261"/>
                      <a:gd name="T74" fmla="*/ 106 w 509"/>
                      <a:gd name="T75" fmla="*/ 94 h 261"/>
                      <a:gd name="T76" fmla="*/ 106 w 509"/>
                      <a:gd name="T77" fmla="*/ 94 h 261"/>
                      <a:gd name="T78" fmla="*/ 101 w 509"/>
                      <a:gd name="T79" fmla="*/ 107 h 261"/>
                      <a:gd name="T80" fmla="*/ 64 w 509"/>
                      <a:gd name="T81" fmla="*/ 76 h 261"/>
                      <a:gd name="T82" fmla="*/ 73 w 509"/>
                      <a:gd name="T83" fmla="*/ 65 h 261"/>
                      <a:gd name="T84" fmla="*/ 74 w 509"/>
                      <a:gd name="T85" fmla="*/ 76 h 261"/>
                      <a:gd name="T86" fmla="*/ 64 w 509"/>
                      <a:gd name="T87" fmla="*/ 76 h 261"/>
                      <a:gd name="T88" fmla="*/ 32 w 509"/>
                      <a:gd name="T89" fmla="*/ 35 h 261"/>
                      <a:gd name="T90" fmla="*/ 42 w 509"/>
                      <a:gd name="T91" fmla="*/ 35 h 261"/>
                      <a:gd name="T92" fmla="*/ 37 w 509"/>
                      <a:gd name="T93" fmla="*/ 47 h 261"/>
                      <a:gd name="T94" fmla="*/ 3 w 509"/>
                      <a:gd name="T95" fmla="*/ 12 h 261"/>
                      <a:gd name="T96" fmla="*/ 3 w 509"/>
                      <a:gd name="T97" fmla="*/ 2 h 261"/>
                      <a:gd name="T98" fmla="*/ 14 w 509"/>
                      <a:gd name="T99" fmla="*/ 3 h 261"/>
                      <a:gd name="T100" fmla="*/ 13 w 509"/>
                      <a:gd name="T101" fmla="*/ 13 h 261"/>
                      <a:gd name="T102" fmla="*/ 3 w 509"/>
                      <a:gd name="T103" fmla="*/ 12 h 2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509" h="261">
                        <a:moveTo>
                          <a:pt x="501" y="261"/>
                        </a:moveTo>
                        <a:cubicBezTo>
                          <a:pt x="497" y="261"/>
                          <a:pt x="494" y="258"/>
                          <a:pt x="495" y="254"/>
                        </a:cubicBezTo>
                        <a:cubicBezTo>
                          <a:pt x="495" y="254"/>
                          <a:pt x="495" y="254"/>
                          <a:pt x="495" y="254"/>
                        </a:cubicBezTo>
                        <a:cubicBezTo>
                          <a:pt x="495" y="250"/>
                          <a:pt x="498" y="247"/>
                          <a:pt x="502" y="247"/>
                        </a:cubicBezTo>
                        <a:cubicBezTo>
                          <a:pt x="502" y="247"/>
                          <a:pt x="502" y="247"/>
                          <a:pt x="502" y="247"/>
                        </a:cubicBezTo>
                        <a:cubicBezTo>
                          <a:pt x="502" y="247"/>
                          <a:pt x="502" y="247"/>
                          <a:pt x="502" y="247"/>
                        </a:cubicBezTo>
                        <a:cubicBezTo>
                          <a:pt x="502" y="247"/>
                          <a:pt x="502" y="247"/>
                          <a:pt x="502" y="247"/>
                        </a:cubicBezTo>
                        <a:cubicBezTo>
                          <a:pt x="506" y="247"/>
                          <a:pt x="509" y="250"/>
                          <a:pt x="509" y="254"/>
                        </a:cubicBezTo>
                        <a:cubicBezTo>
                          <a:pt x="509" y="254"/>
                          <a:pt x="509" y="254"/>
                          <a:pt x="509" y="254"/>
                        </a:cubicBezTo>
                        <a:cubicBezTo>
                          <a:pt x="509" y="258"/>
                          <a:pt x="506" y="261"/>
                          <a:pt x="502" y="261"/>
                        </a:cubicBezTo>
                        <a:cubicBezTo>
                          <a:pt x="502" y="261"/>
                          <a:pt x="502" y="261"/>
                          <a:pt x="502" y="261"/>
                        </a:cubicBezTo>
                        <a:cubicBezTo>
                          <a:pt x="502" y="261"/>
                          <a:pt x="502" y="261"/>
                          <a:pt x="501" y="261"/>
                        </a:cubicBezTo>
                        <a:close/>
                        <a:moveTo>
                          <a:pt x="457" y="257"/>
                        </a:moveTo>
                        <a:cubicBezTo>
                          <a:pt x="454" y="257"/>
                          <a:pt x="451" y="253"/>
                          <a:pt x="451" y="249"/>
                        </a:cubicBezTo>
                        <a:cubicBezTo>
                          <a:pt x="451" y="249"/>
                          <a:pt x="451" y="249"/>
                          <a:pt x="451" y="249"/>
                        </a:cubicBezTo>
                        <a:cubicBezTo>
                          <a:pt x="452" y="245"/>
                          <a:pt x="455" y="242"/>
                          <a:pt x="459" y="243"/>
                        </a:cubicBezTo>
                        <a:cubicBezTo>
                          <a:pt x="459" y="243"/>
                          <a:pt x="459" y="243"/>
                          <a:pt x="459" y="243"/>
                        </a:cubicBezTo>
                        <a:cubicBezTo>
                          <a:pt x="459" y="243"/>
                          <a:pt x="459" y="243"/>
                          <a:pt x="459" y="243"/>
                        </a:cubicBezTo>
                        <a:cubicBezTo>
                          <a:pt x="459" y="243"/>
                          <a:pt x="459" y="243"/>
                          <a:pt x="459" y="243"/>
                        </a:cubicBezTo>
                        <a:cubicBezTo>
                          <a:pt x="463" y="243"/>
                          <a:pt x="466" y="247"/>
                          <a:pt x="466" y="251"/>
                        </a:cubicBezTo>
                        <a:cubicBezTo>
                          <a:pt x="466" y="251"/>
                          <a:pt x="466" y="251"/>
                          <a:pt x="466" y="251"/>
                        </a:cubicBezTo>
                        <a:cubicBezTo>
                          <a:pt x="465" y="255"/>
                          <a:pt x="462" y="257"/>
                          <a:pt x="458" y="257"/>
                        </a:cubicBezTo>
                        <a:cubicBezTo>
                          <a:pt x="458" y="257"/>
                          <a:pt x="458" y="257"/>
                          <a:pt x="458" y="257"/>
                        </a:cubicBezTo>
                        <a:cubicBezTo>
                          <a:pt x="458" y="257"/>
                          <a:pt x="458" y="257"/>
                          <a:pt x="457" y="257"/>
                        </a:cubicBezTo>
                        <a:close/>
                        <a:moveTo>
                          <a:pt x="414" y="251"/>
                        </a:moveTo>
                        <a:cubicBezTo>
                          <a:pt x="414" y="251"/>
                          <a:pt x="414" y="251"/>
                          <a:pt x="414" y="251"/>
                        </a:cubicBezTo>
                        <a:cubicBezTo>
                          <a:pt x="410" y="250"/>
                          <a:pt x="407" y="246"/>
                          <a:pt x="408" y="242"/>
                        </a:cubicBezTo>
                        <a:cubicBezTo>
                          <a:pt x="408" y="242"/>
                          <a:pt x="408" y="242"/>
                          <a:pt x="408" y="242"/>
                        </a:cubicBezTo>
                        <a:cubicBezTo>
                          <a:pt x="409" y="238"/>
                          <a:pt x="413" y="236"/>
                          <a:pt x="417" y="236"/>
                        </a:cubicBezTo>
                        <a:cubicBezTo>
                          <a:pt x="417" y="236"/>
                          <a:pt x="417" y="236"/>
                          <a:pt x="417" y="236"/>
                        </a:cubicBezTo>
                        <a:cubicBezTo>
                          <a:pt x="421" y="237"/>
                          <a:pt x="423" y="241"/>
                          <a:pt x="422" y="245"/>
                        </a:cubicBezTo>
                        <a:cubicBezTo>
                          <a:pt x="422" y="245"/>
                          <a:pt x="422" y="245"/>
                          <a:pt x="422" y="245"/>
                        </a:cubicBezTo>
                        <a:cubicBezTo>
                          <a:pt x="422" y="248"/>
                          <a:pt x="419" y="251"/>
                          <a:pt x="415" y="251"/>
                        </a:cubicBezTo>
                        <a:cubicBezTo>
                          <a:pt x="415" y="251"/>
                          <a:pt x="415" y="251"/>
                          <a:pt x="415" y="251"/>
                        </a:cubicBezTo>
                        <a:cubicBezTo>
                          <a:pt x="415" y="251"/>
                          <a:pt x="414" y="251"/>
                          <a:pt x="414" y="251"/>
                        </a:cubicBezTo>
                        <a:close/>
                        <a:moveTo>
                          <a:pt x="371" y="241"/>
                        </a:moveTo>
                        <a:cubicBezTo>
                          <a:pt x="371" y="241"/>
                          <a:pt x="371" y="241"/>
                          <a:pt x="371" y="241"/>
                        </a:cubicBezTo>
                        <a:cubicBezTo>
                          <a:pt x="367" y="240"/>
                          <a:pt x="365" y="236"/>
                          <a:pt x="366" y="232"/>
                        </a:cubicBezTo>
                        <a:cubicBezTo>
                          <a:pt x="366" y="232"/>
                          <a:pt x="366" y="232"/>
                          <a:pt x="366" y="232"/>
                        </a:cubicBezTo>
                        <a:cubicBezTo>
                          <a:pt x="366" y="229"/>
                          <a:pt x="371" y="226"/>
                          <a:pt x="374" y="227"/>
                        </a:cubicBezTo>
                        <a:cubicBezTo>
                          <a:pt x="374" y="227"/>
                          <a:pt x="374" y="227"/>
                          <a:pt x="374" y="227"/>
                        </a:cubicBezTo>
                        <a:cubicBezTo>
                          <a:pt x="374" y="227"/>
                          <a:pt x="374" y="227"/>
                          <a:pt x="374" y="227"/>
                        </a:cubicBezTo>
                        <a:cubicBezTo>
                          <a:pt x="374" y="227"/>
                          <a:pt x="374" y="227"/>
                          <a:pt x="374" y="227"/>
                        </a:cubicBezTo>
                        <a:cubicBezTo>
                          <a:pt x="378" y="228"/>
                          <a:pt x="381" y="232"/>
                          <a:pt x="380" y="236"/>
                        </a:cubicBezTo>
                        <a:cubicBezTo>
                          <a:pt x="380" y="236"/>
                          <a:pt x="380" y="236"/>
                          <a:pt x="380" y="236"/>
                        </a:cubicBezTo>
                        <a:cubicBezTo>
                          <a:pt x="379" y="239"/>
                          <a:pt x="376" y="242"/>
                          <a:pt x="373" y="242"/>
                        </a:cubicBezTo>
                        <a:cubicBezTo>
                          <a:pt x="373" y="242"/>
                          <a:pt x="373" y="242"/>
                          <a:pt x="373" y="242"/>
                        </a:cubicBezTo>
                        <a:cubicBezTo>
                          <a:pt x="372" y="242"/>
                          <a:pt x="371" y="242"/>
                          <a:pt x="371" y="241"/>
                        </a:cubicBezTo>
                        <a:close/>
                        <a:moveTo>
                          <a:pt x="328" y="229"/>
                        </a:moveTo>
                        <a:cubicBezTo>
                          <a:pt x="325" y="228"/>
                          <a:pt x="322" y="224"/>
                          <a:pt x="324" y="220"/>
                        </a:cubicBezTo>
                        <a:cubicBezTo>
                          <a:pt x="324" y="220"/>
                          <a:pt x="324" y="220"/>
                          <a:pt x="324" y="220"/>
                        </a:cubicBezTo>
                        <a:cubicBezTo>
                          <a:pt x="325" y="216"/>
                          <a:pt x="329" y="214"/>
                          <a:pt x="333" y="215"/>
                        </a:cubicBezTo>
                        <a:cubicBezTo>
                          <a:pt x="333" y="215"/>
                          <a:pt x="333" y="215"/>
                          <a:pt x="333" y="215"/>
                        </a:cubicBezTo>
                        <a:cubicBezTo>
                          <a:pt x="337" y="217"/>
                          <a:pt x="339" y="221"/>
                          <a:pt x="338" y="225"/>
                        </a:cubicBezTo>
                        <a:cubicBezTo>
                          <a:pt x="338" y="225"/>
                          <a:pt x="338" y="225"/>
                          <a:pt x="338" y="225"/>
                        </a:cubicBezTo>
                        <a:cubicBezTo>
                          <a:pt x="337" y="228"/>
                          <a:pt x="334" y="230"/>
                          <a:pt x="331" y="230"/>
                        </a:cubicBezTo>
                        <a:cubicBezTo>
                          <a:pt x="331" y="230"/>
                          <a:pt x="331" y="230"/>
                          <a:pt x="331" y="230"/>
                        </a:cubicBezTo>
                        <a:cubicBezTo>
                          <a:pt x="330" y="230"/>
                          <a:pt x="329" y="230"/>
                          <a:pt x="328" y="229"/>
                        </a:cubicBezTo>
                        <a:close/>
                        <a:moveTo>
                          <a:pt x="287" y="215"/>
                        </a:moveTo>
                        <a:cubicBezTo>
                          <a:pt x="283" y="213"/>
                          <a:pt x="281" y="209"/>
                          <a:pt x="283" y="205"/>
                        </a:cubicBezTo>
                        <a:cubicBezTo>
                          <a:pt x="283" y="205"/>
                          <a:pt x="283" y="205"/>
                          <a:pt x="283" y="205"/>
                        </a:cubicBezTo>
                        <a:cubicBezTo>
                          <a:pt x="284" y="202"/>
                          <a:pt x="288" y="200"/>
                          <a:pt x="292" y="201"/>
                        </a:cubicBezTo>
                        <a:cubicBezTo>
                          <a:pt x="292" y="201"/>
                          <a:pt x="292" y="201"/>
                          <a:pt x="292" y="201"/>
                        </a:cubicBezTo>
                        <a:cubicBezTo>
                          <a:pt x="296" y="203"/>
                          <a:pt x="298" y="207"/>
                          <a:pt x="296" y="211"/>
                        </a:cubicBezTo>
                        <a:cubicBezTo>
                          <a:pt x="296" y="211"/>
                          <a:pt x="296" y="211"/>
                          <a:pt x="296" y="211"/>
                        </a:cubicBezTo>
                        <a:cubicBezTo>
                          <a:pt x="295" y="214"/>
                          <a:pt x="292" y="215"/>
                          <a:pt x="289" y="215"/>
                        </a:cubicBezTo>
                        <a:cubicBezTo>
                          <a:pt x="289" y="215"/>
                          <a:pt x="289" y="215"/>
                          <a:pt x="289" y="215"/>
                        </a:cubicBezTo>
                        <a:cubicBezTo>
                          <a:pt x="289" y="215"/>
                          <a:pt x="288" y="215"/>
                          <a:pt x="287" y="215"/>
                        </a:cubicBezTo>
                        <a:close/>
                        <a:moveTo>
                          <a:pt x="246" y="198"/>
                        </a:moveTo>
                        <a:cubicBezTo>
                          <a:pt x="243" y="196"/>
                          <a:pt x="241" y="192"/>
                          <a:pt x="243" y="188"/>
                        </a:cubicBezTo>
                        <a:cubicBezTo>
                          <a:pt x="243" y="188"/>
                          <a:pt x="243" y="188"/>
                          <a:pt x="243" y="188"/>
                        </a:cubicBezTo>
                        <a:cubicBezTo>
                          <a:pt x="244" y="184"/>
                          <a:pt x="249" y="183"/>
                          <a:pt x="252" y="184"/>
                        </a:cubicBezTo>
                        <a:cubicBezTo>
                          <a:pt x="252" y="184"/>
                          <a:pt x="252" y="184"/>
                          <a:pt x="252" y="184"/>
                        </a:cubicBezTo>
                        <a:cubicBezTo>
                          <a:pt x="256" y="186"/>
                          <a:pt x="258" y="190"/>
                          <a:pt x="256" y="194"/>
                        </a:cubicBezTo>
                        <a:cubicBezTo>
                          <a:pt x="256" y="194"/>
                          <a:pt x="256" y="194"/>
                          <a:pt x="256" y="194"/>
                        </a:cubicBezTo>
                        <a:cubicBezTo>
                          <a:pt x="255" y="197"/>
                          <a:pt x="252" y="198"/>
                          <a:pt x="249" y="198"/>
                        </a:cubicBezTo>
                        <a:cubicBezTo>
                          <a:pt x="249" y="198"/>
                          <a:pt x="249" y="198"/>
                          <a:pt x="249" y="198"/>
                        </a:cubicBezTo>
                        <a:cubicBezTo>
                          <a:pt x="248" y="198"/>
                          <a:pt x="247" y="198"/>
                          <a:pt x="246" y="198"/>
                        </a:cubicBezTo>
                        <a:close/>
                        <a:moveTo>
                          <a:pt x="207" y="178"/>
                        </a:moveTo>
                        <a:cubicBezTo>
                          <a:pt x="203" y="176"/>
                          <a:pt x="202" y="172"/>
                          <a:pt x="204" y="168"/>
                        </a:cubicBezTo>
                        <a:cubicBezTo>
                          <a:pt x="204" y="168"/>
                          <a:pt x="204" y="168"/>
                          <a:pt x="204" y="168"/>
                        </a:cubicBezTo>
                        <a:cubicBezTo>
                          <a:pt x="206" y="165"/>
                          <a:pt x="210" y="163"/>
                          <a:pt x="214" y="165"/>
                        </a:cubicBezTo>
                        <a:cubicBezTo>
                          <a:pt x="214" y="165"/>
                          <a:pt x="214" y="165"/>
                          <a:pt x="214" y="165"/>
                        </a:cubicBezTo>
                        <a:cubicBezTo>
                          <a:pt x="214" y="165"/>
                          <a:pt x="214" y="165"/>
                          <a:pt x="214" y="165"/>
                        </a:cubicBezTo>
                        <a:cubicBezTo>
                          <a:pt x="214" y="165"/>
                          <a:pt x="214" y="165"/>
                          <a:pt x="214" y="165"/>
                        </a:cubicBezTo>
                        <a:cubicBezTo>
                          <a:pt x="217" y="167"/>
                          <a:pt x="218" y="172"/>
                          <a:pt x="217" y="175"/>
                        </a:cubicBezTo>
                        <a:cubicBezTo>
                          <a:pt x="217" y="175"/>
                          <a:pt x="217" y="175"/>
                          <a:pt x="217" y="175"/>
                        </a:cubicBezTo>
                        <a:cubicBezTo>
                          <a:pt x="215" y="178"/>
                          <a:pt x="213" y="179"/>
                          <a:pt x="210" y="179"/>
                        </a:cubicBezTo>
                        <a:cubicBezTo>
                          <a:pt x="210" y="179"/>
                          <a:pt x="210" y="179"/>
                          <a:pt x="210" y="179"/>
                        </a:cubicBezTo>
                        <a:cubicBezTo>
                          <a:pt x="209" y="179"/>
                          <a:pt x="208" y="179"/>
                          <a:pt x="207" y="178"/>
                        </a:cubicBezTo>
                        <a:close/>
                        <a:moveTo>
                          <a:pt x="169" y="156"/>
                        </a:moveTo>
                        <a:cubicBezTo>
                          <a:pt x="165" y="154"/>
                          <a:pt x="164" y="149"/>
                          <a:pt x="166" y="146"/>
                        </a:cubicBezTo>
                        <a:cubicBezTo>
                          <a:pt x="166" y="146"/>
                          <a:pt x="166" y="146"/>
                          <a:pt x="166" y="146"/>
                        </a:cubicBezTo>
                        <a:cubicBezTo>
                          <a:pt x="168" y="143"/>
                          <a:pt x="173" y="141"/>
                          <a:pt x="176" y="144"/>
                        </a:cubicBezTo>
                        <a:cubicBezTo>
                          <a:pt x="176" y="144"/>
                          <a:pt x="176" y="144"/>
                          <a:pt x="176" y="144"/>
                        </a:cubicBezTo>
                        <a:cubicBezTo>
                          <a:pt x="180" y="146"/>
                          <a:pt x="181" y="150"/>
                          <a:pt x="179" y="154"/>
                        </a:cubicBezTo>
                        <a:cubicBezTo>
                          <a:pt x="179" y="154"/>
                          <a:pt x="179" y="154"/>
                          <a:pt x="179" y="154"/>
                        </a:cubicBezTo>
                        <a:cubicBezTo>
                          <a:pt x="177" y="156"/>
                          <a:pt x="175" y="157"/>
                          <a:pt x="172" y="157"/>
                        </a:cubicBezTo>
                        <a:cubicBezTo>
                          <a:pt x="172" y="157"/>
                          <a:pt x="172" y="157"/>
                          <a:pt x="172" y="157"/>
                        </a:cubicBezTo>
                        <a:cubicBezTo>
                          <a:pt x="171" y="157"/>
                          <a:pt x="170" y="157"/>
                          <a:pt x="169" y="156"/>
                        </a:cubicBezTo>
                        <a:close/>
                        <a:moveTo>
                          <a:pt x="132" y="132"/>
                        </a:moveTo>
                        <a:cubicBezTo>
                          <a:pt x="129" y="129"/>
                          <a:pt x="128" y="125"/>
                          <a:pt x="130" y="121"/>
                        </a:cubicBezTo>
                        <a:cubicBezTo>
                          <a:pt x="130" y="121"/>
                          <a:pt x="130" y="121"/>
                          <a:pt x="130" y="121"/>
                        </a:cubicBezTo>
                        <a:cubicBezTo>
                          <a:pt x="133" y="118"/>
                          <a:pt x="137" y="117"/>
                          <a:pt x="140" y="120"/>
                        </a:cubicBezTo>
                        <a:cubicBezTo>
                          <a:pt x="140" y="120"/>
                          <a:pt x="140" y="120"/>
                          <a:pt x="140" y="120"/>
                        </a:cubicBezTo>
                        <a:cubicBezTo>
                          <a:pt x="144" y="122"/>
                          <a:pt x="144" y="127"/>
                          <a:pt x="142" y="130"/>
                        </a:cubicBezTo>
                        <a:cubicBezTo>
                          <a:pt x="142" y="130"/>
                          <a:pt x="142" y="130"/>
                          <a:pt x="142" y="130"/>
                        </a:cubicBezTo>
                        <a:cubicBezTo>
                          <a:pt x="141" y="132"/>
                          <a:pt x="138" y="133"/>
                          <a:pt x="136" y="133"/>
                        </a:cubicBezTo>
                        <a:cubicBezTo>
                          <a:pt x="136" y="133"/>
                          <a:pt x="136" y="133"/>
                          <a:pt x="136" y="133"/>
                        </a:cubicBezTo>
                        <a:cubicBezTo>
                          <a:pt x="135" y="133"/>
                          <a:pt x="133" y="133"/>
                          <a:pt x="132" y="132"/>
                        </a:cubicBezTo>
                        <a:close/>
                        <a:moveTo>
                          <a:pt x="97" y="105"/>
                        </a:moveTo>
                        <a:cubicBezTo>
                          <a:pt x="94" y="102"/>
                          <a:pt x="93" y="98"/>
                          <a:pt x="96" y="95"/>
                        </a:cubicBezTo>
                        <a:cubicBezTo>
                          <a:pt x="96" y="95"/>
                          <a:pt x="96" y="95"/>
                          <a:pt x="96" y="95"/>
                        </a:cubicBezTo>
                        <a:cubicBezTo>
                          <a:pt x="98" y="92"/>
                          <a:pt x="103" y="91"/>
                          <a:pt x="106" y="94"/>
                        </a:cubicBezTo>
                        <a:cubicBezTo>
                          <a:pt x="106" y="94"/>
                          <a:pt x="106" y="94"/>
                          <a:pt x="106" y="94"/>
                        </a:cubicBezTo>
                        <a:cubicBezTo>
                          <a:pt x="106" y="94"/>
                          <a:pt x="106" y="94"/>
                          <a:pt x="106" y="94"/>
                        </a:cubicBezTo>
                        <a:cubicBezTo>
                          <a:pt x="106" y="94"/>
                          <a:pt x="106" y="94"/>
                          <a:pt x="106" y="94"/>
                        </a:cubicBezTo>
                        <a:cubicBezTo>
                          <a:pt x="109" y="96"/>
                          <a:pt x="110" y="101"/>
                          <a:pt x="107" y="104"/>
                        </a:cubicBezTo>
                        <a:cubicBezTo>
                          <a:pt x="107" y="104"/>
                          <a:pt x="107" y="104"/>
                          <a:pt x="107" y="104"/>
                        </a:cubicBezTo>
                        <a:cubicBezTo>
                          <a:pt x="106" y="106"/>
                          <a:pt x="104" y="107"/>
                          <a:pt x="101" y="107"/>
                        </a:cubicBezTo>
                        <a:cubicBezTo>
                          <a:pt x="101" y="107"/>
                          <a:pt x="101" y="107"/>
                          <a:pt x="101" y="107"/>
                        </a:cubicBezTo>
                        <a:cubicBezTo>
                          <a:pt x="100" y="107"/>
                          <a:pt x="98" y="106"/>
                          <a:pt x="97" y="105"/>
                        </a:cubicBezTo>
                        <a:close/>
                        <a:moveTo>
                          <a:pt x="64" y="76"/>
                        </a:moveTo>
                        <a:cubicBezTo>
                          <a:pt x="60" y="73"/>
                          <a:pt x="60" y="69"/>
                          <a:pt x="63" y="66"/>
                        </a:cubicBezTo>
                        <a:cubicBezTo>
                          <a:pt x="63" y="66"/>
                          <a:pt x="63" y="66"/>
                          <a:pt x="63" y="66"/>
                        </a:cubicBezTo>
                        <a:cubicBezTo>
                          <a:pt x="66" y="63"/>
                          <a:pt x="70" y="63"/>
                          <a:pt x="73" y="65"/>
                        </a:cubicBezTo>
                        <a:cubicBezTo>
                          <a:pt x="73" y="65"/>
                          <a:pt x="73" y="65"/>
                          <a:pt x="73" y="65"/>
                        </a:cubicBezTo>
                        <a:cubicBezTo>
                          <a:pt x="76" y="68"/>
                          <a:pt x="77" y="73"/>
                          <a:pt x="74" y="76"/>
                        </a:cubicBezTo>
                        <a:cubicBezTo>
                          <a:pt x="74" y="76"/>
                          <a:pt x="74" y="76"/>
                          <a:pt x="74" y="76"/>
                        </a:cubicBezTo>
                        <a:cubicBezTo>
                          <a:pt x="72" y="77"/>
                          <a:pt x="70" y="78"/>
                          <a:pt x="68" y="78"/>
                        </a:cubicBezTo>
                        <a:cubicBezTo>
                          <a:pt x="68" y="78"/>
                          <a:pt x="68" y="78"/>
                          <a:pt x="68" y="78"/>
                        </a:cubicBezTo>
                        <a:cubicBezTo>
                          <a:pt x="67" y="78"/>
                          <a:pt x="65" y="77"/>
                          <a:pt x="64" y="76"/>
                        </a:cubicBezTo>
                        <a:close/>
                        <a:moveTo>
                          <a:pt x="32" y="45"/>
                        </a:moveTo>
                        <a:cubicBezTo>
                          <a:pt x="32" y="45"/>
                          <a:pt x="32" y="45"/>
                          <a:pt x="32" y="45"/>
                        </a:cubicBezTo>
                        <a:cubicBezTo>
                          <a:pt x="29" y="42"/>
                          <a:pt x="29" y="38"/>
                          <a:pt x="32" y="35"/>
                        </a:cubicBezTo>
                        <a:cubicBezTo>
                          <a:pt x="32" y="35"/>
                          <a:pt x="32" y="35"/>
                          <a:pt x="32" y="35"/>
                        </a:cubicBezTo>
                        <a:cubicBezTo>
                          <a:pt x="35" y="32"/>
                          <a:pt x="40" y="32"/>
                          <a:pt x="42" y="35"/>
                        </a:cubicBezTo>
                        <a:cubicBezTo>
                          <a:pt x="42" y="35"/>
                          <a:pt x="42" y="35"/>
                          <a:pt x="42" y="35"/>
                        </a:cubicBezTo>
                        <a:cubicBezTo>
                          <a:pt x="45" y="38"/>
                          <a:pt x="45" y="43"/>
                          <a:pt x="42" y="45"/>
                        </a:cubicBezTo>
                        <a:cubicBezTo>
                          <a:pt x="42" y="45"/>
                          <a:pt x="42" y="45"/>
                          <a:pt x="42" y="45"/>
                        </a:cubicBezTo>
                        <a:cubicBezTo>
                          <a:pt x="41" y="47"/>
                          <a:pt x="39" y="47"/>
                          <a:pt x="37" y="47"/>
                        </a:cubicBezTo>
                        <a:cubicBezTo>
                          <a:pt x="37" y="47"/>
                          <a:pt x="37" y="47"/>
                          <a:pt x="37" y="47"/>
                        </a:cubicBezTo>
                        <a:cubicBezTo>
                          <a:pt x="35" y="47"/>
                          <a:pt x="33" y="47"/>
                          <a:pt x="32" y="45"/>
                        </a:cubicBezTo>
                        <a:close/>
                        <a:moveTo>
                          <a:pt x="3" y="12"/>
                        </a:moveTo>
                        <a:cubicBezTo>
                          <a:pt x="3" y="12"/>
                          <a:pt x="3" y="12"/>
                          <a:pt x="3" y="12"/>
                        </a:cubicBezTo>
                        <a:cubicBezTo>
                          <a:pt x="0" y="9"/>
                          <a:pt x="0" y="5"/>
                          <a:pt x="3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7" y="0"/>
                          <a:pt x="11" y="0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6" y="6"/>
                          <a:pt x="16" y="11"/>
                          <a:pt x="13" y="13"/>
                        </a:cubicBezTo>
                        <a:cubicBezTo>
                          <a:pt x="13" y="13"/>
                          <a:pt x="13" y="13"/>
                          <a:pt x="13" y="13"/>
                        </a:cubicBezTo>
                        <a:cubicBezTo>
                          <a:pt x="12" y="14"/>
                          <a:pt x="10" y="15"/>
                          <a:pt x="8" y="15"/>
                        </a:cubicBezTo>
                        <a:cubicBezTo>
                          <a:pt x="8" y="15"/>
                          <a:pt x="8" y="15"/>
                          <a:pt x="8" y="15"/>
                        </a:cubicBezTo>
                        <a:cubicBezTo>
                          <a:pt x="6" y="15"/>
                          <a:pt x="4" y="14"/>
                          <a:pt x="3" y="12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  <p:sp>
                <p:nvSpPr>
                  <p:cNvPr id="31" name="Freeform 99">
                    <a:extLst>
                      <a:ext uri="{FF2B5EF4-FFF2-40B4-BE49-F238E27FC236}">
                        <a16:creationId xmlns:a16="http://schemas.microsoft.com/office/drawing/2014/main" id="{81EA5ACD-824A-49DF-8932-FA2938E8C92A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24465" y="4587247"/>
                    <a:ext cx="1230098" cy="631672"/>
                  </a:xfrm>
                  <a:custGeom>
                    <a:avLst/>
                    <a:gdLst>
                      <a:gd name="T0" fmla="*/ 7 w 510"/>
                      <a:gd name="T1" fmla="*/ 248 h 262"/>
                      <a:gd name="T2" fmla="*/ 15 w 510"/>
                      <a:gd name="T3" fmla="*/ 255 h 262"/>
                      <a:gd name="T4" fmla="*/ 8 w 510"/>
                      <a:gd name="T5" fmla="*/ 262 h 262"/>
                      <a:gd name="T6" fmla="*/ 0 w 510"/>
                      <a:gd name="T7" fmla="*/ 256 h 262"/>
                      <a:gd name="T8" fmla="*/ 50 w 510"/>
                      <a:gd name="T9" fmla="*/ 244 h 262"/>
                      <a:gd name="T10" fmla="*/ 58 w 510"/>
                      <a:gd name="T11" fmla="*/ 250 h 262"/>
                      <a:gd name="T12" fmla="*/ 52 w 510"/>
                      <a:gd name="T13" fmla="*/ 258 h 262"/>
                      <a:gd name="T14" fmla="*/ 44 w 510"/>
                      <a:gd name="T15" fmla="*/ 252 h 262"/>
                      <a:gd name="T16" fmla="*/ 93 w 510"/>
                      <a:gd name="T17" fmla="*/ 237 h 262"/>
                      <a:gd name="T18" fmla="*/ 101 w 510"/>
                      <a:gd name="T19" fmla="*/ 243 h 262"/>
                      <a:gd name="T20" fmla="*/ 95 w 510"/>
                      <a:gd name="T21" fmla="*/ 252 h 262"/>
                      <a:gd name="T22" fmla="*/ 87 w 510"/>
                      <a:gd name="T23" fmla="*/ 246 h 262"/>
                      <a:gd name="T24" fmla="*/ 135 w 510"/>
                      <a:gd name="T25" fmla="*/ 228 h 262"/>
                      <a:gd name="T26" fmla="*/ 144 w 510"/>
                      <a:gd name="T27" fmla="*/ 233 h 262"/>
                      <a:gd name="T28" fmla="*/ 139 w 510"/>
                      <a:gd name="T29" fmla="*/ 242 h 262"/>
                      <a:gd name="T30" fmla="*/ 130 w 510"/>
                      <a:gd name="T31" fmla="*/ 237 h 262"/>
                      <a:gd name="T32" fmla="*/ 177 w 510"/>
                      <a:gd name="T33" fmla="*/ 216 h 262"/>
                      <a:gd name="T34" fmla="*/ 181 w 510"/>
                      <a:gd name="T35" fmla="*/ 230 h 262"/>
                      <a:gd name="T36" fmla="*/ 179 w 510"/>
                      <a:gd name="T37" fmla="*/ 231 h 262"/>
                      <a:gd name="T38" fmla="*/ 217 w 510"/>
                      <a:gd name="T39" fmla="*/ 202 h 262"/>
                      <a:gd name="T40" fmla="*/ 227 w 510"/>
                      <a:gd name="T41" fmla="*/ 206 h 262"/>
                      <a:gd name="T42" fmla="*/ 220 w 510"/>
                      <a:gd name="T43" fmla="*/ 216 h 262"/>
                      <a:gd name="T44" fmla="*/ 254 w 510"/>
                      <a:gd name="T45" fmla="*/ 195 h 262"/>
                      <a:gd name="T46" fmla="*/ 267 w 510"/>
                      <a:gd name="T47" fmla="*/ 189 h 262"/>
                      <a:gd name="T48" fmla="*/ 263 w 510"/>
                      <a:gd name="T49" fmla="*/ 199 h 262"/>
                      <a:gd name="T50" fmla="*/ 254 w 510"/>
                      <a:gd name="T51" fmla="*/ 195 h 262"/>
                      <a:gd name="T52" fmla="*/ 296 w 510"/>
                      <a:gd name="T53" fmla="*/ 166 h 262"/>
                      <a:gd name="T54" fmla="*/ 303 w 510"/>
                      <a:gd name="T55" fmla="*/ 179 h 262"/>
                      <a:gd name="T56" fmla="*/ 299 w 510"/>
                      <a:gd name="T57" fmla="*/ 180 h 262"/>
                      <a:gd name="T58" fmla="*/ 333 w 510"/>
                      <a:gd name="T59" fmla="*/ 144 h 262"/>
                      <a:gd name="T60" fmla="*/ 333 w 510"/>
                      <a:gd name="T61" fmla="*/ 144 h 262"/>
                      <a:gd name="T62" fmla="*/ 341 w 510"/>
                      <a:gd name="T63" fmla="*/ 157 h 262"/>
                      <a:gd name="T64" fmla="*/ 337 w 510"/>
                      <a:gd name="T65" fmla="*/ 158 h 262"/>
                      <a:gd name="T66" fmla="*/ 369 w 510"/>
                      <a:gd name="T67" fmla="*/ 120 h 262"/>
                      <a:gd name="T68" fmla="*/ 369 w 510"/>
                      <a:gd name="T69" fmla="*/ 120 h 262"/>
                      <a:gd name="T70" fmla="*/ 378 w 510"/>
                      <a:gd name="T71" fmla="*/ 132 h 262"/>
                      <a:gd name="T72" fmla="*/ 374 w 510"/>
                      <a:gd name="T73" fmla="*/ 134 h 262"/>
                      <a:gd name="T74" fmla="*/ 404 w 510"/>
                      <a:gd name="T75" fmla="*/ 94 h 262"/>
                      <a:gd name="T76" fmla="*/ 414 w 510"/>
                      <a:gd name="T77" fmla="*/ 95 h 262"/>
                      <a:gd name="T78" fmla="*/ 408 w 510"/>
                      <a:gd name="T79" fmla="*/ 107 h 262"/>
                      <a:gd name="T80" fmla="*/ 436 w 510"/>
                      <a:gd name="T81" fmla="*/ 76 h 262"/>
                      <a:gd name="T82" fmla="*/ 447 w 510"/>
                      <a:gd name="T83" fmla="*/ 66 h 262"/>
                      <a:gd name="T84" fmla="*/ 446 w 510"/>
                      <a:gd name="T85" fmla="*/ 77 h 262"/>
                      <a:gd name="T86" fmla="*/ 436 w 510"/>
                      <a:gd name="T87" fmla="*/ 76 h 262"/>
                      <a:gd name="T88" fmla="*/ 467 w 510"/>
                      <a:gd name="T89" fmla="*/ 36 h 262"/>
                      <a:gd name="T90" fmla="*/ 478 w 510"/>
                      <a:gd name="T91" fmla="*/ 46 h 262"/>
                      <a:gd name="T92" fmla="*/ 473 w 510"/>
                      <a:gd name="T93" fmla="*/ 48 h 262"/>
                      <a:gd name="T94" fmla="*/ 496 w 510"/>
                      <a:gd name="T95" fmla="*/ 3 h 262"/>
                      <a:gd name="T96" fmla="*/ 506 w 510"/>
                      <a:gd name="T97" fmla="*/ 3 h 262"/>
                      <a:gd name="T98" fmla="*/ 502 w 510"/>
                      <a:gd name="T99" fmla="*/ 15 h 2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510" h="262">
                        <a:moveTo>
                          <a:pt x="0" y="256"/>
                        </a:moveTo>
                        <a:cubicBezTo>
                          <a:pt x="0" y="251"/>
                          <a:pt x="3" y="248"/>
                          <a:pt x="7" y="248"/>
                        </a:cubicBezTo>
                        <a:cubicBezTo>
                          <a:pt x="7" y="248"/>
                          <a:pt x="7" y="248"/>
                          <a:pt x="7" y="248"/>
                        </a:cubicBezTo>
                        <a:cubicBezTo>
                          <a:pt x="7" y="248"/>
                          <a:pt x="7" y="248"/>
                          <a:pt x="7" y="248"/>
                        </a:cubicBezTo>
                        <a:cubicBezTo>
                          <a:pt x="7" y="248"/>
                          <a:pt x="7" y="248"/>
                          <a:pt x="7" y="248"/>
                        </a:cubicBezTo>
                        <a:cubicBezTo>
                          <a:pt x="11" y="248"/>
                          <a:pt x="14" y="251"/>
                          <a:pt x="15" y="255"/>
                        </a:cubicBezTo>
                        <a:cubicBezTo>
                          <a:pt x="15" y="255"/>
                          <a:pt x="15" y="255"/>
                          <a:pt x="15" y="255"/>
                        </a:cubicBezTo>
                        <a:cubicBezTo>
                          <a:pt x="15" y="259"/>
                          <a:pt x="12" y="262"/>
                          <a:pt x="8" y="262"/>
                        </a:cubicBezTo>
                        <a:cubicBezTo>
                          <a:pt x="8" y="262"/>
                          <a:pt x="8" y="262"/>
                          <a:pt x="8" y="262"/>
                        </a:cubicBezTo>
                        <a:cubicBezTo>
                          <a:pt x="8" y="262"/>
                          <a:pt x="8" y="262"/>
                          <a:pt x="7" y="262"/>
                        </a:cubicBezTo>
                        <a:cubicBezTo>
                          <a:pt x="7" y="262"/>
                          <a:pt x="7" y="262"/>
                          <a:pt x="7" y="262"/>
                        </a:cubicBezTo>
                        <a:cubicBezTo>
                          <a:pt x="4" y="262"/>
                          <a:pt x="0" y="259"/>
                          <a:pt x="0" y="256"/>
                        </a:cubicBezTo>
                        <a:close/>
                        <a:moveTo>
                          <a:pt x="44" y="252"/>
                        </a:moveTo>
                        <a:cubicBezTo>
                          <a:pt x="43" y="248"/>
                          <a:pt x="46" y="244"/>
                          <a:pt x="50" y="244"/>
                        </a:cubicBezTo>
                        <a:cubicBezTo>
                          <a:pt x="50" y="244"/>
                          <a:pt x="50" y="244"/>
                          <a:pt x="50" y="244"/>
                        </a:cubicBezTo>
                        <a:cubicBezTo>
                          <a:pt x="50" y="244"/>
                          <a:pt x="50" y="244"/>
                          <a:pt x="50" y="244"/>
                        </a:cubicBezTo>
                        <a:cubicBezTo>
                          <a:pt x="50" y="244"/>
                          <a:pt x="50" y="244"/>
                          <a:pt x="50" y="244"/>
                        </a:cubicBezTo>
                        <a:cubicBezTo>
                          <a:pt x="54" y="243"/>
                          <a:pt x="58" y="246"/>
                          <a:pt x="58" y="250"/>
                        </a:cubicBezTo>
                        <a:cubicBezTo>
                          <a:pt x="58" y="250"/>
                          <a:pt x="58" y="250"/>
                          <a:pt x="58" y="250"/>
                        </a:cubicBezTo>
                        <a:cubicBezTo>
                          <a:pt x="59" y="254"/>
                          <a:pt x="56" y="258"/>
                          <a:pt x="52" y="258"/>
                        </a:cubicBezTo>
                        <a:cubicBezTo>
                          <a:pt x="52" y="258"/>
                          <a:pt x="52" y="258"/>
                          <a:pt x="52" y="258"/>
                        </a:cubicBezTo>
                        <a:cubicBezTo>
                          <a:pt x="51" y="258"/>
                          <a:pt x="51" y="258"/>
                          <a:pt x="51" y="258"/>
                        </a:cubicBezTo>
                        <a:cubicBezTo>
                          <a:pt x="51" y="258"/>
                          <a:pt x="51" y="258"/>
                          <a:pt x="51" y="258"/>
                        </a:cubicBezTo>
                        <a:cubicBezTo>
                          <a:pt x="47" y="258"/>
                          <a:pt x="44" y="256"/>
                          <a:pt x="44" y="252"/>
                        </a:cubicBezTo>
                        <a:close/>
                        <a:moveTo>
                          <a:pt x="87" y="246"/>
                        </a:moveTo>
                        <a:cubicBezTo>
                          <a:pt x="86" y="242"/>
                          <a:pt x="89" y="238"/>
                          <a:pt x="93" y="237"/>
                        </a:cubicBezTo>
                        <a:cubicBezTo>
                          <a:pt x="93" y="237"/>
                          <a:pt x="93" y="237"/>
                          <a:pt x="93" y="237"/>
                        </a:cubicBezTo>
                        <a:cubicBezTo>
                          <a:pt x="93" y="237"/>
                          <a:pt x="93" y="237"/>
                          <a:pt x="93" y="237"/>
                        </a:cubicBezTo>
                        <a:cubicBezTo>
                          <a:pt x="93" y="237"/>
                          <a:pt x="93" y="237"/>
                          <a:pt x="93" y="237"/>
                        </a:cubicBezTo>
                        <a:cubicBezTo>
                          <a:pt x="97" y="237"/>
                          <a:pt x="101" y="239"/>
                          <a:pt x="101" y="243"/>
                        </a:cubicBezTo>
                        <a:cubicBezTo>
                          <a:pt x="101" y="243"/>
                          <a:pt x="101" y="243"/>
                          <a:pt x="101" y="243"/>
                        </a:cubicBezTo>
                        <a:cubicBezTo>
                          <a:pt x="102" y="247"/>
                          <a:pt x="99" y="251"/>
                          <a:pt x="95" y="252"/>
                        </a:cubicBezTo>
                        <a:cubicBezTo>
                          <a:pt x="95" y="252"/>
                          <a:pt x="95" y="252"/>
                          <a:pt x="95" y="252"/>
                        </a:cubicBezTo>
                        <a:cubicBezTo>
                          <a:pt x="95" y="252"/>
                          <a:pt x="95" y="252"/>
                          <a:pt x="94" y="252"/>
                        </a:cubicBezTo>
                        <a:cubicBezTo>
                          <a:pt x="94" y="252"/>
                          <a:pt x="94" y="252"/>
                          <a:pt x="94" y="252"/>
                        </a:cubicBezTo>
                        <a:cubicBezTo>
                          <a:pt x="91" y="252"/>
                          <a:pt x="88" y="249"/>
                          <a:pt x="87" y="246"/>
                        </a:cubicBezTo>
                        <a:close/>
                        <a:moveTo>
                          <a:pt x="130" y="237"/>
                        </a:moveTo>
                        <a:cubicBezTo>
                          <a:pt x="129" y="233"/>
                          <a:pt x="131" y="229"/>
                          <a:pt x="135" y="228"/>
                        </a:cubicBezTo>
                        <a:cubicBezTo>
                          <a:pt x="135" y="228"/>
                          <a:pt x="135" y="228"/>
                          <a:pt x="135" y="228"/>
                        </a:cubicBezTo>
                        <a:cubicBezTo>
                          <a:pt x="135" y="228"/>
                          <a:pt x="135" y="228"/>
                          <a:pt x="135" y="228"/>
                        </a:cubicBezTo>
                        <a:cubicBezTo>
                          <a:pt x="135" y="228"/>
                          <a:pt x="135" y="228"/>
                          <a:pt x="135" y="228"/>
                        </a:cubicBezTo>
                        <a:cubicBezTo>
                          <a:pt x="139" y="227"/>
                          <a:pt x="143" y="230"/>
                          <a:pt x="144" y="233"/>
                        </a:cubicBezTo>
                        <a:cubicBezTo>
                          <a:pt x="144" y="233"/>
                          <a:pt x="144" y="233"/>
                          <a:pt x="144" y="233"/>
                        </a:cubicBezTo>
                        <a:cubicBezTo>
                          <a:pt x="145" y="237"/>
                          <a:pt x="142" y="241"/>
                          <a:pt x="139" y="242"/>
                        </a:cubicBezTo>
                        <a:cubicBezTo>
                          <a:pt x="139" y="242"/>
                          <a:pt x="139" y="242"/>
                          <a:pt x="139" y="242"/>
                        </a:cubicBezTo>
                        <a:cubicBezTo>
                          <a:pt x="138" y="243"/>
                          <a:pt x="137" y="243"/>
                          <a:pt x="137" y="243"/>
                        </a:cubicBezTo>
                        <a:cubicBezTo>
                          <a:pt x="137" y="243"/>
                          <a:pt x="137" y="243"/>
                          <a:pt x="137" y="243"/>
                        </a:cubicBezTo>
                        <a:cubicBezTo>
                          <a:pt x="133" y="243"/>
                          <a:pt x="130" y="240"/>
                          <a:pt x="130" y="237"/>
                        </a:cubicBezTo>
                        <a:close/>
                        <a:moveTo>
                          <a:pt x="172" y="226"/>
                        </a:moveTo>
                        <a:cubicBezTo>
                          <a:pt x="171" y="222"/>
                          <a:pt x="173" y="218"/>
                          <a:pt x="177" y="216"/>
                        </a:cubicBezTo>
                        <a:cubicBezTo>
                          <a:pt x="177" y="216"/>
                          <a:pt x="177" y="216"/>
                          <a:pt x="177" y="216"/>
                        </a:cubicBezTo>
                        <a:cubicBezTo>
                          <a:pt x="180" y="215"/>
                          <a:pt x="185" y="217"/>
                          <a:pt x="186" y="221"/>
                        </a:cubicBezTo>
                        <a:cubicBezTo>
                          <a:pt x="186" y="221"/>
                          <a:pt x="186" y="221"/>
                          <a:pt x="186" y="221"/>
                        </a:cubicBezTo>
                        <a:cubicBezTo>
                          <a:pt x="187" y="225"/>
                          <a:pt x="185" y="229"/>
                          <a:pt x="181" y="230"/>
                        </a:cubicBezTo>
                        <a:cubicBezTo>
                          <a:pt x="181" y="230"/>
                          <a:pt x="181" y="230"/>
                          <a:pt x="181" y="230"/>
                        </a:cubicBezTo>
                        <a:cubicBezTo>
                          <a:pt x="180" y="231"/>
                          <a:pt x="180" y="231"/>
                          <a:pt x="179" y="231"/>
                        </a:cubicBezTo>
                        <a:cubicBezTo>
                          <a:pt x="179" y="231"/>
                          <a:pt x="179" y="231"/>
                          <a:pt x="179" y="231"/>
                        </a:cubicBezTo>
                        <a:cubicBezTo>
                          <a:pt x="176" y="231"/>
                          <a:pt x="173" y="229"/>
                          <a:pt x="172" y="226"/>
                        </a:cubicBezTo>
                        <a:close/>
                        <a:moveTo>
                          <a:pt x="213" y="212"/>
                        </a:moveTo>
                        <a:cubicBezTo>
                          <a:pt x="212" y="208"/>
                          <a:pt x="214" y="204"/>
                          <a:pt x="217" y="202"/>
                        </a:cubicBezTo>
                        <a:cubicBezTo>
                          <a:pt x="217" y="202"/>
                          <a:pt x="217" y="202"/>
                          <a:pt x="217" y="202"/>
                        </a:cubicBezTo>
                        <a:cubicBezTo>
                          <a:pt x="221" y="201"/>
                          <a:pt x="225" y="203"/>
                          <a:pt x="227" y="206"/>
                        </a:cubicBezTo>
                        <a:cubicBezTo>
                          <a:pt x="227" y="206"/>
                          <a:pt x="227" y="206"/>
                          <a:pt x="227" y="206"/>
                        </a:cubicBezTo>
                        <a:cubicBezTo>
                          <a:pt x="228" y="210"/>
                          <a:pt x="226" y="214"/>
                          <a:pt x="223" y="216"/>
                        </a:cubicBezTo>
                        <a:cubicBezTo>
                          <a:pt x="223" y="216"/>
                          <a:pt x="223" y="216"/>
                          <a:pt x="223" y="216"/>
                        </a:cubicBezTo>
                        <a:cubicBezTo>
                          <a:pt x="222" y="216"/>
                          <a:pt x="221" y="216"/>
                          <a:pt x="220" y="216"/>
                        </a:cubicBezTo>
                        <a:cubicBezTo>
                          <a:pt x="220" y="216"/>
                          <a:pt x="220" y="216"/>
                          <a:pt x="220" y="216"/>
                        </a:cubicBezTo>
                        <a:cubicBezTo>
                          <a:pt x="217" y="216"/>
                          <a:pt x="214" y="215"/>
                          <a:pt x="213" y="212"/>
                        </a:cubicBezTo>
                        <a:close/>
                        <a:moveTo>
                          <a:pt x="254" y="195"/>
                        </a:moveTo>
                        <a:cubicBezTo>
                          <a:pt x="252" y="191"/>
                          <a:pt x="254" y="187"/>
                          <a:pt x="257" y="185"/>
                        </a:cubicBezTo>
                        <a:cubicBezTo>
                          <a:pt x="257" y="185"/>
                          <a:pt x="257" y="185"/>
                          <a:pt x="257" y="185"/>
                        </a:cubicBezTo>
                        <a:cubicBezTo>
                          <a:pt x="261" y="184"/>
                          <a:pt x="265" y="185"/>
                          <a:pt x="267" y="189"/>
                        </a:cubicBezTo>
                        <a:cubicBezTo>
                          <a:pt x="267" y="189"/>
                          <a:pt x="267" y="189"/>
                          <a:pt x="267" y="189"/>
                        </a:cubicBezTo>
                        <a:cubicBezTo>
                          <a:pt x="269" y="193"/>
                          <a:pt x="267" y="197"/>
                          <a:pt x="263" y="199"/>
                        </a:cubicBezTo>
                        <a:cubicBezTo>
                          <a:pt x="263" y="199"/>
                          <a:pt x="263" y="199"/>
                          <a:pt x="263" y="199"/>
                        </a:cubicBezTo>
                        <a:cubicBezTo>
                          <a:pt x="262" y="199"/>
                          <a:pt x="261" y="199"/>
                          <a:pt x="260" y="199"/>
                        </a:cubicBezTo>
                        <a:cubicBezTo>
                          <a:pt x="260" y="199"/>
                          <a:pt x="260" y="199"/>
                          <a:pt x="260" y="199"/>
                        </a:cubicBezTo>
                        <a:cubicBezTo>
                          <a:pt x="258" y="199"/>
                          <a:pt x="255" y="198"/>
                          <a:pt x="254" y="195"/>
                        </a:cubicBezTo>
                        <a:close/>
                        <a:moveTo>
                          <a:pt x="293" y="176"/>
                        </a:moveTo>
                        <a:cubicBezTo>
                          <a:pt x="291" y="172"/>
                          <a:pt x="292" y="168"/>
                          <a:pt x="296" y="166"/>
                        </a:cubicBezTo>
                        <a:cubicBezTo>
                          <a:pt x="296" y="166"/>
                          <a:pt x="296" y="166"/>
                          <a:pt x="296" y="166"/>
                        </a:cubicBezTo>
                        <a:cubicBezTo>
                          <a:pt x="299" y="164"/>
                          <a:pt x="304" y="165"/>
                          <a:pt x="306" y="169"/>
                        </a:cubicBezTo>
                        <a:cubicBezTo>
                          <a:pt x="306" y="169"/>
                          <a:pt x="306" y="169"/>
                          <a:pt x="306" y="169"/>
                        </a:cubicBezTo>
                        <a:cubicBezTo>
                          <a:pt x="308" y="173"/>
                          <a:pt x="307" y="177"/>
                          <a:pt x="303" y="179"/>
                        </a:cubicBezTo>
                        <a:cubicBezTo>
                          <a:pt x="303" y="179"/>
                          <a:pt x="303" y="179"/>
                          <a:pt x="303" y="179"/>
                        </a:cubicBezTo>
                        <a:cubicBezTo>
                          <a:pt x="302" y="179"/>
                          <a:pt x="301" y="180"/>
                          <a:pt x="299" y="180"/>
                        </a:cubicBezTo>
                        <a:cubicBezTo>
                          <a:pt x="299" y="180"/>
                          <a:pt x="299" y="180"/>
                          <a:pt x="299" y="180"/>
                        </a:cubicBezTo>
                        <a:cubicBezTo>
                          <a:pt x="297" y="180"/>
                          <a:pt x="294" y="178"/>
                          <a:pt x="293" y="176"/>
                        </a:cubicBezTo>
                        <a:close/>
                        <a:moveTo>
                          <a:pt x="331" y="154"/>
                        </a:moveTo>
                        <a:cubicBezTo>
                          <a:pt x="329" y="151"/>
                          <a:pt x="330" y="147"/>
                          <a:pt x="333" y="144"/>
                        </a:cubicBezTo>
                        <a:cubicBezTo>
                          <a:pt x="333" y="144"/>
                          <a:pt x="333" y="144"/>
                          <a:pt x="333" y="144"/>
                        </a:cubicBezTo>
                        <a:cubicBezTo>
                          <a:pt x="333" y="144"/>
                          <a:pt x="333" y="144"/>
                          <a:pt x="333" y="144"/>
                        </a:cubicBezTo>
                        <a:cubicBezTo>
                          <a:pt x="333" y="144"/>
                          <a:pt x="333" y="144"/>
                          <a:pt x="333" y="144"/>
                        </a:cubicBezTo>
                        <a:cubicBezTo>
                          <a:pt x="337" y="142"/>
                          <a:pt x="341" y="143"/>
                          <a:pt x="343" y="147"/>
                        </a:cubicBezTo>
                        <a:cubicBezTo>
                          <a:pt x="343" y="147"/>
                          <a:pt x="343" y="147"/>
                          <a:pt x="343" y="147"/>
                        </a:cubicBezTo>
                        <a:cubicBezTo>
                          <a:pt x="346" y="150"/>
                          <a:pt x="344" y="155"/>
                          <a:pt x="341" y="157"/>
                        </a:cubicBezTo>
                        <a:cubicBezTo>
                          <a:pt x="341" y="157"/>
                          <a:pt x="341" y="157"/>
                          <a:pt x="341" y="157"/>
                        </a:cubicBezTo>
                        <a:cubicBezTo>
                          <a:pt x="340" y="158"/>
                          <a:pt x="339" y="158"/>
                          <a:pt x="337" y="158"/>
                        </a:cubicBezTo>
                        <a:cubicBezTo>
                          <a:pt x="337" y="158"/>
                          <a:pt x="337" y="158"/>
                          <a:pt x="337" y="158"/>
                        </a:cubicBezTo>
                        <a:cubicBezTo>
                          <a:pt x="335" y="158"/>
                          <a:pt x="332" y="157"/>
                          <a:pt x="331" y="154"/>
                        </a:cubicBezTo>
                        <a:close/>
                        <a:moveTo>
                          <a:pt x="368" y="131"/>
                        </a:moveTo>
                        <a:cubicBezTo>
                          <a:pt x="365" y="127"/>
                          <a:pt x="366" y="123"/>
                          <a:pt x="369" y="120"/>
                        </a:cubicBezTo>
                        <a:cubicBezTo>
                          <a:pt x="369" y="120"/>
                          <a:pt x="369" y="120"/>
                          <a:pt x="369" y="120"/>
                        </a:cubicBezTo>
                        <a:cubicBezTo>
                          <a:pt x="369" y="120"/>
                          <a:pt x="369" y="120"/>
                          <a:pt x="369" y="120"/>
                        </a:cubicBezTo>
                        <a:cubicBezTo>
                          <a:pt x="369" y="120"/>
                          <a:pt x="369" y="120"/>
                          <a:pt x="369" y="120"/>
                        </a:cubicBezTo>
                        <a:cubicBezTo>
                          <a:pt x="373" y="118"/>
                          <a:pt x="377" y="119"/>
                          <a:pt x="380" y="122"/>
                        </a:cubicBezTo>
                        <a:cubicBezTo>
                          <a:pt x="380" y="122"/>
                          <a:pt x="380" y="122"/>
                          <a:pt x="380" y="122"/>
                        </a:cubicBezTo>
                        <a:cubicBezTo>
                          <a:pt x="382" y="125"/>
                          <a:pt x="381" y="130"/>
                          <a:pt x="378" y="132"/>
                        </a:cubicBezTo>
                        <a:cubicBezTo>
                          <a:pt x="378" y="132"/>
                          <a:pt x="378" y="132"/>
                          <a:pt x="378" y="132"/>
                        </a:cubicBezTo>
                        <a:cubicBezTo>
                          <a:pt x="377" y="133"/>
                          <a:pt x="375" y="134"/>
                          <a:pt x="374" y="134"/>
                        </a:cubicBezTo>
                        <a:cubicBezTo>
                          <a:pt x="374" y="134"/>
                          <a:pt x="374" y="134"/>
                          <a:pt x="374" y="134"/>
                        </a:cubicBezTo>
                        <a:cubicBezTo>
                          <a:pt x="371" y="134"/>
                          <a:pt x="369" y="133"/>
                          <a:pt x="368" y="131"/>
                        </a:cubicBezTo>
                        <a:close/>
                        <a:moveTo>
                          <a:pt x="403" y="105"/>
                        </a:moveTo>
                        <a:cubicBezTo>
                          <a:pt x="400" y="101"/>
                          <a:pt x="401" y="97"/>
                          <a:pt x="404" y="94"/>
                        </a:cubicBezTo>
                        <a:cubicBezTo>
                          <a:pt x="404" y="94"/>
                          <a:pt x="404" y="94"/>
                          <a:pt x="404" y="94"/>
                        </a:cubicBezTo>
                        <a:cubicBezTo>
                          <a:pt x="407" y="92"/>
                          <a:pt x="412" y="92"/>
                          <a:pt x="414" y="95"/>
                        </a:cubicBezTo>
                        <a:cubicBezTo>
                          <a:pt x="414" y="95"/>
                          <a:pt x="414" y="95"/>
                          <a:pt x="414" y="95"/>
                        </a:cubicBezTo>
                        <a:cubicBezTo>
                          <a:pt x="417" y="99"/>
                          <a:pt x="416" y="103"/>
                          <a:pt x="413" y="106"/>
                        </a:cubicBezTo>
                        <a:cubicBezTo>
                          <a:pt x="413" y="106"/>
                          <a:pt x="413" y="106"/>
                          <a:pt x="413" y="106"/>
                        </a:cubicBezTo>
                        <a:cubicBezTo>
                          <a:pt x="412" y="107"/>
                          <a:pt x="410" y="107"/>
                          <a:pt x="408" y="107"/>
                        </a:cubicBezTo>
                        <a:cubicBezTo>
                          <a:pt x="408" y="107"/>
                          <a:pt x="408" y="107"/>
                          <a:pt x="408" y="107"/>
                        </a:cubicBezTo>
                        <a:cubicBezTo>
                          <a:pt x="406" y="107"/>
                          <a:pt x="404" y="106"/>
                          <a:pt x="403" y="105"/>
                        </a:cubicBezTo>
                        <a:close/>
                        <a:moveTo>
                          <a:pt x="436" y="76"/>
                        </a:moveTo>
                        <a:cubicBezTo>
                          <a:pt x="433" y="73"/>
                          <a:pt x="433" y="69"/>
                          <a:pt x="437" y="66"/>
                        </a:cubicBezTo>
                        <a:cubicBezTo>
                          <a:pt x="437" y="66"/>
                          <a:pt x="437" y="66"/>
                          <a:pt x="437" y="66"/>
                        </a:cubicBezTo>
                        <a:cubicBezTo>
                          <a:pt x="439" y="63"/>
                          <a:pt x="444" y="63"/>
                          <a:pt x="447" y="66"/>
                        </a:cubicBezTo>
                        <a:cubicBezTo>
                          <a:pt x="447" y="66"/>
                          <a:pt x="447" y="66"/>
                          <a:pt x="447" y="66"/>
                        </a:cubicBezTo>
                        <a:cubicBezTo>
                          <a:pt x="450" y="69"/>
                          <a:pt x="449" y="74"/>
                          <a:pt x="446" y="77"/>
                        </a:cubicBezTo>
                        <a:cubicBezTo>
                          <a:pt x="446" y="77"/>
                          <a:pt x="446" y="77"/>
                          <a:pt x="446" y="77"/>
                        </a:cubicBezTo>
                        <a:cubicBezTo>
                          <a:pt x="445" y="78"/>
                          <a:pt x="443" y="79"/>
                          <a:pt x="441" y="79"/>
                        </a:cubicBezTo>
                        <a:cubicBezTo>
                          <a:pt x="441" y="79"/>
                          <a:pt x="441" y="79"/>
                          <a:pt x="441" y="79"/>
                        </a:cubicBezTo>
                        <a:cubicBezTo>
                          <a:pt x="439" y="79"/>
                          <a:pt x="438" y="78"/>
                          <a:pt x="436" y="76"/>
                        </a:cubicBezTo>
                        <a:close/>
                        <a:moveTo>
                          <a:pt x="467" y="46"/>
                        </a:moveTo>
                        <a:cubicBezTo>
                          <a:pt x="465" y="43"/>
                          <a:pt x="464" y="38"/>
                          <a:pt x="467" y="36"/>
                        </a:cubicBezTo>
                        <a:cubicBezTo>
                          <a:pt x="467" y="36"/>
                          <a:pt x="467" y="36"/>
                          <a:pt x="467" y="36"/>
                        </a:cubicBezTo>
                        <a:cubicBezTo>
                          <a:pt x="470" y="33"/>
                          <a:pt x="475" y="33"/>
                          <a:pt x="478" y="35"/>
                        </a:cubicBezTo>
                        <a:cubicBezTo>
                          <a:pt x="478" y="35"/>
                          <a:pt x="478" y="35"/>
                          <a:pt x="478" y="35"/>
                        </a:cubicBezTo>
                        <a:cubicBezTo>
                          <a:pt x="480" y="38"/>
                          <a:pt x="481" y="43"/>
                          <a:pt x="478" y="46"/>
                        </a:cubicBezTo>
                        <a:cubicBezTo>
                          <a:pt x="478" y="46"/>
                          <a:pt x="478" y="46"/>
                          <a:pt x="478" y="46"/>
                        </a:cubicBezTo>
                        <a:cubicBezTo>
                          <a:pt x="476" y="47"/>
                          <a:pt x="474" y="48"/>
                          <a:pt x="473" y="48"/>
                        </a:cubicBezTo>
                        <a:cubicBezTo>
                          <a:pt x="473" y="48"/>
                          <a:pt x="473" y="48"/>
                          <a:pt x="473" y="48"/>
                        </a:cubicBezTo>
                        <a:cubicBezTo>
                          <a:pt x="471" y="48"/>
                          <a:pt x="469" y="47"/>
                          <a:pt x="467" y="46"/>
                        </a:cubicBezTo>
                        <a:close/>
                        <a:moveTo>
                          <a:pt x="497" y="14"/>
                        </a:moveTo>
                        <a:cubicBezTo>
                          <a:pt x="494" y="11"/>
                          <a:pt x="493" y="7"/>
                          <a:pt x="496" y="3"/>
                        </a:cubicBezTo>
                        <a:cubicBezTo>
                          <a:pt x="496" y="3"/>
                          <a:pt x="496" y="3"/>
                          <a:pt x="496" y="3"/>
                        </a:cubicBezTo>
                        <a:cubicBezTo>
                          <a:pt x="499" y="0"/>
                          <a:pt x="503" y="0"/>
                          <a:pt x="506" y="3"/>
                        </a:cubicBezTo>
                        <a:cubicBezTo>
                          <a:pt x="506" y="3"/>
                          <a:pt x="506" y="3"/>
                          <a:pt x="506" y="3"/>
                        </a:cubicBezTo>
                        <a:cubicBezTo>
                          <a:pt x="509" y="5"/>
                          <a:pt x="510" y="10"/>
                          <a:pt x="507" y="13"/>
                        </a:cubicBezTo>
                        <a:cubicBezTo>
                          <a:pt x="507" y="13"/>
                          <a:pt x="507" y="13"/>
                          <a:pt x="507" y="13"/>
                        </a:cubicBezTo>
                        <a:cubicBezTo>
                          <a:pt x="506" y="15"/>
                          <a:pt x="504" y="15"/>
                          <a:pt x="502" y="15"/>
                        </a:cubicBezTo>
                        <a:cubicBezTo>
                          <a:pt x="502" y="15"/>
                          <a:pt x="502" y="15"/>
                          <a:pt x="502" y="15"/>
                        </a:cubicBezTo>
                        <a:cubicBezTo>
                          <a:pt x="500" y="15"/>
                          <a:pt x="498" y="15"/>
                          <a:pt x="497" y="14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37" name="Freeform 105">
                  <a:extLst>
                    <a:ext uri="{FF2B5EF4-FFF2-40B4-BE49-F238E27FC236}">
                      <a16:creationId xmlns:a16="http://schemas.microsoft.com/office/drawing/2014/main" id="{8439197A-3810-4E1C-8DD4-29193B861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6105" y="4504132"/>
                  <a:ext cx="41557" cy="38787"/>
                </a:xfrm>
                <a:custGeom>
                  <a:avLst/>
                  <a:gdLst>
                    <a:gd name="T0" fmla="*/ 5 w 17"/>
                    <a:gd name="T1" fmla="*/ 15 h 16"/>
                    <a:gd name="T2" fmla="*/ 2 w 17"/>
                    <a:gd name="T3" fmla="*/ 5 h 16"/>
                    <a:gd name="T4" fmla="*/ 2 w 17"/>
                    <a:gd name="T5" fmla="*/ 5 h 16"/>
                    <a:gd name="T6" fmla="*/ 12 w 17"/>
                    <a:gd name="T7" fmla="*/ 2 h 16"/>
                    <a:gd name="T8" fmla="*/ 12 w 17"/>
                    <a:gd name="T9" fmla="*/ 2 h 16"/>
                    <a:gd name="T10" fmla="*/ 15 w 17"/>
                    <a:gd name="T11" fmla="*/ 12 h 16"/>
                    <a:gd name="T12" fmla="*/ 15 w 17"/>
                    <a:gd name="T13" fmla="*/ 12 h 16"/>
                    <a:gd name="T14" fmla="*/ 8 w 17"/>
                    <a:gd name="T15" fmla="*/ 16 h 16"/>
                    <a:gd name="T16" fmla="*/ 8 w 17"/>
                    <a:gd name="T17" fmla="*/ 16 h 16"/>
                    <a:gd name="T18" fmla="*/ 5 w 17"/>
                    <a:gd name="T19" fmla="*/ 15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16">
                      <a:moveTo>
                        <a:pt x="5" y="15"/>
                      </a:moveTo>
                      <a:cubicBezTo>
                        <a:pt x="1" y="12"/>
                        <a:pt x="0" y="8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4" y="1"/>
                        <a:pt x="9" y="0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6" y="4"/>
                        <a:pt x="17" y="9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3" y="14"/>
                        <a:pt x="11" y="16"/>
                        <a:pt x="8" y="16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7" y="16"/>
                        <a:pt x="6" y="15"/>
                        <a:pt x="5" y="15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</p:grpSp>
      </p:grpSp>
      <p:grpSp>
        <p:nvGrpSpPr>
          <p:cNvPr id="81" name="Grupo 80">
            <a:extLst>
              <a:ext uri="{FF2B5EF4-FFF2-40B4-BE49-F238E27FC236}">
                <a16:creationId xmlns:a16="http://schemas.microsoft.com/office/drawing/2014/main" id="{38B46C47-D79D-427B-837A-85FAE788605D}"/>
              </a:ext>
            </a:extLst>
          </p:cNvPr>
          <p:cNvGrpSpPr/>
          <p:nvPr/>
        </p:nvGrpSpPr>
        <p:grpSpPr>
          <a:xfrm>
            <a:off x="5037268" y="1529615"/>
            <a:ext cx="2206401" cy="1124016"/>
            <a:chOff x="4692647" y="1766887"/>
            <a:chExt cx="3230392" cy="1645672"/>
          </a:xfrm>
        </p:grpSpPr>
        <p:sp>
          <p:nvSpPr>
            <p:cNvPr id="82" name="Freeform 78">
              <a:extLst>
                <a:ext uri="{FF2B5EF4-FFF2-40B4-BE49-F238E27FC236}">
                  <a16:creationId xmlns:a16="http://schemas.microsoft.com/office/drawing/2014/main" id="{B6E11CCB-33B1-45D5-AD4F-0F4EE6F76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647" y="2512150"/>
              <a:ext cx="210557" cy="180083"/>
            </a:xfrm>
            <a:custGeom>
              <a:avLst/>
              <a:gdLst>
                <a:gd name="T0" fmla="*/ 0 w 76"/>
                <a:gd name="T1" fmla="*/ 1 h 65"/>
                <a:gd name="T2" fmla="*/ 11 w 76"/>
                <a:gd name="T3" fmla="*/ 0 h 65"/>
                <a:gd name="T4" fmla="*/ 22 w 76"/>
                <a:gd name="T5" fmla="*/ 51 h 65"/>
                <a:gd name="T6" fmla="*/ 73 w 76"/>
                <a:gd name="T7" fmla="*/ 36 h 65"/>
                <a:gd name="T8" fmla="*/ 76 w 76"/>
                <a:gd name="T9" fmla="*/ 47 h 65"/>
                <a:gd name="T10" fmla="*/ 14 w 76"/>
                <a:gd name="T11" fmla="*/ 65 h 65"/>
                <a:gd name="T12" fmla="*/ 0 w 76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65">
                  <a:moveTo>
                    <a:pt x="0" y="1"/>
                  </a:moveTo>
                  <a:lnTo>
                    <a:pt x="11" y="0"/>
                  </a:lnTo>
                  <a:lnTo>
                    <a:pt x="22" y="51"/>
                  </a:lnTo>
                  <a:lnTo>
                    <a:pt x="73" y="36"/>
                  </a:lnTo>
                  <a:lnTo>
                    <a:pt x="76" y="47"/>
                  </a:lnTo>
                  <a:lnTo>
                    <a:pt x="14" y="6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9F2DCACC-34B1-4924-90BD-B34FA32866E4}"/>
                </a:ext>
              </a:extLst>
            </p:cNvPr>
            <p:cNvGrpSpPr/>
            <p:nvPr/>
          </p:nvGrpSpPr>
          <p:grpSpPr>
            <a:xfrm>
              <a:off x="4778531" y="1766887"/>
              <a:ext cx="3144508" cy="1645672"/>
              <a:chOff x="4778531" y="1766887"/>
              <a:chExt cx="3144508" cy="1645672"/>
            </a:xfrm>
          </p:grpSpPr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BC92D2C5-3337-4334-A4F3-81370826EC26}"/>
                  </a:ext>
                </a:extLst>
              </p:cNvPr>
              <p:cNvGrpSpPr/>
              <p:nvPr/>
            </p:nvGrpSpPr>
            <p:grpSpPr>
              <a:xfrm>
                <a:off x="4778531" y="1766887"/>
                <a:ext cx="3136196" cy="1537623"/>
                <a:chOff x="4778531" y="1766887"/>
                <a:chExt cx="3136196" cy="1537623"/>
              </a:xfrm>
            </p:grpSpPr>
            <p:grpSp>
              <p:nvGrpSpPr>
                <p:cNvPr id="86" name="Grupo 85">
                  <a:extLst>
                    <a:ext uri="{FF2B5EF4-FFF2-40B4-BE49-F238E27FC236}">
                      <a16:creationId xmlns:a16="http://schemas.microsoft.com/office/drawing/2014/main" id="{4CE34E22-B103-4A8E-AD15-C5DCBDD19DDE}"/>
                    </a:ext>
                  </a:extLst>
                </p:cNvPr>
                <p:cNvGrpSpPr/>
                <p:nvPr/>
              </p:nvGrpSpPr>
              <p:grpSpPr>
                <a:xfrm>
                  <a:off x="4778531" y="1769658"/>
                  <a:ext cx="3136196" cy="1534852"/>
                  <a:chOff x="4778531" y="1769658"/>
                  <a:chExt cx="3136196" cy="1534852"/>
                </a:xfrm>
              </p:grpSpPr>
              <p:sp>
                <p:nvSpPr>
                  <p:cNvPr id="88" name="Freeform 96">
                    <a:extLst>
                      <a:ext uri="{FF2B5EF4-FFF2-40B4-BE49-F238E27FC236}">
                        <a16:creationId xmlns:a16="http://schemas.microsoft.com/office/drawing/2014/main" id="{14E3E661-D001-47B3-B59E-52BAE81BCB45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324465" y="1769658"/>
                    <a:ext cx="1590262" cy="1534852"/>
                  </a:xfrm>
                  <a:custGeom>
                    <a:avLst/>
                    <a:gdLst>
                      <a:gd name="T0" fmla="*/ 659 w 659"/>
                      <a:gd name="T1" fmla="*/ 629 h 636"/>
                      <a:gd name="T2" fmla="*/ 652 w 659"/>
                      <a:gd name="T3" fmla="*/ 636 h 636"/>
                      <a:gd name="T4" fmla="*/ 640 w 659"/>
                      <a:gd name="T5" fmla="*/ 586 h 636"/>
                      <a:gd name="T6" fmla="*/ 654 w 659"/>
                      <a:gd name="T7" fmla="*/ 584 h 636"/>
                      <a:gd name="T8" fmla="*/ 647 w 659"/>
                      <a:gd name="T9" fmla="*/ 592 h 636"/>
                      <a:gd name="T10" fmla="*/ 638 w 659"/>
                      <a:gd name="T11" fmla="*/ 534 h 636"/>
                      <a:gd name="T12" fmla="*/ 641 w 659"/>
                      <a:gd name="T13" fmla="*/ 548 h 636"/>
                      <a:gd name="T14" fmla="*/ 633 w 659"/>
                      <a:gd name="T15" fmla="*/ 543 h 636"/>
                      <a:gd name="T16" fmla="*/ 627 w 659"/>
                      <a:gd name="T17" fmla="*/ 491 h 636"/>
                      <a:gd name="T18" fmla="*/ 631 w 659"/>
                      <a:gd name="T19" fmla="*/ 505 h 636"/>
                      <a:gd name="T20" fmla="*/ 622 w 659"/>
                      <a:gd name="T21" fmla="*/ 500 h 636"/>
                      <a:gd name="T22" fmla="*/ 622 w 659"/>
                      <a:gd name="T23" fmla="*/ 453 h 636"/>
                      <a:gd name="T24" fmla="*/ 615 w 659"/>
                      <a:gd name="T25" fmla="*/ 463 h 636"/>
                      <a:gd name="T26" fmla="*/ 596 w 659"/>
                      <a:gd name="T27" fmla="*/ 408 h 636"/>
                      <a:gd name="T28" fmla="*/ 602 w 659"/>
                      <a:gd name="T29" fmla="*/ 421 h 636"/>
                      <a:gd name="T30" fmla="*/ 592 w 659"/>
                      <a:gd name="T31" fmla="*/ 417 h 636"/>
                      <a:gd name="T32" fmla="*/ 576 w 659"/>
                      <a:gd name="T33" fmla="*/ 368 h 636"/>
                      <a:gd name="T34" fmla="*/ 583 w 659"/>
                      <a:gd name="T35" fmla="*/ 381 h 636"/>
                      <a:gd name="T36" fmla="*/ 573 w 659"/>
                      <a:gd name="T37" fmla="*/ 378 h 636"/>
                      <a:gd name="T38" fmla="*/ 564 w 659"/>
                      <a:gd name="T39" fmla="*/ 332 h 636"/>
                      <a:gd name="T40" fmla="*/ 558 w 659"/>
                      <a:gd name="T41" fmla="*/ 343 h 636"/>
                      <a:gd name="T42" fmla="*/ 529 w 659"/>
                      <a:gd name="T43" fmla="*/ 292 h 636"/>
                      <a:gd name="T44" fmla="*/ 538 w 659"/>
                      <a:gd name="T45" fmla="*/ 304 h 636"/>
                      <a:gd name="T46" fmla="*/ 528 w 659"/>
                      <a:gd name="T47" fmla="*/ 303 h 636"/>
                      <a:gd name="T48" fmla="*/ 512 w 659"/>
                      <a:gd name="T49" fmla="*/ 258 h 636"/>
                      <a:gd name="T50" fmla="*/ 507 w 659"/>
                      <a:gd name="T51" fmla="*/ 270 h 636"/>
                      <a:gd name="T52" fmla="*/ 473 w 659"/>
                      <a:gd name="T53" fmla="*/ 224 h 636"/>
                      <a:gd name="T54" fmla="*/ 483 w 659"/>
                      <a:gd name="T55" fmla="*/ 235 h 636"/>
                      <a:gd name="T56" fmla="*/ 472 w 659"/>
                      <a:gd name="T57" fmla="*/ 234 h 636"/>
                      <a:gd name="T58" fmla="*/ 452 w 659"/>
                      <a:gd name="T59" fmla="*/ 193 h 636"/>
                      <a:gd name="T60" fmla="*/ 446 w 659"/>
                      <a:gd name="T61" fmla="*/ 205 h 636"/>
                      <a:gd name="T62" fmla="*/ 408 w 659"/>
                      <a:gd name="T63" fmla="*/ 164 h 636"/>
                      <a:gd name="T64" fmla="*/ 419 w 659"/>
                      <a:gd name="T65" fmla="*/ 173 h 636"/>
                      <a:gd name="T66" fmla="*/ 409 w 659"/>
                      <a:gd name="T67" fmla="*/ 174 h 636"/>
                      <a:gd name="T68" fmla="*/ 383 w 659"/>
                      <a:gd name="T69" fmla="*/ 135 h 636"/>
                      <a:gd name="T70" fmla="*/ 378 w 659"/>
                      <a:gd name="T71" fmla="*/ 148 h 636"/>
                      <a:gd name="T72" fmla="*/ 338 w 659"/>
                      <a:gd name="T73" fmla="*/ 122 h 636"/>
                      <a:gd name="T74" fmla="*/ 346 w 659"/>
                      <a:gd name="T75" fmla="*/ 110 h 636"/>
                      <a:gd name="T76" fmla="*/ 342 w 659"/>
                      <a:gd name="T77" fmla="*/ 123 h 636"/>
                      <a:gd name="T78" fmla="*/ 300 w 659"/>
                      <a:gd name="T79" fmla="*/ 100 h 636"/>
                      <a:gd name="T80" fmla="*/ 307 w 659"/>
                      <a:gd name="T81" fmla="*/ 87 h 636"/>
                      <a:gd name="T82" fmla="*/ 303 w 659"/>
                      <a:gd name="T83" fmla="*/ 101 h 636"/>
                      <a:gd name="T84" fmla="*/ 257 w 659"/>
                      <a:gd name="T85" fmla="*/ 70 h 636"/>
                      <a:gd name="T86" fmla="*/ 270 w 659"/>
                      <a:gd name="T87" fmla="*/ 76 h 636"/>
                      <a:gd name="T88" fmla="*/ 261 w 659"/>
                      <a:gd name="T89" fmla="*/ 80 h 636"/>
                      <a:gd name="T90" fmla="*/ 226 w 659"/>
                      <a:gd name="T91" fmla="*/ 49 h 636"/>
                      <a:gd name="T92" fmla="*/ 223 w 659"/>
                      <a:gd name="T93" fmla="*/ 63 h 636"/>
                      <a:gd name="T94" fmla="*/ 174 w 659"/>
                      <a:gd name="T95" fmla="*/ 39 h 636"/>
                      <a:gd name="T96" fmla="*/ 188 w 659"/>
                      <a:gd name="T97" fmla="*/ 43 h 636"/>
                      <a:gd name="T98" fmla="*/ 179 w 659"/>
                      <a:gd name="T99" fmla="*/ 48 h 636"/>
                      <a:gd name="T100" fmla="*/ 140 w 659"/>
                      <a:gd name="T101" fmla="*/ 21 h 636"/>
                      <a:gd name="T102" fmla="*/ 139 w 659"/>
                      <a:gd name="T103" fmla="*/ 36 h 636"/>
                      <a:gd name="T104" fmla="*/ 88 w 659"/>
                      <a:gd name="T105" fmla="*/ 18 h 636"/>
                      <a:gd name="T106" fmla="*/ 102 w 659"/>
                      <a:gd name="T107" fmla="*/ 20 h 636"/>
                      <a:gd name="T108" fmla="*/ 94 w 659"/>
                      <a:gd name="T109" fmla="*/ 26 h 636"/>
                      <a:gd name="T110" fmla="*/ 44 w 659"/>
                      <a:gd name="T111" fmla="*/ 11 h 636"/>
                      <a:gd name="T112" fmla="*/ 59 w 659"/>
                      <a:gd name="T113" fmla="*/ 13 h 636"/>
                      <a:gd name="T114" fmla="*/ 50 w 659"/>
                      <a:gd name="T115" fmla="*/ 19 h 636"/>
                      <a:gd name="T116" fmla="*/ 0 w 659"/>
                      <a:gd name="T117" fmla="*/ 7 h 636"/>
                      <a:gd name="T118" fmla="*/ 14 w 659"/>
                      <a:gd name="T119" fmla="*/ 8 h 636"/>
                      <a:gd name="T120" fmla="*/ 7 w 659"/>
                      <a:gd name="T121" fmla="*/ 15 h 6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659" h="636">
                        <a:moveTo>
                          <a:pt x="644" y="630"/>
                        </a:moveTo>
                        <a:cubicBezTo>
                          <a:pt x="644" y="626"/>
                          <a:pt x="647" y="622"/>
                          <a:pt x="651" y="622"/>
                        </a:cubicBezTo>
                        <a:cubicBezTo>
                          <a:pt x="651" y="622"/>
                          <a:pt x="651" y="622"/>
                          <a:pt x="651" y="622"/>
                        </a:cubicBezTo>
                        <a:cubicBezTo>
                          <a:pt x="655" y="622"/>
                          <a:pt x="659" y="625"/>
                          <a:pt x="659" y="629"/>
                        </a:cubicBezTo>
                        <a:cubicBezTo>
                          <a:pt x="659" y="629"/>
                          <a:pt x="659" y="629"/>
                          <a:pt x="659" y="629"/>
                        </a:cubicBezTo>
                        <a:cubicBezTo>
                          <a:pt x="659" y="633"/>
                          <a:pt x="656" y="636"/>
                          <a:pt x="652" y="636"/>
                        </a:cubicBezTo>
                        <a:cubicBezTo>
                          <a:pt x="652" y="636"/>
                          <a:pt x="652" y="636"/>
                          <a:pt x="652" y="636"/>
                        </a:cubicBezTo>
                        <a:cubicBezTo>
                          <a:pt x="652" y="636"/>
                          <a:pt x="652" y="636"/>
                          <a:pt x="652" y="636"/>
                        </a:cubicBezTo>
                        <a:cubicBezTo>
                          <a:pt x="652" y="636"/>
                          <a:pt x="652" y="636"/>
                          <a:pt x="652" y="636"/>
                        </a:cubicBezTo>
                        <a:cubicBezTo>
                          <a:pt x="648" y="636"/>
                          <a:pt x="645" y="634"/>
                          <a:pt x="644" y="630"/>
                        </a:cubicBezTo>
                        <a:close/>
                        <a:moveTo>
                          <a:pt x="640" y="586"/>
                        </a:moveTo>
                        <a:cubicBezTo>
                          <a:pt x="640" y="586"/>
                          <a:pt x="640" y="586"/>
                          <a:pt x="640" y="586"/>
                        </a:cubicBezTo>
                        <a:cubicBezTo>
                          <a:pt x="640" y="586"/>
                          <a:pt x="640" y="586"/>
                          <a:pt x="640" y="586"/>
                        </a:cubicBezTo>
                        <a:cubicBezTo>
                          <a:pt x="639" y="582"/>
                          <a:pt x="642" y="578"/>
                          <a:pt x="646" y="578"/>
                        </a:cubicBezTo>
                        <a:cubicBezTo>
                          <a:pt x="646" y="578"/>
                          <a:pt x="646" y="578"/>
                          <a:pt x="646" y="578"/>
                        </a:cubicBezTo>
                        <a:cubicBezTo>
                          <a:pt x="650" y="577"/>
                          <a:pt x="654" y="580"/>
                          <a:pt x="654" y="584"/>
                        </a:cubicBezTo>
                        <a:cubicBezTo>
                          <a:pt x="654" y="584"/>
                          <a:pt x="654" y="584"/>
                          <a:pt x="654" y="584"/>
                        </a:cubicBezTo>
                        <a:cubicBezTo>
                          <a:pt x="655" y="588"/>
                          <a:pt x="652" y="592"/>
                          <a:pt x="648" y="592"/>
                        </a:cubicBezTo>
                        <a:cubicBezTo>
                          <a:pt x="648" y="592"/>
                          <a:pt x="648" y="592"/>
                          <a:pt x="648" y="592"/>
                        </a:cubicBezTo>
                        <a:cubicBezTo>
                          <a:pt x="648" y="592"/>
                          <a:pt x="647" y="592"/>
                          <a:pt x="647" y="592"/>
                        </a:cubicBezTo>
                        <a:cubicBezTo>
                          <a:pt x="647" y="592"/>
                          <a:pt x="647" y="592"/>
                          <a:pt x="647" y="592"/>
                        </a:cubicBezTo>
                        <a:cubicBezTo>
                          <a:pt x="643" y="592"/>
                          <a:pt x="640" y="590"/>
                          <a:pt x="640" y="586"/>
                        </a:cubicBezTo>
                        <a:close/>
                        <a:moveTo>
                          <a:pt x="633" y="543"/>
                        </a:moveTo>
                        <a:cubicBezTo>
                          <a:pt x="632" y="539"/>
                          <a:pt x="634" y="535"/>
                          <a:pt x="638" y="534"/>
                        </a:cubicBezTo>
                        <a:cubicBezTo>
                          <a:pt x="638" y="534"/>
                          <a:pt x="638" y="534"/>
                          <a:pt x="638" y="534"/>
                        </a:cubicBezTo>
                        <a:cubicBezTo>
                          <a:pt x="642" y="533"/>
                          <a:pt x="646" y="536"/>
                          <a:pt x="647" y="540"/>
                        </a:cubicBezTo>
                        <a:cubicBezTo>
                          <a:pt x="647" y="540"/>
                          <a:pt x="647" y="540"/>
                          <a:pt x="647" y="540"/>
                        </a:cubicBezTo>
                        <a:cubicBezTo>
                          <a:pt x="648" y="544"/>
                          <a:pt x="645" y="547"/>
                          <a:pt x="641" y="548"/>
                        </a:cubicBezTo>
                        <a:cubicBezTo>
                          <a:pt x="641" y="548"/>
                          <a:pt x="641" y="548"/>
                          <a:pt x="641" y="548"/>
                        </a:cubicBezTo>
                        <a:cubicBezTo>
                          <a:pt x="641" y="548"/>
                          <a:pt x="640" y="548"/>
                          <a:pt x="640" y="548"/>
                        </a:cubicBezTo>
                        <a:cubicBezTo>
                          <a:pt x="640" y="548"/>
                          <a:pt x="640" y="548"/>
                          <a:pt x="640" y="548"/>
                        </a:cubicBezTo>
                        <a:cubicBezTo>
                          <a:pt x="636" y="548"/>
                          <a:pt x="633" y="546"/>
                          <a:pt x="633" y="543"/>
                        </a:cubicBezTo>
                        <a:close/>
                        <a:moveTo>
                          <a:pt x="622" y="500"/>
                        </a:moveTo>
                        <a:cubicBezTo>
                          <a:pt x="622" y="500"/>
                          <a:pt x="622" y="500"/>
                          <a:pt x="622" y="500"/>
                        </a:cubicBezTo>
                        <a:cubicBezTo>
                          <a:pt x="622" y="500"/>
                          <a:pt x="622" y="500"/>
                          <a:pt x="622" y="500"/>
                        </a:cubicBezTo>
                        <a:cubicBezTo>
                          <a:pt x="621" y="496"/>
                          <a:pt x="623" y="492"/>
                          <a:pt x="627" y="491"/>
                        </a:cubicBezTo>
                        <a:cubicBezTo>
                          <a:pt x="627" y="491"/>
                          <a:pt x="627" y="491"/>
                          <a:pt x="627" y="491"/>
                        </a:cubicBezTo>
                        <a:cubicBezTo>
                          <a:pt x="631" y="490"/>
                          <a:pt x="635" y="492"/>
                          <a:pt x="636" y="496"/>
                        </a:cubicBezTo>
                        <a:cubicBezTo>
                          <a:pt x="636" y="496"/>
                          <a:pt x="636" y="496"/>
                          <a:pt x="636" y="496"/>
                        </a:cubicBezTo>
                        <a:cubicBezTo>
                          <a:pt x="637" y="500"/>
                          <a:pt x="635" y="504"/>
                          <a:pt x="631" y="505"/>
                        </a:cubicBezTo>
                        <a:cubicBezTo>
                          <a:pt x="631" y="505"/>
                          <a:pt x="631" y="505"/>
                          <a:pt x="631" y="505"/>
                        </a:cubicBezTo>
                        <a:cubicBezTo>
                          <a:pt x="630" y="505"/>
                          <a:pt x="630" y="505"/>
                          <a:pt x="629" y="505"/>
                        </a:cubicBezTo>
                        <a:cubicBezTo>
                          <a:pt x="629" y="505"/>
                          <a:pt x="629" y="505"/>
                          <a:pt x="629" y="505"/>
                        </a:cubicBezTo>
                        <a:cubicBezTo>
                          <a:pt x="626" y="505"/>
                          <a:pt x="623" y="503"/>
                          <a:pt x="622" y="500"/>
                        </a:cubicBezTo>
                        <a:close/>
                        <a:moveTo>
                          <a:pt x="609" y="458"/>
                        </a:moveTo>
                        <a:cubicBezTo>
                          <a:pt x="607" y="454"/>
                          <a:pt x="609" y="450"/>
                          <a:pt x="613" y="449"/>
                        </a:cubicBezTo>
                        <a:cubicBezTo>
                          <a:pt x="613" y="449"/>
                          <a:pt x="613" y="449"/>
                          <a:pt x="613" y="449"/>
                        </a:cubicBezTo>
                        <a:cubicBezTo>
                          <a:pt x="617" y="447"/>
                          <a:pt x="621" y="449"/>
                          <a:pt x="622" y="453"/>
                        </a:cubicBezTo>
                        <a:cubicBezTo>
                          <a:pt x="622" y="453"/>
                          <a:pt x="622" y="453"/>
                          <a:pt x="622" y="453"/>
                        </a:cubicBezTo>
                        <a:cubicBezTo>
                          <a:pt x="624" y="457"/>
                          <a:pt x="622" y="461"/>
                          <a:pt x="618" y="463"/>
                        </a:cubicBezTo>
                        <a:cubicBezTo>
                          <a:pt x="618" y="463"/>
                          <a:pt x="618" y="463"/>
                          <a:pt x="618" y="463"/>
                        </a:cubicBezTo>
                        <a:cubicBezTo>
                          <a:pt x="617" y="463"/>
                          <a:pt x="616" y="463"/>
                          <a:pt x="615" y="463"/>
                        </a:cubicBezTo>
                        <a:cubicBezTo>
                          <a:pt x="615" y="463"/>
                          <a:pt x="615" y="463"/>
                          <a:pt x="615" y="463"/>
                        </a:cubicBezTo>
                        <a:cubicBezTo>
                          <a:pt x="613" y="463"/>
                          <a:pt x="610" y="461"/>
                          <a:pt x="609" y="458"/>
                        </a:cubicBezTo>
                        <a:close/>
                        <a:moveTo>
                          <a:pt x="592" y="417"/>
                        </a:moveTo>
                        <a:cubicBezTo>
                          <a:pt x="591" y="414"/>
                          <a:pt x="593" y="409"/>
                          <a:pt x="596" y="408"/>
                        </a:cubicBezTo>
                        <a:cubicBezTo>
                          <a:pt x="596" y="408"/>
                          <a:pt x="596" y="408"/>
                          <a:pt x="596" y="408"/>
                        </a:cubicBezTo>
                        <a:cubicBezTo>
                          <a:pt x="600" y="406"/>
                          <a:pt x="604" y="408"/>
                          <a:pt x="606" y="411"/>
                        </a:cubicBezTo>
                        <a:cubicBezTo>
                          <a:pt x="606" y="411"/>
                          <a:pt x="606" y="411"/>
                          <a:pt x="606" y="411"/>
                        </a:cubicBezTo>
                        <a:cubicBezTo>
                          <a:pt x="607" y="415"/>
                          <a:pt x="606" y="420"/>
                          <a:pt x="602" y="421"/>
                        </a:cubicBezTo>
                        <a:cubicBezTo>
                          <a:pt x="602" y="421"/>
                          <a:pt x="602" y="421"/>
                          <a:pt x="602" y="421"/>
                        </a:cubicBezTo>
                        <a:cubicBezTo>
                          <a:pt x="601" y="421"/>
                          <a:pt x="600" y="422"/>
                          <a:pt x="599" y="422"/>
                        </a:cubicBezTo>
                        <a:cubicBezTo>
                          <a:pt x="599" y="422"/>
                          <a:pt x="599" y="422"/>
                          <a:pt x="599" y="422"/>
                        </a:cubicBezTo>
                        <a:cubicBezTo>
                          <a:pt x="596" y="422"/>
                          <a:pt x="594" y="420"/>
                          <a:pt x="592" y="417"/>
                        </a:cubicBezTo>
                        <a:close/>
                        <a:moveTo>
                          <a:pt x="573" y="378"/>
                        </a:moveTo>
                        <a:cubicBezTo>
                          <a:pt x="573" y="378"/>
                          <a:pt x="573" y="378"/>
                          <a:pt x="573" y="378"/>
                        </a:cubicBezTo>
                        <a:cubicBezTo>
                          <a:pt x="573" y="378"/>
                          <a:pt x="573" y="378"/>
                          <a:pt x="573" y="378"/>
                        </a:cubicBezTo>
                        <a:cubicBezTo>
                          <a:pt x="572" y="374"/>
                          <a:pt x="573" y="370"/>
                          <a:pt x="576" y="368"/>
                        </a:cubicBezTo>
                        <a:cubicBezTo>
                          <a:pt x="576" y="368"/>
                          <a:pt x="576" y="368"/>
                          <a:pt x="576" y="368"/>
                        </a:cubicBezTo>
                        <a:cubicBezTo>
                          <a:pt x="580" y="366"/>
                          <a:pt x="584" y="367"/>
                          <a:pt x="586" y="371"/>
                        </a:cubicBezTo>
                        <a:cubicBezTo>
                          <a:pt x="586" y="371"/>
                          <a:pt x="586" y="371"/>
                          <a:pt x="586" y="371"/>
                        </a:cubicBezTo>
                        <a:cubicBezTo>
                          <a:pt x="588" y="375"/>
                          <a:pt x="587" y="379"/>
                          <a:pt x="583" y="381"/>
                        </a:cubicBezTo>
                        <a:cubicBezTo>
                          <a:pt x="583" y="381"/>
                          <a:pt x="583" y="381"/>
                          <a:pt x="583" y="381"/>
                        </a:cubicBezTo>
                        <a:cubicBezTo>
                          <a:pt x="582" y="381"/>
                          <a:pt x="581" y="382"/>
                          <a:pt x="580" y="382"/>
                        </a:cubicBezTo>
                        <a:cubicBezTo>
                          <a:pt x="580" y="382"/>
                          <a:pt x="580" y="382"/>
                          <a:pt x="580" y="382"/>
                        </a:cubicBezTo>
                        <a:cubicBezTo>
                          <a:pt x="577" y="382"/>
                          <a:pt x="575" y="380"/>
                          <a:pt x="573" y="378"/>
                        </a:cubicBezTo>
                        <a:close/>
                        <a:moveTo>
                          <a:pt x="552" y="339"/>
                        </a:moveTo>
                        <a:cubicBezTo>
                          <a:pt x="550" y="336"/>
                          <a:pt x="551" y="331"/>
                          <a:pt x="554" y="329"/>
                        </a:cubicBezTo>
                        <a:cubicBezTo>
                          <a:pt x="554" y="329"/>
                          <a:pt x="554" y="329"/>
                          <a:pt x="554" y="329"/>
                        </a:cubicBezTo>
                        <a:cubicBezTo>
                          <a:pt x="558" y="327"/>
                          <a:pt x="562" y="328"/>
                          <a:pt x="564" y="332"/>
                        </a:cubicBezTo>
                        <a:cubicBezTo>
                          <a:pt x="564" y="332"/>
                          <a:pt x="564" y="332"/>
                          <a:pt x="564" y="332"/>
                        </a:cubicBezTo>
                        <a:cubicBezTo>
                          <a:pt x="566" y="335"/>
                          <a:pt x="565" y="340"/>
                          <a:pt x="562" y="342"/>
                        </a:cubicBezTo>
                        <a:cubicBezTo>
                          <a:pt x="562" y="342"/>
                          <a:pt x="562" y="342"/>
                          <a:pt x="562" y="342"/>
                        </a:cubicBezTo>
                        <a:cubicBezTo>
                          <a:pt x="561" y="343"/>
                          <a:pt x="559" y="343"/>
                          <a:pt x="558" y="343"/>
                        </a:cubicBezTo>
                        <a:cubicBezTo>
                          <a:pt x="558" y="343"/>
                          <a:pt x="558" y="343"/>
                          <a:pt x="558" y="343"/>
                        </a:cubicBezTo>
                        <a:cubicBezTo>
                          <a:pt x="556" y="343"/>
                          <a:pt x="553" y="342"/>
                          <a:pt x="552" y="339"/>
                        </a:cubicBezTo>
                        <a:close/>
                        <a:moveTo>
                          <a:pt x="528" y="303"/>
                        </a:moveTo>
                        <a:cubicBezTo>
                          <a:pt x="525" y="299"/>
                          <a:pt x="526" y="295"/>
                          <a:pt x="529" y="292"/>
                        </a:cubicBezTo>
                        <a:cubicBezTo>
                          <a:pt x="529" y="292"/>
                          <a:pt x="529" y="292"/>
                          <a:pt x="529" y="292"/>
                        </a:cubicBezTo>
                        <a:cubicBezTo>
                          <a:pt x="533" y="290"/>
                          <a:pt x="537" y="291"/>
                          <a:pt x="540" y="294"/>
                        </a:cubicBezTo>
                        <a:cubicBezTo>
                          <a:pt x="540" y="294"/>
                          <a:pt x="540" y="294"/>
                          <a:pt x="540" y="294"/>
                        </a:cubicBezTo>
                        <a:cubicBezTo>
                          <a:pt x="542" y="298"/>
                          <a:pt x="541" y="302"/>
                          <a:pt x="538" y="304"/>
                        </a:cubicBezTo>
                        <a:cubicBezTo>
                          <a:pt x="538" y="304"/>
                          <a:pt x="538" y="304"/>
                          <a:pt x="538" y="304"/>
                        </a:cubicBezTo>
                        <a:cubicBezTo>
                          <a:pt x="537" y="305"/>
                          <a:pt x="535" y="306"/>
                          <a:pt x="534" y="306"/>
                        </a:cubicBezTo>
                        <a:cubicBezTo>
                          <a:pt x="534" y="306"/>
                          <a:pt x="534" y="306"/>
                          <a:pt x="534" y="306"/>
                        </a:cubicBezTo>
                        <a:cubicBezTo>
                          <a:pt x="531" y="306"/>
                          <a:pt x="529" y="305"/>
                          <a:pt x="528" y="303"/>
                        </a:cubicBezTo>
                        <a:close/>
                        <a:moveTo>
                          <a:pt x="501" y="268"/>
                        </a:moveTo>
                        <a:cubicBezTo>
                          <a:pt x="499" y="265"/>
                          <a:pt x="499" y="260"/>
                          <a:pt x="502" y="257"/>
                        </a:cubicBezTo>
                        <a:cubicBezTo>
                          <a:pt x="502" y="257"/>
                          <a:pt x="502" y="257"/>
                          <a:pt x="502" y="257"/>
                        </a:cubicBezTo>
                        <a:cubicBezTo>
                          <a:pt x="505" y="255"/>
                          <a:pt x="510" y="255"/>
                          <a:pt x="512" y="258"/>
                        </a:cubicBezTo>
                        <a:cubicBezTo>
                          <a:pt x="512" y="258"/>
                          <a:pt x="512" y="258"/>
                          <a:pt x="512" y="258"/>
                        </a:cubicBezTo>
                        <a:cubicBezTo>
                          <a:pt x="515" y="262"/>
                          <a:pt x="514" y="266"/>
                          <a:pt x="511" y="269"/>
                        </a:cubicBezTo>
                        <a:cubicBezTo>
                          <a:pt x="511" y="269"/>
                          <a:pt x="511" y="269"/>
                          <a:pt x="511" y="269"/>
                        </a:cubicBezTo>
                        <a:cubicBezTo>
                          <a:pt x="510" y="270"/>
                          <a:pt x="508" y="270"/>
                          <a:pt x="507" y="270"/>
                        </a:cubicBezTo>
                        <a:cubicBezTo>
                          <a:pt x="507" y="270"/>
                          <a:pt x="507" y="270"/>
                          <a:pt x="507" y="270"/>
                        </a:cubicBezTo>
                        <a:cubicBezTo>
                          <a:pt x="505" y="270"/>
                          <a:pt x="503" y="269"/>
                          <a:pt x="501" y="268"/>
                        </a:cubicBezTo>
                        <a:close/>
                        <a:moveTo>
                          <a:pt x="472" y="234"/>
                        </a:moveTo>
                        <a:cubicBezTo>
                          <a:pt x="470" y="231"/>
                          <a:pt x="470" y="227"/>
                          <a:pt x="473" y="224"/>
                        </a:cubicBezTo>
                        <a:cubicBezTo>
                          <a:pt x="473" y="224"/>
                          <a:pt x="473" y="224"/>
                          <a:pt x="473" y="224"/>
                        </a:cubicBezTo>
                        <a:cubicBezTo>
                          <a:pt x="476" y="221"/>
                          <a:pt x="480" y="222"/>
                          <a:pt x="483" y="225"/>
                        </a:cubicBezTo>
                        <a:cubicBezTo>
                          <a:pt x="483" y="225"/>
                          <a:pt x="483" y="225"/>
                          <a:pt x="483" y="225"/>
                        </a:cubicBezTo>
                        <a:cubicBezTo>
                          <a:pt x="486" y="227"/>
                          <a:pt x="486" y="232"/>
                          <a:pt x="483" y="235"/>
                        </a:cubicBezTo>
                        <a:cubicBezTo>
                          <a:pt x="483" y="235"/>
                          <a:pt x="483" y="235"/>
                          <a:pt x="483" y="235"/>
                        </a:cubicBezTo>
                        <a:cubicBezTo>
                          <a:pt x="481" y="236"/>
                          <a:pt x="479" y="237"/>
                          <a:pt x="478" y="237"/>
                        </a:cubicBezTo>
                        <a:cubicBezTo>
                          <a:pt x="478" y="237"/>
                          <a:pt x="478" y="237"/>
                          <a:pt x="478" y="237"/>
                        </a:cubicBezTo>
                        <a:cubicBezTo>
                          <a:pt x="476" y="237"/>
                          <a:pt x="474" y="236"/>
                          <a:pt x="472" y="234"/>
                        </a:cubicBezTo>
                        <a:close/>
                        <a:moveTo>
                          <a:pt x="441" y="203"/>
                        </a:moveTo>
                        <a:cubicBezTo>
                          <a:pt x="439" y="200"/>
                          <a:pt x="438" y="196"/>
                          <a:pt x="441" y="193"/>
                        </a:cubicBezTo>
                        <a:cubicBezTo>
                          <a:pt x="441" y="193"/>
                          <a:pt x="441" y="193"/>
                          <a:pt x="441" y="193"/>
                        </a:cubicBezTo>
                        <a:cubicBezTo>
                          <a:pt x="444" y="190"/>
                          <a:pt x="449" y="190"/>
                          <a:pt x="452" y="193"/>
                        </a:cubicBezTo>
                        <a:cubicBezTo>
                          <a:pt x="452" y="193"/>
                          <a:pt x="452" y="193"/>
                          <a:pt x="452" y="193"/>
                        </a:cubicBezTo>
                        <a:cubicBezTo>
                          <a:pt x="454" y="195"/>
                          <a:pt x="455" y="200"/>
                          <a:pt x="452" y="203"/>
                        </a:cubicBezTo>
                        <a:cubicBezTo>
                          <a:pt x="452" y="203"/>
                          <a:pt x="452" y="203"/>
                          <a:pt x="452" y="203"/>
                        </a:cubicBezTo>
                        <a:cubicBezTo>
                          <a:pt x="450" y="204"/>
                          <a:pt x="448" y="205"/>
                          <a:pt x="446" y="205"/>
                        </a:cubicBezTo>
                        <a:cubicBezTo>
                          <a:pt x="446" y="205"/>
                          <a:pt x="446" y="205"/>
                          <a:pt x="446" y="205"/>
                        </a:cubicBezTo>
                        <a:cubicBezTo>
                          <a:pt x="445" y="205"/>
                          <a:pt x="443" y="205"/>
                          <a:pt x="441" y="203"/>
                        </a:cubicBezTo>
                        <a:close/>
                        <a:moveTo>
                          <a:pt x="409" y="174"/>
                        </a:moveTo>
                        <a:cubicBezTo>
                          <a:pt x="406" y="171"/>
                          <a:pt x="405" y="167"/>
                          <a:pt x="408" y="164"/>
                        </a:cubicBezTo>
                        <a:cubicBezTo>
                          <a:pt x="408" y="164"/>
                          <a:pt x="408" y="164"/>
                          <a:pt x="408" y="164"/>
                        </a:cubicBezTo>
                        <a:cubicBezTo>
                          <a:pt x="410" y="161"/>
                          <a:pt x="415" y="160"/>
                          <a:pt x="418" y="163"/>
                        </a:cubicBezTo>
                        <a:cubicBezTo>
                          <a:pt x="418" y="163"/>
                          <a:pt x="418" y="163"/>
                          <a:pt x="418" y="163"/>
                        </a:cubicBezTo>
                        <a:cubicBezTo>
                          <a:pt x="421" y="165"/>
                          <a:pt x="421" y="170"/>
                          <a:pt x="419" y="173"/>
                        </a:cubicBezTo>
                        <a:cubicBezTo>
                          <a:pt x="419" y="173"/>
                          <a:pt x="419" y="173"/>
                          <a:pt x="419" y="173"/>
                        </a:cubicBezTo>
                        <a:cubicBezTo>
                          <a:pt x="418" y="175"/>
                          <a:pt x="415" y="176"/>
                          <a:pt x="413" y="176"/>
                        </a:cubicBezTo>
                        <a:cubicBezTo>
                          <a:pt x="413" y="176"/>
                          <a:pt x="413" y="176"/>
                          <a:pt x="413" y="176"/>
                        </a:cubicBezTo>
                        <a:cubicBezTo>
                          <a:pt x="412" y="176"/>
                          <a:pt x="410" y="175"/>
                          <a:pt x="409" y="174"/>
                        </a:cubicBezTo>
                        <a:close/>
                        <a:moveTo>
                          <a:pt x="374" y="147"/>
                        </a:moveTo>
                        <a:cubicBezTo>
                          <a:pt x="371" y="145"/>
                          <a:pt x="370" y="140"/>
                          <a:pt x="372" y="137"/>
                        </a:cubicBezTo>
                        <a:cubicBezTo>
                          <a:pt x="372" y="137"/>
                          <a:pt x="372" y="137"/>
                          <a:pt x="372" y="137"/>
                        </a:cubicBezTo>
                        <a:cubicBezTo>
                          <a:pt x="375" y="134"/>
                          <a:pt x="379" y="133"/>
                          <a:pt x="383" y="135"/>
                        </a:cubicBezTo>
                        <a:cubicBezTo>
                          <a:pt x="383" y="135"/>
                          <a:pt x="383" y="135"/>
                          <a:pt x="383" y="135"/>
                        </a:cubicBezTo>
                        <a:cubicBezTo>
                          <a:pt x="386" y="137"/>
                          <a:pt x="387" y="142"/>
                          <a:pt x="384" y="145"/>
                        </a:cubicBezTo>
                        <a:cubicBezTo>
                          <a:pt x="384" y="145"/>
                          <a:pt x="384" y="145"/>
                          <a:pt x="384" y="145"/>
                        </a:cubicBezTo>
                        <a:cubicBezTo>
                          <a:pt x="383" y="147"/>
                          <a:pt x="381" y="148"/>
                          <a:pt x="378" y="148"/>
                        </a:cubicBezTo>
                        <a:cubicBezTo>
                          <a:pt x="378" y="148"/>
                          <a:pt x="378" y="148"/>
                          <a:pt x="378" y="148"/>
                        </a:cubicBezTo>
                        <a:cubicBezTo>
                          <a:pt x="377" y="148"/>
                          <a:pt x="375" y="148"/>
                          <a:pt x="374" y="147"/>
                        </a:cubicBezTo>
                        <a:close/>
                        <a:moveTo>
                          <a:pt x="338" y="122"/>
                        </a:moveTo>
                        <a:cubicBezTo>
                          <a:pt x="338" y="122"/>
                          <a:pt x="338" y="122"/>
                          <a:pt x="338" y="122"/>
                        </a:cubicBezTo>
                        <a:cubicBezTo>
                          <a:pt x="338" y="122"/>
                          <a:pt x="338" y="122"/>
                          <a:pt x="338" y="122"/>
                        </a:cubicBezTo>
                        <a:cubicBezTo>
                          <a:pt x="334" y="120"/>
                          <a:pt x="333" y="116"/>
                          <a:pt x="335" y="112"/>
                        </a:cubicBezTo>
                        <a:cubicBezTo>
                          <a:pt x="335" y="112"/>
                          <a:pt x="335" y="112"/>
                          <a:pt x="335" y="112"/>
                        </a:cubicBezTo>
                        <a:cubicBezTo>
                          <a:pt x="338" y="109"/>
                          <a:pt x="342" y="108"/>
                          <a:pt x="346" y="110"/>
                        </a:cubicBezTo>
                        <a:cubicBezTo>
                          <a:pt x="346" y="110"/>
                          <a:pt x="346" y="110"/>
                          <a:pt x="346" y="110"/>
                        </a:cubicBezTo>
                        <a:cubicBezTo>
                          <a:pt x="349" y="112"/>
                          <a:pt x="350" y="117"/>
                          <a:pt x="348" y="120"/>
                        </a:cubicBezTo>
                        <a:cubicBezTo>
                          <a:pt x="348" y="120"/>
                          <a:pt x="348" y="120"/>
                          <a:pt x="348" y="120"/>
                        </a:cubicBezTo>
                        <a:cubicBezTo>
                          <a:pt x="346" y="122"/>
                          <a:pt x="344" y="123"/>
                          <a:pt x="342" y="123"/>
                        </a:cubicBezTo>
                        <a:cubicBezTo>
                          <a:pt x="342" y="123"/>
                          <a:pt x="342" y="123"/>
                          <a:pt x="342" y="123"/>
                        </a:cubicBezTo>
                        <a:cubicBezTo>
                          <a:pt x="340" y="123"/>
                          <a:pt x="339" y="123"/>
                          <a:pt x="338" y="122"/>
                        </a:cubicBezTo>
                        <a:close/>
                        <a:moveTo>
                          <a:pt x="300" y="100"/>
                        </a:moveTo>
                        <a:cubicBezTo>
                          <a:pt x="300" y="100"/>
                          <a:pt x="300" y="100"/>
                          <a:pt x="300" y="100"/>
                        </a:cubicBezTo>
                        <a:cubicBezTo>
                          <a:pt x="300" y="100"/>
                          <a:pt x="300" y="100"/>
                          <a:pt x="300" y="100"/>
                        </a:cubicBezTo>
                        <a:cubicBezTo>
                          <a:pt x="296" y="98"/>
                          <a:pt x="295" y="93"/>
                          <a:pt x="297" y="90"/>
                        </a:cubicBezTo>
                        <a:cubicBezTo>
                          <a:pt x="297" y="90"/>
                          <a:pt x="297" y="90"/>
                          <a:pt x="297" y="90"/>
                        </a:cubicBezTo>
                        <a:cubicBezTo>
                          <a:pt x="299" y="86"/>
                          <a:pt x="303" y="85"/>
                          <a:pt x="307" y="87"/>
                        </a:cubicBezTo>
                        <a:cubicBezTo>
                          <a:pt x="307" y="87"/>
                          <a:pt x="307" y="87"/>
                          <a:pt x="307" y="87"/>
                        </a:cubicBezTo>
                        <a:cubicBezTo>
                          <a:pt x="310" y="89"/>
                          <a:pt x="312" y="93"/>
                          <a:pt x="310" y="97"/>
                        </a:cubicBezTo>
                        <a:cubicBezTo>
                          <a:pt x="310" y="97"/>
                          <a:pt x="310" y="97"/>
                          <a:pt x="310" y="97"/>
                        </a:cubicBezTo>
                        <a:cubicBezTo>
                          <a:pt x="309" y="99"/>
                          <a:pt x="306" y="101"/>
                          <a:pt x="303" y="101"/>
                        </a:cubicBezTo>
                        <a:cubicBezTo>
                          <a:pt x="303" y="101"/>
                          <a:pt x="303" y="101"/>
                          <a:pt x="303" y="101"/>
                        </a:cubicBezTo>
                        <a:cubicBezTo>
                          <a:pt x="302" y="101"/>
                          <a:pt x="301" y="101"/>
                          <a:pt x="300" y="100"/>
                        </a:cubicBezTo>
                        <a:close/>
                        <a:moveTo>
                          <a:pt x="261" y="80"/>
                        </a:moveTo>
                        <a:cubicBezTo>
                          <a:pt x="257" y="78"/>
                          <a:pt x="256" y="74"/>
                          <a:pt x="257" y="70"/>
                        </a:cubicBezTo>
                        <a:cubicBezTo>
                          <a:pt x="257" y="70"/>
                          <a:pt x="257" y="70"/>
                          <a:pt x="257" y="70"/>
                        </a:cubicBezTo>
                        <a:cubicBezTo>
                          <a:pt x="259" y="67"/>
                          <a:pt x="263" y="65"/>
                          <a:pt x="267" y="67"/>
                        </a:cubicBezTo>
                        <a:cubicBezTo>
                          <a:pt x="267" y="67"/>
                          <a:pt x="267" y="67"/>
                          <a:pt x="267" y="67"/>
                        </a:cubicBezTo>
                        <a:cubicBezTo>
                          <a:pt x="271" y="68"/>
                          <a:pt x="272" y="73"/>
                          <a:pt x="270" y="76"/>
                        </a:cubicBezTo>
                        <a:cubicBezTo>
                          <a:pt x="270" y="76"/>
                          <a:pt x="270" y="76"/>
                          <a:pt x="270" y="76"/>
                        </a:cubicBezTo>
                        <a:cubicBezTo>
                          <a:pt x="269" y="79"/>
                          <a:pt x="267" y="81"/>
                          <a:pt x="264" y="81"/>
                        </a:cubicBezTo>
                        <a:cubicBezTo>
                          <a:pt x="264" y="81"/>
                          <a:pt x="264" y="81"/>
                          <a:pt x="264" y="81"/>
                        </a:cubicBezTo>
                        <a:cubicBezTo>
                          <a:pt x="263" y="81"/>
                          <a:pt x="262" y="80"/>
                          <a:pt x="261" y="80"/>
                        </a:cubicBezTo>
                        <a:close/>
                        <a:moveTo>
                          <a:pt x="220" y="63"/>
                        </a:moveTo>
                        <a:cubicBezTo>
                          <a:pt x="217" y="61"/>
                          <a:pt x="215" y="57"/>
                          <a:pt x="216" y="53"/>
                        </a:cubicBezTo>
                        <a:cubicBezTo>
                          <a:pt x="216" y="53"/>
                          <a:pt x="216" y="53"/>
                          <a:pt x="216" y="53"/>
                        </a:cubicBezTo>
                        <a:cubicBezTo>
                          <a:pt x="218" y="49"/>
                          <a:pt x="222" y="47"/>
                          <a:pt x="226" y="49"/>
                        </a:cubicBezTo>
                        <a:cubicBezTo>
                          <a:pt x="226" y="49"/>
                          <a:pt x="226" y="49"/>
                          <a:pt x="226" y="49"/>
                        </a:cubicBezTo>
                        <a:cubicBezTo>
                          <a:pt x="230" y="50"/>
                          <a:pt x="231" y="55"/>
                          <a:pt x="230" y="58"/>
                        </a:cubicBezTo>
                        <a:cubicBezTo>
                          <a:pt x="230" y="58"/>
                          <a:pt x="230" y="58"/>
                          <a:pt x="230" y="58"/>
                        </a:cubicBezTo>
                        <a:cubicBezTo>
                          <a:pt x="229" y="61"/>
                          <a:pt x="226" y="63"/>
                          <a:pt x="223" y="63"/>
                        </a:cubicBezTo>
                        <a:cubicBezTo>
                          <a:pt x="223" y="63"/>
                          <a:pt x="223" y="63"/>
                          <a:pt x="223" y="63"/>
                        </a:cubicBezTo>
                        <a:cubicBezTo>
                          <a:pt x="222" y="63"/>
                          <a:pt x="221" y="63"/>
                          <a:pt x="220" y="63"/>
                        </a:cubicBezTo>
                        <a:close/>
                        <a:moveTo>
                          <a:pt x="179" y="48"/>
                        </a:moveTo>
                        <a:cubicBezTo>
                          <a:pt x="175" y="46"/>
                          <a:pt x="173" y="42"/>
                          <a:pt x="174" y="39"/>
                        </a:cubicBezTo>
                        <a:cubicBezTo>
                          <a:pt x="174" y="39"/>
                          <a:pt x="174" y="39"/>
                          <a:pt x="174" y="39"/>
                        </a:cubicBezTo>
                        <a:cubicBezTo>
                          <a:pt x="176" y="35"/>
                          <a:pt x="180" y="33"/>
                          <a:pt x="184" y="34"/>
                        </a:cubicBezTo>
                        <a:cubicBezTo>
                          <a:pt x="184" y="34"/>
                          <a:pt x="184" y="34"/>
                          <a:pt x="184" y="34"/>
                        </a:cubicBezTo>
                        <a:cubicBezTo>
                          <a:pt x="187" y="35"/>
                          <a:pt x="189" y="39"/>
                          <a:pt x="188" y="43"/>
                        </a:cubicBezTo>
                        <a:cubicBezTo>
                          <a:pt x="188" y="43"/>
                          <a:pt x="188" y="43"/>
                          <a:pt x="188" y="43"/>
                        </a:cubicBezTo>
                        <a:cubicBezTo>
                          <a:pt x="187" y="46"/>
                          <a:pt x="184" y="48"/>
                          <a:pt x="181" y="48"/>
                        </a:cubicBezTo>
                        <a:cubicBezTo>
                          <a:pt x="181" y="48"/>
                          <a:pt x="181" y="48"/>
                          <a:pt x="181" y="48"/>
                        </a:cubicBezTo>
                        <a:cubicBezTo>
                          <a:pt x="181" y="48"/>
                          <a:pt x="180" y="48"/>
                          <a:pt x="179" y="48"/>
                        </a:cubicBezTo>
                        <a:close/>
                        <a:moveTo>
                          <a:pt x="137" y="36"/>
                        </a:moveTo>
                        <a:cubicBezTo>
                          <a:pt x="133" y="35"/>
                          <a:pt x="130" y="31"/>
                          <a:pt x="132" y="27"/>
                        </a:cubicBezTo>
                        <a:cubicBezTo>
                          <a:pt x="132" y="27"/>
                          <a:pt x="132" y="27"/>
                          <a:pt x="132" y="27"/>
                        </a:cubicBezTo>
                        <a:cubicBezTo>
                          <a:pt x="133" y="23"/>
                          <a:pt x="136" y="20"/>
                          <a:pt x="140" y="21"/>
                        </a:cubicBezTo>
                        <a:cubicBezTo>
                          <a:pt x="140" y="21"/>
                          <a:pt x="140" y="21"/>
                          <a:pt x="140" y="21"/>
                        </a:cubicBezTo>
                        <a:cubicBezTo>
                          <a:pt x="144" y="22"/>
                          <a:pt x="147" y="26"/>
                          <a:pt x="146" y="30"/>
                        </a:cubicBezTo>
                        <a:cubicBezTo>
                          <a:pt x="146" y="30"/>
                          <a:pt x="146" y="30"/>
                          <a:pt x="146" y="30"/>
                        </a:cubicBezTo>
                        <a:cubicBezTo>
                          <a:pt x="145" y="34"/>
                          <a:pt x="142" y="36"/>
                          <a:pt x="139" y="36"/>
                        </a:cubicBezTo>
                        <a:cubicBezTo>
                          <a:pt x="139" y="36"/>
                          <a:pt x="139" y="36"/>
                          <a:pt x="139" y="36"/>
                        </a:cubicBezTo>
                        <a:cubicBezTo>
                          <a:pt x="138" y="36"/>
                          <a:pt x="137" y="36"/>
                          <a:pt x="137" y="36"/>
                        </a:cubicBezTo>
                        <a:close/>
                        <a:moveTo>
                          <a:pt x="94" y="26"/>
                        </a:moveTo>
                        <a:cubicBezTo>
                          <a:pt x="90" y="25"/>
                          <a:pt x="87" y="21"/>
                          <a:pt x="88" y="18"/>
                        </a:cubicBezTo>
                        <a:cubicBezTo>
                          <a:pt x="88" y="18"/>
                          <a:pt x="88" y="18"/>
                          <a:pt x="88" y="18"/>
                        </a:cubicBezTo>
                        <a:cubicBezTo>
                          <a:pt x="89" y="14"/>
                          <a:pt x="93" y="11"/>
                          <a:pt x="97" y="12"/>
                        </a:cubicBezTo>
                        <a:cubicBezTo>
                          <a:pt x="97" y="12"/>
                          <a:pt x="97" y="12"/>
                          <a:pt x="97" y="12"/>
                        </a:cubicBezTo>
                        <a:cubicBezTo>
                          <a:pt x="101" y="12"/>
                          <a:pt x="103" y="16"/>
                          <a:pt x="102" y="20"/>
                        </a:cubicBezTo>
                        <a:cubicBezTo>
                          <a:pt x="102" y="20"/>
                          <a:pt x="102" y="20"/>
                          <a:pt x="102" y="20"/>
                        </a:cubicBezTo>
                        <a:cubicBezTo>
                          <a:pt x="102" y="24"/>
                          <a:pt x="99" y="26"/>
                          <a:pt x="95" y="26"/>
                        </a:cubicBezTo>
                        <a:cubicBezTo>
                          <a:pt x="95" y="26"/>
                          <a:pt x="95" y="26"/>
                          <a:pt x="95" y="26"/>
                        </a:cubicBezTo>
                        <a:cubicBezTo>
                          <a:pt x="95" y="26"/>
                          <a:pt x="94" y="26"/>
                          <a:pt x="94" y="26"/>
                        </a:cubicBezTo>
                        <a:close/>
                        <a:moveTo>
                          <a:pt x="50" y="19"/>
                        </a:moveTo>
                        <a:cubicBezTo>
                          <a:pt x="50" y="19"/>
                          <a:pt x="50" y="19"/>
                          <a:pt x="50" y="19"/>
                        </a:cubicBezTo>
                        <a:cubicBezTo>
                          <a:pt x="50" y="19"/>
                          <a:pt x="50" y="19"/>
                          <a:pt x="50" y="19"/>
                        </a:cubicBezTo>
                        <a:cubicBezTo>
                          <a:pt x="46" y="19"/>
                          <a:pt x="44" y="15"/>
                          <a:pt x="44" y="11"/>
                        </a:cubicBezTo>
                        <a:cubicBezTo>
                          <a:pt x="44" y="11"/>
                          <a:pt x="44" y="11"/>
                          <a:pt x="44" y="11"/>
                        </a:cubicBezTo>
                        <a:cubicBezTo>
                          <a:pt x="45" y="7"/>
                          <a:pt x="48" y="4"/>
                          <a:pt x="52" y="5"/>
                        </a:cubicBezTo>
                        <a:cubicBezTo>
                          <a:pt x="52" y="5"/>
                          <a:pt x="52" y="5"/>
                          <a:pt x="52" y="5"/>
                        </a:cubicBezTo>
                        <a:cubicBezTo>
                          <a:pt x="56" y="5"/>
                          <a:pt x="59" y="9"/>
                          <a:pt x="59" y="13"/>
                        </a:cubicBezTo>
                        <a:cubicBezTo>
                          <a:pt x="59" y="13"/>
                          <a:pt x="59" y="13"/>
                          <a:pt x="59" y="13"/>
                        </a:cubicBezTo>
                        <a:cubicBezTo>
                          <a:pt x="58" y="17"/>
                          <a:pt x="55" y="19"/>
                          <a:pt x="51" y="19"/>
                        </a:cubicBezTo>
                        <a:cubicBezTo>
                          <a:pt x="51" y="19"/>
                          <a:pt x="51" y="19"/>
                          <a:pt x="51" y="19"/>
                        </a:cubicBezTo>
                        <a:cubicBezTo>
                          <a:pt x="51" y="19"/>
                          <a:pt x="51" y="19"/>
                          <a:pt x="50" y="19"/>
                        </a:cubicBezTo>
                        <a:close/>
                        <a:moveTo>
                          <a:pt x="7" y="15"/>
                        </a:moveTo>
                        <a:cubicBezTo>
                          <a:pt x="7" y="15"/>
                          <a:pt x="7" y="15"/>
                          <a:pt x="7" y="15"/>
                        </a:cubicBezTo>
                        <a:cubicBezTo>
                          <a:pt x="7" y="15"/>
                          <a:pt x="7" y="15"/>
                          <a:pt x="7" y="15"/>
                        </a:cubicBezTo>
                        <a:cubicBezTo>
                          <a:pt x="3" y="15"/>
                          <a:pt x="0" y="12"/>
                          <a:pt x="0" y="7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4" y="0"/>
                          <a:pt x="8" y="1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12" y="1"/>
                          <a:pt x="15" y="4"/>
                          <a:pt x="14" y="8"/>
                        </a:cubicBezTo>
                        <a:cubicBezTo>
                          <a:pt x="14" y="8"/>
                          <a:pt x="14" y="8"/>
                          <a:pt x="14" y="8"/>
                        </a:cubicBezTo>
                        <a:cubicBezTo>
                          <a:pt x="14" y="12"/>
                          <a:pt x="11" y="15"/>
                          <a:pt x="7" y="15"/>
                        </a:cubicBezTo>
                        <a:cubicBezTo>
                          <a:pt x="7" y="15"/>
                          <a:pt x="7" y="15"/>
                          <a:pt x="7" y="15"/>
                        </a:cubicBezTo>
                        <a:cubicBezTo>
                          <a:pt x="7" y="15"/>
                          <a:pt x="7" y="15"/>
                          <a:pt x="7" y="15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  <p:sp>
                <p:nvSpPr>
                  <p:cNvPr id="89" name="Freeform 97">
                    <a:extLst>
                      <a:ext uri="{FF2B5EF4-FFF2-40B4-BE49-F238E27FC236}">
                        <a16:creationId xmlns:a16="http://schemas.microsoft.com/office/drawing/2014/main" id="{A993C0FF-90A1-4CEE-B9AF-9DAA3063F7C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778531" y="1769658"/>
                    <a:ext cx="1365852" cy="822837"/>
                  </a:xfrm>
                  <a:custGeom>
                    <a:avLst/>
                    <a:gdLst>
                      <a:gd name="T0" fmla="*/ 2 w 566"/>
                      <a:gd name="T1" fmla="*/ 330 h 341"/>
                      <a:gd name="T2" fmla="*/ 15 w 566"/>
                      <a:gd name="T3" fmla="*/ 337 h 341"/>
                      <a:gd name="T4" fmla="*/ 8 w 566"/>
                      <a:gd name="T5" fmla="*/ 341 h 341"/>
                      <a:gd name="T6" fmla="*/ 27 w 566"/>
                      <a:gd name="T7" fmla="*/ 292 h 341"/>
                      <a:gd name="T8" fmla="*/ 37 w 566"/>
                      <a:gd name="T9" fmla="*/ 291 h 341"/>
                      <a:gd name="T10" fmla="*/ 33 w 566"/>
                      <a:gd name="T11" fmla="*/ 304 h 341"/>
                      <a:gd name="T12" fmla="*/ 55 w 566"/>
                      <a:gd name="T13" fmla="*/ 267 h 341"/>
                      <a:gd name="T14" fmla="*/ 64 w 566"/>
                      <a:gd name="T15" fmla="*/ 256 h 341"/>
                      <a:gd name="T16" fmla="*/ 65 w 566"/>
                      <a:gd name="T17" fmla="*/ 266 h 341"/>
                      <a:gd name="T18" fmla="*/ 55 w 566"/>
                      <a:gd name="T19" fmla="*/ 267 h 341"/>
                      <a:gd name="T20" fmla="*/ 83 w 566"/>
                      <a:gd name="T21" fmla="*/ 223 h 341"/>
                      <a:gd name="T22" fmla="*/ 94 w 566"/>
                      <a:gd name="T23" fmla="*/ 233 h 341"/>
                      <a:gd name="T24" fmla="*/ 89 w 566"/>
                      <a:gd name="T25" fmla="*/ 235 h 341"/>
                      <a:gd name="T26" fmla="*/ 115 w 566"/>
                      <a:gd name="T27" fmla="*/ 191 h 341"/>
                      <a:gd name="T28" fmla="*/ 125 w 566"/>
                      <a:gd name="T29" fmla="*/ 192 h 341"/>
                      <a:gd name="T30" fmla="*/ 120 w 566"/>
                      <a:gd name="T31" fmla="*/ 204 h 341"/>
                      <a:gd name="T32" fmla="*/ 148 w 566"/>
                      <a:gd name="T33" fmla="*/ 172 h 341"/>
                      <a:gd name="T34" fmla="*/ 159 w 566"/>
                      <a:gd name="T35" fmla="*/ 163 h 341"/>
                      <a:gd name="T36" fmla="*/ 158 w 566"/>
                      <a:gd name="T37" fmla="*/ 173 h 341"/>
                      <a:gd name="T38" fmla="*/ 148 w 566"/>
                      <a:gd name="T39" fmla="*/ 172 h 341"/>
                      <a:gd name="T40" fmla="*/ 184 w 566"/>
                      <a:gd name="T41" fmla="*/ 134 h 341"/>
                      <a:gd name="T42" fmla="*/ 192 w 566"/>
                      <a:gd name="T43" fmla="*/ 146 h 341"/>
                      <a:gd name="T44" fmla="*/ 192 w 566"/>
                      <a:gd name="T45" fmla="*/ 146 h 341"/>
                      <a:gd name="T46" fmla="*/ 182 w 566"/>
                      <a:gd name="T47" fmla="*/ 144 h 341"/>
                      <a:gd name="T48" fmla="*/ 221 w 566"/>
                      <a:gd name="T49" fmla="*/ 109 h 341"/>
                      <a:gd name="T50" fmla="*/ 229 w 566"/>
                      <a:gd name="T51" fmla="*/ 121 h 341"/>
                      <a:gd name="T52" fmla="*/ 229 w 566"/>
                      <a:gd name="T53" fmla="*/ 121 h 341"/>
                      <a:gd name="T54" fmla="*/ 219 w 566"/>
                      <a:gd name="T55" fmla="*/ 119 h 341"/>
                      <a:gd name="T56" fmla="*/ 260 w 566"/>
                      <a:gd name="T57" fmla="*/ 86 h 341"/>
                      <a:gd name="T58" fmla="*/ 267 w 566"/>
                      <a:gd name="T59" fmla="*/ 99 h 341"/>
                      <a:gd name="T60" fmla="*/ 267 w 566"/>
                      <a:gd name="T61" fmla="*/ 99 h 341"/>
                      <a:gd name="T62" fmla="*/ 257 w 566"/>
                      <a:gd name="T63" fmla="*/ 96 h 341"/>
                      <a:gd name="T64" fmla="*/ 300 w 566"/>
                      <a:gd name="T65" fmla="*/ 66 h 341"/>
                      <a:gd name="T66" fmla="*/ 306 w 566"/>
                      <a:gd name="T67" fmla="*/ 79 h 341"/>
                      <a:gd name="T68" fmla="*/ 303 w 566"/>
                      <a:gd name="T69" fmla="*/ 80 h 341"/>
                      <a:gd name="T70" fmla="*/ 341 w 566"/>
                      <a:gd name="T71" fmla="*/ 48 h 341"/>
                      <a:gd name="T72" fmla="*/ 350 w 566"/>
                      <a:gd name="T73" fmla="*/ 53 h 341"/>
                      <a:gd name="T74" fmla="*/ 346 w 566"/>
                      <a:gd name="T75" fmla="*/ 62 h 341"/>
                      <a:gd name="T76" fmla="*/ 343 w 566"/>
                      <a:gd name="T77" fmla="*/ 63 h 341"/>
                      <a:gd name="T78" fmla="*/ 383 w 566"/>
                      <a:gd name="T79" fmla="*/ 33 h 341"/>
                      <a:gd name="T80" fmla="*/ 392 w 566"/>
                      <a:gd name="T81" fmla="*/ 38 h 341"/>
                      <a:gd name="T82" fmla="*/ 387 w 566"/>
                      <a:gd name="T83" fmla="*/ 47 h 341"/>
                      <a:gd name="T84" fmla="*/ 385 w 566"/>
                      <a:gd name="T85" fmla="*/ 48 h 341"/>
                      <a:gd name="T86" fmla="*/ 426 w 566"/>
                      <a:gd name="T87" fmla="*/ 21 h 341"/>
                      <a:gd name="T88" fmla="*/ 435 w 566"/>
                      <a:gd name="T89" fmla="*/ 26 h 341"/>
                      <a:gd name="T90" fmla="*/ 428 w 566"/>
                      <a:gd name="T91" fmla="*/ 36 h 341"/>
                      <a:gd name="T92" fmla="*/ 464 w 566"/>
                      <a:gd name="T93" fmla="*/ 20 h 341"/>
                      <a:gd name="T94" fmla="*/ 478 w 566"/>
                      <a:gd name="T95" fmla="*/ 17 h 341"/>
                      <a:gd name="T96" fmla="*/ 472 w 566"/>
                      <a:gd name="T97" fmla="*/ 26 h 341"/>
                      <a:gd name="T98" fmla="*/ 471 w 566"/>
                      <a:gd name="T99" fmla="*/ 26 h 341"/>
                      <a:gd name="T100" fmla="*/ 507 w 566"/>
                      <a:gd name="T101" fmla="*/ 13 h 341"/>
                      <a:gd name="T102" fmla="*/ 522 w 566"/>
                      <a:gd name="T103" fmla="*/ 11 h 341"/>
                      <a:gd name="T104" fmla="*/ 516 w 566"/>
                      <a:gd name="T105" fmla="*/ 19 h 341"/>
                      <a:gd name="T106" fmla="*/ 507 w 566"/>
                      <a:gd name="T107" fmla="*/ 13 h 341"/>
                      <a:gd name="T108" fmla="*/ 558 w 566"/>
                      <a:gd name="T109" fmla="*/ 1 h 341"/>
                      <a:gd name="T110" fmla="*/ 559 w 566"/>
                      <a:gd name="T111" fmla="*/ 15 h 341"/>
                      <a:gd name="T112" fmla="*/ 559 w 566"/>
                      <a:gd name="T113" fmla="*/ 15 h 341"/>
                      <a:gd name="T114" fmla="*/ 552 w 566"/>
                      <a:gd name="T115" fmla="*/ 8 h 34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</a:cxnLst>
                    <a:rect l="0" t="0" r="r" b="b"/>
                    <a:pathLst>
                      <a:path w="566" h="341">
                        <a:moveTo>
                          <a:pt x="5" y="340"/>
                        </a:moveTo>
                        <a:cubicBezTo>
                          <a:pt x="1" y="338"/>
                          <a:pt x="0" y="333"/>
                          <a:pt x="2" y="330"/>
                        </a:cubicBezTo>
                        <a:cubicBezTo>
                          <a:pt x="2" y="330"/>
                          <a:pt x="2" y="330"/>
                          <a:pt x="2" y="330"/>
                        </a:cubicBezTo>
                        <a:cubicBezTo>
                          <a:pt x="4" y="326"/>
                          <a:pt x="9" y="325"/>
                          <a:pt x="12" y="327"/>
                        </a:cubicBezTo>
                        <a:cubicBezTo>
                          <a:pt x="12" y="327"/>
                          <a:pt x="12" y="327"/>
                          <a:pt x="12" y="327"/>
                        </a:cubicBezTo>
                        <a:cubicBezTo>
                          <a:pt x="16" y="330"/>
                          <a:pt x="17" y="334"/>
                          <a:pt x="15" y="337"/>
                        </a:cubicBezTo>
                        <a:cubicBezTo>
                          <a:pt x="15" y="337"/>
                          <a:pt x="15" y="337"/>
                          <a:pt x="15" y="337"/>
                        </a:cubicBezTo>
                        <a:cubicBezTo>
                          <a:pt x="13" y="340"/>
                          <a:pt x="11" y="341"/>
                          <a:pt x="8" y="341"/>
                        </a:cubicBezTo>
                        <a:cubicBezTo>
                          <a:pt x="8" y="341"/>
                          <a:pt x="8" y="341"/>
                          <a:pt x="8" y="341"/>
                        </a:cubicBezTo>
                        <a:cubicBezTo>
                          <a:pt x="7" y="341"/>
                          <a:pt x="6" y="341"/>
                          <a:pt x="5" y="340"/>
                        </a:cubicBezTo>
                        <a:close/>
                        <a:moveTo>
                          <a:pt x="29" y="303"/>
                        </a:moveTo>
                        <a:cubicBezTo>
                          <a:pt x="25" y="300"/>
                          <a:pt x="25" y="296"/>
                          <a:pt x="27" y="292"/>
                        </a:cubicBezTo>
                        <a:cubicBezTo>
                          <a:pt x="27" y="292"/>
                          <a:pt x="27" y="292"/>
                          <a:pt x="27" y="292"/>
                        </a:cubicBezTo>
                        <a:cubicBezTo>
                          <a:pt x="29" y="289"/>
                          <a:pt x="34" y="288"/>
                          <a:pt x="37" y="291"/>
                        </a:cubicBezTo>
                        <a:cubicBezTo>
                          <a:pt x="37" y="291"/>
                          <a:pt x="37" y="291"/>
                          <a:pt x="37" y="291"/>
                        </a:cubicBezTo>
                        <a:cubicBezTo>
                          <a:pt x="40" y="293"/>
                          <a:pt x="41" y="298"/>
                          <a:pt x="39" y="301"/>
                        </a:cubicBezTo>
                        <a:cubicBezTo>
                          <a:pt x="39" y="301"/>
                          <a:pt x="39" y="301"/>
                          <a:pt x="39" y="301"/>
                        </a:cubicBezTo>
                        <a:cubicBezTo>
                          <a:pt x="37" y="303"/>
                          <a:pt x="35" y="304"/>
                          <a:pt x="33" y="304"/>
                        </a:cubicBezTo>
                        <a:cubicBezTo>
                          <a:pt x="33" y="304"/>
                          <a:pt x="33" y="304"/>
                          <a:pt x="33" y="304"/>
                        </a:cubicBezTo>
                        <a:cubicBezTo>
                          <a:pt x="31" y="304"/>
                          <a:pt x="30" y="304"/>
                          <a:pt x="29" y="303"/>
                        </a:cubicBezTo>
                        <a:close/>
                        <a:moveTo>
                          <a:pt x="55" y="267"/>
                        </a:moveTo>
                        <a:cubicBezTo>
                          <a:pt x="52" y="265"/>
                          <a:pt x="52" y="260"/>
                          <a:pt x="54" y="257"/>
                        </a:cubicBezTo>
                        <a:cubicBezTo>
                          <a:pt x="54" y="257"/>
                          <a:pt x="54" y="257"/>
                          <a:pt x="54" y="257"/>
                        </a:cubicBezTo>
                        <a:cubicBezTo>
                          <a:pt x="57" y="254"/>
                          <a:pt x="61" y="253"/>
                          <a:pt x="64" y="256"/>
                        </a:cubicBezTo>
                        <a:cubicBezTo>
                          <a:pt x="64" y="256"/>
                          <a:pt x="64" y="256"/>
                          <a:pt x="64" y="256"/>
                        </a:cubicBezTo>
                        <a:cubicBezTo>
                          <a:pt x="67" y="258"/>
                          <a:pt x="68" y="263"/>
                          <a:pt x="65" y="266"/>
                        </a:cubicBezTo>
                        <a:cubicBezTo>
                          <a:pt x="65" y="266"/>
                          <a:pt x="65" y="266"/>
                          <a:pt x="65" y="266"/>
                        </a:cubicBezTo>
                        <a:cubicBezTo>
                          <a:pt x="64" y="268"/>
                          <a:pt x="62" y="269"/>
                          <a:pt x="60" y="269"/>
                        </a:cubicBezTo>
                        <a:cubicBezTo>
                          <a:pt x="60" y="269"/>
                          <a:pt x="60" y="269"/>
                          <a:pt x="60" y="269"/>
                        </a:cubicBezTo>
                        <a:cubicBezTo>
                          <a:pt x="58" y="269"/>
                          <a:pt x="56" y="268"/>
                          <a:pt x="55" y="267"/>
                        </a:cubicBezTo>
                        <a:close/>
                        <a:moveTo>
                          <a:pt x="84" y="233"/>
                        </a:moveTo>
                        <a:cubicBezTo>
                          <a:pt x="81" y="231"/>
                          <a:pt x="81" y="226"/>
                          <a:pt x="83" y="223"/>
                        </a:cubicBezTo>
                        <a:cubicBezTo>
                          <a:pt x="83" y="223"/>
                          <a:pt x="83" y="223"/>
                          <a:pt x="83" y="223"/>
                        </a:cubicBezTo>
                        <a:cubicBezTo>
                          <a:pt x="86" y="220"/>
                          <a:pt x="91" y="220"/>
                          <a:pt x="94" y="223"/>
                        </a:cubicBezTo>
                        <a:cubicBezTo>
                          <a:pt x="94" y="223"/>
                          <a:pt x="94" y="223"/>
                          <a:pt x="94" y="223"/>
                        </a:cubicBezTo>
                        <a:cubicBezTo>
                          <a:pt x="97" y="225"/>
                          <a:pt x="97" y="230"/>
                          <a:pt x="94" y="233"/>
                        </a:cubicBezTo>
                        <a:cubicBezTo>
                          <a:pt x="94" y="233"/>
                          <a:pt x="94" y="233"/>
                          <a:pt x="94" y="233"/>
                        </a:cubicBezTo>
                        <a:cubicBezTo>
                          <a:pt x="93" y="235"/>
                          <a:pt x="91" y="235"/>
                          <a:pt x="89" y="235"/>
                        </a:cubicBezTo>
                        <a:cubicBezTo>
                          <a:pt x="89" y="235"/>
                          <a:pt x="89" y="235"/>
                          <a:pt x="89" y="235"/>
                        </a:cubicBezTo>
                        <a:cubicBezTo>
                          <a:pt x="87" y="235"/>
                          <a:pt x="85" y="235"/>
                          <a:pt x="84" y="233"/>
                        </a:cubicBezTo>
                        <a:close/>
                        <a:moveTo>
                          <a:pt x="115" y="202"/>
                        </a:moveTo>
                        <a:cubicBezTo>
                          <a:pt x="112" y="199"/>
                          <a:pt x="112" y="194"/>
                          <a:pt x="115" y="191"/>
                        </a:cubicBezTo>
                        <a:cubicBezTo>
                          <a:pt x="115" y="191"/>
                          <a:pt x="115" y="191"/>
                          <a:pt x="115" y="191"/>
                        </a:cubicBezTo>
                        <a:cubicBezTo>
                          <a:pt x="118" y="189"/>
                          <a:pt x="123" y="189"/>
                          <a:pt x="125" y="192"/>
                        </a:cubicBezTo>
                        <a:cubicBezTo>
                          <a:pt x="125" y="192"/>
                          <a:pt x="125" y="192"/>
                          <a:pt x="125" y="192"/>
                        </a:cubicBezTo>
                        <a:cubicBezTo>
                          <a:pt x="128" y="195"/>
                          <a:pt x="128" y="199"/>
                          <a:pt x="125" y="202"/>
                        </a:cubicBezTo>
                        <a:cubicBezTo>
                          <a:pt x="125" y="202"/>
                          <a:pt x="125" y="202"/>
                          <a:pt x="125" y="202"/>
                        </a:cubicBezTo>
                        <a:cubicBezTo>
                          <a:pt x="124" y="203"/>
                          <a:pt x="122" y="204"/>
                          <a:pt x="120" y="204"/>
                        </a:cubicBezTo>
                        <a:cubicBezTo>
                          <a:pt x="120" y="204"/>
                          <a:pt x="120" y="204"/>
                          <a:pt x="120" y="204"/>
                        </a:cubicBezTo>
                        <a:cubicBezTo>
                          <a:pt x="118" y="204"/>
                          <a:pt x="116" y="203"/>
                          <a:pt x="115" y="202"/>
                        </a:cubicBezTo>
                        <a:close/>
                        <a:moveTo>
                          <a:pt x="148" y="172"/>
                        </a:moveTo>
                        <a:cubicBezTo>
                          <a:pt x="145" y="169"/>
                          <a:pt x="145" y="164"/>
                          <a:pt x="149" y="162"/>
                        </a:cubicBezTo>
                        <a:cubicBezTo>
                          <a:pt x="149" y="162"/>
                          <a:pt x="149" y="162"/>
                          <a:pt x="149" y="162"/>
                        </a:cubicBezTo>
                        <a:cubicBezTo>
                          <a:pt x="152" y="159"/>
                          <a:pt x="156" y="160"/>
                          <a:pt x="159" y="163"/>
                        </a:cubicBezTo>
                        <a:cubicBezTo>
                          <a:pt x="159" y="163"/>
                          <a:pt x="159" y="163"/>
                          <a:pt x="159" y="163"/>
                        </a:cubicBezTo>
                        <a:cubicBezTo>
                          <a:pt x="161" y="166"/>
                          <a:pt x="161" y="170"/>
                          <a:pt x="158" y="173"/>
                        </a:cubicBezTo>
                        <a:cubicBezTo>
                          <a:pt x="158" y="173"/>
                          <a:pt x="158" y="173"/>
                          <a:pt x="158" y="173"/>
                        </a:cubicBezTo>
                        <a:cubicBezTo>
                          <a:pt x="157" y="174"/>
                          <a:pt x="155" y="175"/>
                          <a:pt x="153" y="175"/>
                        </a:cubicBezTo>
                        <a:cubicBezTo>
                          <a:pt x="153" y="175"/>
                          <a:pt x="153" y="175"/>
                          <a:pt x="153" y="175"/>
                        </a:cubicBezTo>
                        <a:cubicBezTo>
                          <a:pt x="151" y="175"/>
                          <a:pt x="149" y="174"/>
                          <a:pt x="148" y="172"/>
                        </a:cubicBezTo>
                        <a:close/>
                        <a:moveTo>
                          <a:pt x="182" y="144"/>
                        </a:moveTo>
                        <a:cubicBezTo>
                          <a:pt x="180" y="141"/>
                          <a:pt x="181" y="137"/>
                          <a:pt x="184" y="134"/>
                        </a:cubicBezTo>
                        <a:cubicBezTo>
                          <a:pt x="184" y="134"/>
                          <a:pt x="184" y="134"/>
                          <a:pt x="184" y="134"/>
                        </a:cubicBezTo>
                        <a:cubicBezTo>
                          <a:pt x="187" y="132"/>
                          <a:pt x="192" y="132"/>
                          <a:pt x="194" y="136"/>
                        </a:cubicBezTo>
                        <a:cubicBezTo>
                          <a:pt x="194" y="136"/>
                          <a:pt x="194" y="136"/>
                          <a:pt x="194" y="136"/>
                        </a:cubicBezTo>
                        <a:cubicBezTo>
                          <a:pt x="196" y="139"/>
                          <a:pt x="196" y="144"/>
                          <a:pt x="192" y="146"/>
                        </a:cubicBezTo>
                        <a:cubicBezTo>
                          <a:pt x="192" y="146"/>
                          <a:pt x="192" y="146"/>
                          <a:pt x="192" y="146"/>
                        </a:cubicBezTo>
                        <a:cubicBezTo>
                          <a:pt x="192" y="146"/>
                          <a:pt x="192" y="146"/>
                          <a:pt x="192" y="146"/>
                        </a:cubicBezTo>
                        <a:cubicBezTo>
                          <a:pt x="192" y="146"/>
                          <a:pt x="192" y="146"/>
                          <a:pt x="192" y="146"/>
                        </a:cubicBezTo>
                        <a:cubicBezTo>
                          <a:pt x="191" y="147"/>
                          <a:pt x="190" y="147"/>
                          <a:pt x="188" y="147"/>
                        </a:cubicBezTo>
                        <a:cubicBezTo>
                          <a:pt x="188" y="147"/>
                          <a:pt x="188" y="147"/>
                          <a:pt x="188" y="147"/>
                        </a:cubicBezTo>
                        <a:cubicBezTo>
                          <a:pt x="186" y="147"/>
                          <a:pt x="184" y="146"/>
                          <a:pt x="182" y="144"/>
                        </a:cubicBezTo>
                        <a:close/>
                        <a:moveTo>
                          <a:pt x="219" y="119"/>
                        </a:moveTo>
                        <a:cubicBezTo>
                          <a:pt x="217" y="116"/>
                          <a:pt x="218" y="111"/>
                          <a:pt x="221" y="109"/>
                        </a:cubicBezTo>
                        <a:cubicBezTo>
                          <a:pt x="221" y="109"/>
                          <a:pt x="221" y="109"/>
                          <a:pt x="221" y="109"/>
                        </a:cubicBezTo>
                        <a:cubicBezTo>
                          <a:pt x="224" y="107"/>
                          <a:pt x="229" y="108"/>
                          <a:pt x="231" y="111"/>
                        </a:cubicBezTo>
                        <a:cubicBezTo>
                          <a:pt x="231" y="111"/>
                          <a:pt x="231" y="111"/>
                          <a:pt x="231" y="111"/>
                        </a:cubicBezTo>
                        <a:cubicBezTo>
                          <a:pt x="233" y="115"/>
                          <a:pt x="232" y="119"/>
                          <a:pt x="229" y="121"/>
                        </a:cubicBezTo>
                        <a:cubicBezTo>
                          <a:pt x="229" y="121"/>
                          <a:pt x="229" y="121"/>
                          <a:pt x="229" y="121"/>
                        </a:cubicBezTo>
                        <a:cubicBezTo>
                          <a:pt x="229" y="121"/>
                          <a:pt x="229" y="121"/>
                          <a:pt x="229" y="121"/>
                        </a:cubicBezTo>
                        <a:cubicBezTo>
                          <a:pt x="229" y="121"/>
                          <a:pt x="229" y="121"/>
                          <a:pt x="229" y="121"/>
                        </a:cubicBezTo>
                        <a:cubicBezTo>
                          <a:pt x="228" y="122"/>
                          <a:pt x="226" y="123"/>
                          <a:pt x="225" y="123"/>
                        </a:cubicBezTo>
                        <a:cubicBezTo>
                          <a:pt x="225" y="123"/>
                          <a:pt x="225" y="123"/>
                          <a:pt x="225" y="123"/>
                        </a:cubicBezTo>
                        <a:cubicBezTo>
                          <a:pt x="222" y="123"/>
                          <a:pt x="220" y="121"/>
                          <a:pt x="219" y="119"/>
                        </a:cubicBezTo>
                        <a:close/>
                        <a:moveTo>
                          <a:pt x="257" y="96"/>
                        </a:moveTo>
                        <a:cubicBezTo>
                          <a:pt x="255" y="93"/>
                          <a:pt x="256" y="88"/>
                          <a:pt x="260" y="86"/>
                        </a:cubicBezTo>
                        <a:cubicBezTo>
                          <a:pt x="260" y="86"/>
                          <a:pt x="260" y="86"/>
                          <a:pt x="260" y="86"/>
                        </a:cubicBezTo>
                        <a:cubicBezTo>
                          <a:pt x="263" y="84"/>
                          <a:pt x="268" y="86"/>
                          <a:pt x="269" y="89"/>
                        </a:cubicBezTo>
                        <a:cubicBezTo>
                          <a:pt x="269" y="89"/>
                          <a:pt x="269" y="89"/>
                          <a:pt x="269" y="89"/>
                        </a:cubicBezTo>
                        <a:cubicBezTo>
                          <a:pt x="271" y="93"/>
                          <a:pt x="270" y="97"/>
                          <a:pt x="267" y="99"/>
                        </a:cubicBezTo>
                        <a:cubicBezTo>
                          <a:pt x="267" y="99"/>
                          <a:pt x="267" y="99"/>
                          <a:pt x="267" y="99"/>
                        </a:cubicBezTo>
                        <a:cubicBezTo>
                          <a:pt x="267" y="99"/>
                          <a:pt x="267" y="99"/>
                          <a:pt x="267" y="99"/>
                        </a:cubicBezTo>
                        <a:cubicBezTo>
                          <a:pt x="267" y="99"/>
                          <a:pt x="267" y="99"/>
                          <a:pt x="267" y="99"/>
                        </a:cubicBezTo>
                        <a:cubicBezTo>
                          <a:pt x="266" y="100"/>
                          <a:pt x="264" y="100"/>
                          <a:pt x="263" y="100"/>
                        </a:cubicBezTo>
                        <a:cubicBezTo>
                          <a:pt x="263" y="100"/>
                          <a:pt x="263" y="100"/>
                          <a:pt x="263" y="100"/>
                        </a:cubicBezTo>
                        <a:cubicBezTo>
                          <a:pt x="261" y="100"/>
                          <a:pt x="258" y="99"/>
                          <a:pt x="257" y="96"/>
                        </a:cubicBezTo>
                        <a:close/>
                        <a:moveTo>
                          <a:pt x="296" y="76"/>
                        </a:moveTo>
                        <a:cubicBezTo>
                          <a:pt x="294" y="72"/>
                          <a:pt x="296" y="68"/>
                          <a:pt x="300" y="66"/>
                        </a:cubicBezTo>
                        <a:cubicBezTo>
                          <a:pt x="300" y="66"/>
                          <a:pt x="300" y="66"/>
                          <a:pt x="300" y="66"/>
                        </a:cubicBezTo>
                        <a:cubicBezTo>
                          <a:pt x="303" y="64"/>
                          <a:pt x="307" y="66"/>
                          <a:pt x="309" y="70"/>
                        </a:cubicBezTo>
                        <a:cubicBezTo>
                          <a:pt x="309" y="70"/>
                          <a:pt x="309" y="70"/>
                          <a:pt x="309" y="70"/>
                        </a:cubicBezTo>
                        <a:cubicBezTo>
                          <a:pt x="311" y="73"/>
                          <a:pt x="309" y="78"/>
                          <a:pt x="306" y="79"/>
                        </a:cubicBezTo>
                        <a:cubicBezTo>
                          <a:pt x="306" y="79"/>
                          <a:pt x="306" y="79"/>
                          <a:pt x="306" y="79"/>
                        </a:cubicBezTo>
                        <a:cubicBezTo>
                          <a:pt x="305" y="80"/>
                          <a:pt x="304" y="80"/>
                          <a:pt x="303" y="80"/>
                        </a:cubicBezTo>
                        <a:cubicBezTo>
                          <a:pt x="303" y="80"/>
                          <a:pt x="303" y="80"/>
                          <a:pt x="303" y="80"/>
                        </a:cubicBezTo>
                        <a:cubicBezTo>
                          <a:pt x="300" y="80"/>
                          <a:pt x="297" y="78"/>
                          <a:pt x="296" y="76"/>
                        </a:cubicBezTo>
                        <a:close/>
                        <a:moveTo>
                          <a:pt x="337" y="58"/>
                        </a:moveTo>
                        <a:cubicBezTo>
                          <a:pt x="335" y="54"/>
                          <a:pt x="337" y="50"/>
                          <a:pt x="341" y="48"/>
                        </a:cubicBezTo>
                        <a:cubicBezTo>
                          <a:pt x="341" y="48"/>
                          <a:pt x="341" y="48"/>
                          <a:pt x="341" y="48"/>
                        </a:cubicBezTo>
                        <a:cubicBezTo>
                          <a:pt x="344" y="47"/>
                          <a:pt x="349" y="49"/>
                          <a:pt x="350" y="53"/>
                        </a:cubicBezTo>
                        <a:cubicBezTo>
                          <a:pt x="350" y="53"/>
                          <a:pt x="350" y="53"/>
                          <a:pt x="350" y="53"/>
                        </a:cubicBezTo>
                        <a:cubicBezTo>
                          <a:pt x="352" y="56"/>
                          <a:pt x="350" y="61"/>
                          <a:pt x="346" y="62"/>
                        </a:cubicBezTo>
                        <a:cubicBezTo>
                          <a:pt x="346" y="62"/>
                          <a:pt x="346" y="62"/>
                          <a:pt x="346" y="62"/>
                        </a:cubicBezTo>
                        <a:cubicBezTo>
                          <a:pt x="346" y="62"/>
                          <a:pt x="346" y="62"/>
                          <a:pt x="346" y="62"/>
                        </a:cubicBezTo>
                        <a:cubicBezTo>
                          <a:pt x="346" y="62"/>
                          <a:pt x="346" y="62"/>
                          <a:pt x="346" y="62"/>
                        </a:cubicBezTo>
                        <a:cubicBezTo>
                          <a:pt x="345" y="62"/>
                          <a:pt x="344" y="63"/>
                          <a:pt x="343" y="63"/>
                        </a:cubicBezTo>
                        <a:cubicBezTo>
                          <a:pt x="343" y="63"/>
                          <a:pt x="343" y="63"/>
                          <a:pt x="343" y="63"/>
                        </a:cubicBezTo>
                        <a:cubicBezTo>
                          <a:pt x="340" y="63"/>
                          <a:pt x="338" y="61"/>
                          <a:pt x="337" y="58"/>
                        </a:cubicBezTo>
                        <a:close/>
                        <a:moveTo>
                          <a:pt x="378" y="43"/>
                        </a:moveTo>
                        <a:cubicBezTo>
                          <a:pt x="377" y="39"/>
                          <a:pt x="379" y="35"/>
                          <a:pt x="383" y="33"/>
                        </a:cubicBezTo>
                        <a:cubicBezTo>
                          <a:pt x="383" y="33"/>
                          <a:pt x="383" y="33"/>
                          <a:pt x="383" y="33"/>
                        </a:cubicBezTo>
                        <a:cubicBezTo>
                          <a:pt x="387" y="32"/>
                          <a:pt x="391" y="34"/>
                          <a:pt x="392" y="38"/>
                        </a:cubicBezTo>
                        <a:cubicBezTo>
                          <a:pt x="392" y="38"/>
                          <a:pt x="392" y="38"/>
                          <a:pt x="392" y="38"/>
                        </a:cubicBezTo>
                        <a:cubicBezTo>
                          <a:pt x="393" y="42"/>
                          <a:pt x="391" y="46"/>
                          <a:pt x="387" y="47"/>
                        </a:cubicBezTo>
                        <a:cubicBezTo>
                          <a:pt x="387" y="47"/>
                          <a:pt x="387" y="47"/>
                          <a:pt x="387" y="47"/>
                        </a:cubicBezTo>
                        <a:cubicBezTo>
                          <a:pt x="387" y="47"/>
                          <a:pt x="387" y="47"/>
                          <a:pt x="387" y="47"/>
                        </a:cubicBezTo>
                        <a:cubicBezTo>
                          <a:pt x="387" y="47"/>
                          <a:pt x="387" y="47"/>
                          <a:pt x="387" y="47"/>
                        </a:cubicBezTo>
                        <a:cubicBezTo>
                          <a:pt x="387" y="48"/>
                          <a:pt x="386" y="48"/>
                          <a:pt x="385" y="48"/>
                        </a:cubicBezTo>
                        <a:cubicBezTo>
                          <a:pt x="385" y="48"/>
                          <a:pt x="385" y="48"/>
                          <a:pt x="385" y="48"/>
                        </a:cubicBezTo>
                        <a:cubicBezTo>
                          <a:pt x="382" y="48"/>
                          <a:pt x="379" y="46"/>
                          <a:pt x="378" y="43"/>
                        </a:cubicBezTo>
                        <a:close/>
                        <a:moveTo>
                          <a:pt x="421" y="30"/>
                        </a:moveTo>
                        <a:cubicBezTo>
                          <a:pt x="420" y="26"/>
                          <a:pt x="422" y="22"/>
                          <a:pt x="426" y="21"/>
                        </a:cubicBezTo>
                        <a:cubicBezTo>
                          <a:pt x="426" y="21"/>
                          <a:pt x="426" y="21"/>
                          <a:pt x="426" y="21"/>
                        </a:cubicBezTo>
                        <a:cubicBezTo>
                          <a:pt x="430" y="20"/>
                          <a:pt x="434" y="23"/>
                          <a:pt x="435" y="26"/>
                        </a:cubicBezTo>
                        <a:cubicBezTo>
                          <a:pt x="435" y="26"/>
                          <a:pt x="435" y="26"/>
                          <a:pt x="435" y="26"/>
                        </a:cubicBezTo>
                        <a:cubicBezTo>
                          <a:pt x="436" y="30"/>
                          <a:pt x="433" y="34"/>
                          <a:pt x="429" y="35"/>
                        </a:cubicBezTo>
                        <a:cubicBezTo>
                          <a:pt x="429" y="35"/>
                          <a:pt x="429" y="35"/>
                          <a:pt x="429" y="35"/>
                        </a:cubicBezTo>
                        <a:cubicBezTo>
                          <a:pt x="429" y="36"/>
                          <a:pt x="428" y="36"/>
                          <a:pt x="428" y="36"/>
                        </a:cubicBezTo>
                        <a:cubicBezTo>
                          <a:pt x="428" y="36"/>
                          <a:pt x="428" y="36"/>
                          <a:pt x="428" y="36"/>
                        </a:cubicBezTo>
                        <a:cubicBezTo>
                          <a:pt x="424" y="36"/>
                          <a:pt x="421" y="33"/>
                          <a:pt x="421" y="30"/>
                        </a:cubicBezTo>
                        <a:close/>
                        <a:moveTo>
                          <a:pt x="464" y="20"/>
                        </a:moveTo>
                        <a:cubicBezTo>
                          <a:pt x="463" y="16"/>
                          <a:pt x="466" y="12"/>
                          <a:pt x="470" y="12"/>
                        </a:cubicBezTo>
                        <a:cubicBezTo>
                          <a:pt x="470" y="12"/>
                          <a:pt x="470" y="12"/>
                          <a:pt x="470" y="12"/>
                        </a:cubicBezTo>
                        <a:cubicBezTo>
                          <a:pt x="474" y="11"/>
                          <a:pt x="477" y="13"/>
                          <a:pt x="478" y="17"/>
                        </a:cubicBezTo>
                        <a:cubicBezTo>
                          <a:pt x="478" y="17"/>
                          <a:pt x="478" y="17"/>
                          <a:pt x="478" y="17"/>
                        </a:cubicBezTo>
                        <a:cubicBezTo>
                          <a:pt x="479" y="21"/>
                          <a:pt x="476" y="25"/>
                          <a:pt x="472" y="26"/>
                        </a:cubicBezTo>
                        <a:cubicBezTo>
                          <a:pt x="472" y="26"/>
                          <a:pt x="472" y="26"/>
                          <a:pt x="472" y="26"/>
                        </a:cubicBezTo>
                        <a:cubicBezTo>
                          <a:pt x="472" y="26"/>
                          <a:pt x="472" y="26"/>
                          <a:pt x="472" y="26"/>
                        </a:cubicBezTo>
                        <a:cubicBezTo>
                          <a:pt x="472" y="26"/>
                          <a:pt x="472" y="26"/>
                          <a:pt x="472" y="26"/>
                        </a:cubicBezTo>
                        <a:cubicBezTo>
                          <a:pt x="472" y="26"/>
                          <a:pt x="471" y="26"/>
                          <a:pt x="471" y="26"/>
                        </a:cubicBezTo>
                        <a:cubicBezTo>
                          <a:pt x="471" y="26"/>
                          <a:pt x="471" y="26"/>
                          <a:pt x="471" y="26"/>
                        </a:cubicBezTo>
                        <a:cubicBezTo>
                          <a:pt x="468" y="26"/>
                          <a:pt x="464" y="24"/>
                          <a:pt x="464" y="20"/>
                        </a:cubicBezTo>
                        <a:close/>
                        <a:moveTo>
                          <a:pt x="507" y="13"/>
                        </a:moveTo>
                        <a:cubicBezTo>
                          <a:pt x="507" y="9"/>
                          <a:pt x="510" y="5"/>
                          <a:pt x="514" y="5"/>
                        </a:cubicBezTo>
                        <a:cubicBezTo>
                          <a:pt x="514" y="5"/>
                          <a:pt x="514" y="5"/>
                          <a:pt x="514" y="5"/>
                        </a:cubicBezTo>
                        <a:cubicBezTo>
                          <a:pt x="518" y="4"/>
                          <a:pt x="521" y="7"/>
                          <a:pt x="522" y="11"/>
                        </a:cubicBezTo>
                        <a:cubicBezTo>
                          <a:pt x="522" y="11"/>
                          <a:pt x="522" y="11"/>
                          <a:pt x="522" y="11"/>
                        </a:cubicBezTo>
                        <a:cubicBezTo>
                          <a:pt x="522" y="15"/>
                          <a:pt x="520" y="19"/>
                          <a:pt x="516" y="19"/>
                        </a:cubicBezTo>
                        <a:cubicBezTo>
                          <a:pt x="516" y="19"/>
                          <a:pt x="516" y="19"/>
                          <a:pt x="516" y="19"/>
                        </a:cubicBezTo>
                        <a:cubicBezTo>
                          <a:pt x="515" y="19"/>
                          <a:pt x="515" y="19"/>
                          <a:pt x="515" y="19"/>
                        </a:cubicBezTo>
                        <a:cubicBezTo>
                          <a:pt x="515" y="19"/>
                          <a:pt x="515" y="19"/>
                          <a:pt x="515" y="19"/>
                        </a:cubicBezTo>
                        <a:cubicBezTo>
                          <a:pt x="511" y="19"/>
                          <a:pt x="508" y="17"/>
                          <a:pt x="507" y="13"/>
                        </a:cubicBezTo>
                        <a:close/>
                        <a:moveTo>
                          <a:pt x="552" y="8"/>
                        </a:moveTo>
                        <a:cubicBezTo>
                          <a:pt x="551" y="4"/>
                          <a:pt x="554" y="1"/>
                          <a:pt x="558" y="1"/>
                        </a:cubicBezTo>
                        <a:cubicBezTo>
                          <a:pt x="558" y="1"/>
                          <a:pt x="558" y="1"/>
                          <a:pt x="558" y="1"/>
                        </a:cubicBezTo>
                        <a:cubicBezTo>
                          <a:pt x="562" y="0"/>
                          <a:pt x="566" y="3"/>
                          <a:pt x="566" y="7"/>
                        </a:cubicBezTo>
                        <a:cubicBezTo>
                          <a:pt x="566" y="7"/>
                          <a:pt x="566" y="7"/>
                          <a:pt x="566" y="7"/>
                        </a:cubicBezTo>
                        <a:cubicBezTo>
                          <a:pt x="566" y="11"/>
                          <a:pt x="563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9" y="15"/>
                          <a:pt x="559" y="15"/>
                          <a:pt x="559" y="15"/>
                        </a:cubicBezTo>
                        <a:cubicBezTo>
                          <a:pt x="555" y="15"/>
                          <a:pt x="552" y="12"/>
                          <a:pt x="552" y="8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87" name="Freeform 100">
                  <a:extLst>
                    <a:ext uri="{FF2B5EF4-FFF2-40B4-BE49-F238E27FC236}">
                      <a16:creationId xmlns:a16="http://schemas.microsoft.com/office/drawing/2014/main" id="{D0EE88E0-9EFB-4EDE-A343-5B57C3AFF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1958" y="1766887"/>
                  <a:ext cx="36016" cy="36017"/>
                </a:xfrm>
                <a:custGeom>
                  <a:avLst/>
                  <a:gdLst>
                    <a:gd name="T0" fmla="*/ 0 w 15"/>
                    <a:gd name="T1" fmla="*/ 8 h 14"/>
                    <a:gd name="T2" fmla="*/ 7 w 15"/>
                    <a:gd name="T3" fmla="*/ 0 h 14"/>
                    <a:gd name="T4" fmla="*/ 7 w 15"/>
                    <a:gd name="T5" fmla="*/ 0 h 14"/>
                    <a:gd name="T6" fmla="*/ 15 w 15"/>
                    <a:gd name="T7" fmla="*/ 7 h 14"/>
                    <a:gd name="T8" fmla="*/ 15 w 15"/>
                    <a:gd name="T9" fmla="*/ 7 h 14"/>
                    <a:gd name="T10" fmla="*/ 8 w 15"/>
                    <a:gd name="T11" fmla="*/ 14 h 14"/>
                    <a:gd name="T12" fmla="*/ 8 w 15"/>
                    <a:gd name="T13" fmla="*/ 14 h 14"/>
                    <a:gd name="T14" fmla="*/ 8 w 15"/>
                    <a:gd name="T15" fmla="*/ 14 h 14"/>
                    <a:gd name="T16" fmla="*/ 8 w 15"/>
                    <a:gd name="T17" fmla="*/ 14 h 14"/>
                    <a:gd name="T18" fmla="*/ 8 w 15"/>
                    <a:gd name="T19" fmla="*/ 14 h 14"/>
                    <a:gd name="T20" fmla="*/ 8 w 15"/>
                    <a:gd name="T21" fmla="*/ 14 h 14"/>
                    <a:gd name="T22" fmla="*/ 0 w 15"/>
                    <a:gd name="T23" fmla="*/ 8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" h="14">
                      <a:moveTo>
                        <a:pt x="0" y="8"/>
                      </a:move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1" y="0"/>
                        <a:pt x="15" y="3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11"/>
                        <a:pt x="12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cubicBezTo>
                        <a:pt x="4" y="14"/>
                        <a:pt x="1" y="11"/>
                        <a:pt x="0" y="8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  <p:sp>
            <p:nvSpPr>
              <p:cNvPr id="85" name="Freeform 103">
                <a:extLst>
                  <a:ext uri="{FF2B5EF4-FFF2-40B4-BE49-F238E27FC236}">
                    <a16:creationId xmlns:a16="http://schemas.microsoft.com/office/drawing/2014/main" id="{99289FFF-180A-45F5-BA85-73B6BD74B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1482" y="3373772"/>
                <a:ext cx="41557" cy="38787"/>
              </a:xfrm>
              <a:custGeom>
                <a:avLst/>
                <a:gdLst>
                  <a:gd name="T0" fmla="*/ 5 w 17"/>
                  <a:gd name="T1" fmla="*/ 15 h 16"/>
                  <a:gd name="T2" fmla="*/ 2 w 17"/>
                  <a:gd name="T3" fmla="*/ 5 h 16"/>
                  <a:gd name="T4" fmla="*/ 2 w 17"/>
                  <a:gd name="T5" fmla="*/ 5 h 16"/>
                  <a:gd name="T6" fmla="*/ 12 w 17"/>
                  <a:gd name="T7" fmla="*/ 2 h 16"/>
                  <a:gd name="T8" fmla="*/ 12 w 17"/>
                  <a:gd name="T9" fmla="*/ 2 h 16"/>
                  <a:gd name="T10" fmla="*/ 15 w 17"/>
                  <a:gd name="T11" fmla="*/ 12 h 16"/>
                  <a:gd name="T12" fmla="*/ 15 w 17"/>
                  <a:gd name="T13" fmla="*/ 12 h 16"/>
                  <a:gd name="T14" fmla="*/ 8 w 17"/>
                  <a:gd name="T15" fmla="*/ 16 h 16"/>
                  <a:gd name="T16" fmla="*/ 8 w 17"/>
                  <a:gd name="T17" fmla="*/ 16 h 16"/>
                  <a:gd name="T18" fmla="*/ 5 w 17"/>
                  <a:gd name="T1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6">
                    <a:moveTo>
                      <a:pt x="5" y="15"/>
                    </a:moveTo>
                    <a:cubicBezTo>
                      <a:pt x="1" y="13"/>
                      <a:pt x="0" y="8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1"/>
                      <a:pt x="9" y="0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6" y="5"/>
                      <a:pt x="17" y="9"/>
                      <a:pt x="15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3" y="15"/>
                      <a:pt x="11" y="16"/>
                      <a:pt x="8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7" y="16"/>
                      <a:pt x="6" y="16"/>
                      <a:pt x="5" y="15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85A39D0-6933-4F0F-9A8C-486BB010C249}"/>
              </a:ext>
            </a:extLst>
          </p:cNvPr>
          <p:cNvSpPr txBox="1"/>
          <p:nvPr/>
        </p:nvSpPr>
        <p:spPr>
          <a:xfrm>
            <a:off x="2957936" y="4124618"/>
            <a:ext cx="6276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accent1"/>
                </a:solidFill>
                <a:latin typeface="+mj-lt"/>
              </a:rPr>
              <a:t>Liderar la construcción </a:t>
            </a:r>
            <a:r>
              <a:rPr lang="es-MX" sz="2000" b="1" dirty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 un mundo sostenible</a:t>
            </a:r>
            <a:endParaRPr lang="es-CL" sz="2000" b="1" dirty="0">
              <a:solidFill>
                <a:schemeClr val="accen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>
          <a:xfrm>
            <a:off x="2803389" y="4700087"/>
            <a:ext cx="6585223" cy="829768"/>
          </a:xfrm>
        </p:spPr>
        <p:txBody>
          <a:bodyPr/>
          <a:lstStyle/>
          <a:p>
            <a:r>
              <a:rPr lang="es-ES" sz="2800" b="1" dirty="0"/>
              <a:t>Tópicos avanzados en Inteligencia Artificial</a:t>
            </a:r>
            <a:endParaRPr lang="es-CL" sz="2800" b="1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1"/>
          </p:nvPr>
        </p:nvSpPr>
        <p:spPr>
          <a:xfrm>
            <a:off x="4052888" y="5791385"/>
            <a:ext cx="4086225" cy="834884"/>
          </a:xfrm>
        </p:spPr>
        <p:txBody>
          <a:bodyPr/>
          <a:lstStyle/>
          <a:p>
            <a:r>
              <a:rPr lang="es-CL" sz="1800" dirty="0"/>
              <a:t>Profesor: </a:t>
            </a:r>
            <a:r>
              <a:rPr lang="es-CL" sz="1800" b="0" dirty="0"/>
              <a:t>Anthony D. Cho</a:t>
            </a:r>
          </a:p>
          <a:p>
            <a:r>
              <a:rPr lang="es-CL" sz="1800" dirty="0"/>
              <a:t>Ayudante</a:t>
            </a:r>
            <a:r>
              <a:rPr lang="es-CL" sz="1800" b="0" dirty="0"/>
              <a:t>: Luis Oliveros</a:t>
            </a:r>
          </a:p>
        </p:txBody>
      </p:sp>
    </p:spTree>
    <p:extLst>
      <p:ext uri="{BB962C8B-B14F-4D97-AF65-F5344CB8AC3E}">
        <p14:creationId xmlns:p14="http://schemas.microsoft.com/office/powerpoint/2010/main" val="51368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C740D876-B94D-424E-8A11-18D9F91162F3}"/>
              </a:ext>
            </a:extLst>
          </p:cNvPr>
          <p:cNvGrpSpPr/>
          <p:nvPr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51" name="Freeform 109">
              <a:extLst>
                <a:ext uri="{FF2B5EF4-FFF2-40B4-BE49-F238E27FC236}">
                  <a16:creationId xmlns:a16="http://schemas.microsoft.com/office/drawing/2014/main" id="{470C0F80-0331-46D7-B818-9243E81DC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2" name="Freeform 110">
              <a:extLst>
                <a:ext uri="{FF2B5EF4-FFF2-40B4-BE49-F238E27FC236}">
                  <a16:creationId xmlns:a16="http://schemas.microsoft.com/office/drawing/2014/main" id="{9DB23735-CE8D-4C74-A10A-234FB2525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730B0509-3567-422F-B6E0-A275A3F07B43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64" name="Freeform 111">
                <a:extLst>
                  <a:ext uri="{FF2B5EF4-FFF2-40B4-BE49-F238E27FC236}">
                    <a16:creationId xmlns:a16="http://schemas.microsoft.com/office/drawing/2014/main" id="{2FD1D1AF-AD4C-4B13-9E16-025047593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5" name="Freeform 112">
                <a:extLst>
                  <a:ext uri="{FF2B5EF4-FFF2-40B4-BE49-F238E27FC236}">
                    <a16:creationId xmlns:a16="http://schemas.microsoft.com/office/drawing/2014/main" id="{197ABE0F-317C-48B0-BBB0-B5989A353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6" name="Freeform 113">
                <a:extLst>
                  <a:ext uri="{FF2B5EF4-FFF2-40B4-BE49-F238E27FC236}">
                    <a16:creationId xmlns:a16="http://schemas.microsoft.com/office/drawing/2014/main" id="{569562E5-AF4F-4F05-BF42-F9A27757D6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7" name="Freeform 114">
                <a:extLst>
                  <a:ext uri="{FF2B5EF4-FFF2-40B4-BE49-F238E27FC236}">
                    <a16:creationId xmlns:a16="http://schemas.microsoft.com/office/drawing/2014/main" id="{116CA304-E9A1-4AFB-864C-E1DCB5FC57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8" name="Freeform 115">
                <a:extLst>
                  <a:ext uri="{FF2B5EF4-FFF2-40B4-BE49-F238E27FC236}">
                    <a16:creationId xmlns:a16="http://schemas.microsoft.com/office/drawing/2014/main" id="{4D224185-9B21-4303-B13C-BEE2477A3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9" name="Freeform 116">
                <a:extLst>
                  <a:ext uri="{FF2B5EF4-FFF2-40B4-BE49-F238E27FC236}">
                    <a16:creationId xmlns:a16="http://schemas.microsoft.com/office/drawing/2014/main" id="{D5929AE0-C8D1-48ED-8B6A-E3E2EC800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0" name="Freeform 117">
                <a:extLst>
                  <a:ext uri="{FF2B5EF4-FFF2-40B4-BE49-F238E27FC236}">
                    <a16:creationId xmlns:a16="http://schemas.microsoft.com/office/drawing/2014/main" id="{F8F6BAE8-6D9A-4824-8AF0-5BA327412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1" name="Freeform 118">
                <a:extLst>
                  <a:ext uri="{FF2B5EF4-FFF2-40B4-BE49-F238E27FC236}">
                    <a16:creationId xmlns:a16="http://schemas.microsoft.com/office/drawing/2014/main" id="{3B54259F-CC07-40F0-873C-716448533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2" name="Freeform 119">
                <a:extLst>
                  <a:ext uri="{FF2B5EF4-FFF2-40B4-BE49-F238E27FC236}">
                    <a16:creationId xmlns:a16="http://schemas.microsoft.com/office/drawing/2014/main" id="{FE77BC7A-94C1-46FA-BB6A-D23DA1EBC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3" name="Freeform 120">
                <a:extLst>
                  <a:ext uri="{FF2B5EF4-FFF2-40B4-BE49-F238E27FC236}">
                    <a16:creationId xmlns:a16="http://schemas.microsoft.com/office/drawing/2014/main" id="{31B65769-78FB-48B0-B0FA-C5EBB60EE6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4" name="Freeform 121">
                <a:extLst>
                  <a:ext uri="{FF2B5EF4-FFF2-40B4-BE49-F238E27FC236}">
                    <a16:creationId xmlns:a16="http://schemas.microsoft.com/office/drawing/2014/main" id="{0BFB3666-9C5A-4A75-9368-55B9DDA39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5" name="Freeform 122">
                <a:extLst>
                  <a:ext uri="{FF2B5EF4-FFF2-40B4-BE49-F238E27FC236}">
                    <a16:creationId xmlns:a16="http://schemas.microsoft.com/office/drawing/2014/main" id="{9B898E14-B4CC-4D96-8037-59D6F0AAA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6" name="Freeform 123">
                <a:extLst>
                  <a:ext uri="{FF2B5EF4-FFF2-40B4-BE49-F238E27FC236}">
                    <a16:creationId xmlns:a16="http://schemas.microsoft.com/office/drawing/2014/main" id="{7D3D0A72-2F64-40B7-800C-F4DD232B8B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7" name="Freeform 124">
                <a:extLst>
                  <a:ext uri="{FF2B5EF4-FFF2-40B4-BE49-F238E27FC236}">
                    <a16:creationId xmlns:a16="http://schemas.microsoft.com/office/drawing/2014/main" id="{5C559395-B97E-47B2-8F4E-7BB073C784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8" name="Freeform 125">
                <a:extLst>
                  <a:ext uri="{FF2B5EF4-FFF2-40B4-BE49-F238E27FC236}">
                    <a16:creationId xmlns:a16="http://schemas.microsoft.com/office/drawing/2014/main" id="{11BBF15A-1B1A-4A6B-A7DE-52FBECAC7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9" name="Freeform 126">
                <a:extLst>
                  <a:ext uri="{FF2B5EF4-FFF2-40B4-BE49-F238E27FC236}">
                    <a16:creationId xmlns:a16="http://schemas.microsoft.com/office/drawing/2014/main" id="{9F185879-3521-4F85-B4A7-1B1155619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80" name="Freeform 127">
                <a:extLst>
                  <a:ext uri="{FF2B5EF4-FFF2-40B4-BE49-F238E27FC236}">
                    <a16:creationId xmlns:a16="http://schemas.microsoft.com/office/drawing/2014/main" id="{B0B7C366-F94A-4E57-9908-EED0C6D23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128">
              <a:extLst>
                <a:ext uri="{FF2B5EF4-FFF2-40B4-BE49-F238E27FC236}">
                  <a16:creationId xmlns:a16="http://schemas.microsoft.com/office/drawing/2014/main" id="{62FC65E0-ECEE-40E9-AFC1-36987BAA14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5" name="Freeform 129">
              <a:extLst>
                <a:ext uri="{FF2B5EF4-FFF2-40B4-BE49-F238E27FC236}">
                  <a16:creationId xmlns:a16="http://schemas.microsoft.com/office/drawing/2014/main" id="{FCE62750-8BF3-4E57-BD73-B0DD977DA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6" name="Freeform 130">
              <a:extLst>
                <a:ext uri="{FF2B5EF4-FFF2-40B4-BE49-F238E27FC236}">
                  <a16:creationId xmlns:a16="http://schemas.microsoft.com/office/drawing/2014/main" id="{15EAD191-13BB-48D5-ABDB-33EB0912B0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7" name="Freeform 131">
              <a:extLst>
                <a:ext uri="{FF2B5EF4-FFF2-40B4-BE49-F238E27FC236}">
                  <a16:creationId xmlns:a16="http://schemas.microsoft.com/office/drawing/2014/main" id="{DE0C6C5A-6D2C-49D3-8F6F-5731F910C5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8" name="Freeform 132">
              <a:extLst>
                <a:ext uri="{FF2B5EF4-FFF2-40B4-BE49-F238E27FC236}">
                  <a16:creationId xmlns:a16="http://schemas.microsoft.com/office/drawing/2014/main" id="{33E6B738-16EF-437D-9CA8-E6CB8B1CB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9" name="Freeform 133">
              <a:extLst>
                <a:ext uri="{FF2B5EF4-FFF2-40B4-BE49-F238E27FC236}">
                  <a16:creationId xmlns:a16="http://schemas.microsoft.com/office/drawing/2014/main" id="{38AA2D5B-76B0-4438-8818-3E9DA0C62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0" name="Freeform 134">
              <a:extLst>
                <a:ext uri="{FF2B5EF4-FFF2-40B4-BE49-F238E27FC236}">
                  <a16:creationId xmlns:a16="http://schemas.microsoft.com/office/drawing/2014/main" id="{33536571-001A-4D38-89E2-1B1B63EEC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1" name="Freeform 135">
              <a:extLst>
                <a:ext uri="{FF2B5EF4-FFF2-40B4-BE49-F238E27FC236}">
                  <a16:creationId xmlns:a16="http://schemas.microsoft.com/office/drawing/2014/main" id="{4723B6EE-3015-469A-AD2C-55FE73C77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2" name="Freeform 136">
              <a:extLst>
                <a:ext uri="{FF2B5EF4-FFF2-40B4-BE49-F238E27FC236}">
                  <a16:creationId xmlns:a16="http://schemas.microsoft.com/office/drawing/2014/main" id="{E7809A50-6423-4318-A168-7A92EF73A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3" name="Freeform 137">
              <a:extLst>
                <a:ext uri="{FF2B5EF4-FFF2-40B4-BE49-F238E27FC236}">
                  <a16:creationId xmlns:a16="http://schemas.microsoft.com/office/drawing/2014/main" id="{A445EF99-FEF8-490E-BE4E-157AB0CBA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71CB003-D30A-49DF-866B-C95FE96ECE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 err="1"/>
              <a:t>Autoencoder</a:t>
            </a:r>
            <a:r>
              <a:rPr lang="es-CL" dirty="0"/>
              <a:t> simple</a:t>
            </a:r>
          </a:p>
          <a:p>
            <a:r>
              <a:rPr lang="es-CL" dirty="0"/>
              <a:t>(</a:t>
            </a:r>
            <a:r>
              <a:rPr lang="es-CL" dirty="0" err="1"/>
              <a:t>Vanilla</a:t>
            </a:r>
            <a:r>
              <a:rPr lang="es-C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389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/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 err="1"/>
              <a:t>Autoencoder</a:t>
            </a:r>
            <a:r>
              <a:rPr lang="es-CL" dirty="0"/>
              <a:t> simple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B21E3-8528-56E3-7C22-1915EC20B09B}"/>
              </a:ext>
            </a:extLst>
          </p:cNvPr>
          <p:cNvSpPr txBox="1"/>
          <p:nvPr/>
        </p:nvSpPr>
        <p:spPr>
          <a:xfrm>
            <a:off x="376358" y="1348242"/>
            <a:ext cx="110773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El concepto fue desarrollado por </a:t>
            </a:r>
            <a:r>
              <a:rPr lang="es-ES" b="1" dirty="0"/>
              <a:t>Geoffrey Hinton</a:t>
            </a:r>
            <a:r>
              <a:rPr lang="es-ES" dirty="0"/>
              <a:t> y sus colaboradores, especialmente en trabajos de la </a:t>
            </a:r>
            <a:r>
              <a:rPr lang="es-ES" b="1" dirty="0"/>
              <a:t>década de 1980 y principios de 1990</a:t>
            </a:r>
            <a:r>
              <a:rPr lang="es-E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0383C6-31DA-532D-F1D8-2A31903CD5AA}"/>
              </a:ext>
            </a:extLst>
          </p:cNvPr>
          <p:cNvSpPr txBox="1"/>
          <p:nvPr/>
        </p:nvSpPr>
        <p:spPr>
          <a:xfrm>
            <a:off x="376358" y="2290349"/>
            <a:ext cx="11077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Uno de los primeros trabajos influyentes es de 1986*, en el que </a:t>
            </a:r>
            <a:r>
              <a:rPr lang="es-ES" b="1" dirty="0" err="1"/>
              <a:t>Rumelhart</a:t>
            </a:r>
            <a:r>
              <a:rPr lang="es-ES" dirty="0"/>
              <a:t>, </a:t>
            </a:r>
            <a:r>
              <a:rPr lang="es-ES" b="1" dirty="0"/>
              <a:t>Hinton</a:t>
            </a:r>
            <a:r>
              <a:rPr lang="es-ES" dirty="0"/>
              <a:t> y </a:t>
            </a:r>
            <a:r>
              <a:rPr lang="es-ES" b="1" dirty="0"/>
              <a:t>Williams</a:t>
            </a:r>
            <a:r>
              <a:rPr lang="es-ES" dirty="0"/>
              <a:t> publicaron en </a:t>
            </a:r>
            <a:r>
              <a:rPr lang="es-ES" b="1" dirty="0" err="1"/>
              <a:t>Nature</a:t>
            </a:r>
            <a:r>
              <a:rPr lang="es-ES" dirty="0"/>
              <a:t>, introduciendo el algoritmo de </a:t>
            </a:r>
            <a:r>
              <a:rPr lang="es-ES" dirty="0" err="1"/>
              <a:t>backpropagation</a:t>
            </a:r>
            <a:r>
              <a:rPr lang="es-ES" dirty="0"/>
              <a:t> y permitió entrenar redes neuronales profundas, incluidas las </a:t>
            </a:r>
            <a:r>
              <a:rPr lang="es-ES" dirty="0">
                <a:solidFill>
                  <a:srgbClr val="FF0000"/>
                </a:solidFill>
              </a:rPr>
              <a:t>primeras versiones de </a:t>
            </a:r>
            <a:r>
              <a:rPr lang="es-ES" dirty="0" err="1">
                <a:solidFill>
                  <a:srgbClr val="FF0000"/>
                </a:solidFill>
              </a:rPr>
              <a:t>autoencoders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4169EF-E00B-6777-172A-E99D706D46A7}"/>
              </a:ext>
            </a:extLst>
          </p:cNvPr>
          <p:cNvSpPr txBox="1"/>
          <p:nvPr/>
        </p:nvSpPr>
        <p:spPr>
          <a:xfrm>
            <a:off x="2496" y="6257836"/>
            <a:ext cx="1163201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* D.E. Rumelhart, G.E. Hinton, and R.J. Williams. </a:t>
            </a:r>
            <a:r>
              <a:rPr lang="en-US" sz="1100" dirty="0">
                <a:hlinkClick r:id="rId3"/>
              </a:rPr>
              <a:t>Learning internal representations by error propagation</a:t>
            </a:r>
            <a:r>
              <a:rPr lang="en-US" sz="1100" dirty="0"/>
              <a:t>. In Parallel Distributed Processing. Vol 1: Foundations. MIT Press, Cambridge, MA, 1986.</a:t>
            </a:r>
          </a:p>
          <a:p>
            <a:r>
              <a:rPr lang="en-US" sz="1100" dirty="0"/>
              <a:t>** P. Baldi and K. Hornik, </a:t>
            </a:r>
            <a:r>
              <a:rPr lang="en-US" sz="1100" dirty="0">
                <a:hlinkClick r:id="rId4"/>
              </a:rPr>
              <a:t>Neural networks and principal component analysis: Learning from examples without local minima</a:t>
            </a:r>
            <a:r>
              <a:rPr lang="en-US" sz="1100" dirty="0"/>
              <a:t>, Neural Networks, vol. 2, no. 1, pp. 53–58, Jan. 1989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E7BD7E-C60C-B5C1-2D83-7ECBF6300863}"/>
              </a:ext>
            </a:extLst>
          </p:cNvPr>
          <p:cNvSpPr txBox="1"/>
          <p:nvPr/>
        </p:nvSpPr>
        <p:spPr>
          <a:xfrm>
            <a:off x="376358" y="3509455"/>
            <a:ext cx="6336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En 1987, </a:t>
            </a:r>
            <a:r>
              <a:rPr lang="es-ES" b="1" dirty="0"/>
              <a:t>Baldi</a:t>
            </a:r>
            <a:r>
              <a:rPr lang="es-ES" dirty="0"/>
              <a:t> y </a:t>
            </a:r>
            <a:r>
              <a:rPr lang="es-ES" b="1" dirty="0" err="1"/>
              <a:t>Hornik</a:t>
            </a:r>
            <a:r>
              <a:rPr lang="es-ES" b="1" dirty="0"/>
              <a:t>**</a:t>
            </a:r>
            <a:r>
              <a:rPr lang="es-ES" dirty="0"/>
              <a:t> demostraron matemáticamente que los </a:t>
            </a:r>
            <a:r>
              <a:rPr lang="es-ES" dirty="0" err="1"/>
              <a:t>autoencoders</a:t>
            </a:r>
            <a:r>
              <a:rPr lang="es-ES" dirty="0"/>
              <a:t> lineales aprenden lo mismo que PCA si se entrenan con una sola capa oculta.</a:t>
            </a:r>
            <a:endParaRPr lang="en-US" dirty="0"/>
          </a:p>
        </p:txBody>
      </p:sp>
      <p:pic>
        <p:nvPicPr>
          <p:cNvPr id="9" name="Picture 8" descr="A collage of men with text&#10;&#10;AI-generated content may be incorrect.">
            <a:extLst>
              <a:ext uri="{FF2B5EF4-FFF2-40B4-BE49-F238E27FC236}">
                <a16:creationId xmlns:a16="http://schemas.microsoft.com/office/drawing/2014/main" id="{635D358C-9B74-0180-CBFB-5780ED7128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494" y="3298737"/>
            <a:ext cx="4496132" cy="28220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72430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9777F-B2D6-7B5D-9E0D-5559D079C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A0C397D6-99E2-610C-66B6-CA21ED383E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 err="1"/>
              <a:t>Autoencoder</a:t>
            </a:r>
            <a:r>
              <a:rPr lang="es-CL" dirty="0"/>
              <a:t> simple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58E7CC-8F6B-6F0C-3BB1-2332F4B206D6}"/>
              </a:ext>
            </a:extLst>
          </p:cNvPr>
          <p:cNvSpPr txBox="1"/>
          <p:nvPr/>
        </p:nvSpPr>
        <p:spPr>
          <a:xfrm>
            <a:off x="376359" y="1490009"/>
            <a:ext cx="110773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Un </a:t>
            </a:r>
            <a:r>
              <a:rPr lang="es-ES" b="1" dirty="0" err="1"/>
              <a:t>Autoencoder</a:t>
            </a:r>
            <a:r>
              <a:rPr lang="es-ES" dirty="0"/>
              <a:t> es un tipo de red neuronal </a:t>
            </a:r>
            <a:r>
              <a:rPr lang="es-ES" b="1" dirty="0"/>
              <a:t>no supervisada</a:t>
            </a:r>
            <a:r>
              <a:rPr lang="es-ES" dirty="0"/>
              <a:t> diseñada para </a:t>
            </a:r>
            <a:r>
              <a:rPr lang="es-ES" b="1" dirty="0"/>
              <a:t>aprender una representación comprimida (latente)</a:t>
            </a:r>
            <a:r>
              <a:rPr lang="es-ES" dirty="0"/>
              <a:t> de los datos de entrada. 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Su </a:t>
            </a:r>
            <a:r>
              <a:rPr lang="es-ES" dirty="0">
                <a:solidFill>
                  <a:srgbClr val="FF0000"/>
                </a:solidFill>
              </a:rPr>
              <a:t>objetivo principal </a:t>
            </a:r>
            <a:r>
              <a:rPr lang="es-ES" dirty="0"/>
              <a:t>es reconstruir la entrada después de haberla pasado por un "cuello de botella" que fuerza al modelo a aprender las características más relevantes.</a:t>
            </a:r>
          </a:p>
        </p:txBody>
      </p:sp>
      <p:pic>
        <p:nvPicPr>
          <p:cNvPr id="4" name="Picture 3" descr="A diagram of a bottling process&#10;&#10;AI-generated content may be incorrect.">
            <a:extLst>
              <a:ext uri="{FF2B5EF4-FFF2-40B4-BE49-F238E27FC236}">
                <a16:creationId xmlns:a16="http://schemas.microsoft.com/office/drawing/2014/main" id="{E95E9C36-35E9-EC54-CFBC-DD8607E16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932" y="3234018"/>
            <a:ext cx="7130207" cy="332183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FD2F1E6-2C84-F209-F721-9AA167C0D6FB}"/>
              </a:ext>
            </a:extLst>
          </p:cNvPr>
          <p:cNvGrpSpPr/>
          <p:nvPr/>
        </p:nvGrpSpPr>
        <p:grpSpPr>
          <a:xfrm>
            <a:off x="5536018" y="4359349"/>
            <a:ext cx="1935126" cy="2402958"/>
            <a:chOff x="5536018" y="4359349"/>
            <a:chExt cx="1935126" cy="240295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090FCCB-61B7-6E65-010B-A3A26DD67FCB}"/>
                </a:ext>
              </a:extLst>
            </p:cNvPr>
            <p:cNvSpPr/>
            <p:nvPr/>
          </p:nvSpPr>
          <p:spPr>
            <a:xfrm>
              <a:off x="5536018" y="4359349"/>
              <a:ext cx="815163" cy="864781"/>
            </a:xfrm>
            <a:prstGeom prst="rect">
              <a:avLst/>
            </a:prstGeom>
            <a:noFill/>
            <a:ln w="476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D3F9493-40BC-16D7-AF8A-F1C9D73B75B4}"/>
                </a:ext>
              </a:extLst>
            </p:cNvPr>
            <p:cNvSpPr/>
            <p:nvPr/>
          </p:nvSpPr>
          <p:spPr>
            <a:xfrm>
              <a:off x="5798288" y="6159795"/>
              <a:ext cx="1672856" cy="602512"/>
            </a:xfrm>
            <a:prstGeom prst="roundRect">
              <a:avLst/>
            </a:prstGeom>
            <a:solidFill>
              <a:srgbClr val="FF000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dirty="0"/>
                <a:t>Espacio latente</a:t>
              </a:r>
              <a:endParaRPr lang="en-US" dirty="0"/>
            </a:p>
          </p:txBody>
        </p:sp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69D155ED-6A79-E6C7-4142-549F6CDC706D}"/>
                </a:ext>
              </a:extLst>
            </p:cNvPr>
            <p:cNvCxnSpPr>
              <a:stCxn id="2" idx="3"/>
              <a:endCxn id="5" idx="0"/>
            </p:cNvCxnSpPr>
            <p:nvPr/>
          </p:nvCxnSpPr>
          <p:spPr>
            <a:xfrm>
              <a:off x="6351181" y="4791740"/>
              <a:ext cx="283535" cy="1368055"/>
            </a:xfrm>
            <a:prstGeom prst="bentConnector2">
              <a:avLst/>
            </a:prstGeom>
            <a:ln w="476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839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0DE66-FA2A-67A4-A374-11C53E530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412C4003-0767-CB9B-B8FB-D069FE9ABF3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7" y="419421"/>
            <a:ext cx="3316424" cy="391824"/>
          </a:xfrm>
        </p:spPr>
        <p:txBody>
          <a:bodyPr/>
          <a:lstStyle/>
          <a:p>
            <a:r>
              <a:rPr lang="es-CL" dirty="0" err="1"/>
              <a:t>Autoencoder</a:t>
            </a:r>
            <a:r>
              <a:rPr lang="es-CL" dirty="0"/>
              <a:t> simple</a:t>
            </a:r>
          </a:p>
        </p:txBody>
      </p:sp>
      <p:pic>
        <p:nvPicPr>
          <p:cNvPr id="4" name="Picture 3" descr="A diagram of a bottling process&#10;&#10;AI-generated content may be incorrect.">
            <a:extLst>
              <a:ext uri="{FF2B5EF4-FFF2-40B4-BE49-F238E27FC236}">
                <a16:creationId xmlns:a16="http://schemas.microsoft.com/office/drawing/2014/main" id="{92260CD9-56F5-B445-0026-757308D28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932" y="1163167"/>
            <a:ext cx="7130207" cy="33218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C294F2-717D-526D-6247-5623109F6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138" y="4685889"/>
            <a:ext cx="2787793" cy="17526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21624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2293F-4903-76F3-E5B2-393D8D3439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5789944" cy="391824"/>
          </a:xfrm>
        </p:spPr>
        <p:txBody>
          <a:bodyPr/>
          <a:lstStyle/>
          <a:p>
            <a:r>
              <a:rPr lang="en-US" dirty="0" err="1"/>
              <a:t>Aplicaciones</a:t>
            </a:r>
            <a:r>
              <a:rPr lang="en-US" dirty="0"/>
              <a:t> de Autoencoder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15A2C6D-B16D-C10D-906E-3256694FF2CE}"/>
              </a:ext>
            </a:extLst>
          </p:cNvPr>
          <p:cNvGrpSpPr/>
          <p:nvPr/>
        </p:nvGrpSpPr>
        <p:grpSpPr>
          <a:xfrm>
            <a:off x="1652847" y="1880634"/>
            <a:ext cx="1873911" cy="3862958"/>
            <a:chOff x="2704047" y="2419351"/>
            <a:chExt cx="1873911" cy="3862958"/>
          </a:xfrm>
        </p:grpSpPr>
        <p:sp>
          <p:nvSpPr>
            <p:cNvPr id="38" name="Rounded Rectangle 1">
              <a:extLst>
                <a:ext uri="{FF2B5EF4-FFF2-40B4-BE49-F238E27FC236}">
                  <a16:creationId xmlns:a16="http://schemas.microsoft.com/office/drawing/2014/main" id="{0D013DA1-DD7C-5CA3-E214-846452981159}"/>
                </a:ext>
              </a:extLst>
            </p:cNvPr>
            <p:cNvSpPr/>
            <p:nvPr/>
          </p:nvSpPr>
          <p:spPr>
            <a:xfrm>
              <a:off x="2751074" y="4502427"/>
              <a:ext cx="1779883" cy="1779882"/>
            </a:xfrm>
            <a:custGeom>
              <a:avLst/>
              <a:gdLst/>
              <a:ahLst/>
              <a:cxnLst/>
              <a:rect l="0" t="0" r="0" b="0"/>
              <a:pathLst>
                <a:path w="1257300" h="1257300">
                  <a:moveTo>
                    <a:pt x="0" y="628650"/>
                  </a:moveTo>
                  <a:cubicBezTo>
                    <a:pt x="0" y="281456"/>
                    <a:pt x="281456" y="0"/>
                    <a:pt x="628650" y="0"/>
                  </a:cubicBezTo>
                  <a:cubicBezTo>
                    <a:pt x="975843" y="0"/>
                    <a:pt x="1257300" y="281456"/>
                    <a:pt x="1257300" y="628650"/>
                  </a:cubicBezTo>
                  <a:cubicBezTo>
                    <a:pt x="1257300" y="975843"/>
                    <a:pt x="975843" y="1257300"/>
                    <a:pt x="628650" y="1257300"/>
                  </a:cubicBezTo>
                  <a:cubicBezTo>
                    <a:pt x="281456" y="1257300"/>
                    <a:pt x="0" y="975843"/>
                    <a:pt x="0" y="628650"/>
                  </a:cubicBezTo>
                  <a:close/>
                  <a:moveTo>
                    <a:pt x="696350" y="229296"/>
                  </a:moveTo>
                  <a:cubicBezTo>
                    <a:pt x="696350" y="191683"/>
                    <a:pt x="666040" y="161192"/>
                    <a:pt x="628650" y="161192"/>
                  </a:cubicBezTo>
                  <a:cubicBezTo>
                    <a:pt x="591259" y="161192"/>
                    <a:pt x="560949" y="191683"/>
                    <a:pt x="560949" y="229296"/>
                  </a:cubicBezTo>
                  <a:cubicBezTo>
                    <a:pt x="560949" y="242862"/>
                    <a:pt x="564892" y="255502"/>
                    <a:pt x="571688" y="266119"/>
                  </a:cubicBezTo>
                  <a:cubicBezTo>
                    <a:pt x="576225" y="273205"/>
                    <a:pt x="571580" y="286049"/>
                    <a:pt x="563200" y="286049"/>
                  </a:cubicBezTo>
                  <a:lnTo>
                    <a:pt x="298608" y="286049"/>
                  </a:lnTo>
                  <a:cubicBezTo>
                    <a:pt x="293934" y="286049"/>
                    <a:pt x="290145" y="289860"/>
                    <a:pt x="290145" y="294562"/>
                  </a:cubicBezTo>
                  <a:lnTo>
                    <a:pt x="290145" y="581685"/>
                  </a:lnTo>
                  <a:cubicBezTo>
                    <a:pt x="290145" y="590112"/>
                    <a:pt x="302914" y="594785"/>
                    <a:pt x="309957" y="590223"/>
                  </a:cubicBezTo>
                  <a:cubicBezTo>
                    <a:pt x="320512" y="583386"/>
                    <a:pt x="333076" y="579419"/>
                    <a:pt x="346563" y="579419"/>
                  </a:cubicBezTo>
                  <a:cubicBezTo>
                    <a:pt x="383953" y="579419"/>
                    <a:pt x="414264" y="609910"/>
                    <a:pt x="414264" y="647522"/>
                  </a:cubicBezTo>
                  <a:cubicBezTo>
                    <a:pt x="414264" y="685136"/>
                    <a:pt x="383953" y="715626"/>
                    <a:pt x="346563" y="715626"/>
                  </a:cubicBezTo>
                  <a:cubicBezTo>
                    <a:pt x="333076" y="715626"/>
                    <a:pt x="320512" y="711660"/>
                    <a:pt x="309957" y="704823"/>
                  </a:cubicBezTo>
                  <a:cubicBezTo>
                    <a:pt x="302914" y="700259"/>
                    <a:pt x="290145" y="704932"/>
                    <a:pt x="290145" y="713361"/>
                  </a:cubicBezTo>
                  <a:lnTo>
                    <a:pt x="290145" y="990879"/>
                  </a:lnTo>
                  <a:cubicBezTo>
                    <a:pt x="290145" y="995580"/>
                    <a:pt x="293934" y="999392"/>
                    <a:pt x="298608" y="999392"/>
                  </a:cubicBezTo>
                  <a:lnTo>
                    <a:pt x="563200" y="999392"/>
                  </a:lnTo>
                  <a:cubicBezTo>
                    <a:pt x="571580" y="999392"/>
                    <a:pt x="576225" y="986549"/>
                    <a:pt x="571688" y="979462"/>
                  </a:cubicBezTo>
                  <a:cubicBezTo>
                    <a:pt x="564892" y="968845"/>
                    <a:pt x="560949" y="956205"/>
                    <a:pt x="560949" y="942638"/>
                  </a:cubicBezTo>
                  <a:cubicBezTo>
                    <a:pt x="560949" y="905026"/>
                    <a:pt x="591259" y="874535"/>
                    <a:pt x="628650" y="874535"/>
                  </a:cubicBezTo>
                  <a:cubicBezTo>
                    <a:pt x="666040" y="874535"/>
                    <a:pt x="696350" y="905026"/>
                    <a:pt x="696350" y="942638"/>
                  </a:cubicBezTo>
                  <a:cubicBezTo>
                    <a:pt x="696350" y="956205"/>
                    <a:pt x="692407" y="968845"/>
                    <a:pt x="685611" y="979462"/>
                  </a:cubicBezTo>
                  <a:cubicBezTo>
                    <a:pt x="681074" y="986549"/>
                    <a:pt x="685719" y="999392"/>
                    <a:pt x="694098" y="999392"/>
                  </a:cubicBezTo>
                  <a:lnTo>
                    <a:pt x="958691" y="999392"/>
                  </a:lnTo>
                  <a:cubicBezTo>
                    <a:pt x="963365" y="999392"/>
                    <a:pt x="967154" y="995580"/>
                    <a:pt x="967154" y="990879"/>
                  </a:cubicBezTo>
                  <a:lnTo>
                    <a:pt x="967154" y="713361"/>
                  </a:lnTo>
                  <a:cubicBezTo>
                    <a:pt x="967154" y="704933"/>
                    <a:pt x="954385" y="700259"/>
                    <a:pt x="947341" y="704823"/>
                  </a:cubicBezTo>
                  <a:cubicBezTo>
                    <a:pt x="936787" y="711660"/>
                    <a:pt x="924222" y="715626"/>
                    <a:pt x="910736" y="715626"/>
                  </a:cubicBezTo>
                  <a:cubicBezTo>
                    <a:pt x="873346" y="715626"/>
                    <a:pt x="843035" y="685136"/>
                    <a:pt x="843035" y="647522"/>
                  </a:cubicBezTo>
                  <a:cubicBezTo>
                    <a:pt x="843035" y="609910"/>
                    <a:pt x="873346" y="579419"/>
                    <a:pt x="910736" y="579419"/>
                  </a:cubicBezTo>
                  <a:cubicBezTo>
                    <a:pt x="924222" y="579419"/>
                    <a:pt x="936787" y="583385"/>
                    <a:pt x="947341" y="590222"/>
                  </a:cubicBezTo>
                  <a:cubicBezTo>
                    <a:pt x="954385" y="594785"/>
                    <a:pt x="967154" y="590111"/>
                    <a:pt x="967154" y="581684"/>
                  </a:cubicBezTo>
                  <a:lnTo>
                    <a:pt x="967154" y="294562"/>
                  </a:lnTo>
                  <a:cubicBezTo>
                    <a:pt x="967154" y="289860"/>
                    <a:pt x="963365" y="286049"/>
                    <a:pt x="958691" y="286049"/>
                  </a:cubicBezTo>
                  <a:lnTo>
                    <a:pt x="694098" y="286049"/>
                  </a:lnTo>
                  <a:cubicBezTo>
                    <a:pt x="685719" y="286049"/>
                    <a:pt x="681074" y="273205"/>
                    <a:pt x="685611" y="266119"/>
                  </a:cubicBezTo>
                  <a:cubicBezTo>
                    <a:pt x="692407" y="255502"/>
                    <a:pt x="696350" y="242862"/>
                    <a:pt x="696350" y="229296"/>
                  </a:cubicBezTo>
                  <a:close/>
                </a:path>
              </a:pathLst>
            </a:custGeom>
            <a:noFill/>
            <a:ln w="14287">
              <a:solidFill>
                <a:schemeClr val="accent1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3">
              <a:extLst>
                <a:ext uri="{FF2B5EF4-FFF2-40B4-BE49-F238E27FC236}">
                  <a16:creationId xmlns:a16="http://schemas.microsoft.com/office/drawing/2014/main" id="{D3221DBB-9BCF-C429-02A8-1C28D3A16F2A}"/>
                </a:ext>
              </a:extLst>
            </p:cNvPr>
            <p:cNvSpPr/>
            <p:nvPr/>
          </p:nvSpPr>
          <p:spPr>
            <a:xfrm>
              <a:off x="3611297" y="4093297"/>
              <a:ext cx="64392" cy="64392"/>
            </a:xfrm>
            <a:custGeom>
              <a:avLst/>
              <a:gdLst/>
              <a:ahLst/>
              <a:cxnLst/>
              <a:rect l="0" t="0" r="0" b="0"/>
              <a:pathLst>
                <a:path w="45486" h="45486">
                  <a:moveTo>
                    <a:pt x="22743" y="0"/>
                  </a:moveTo>
                  <a:cubicBezTo>
                    <a:pt x="35295" y="0"/>
                    <a:pt x="45486" y="10190"/>
                    <a:pt x="45486" y="22743"/>
                  </a:cubicBezTo>
                  <a:cubicBezTo>
                    <a:pt x="45486" y="35295"/>
                    <a:pt x="35295" y="45486"/>
                    <a:pt x="22743" y="45486"/>
                  </a:cubicBezTo>
                  <a:cubicBezTo>
                    <a:pt x="10190" y="45486"/>
                    <a:pt x="0" y="35295"/>
                    <a:pt x="0" y="22743"/>
                  </a:cubicBezTo>
                  <a:cubicBezTo>
                    <a:pt x="0" y="10190"/>
                    <a:pt x="10190" y="0"/>
                    <a:pt x="22743" y="0"/>
                  </a:cubicBezTo>
                  <a:close/>
                </a:path>
              </a:pathLst>
            </a:custGeom>
            <a:noFill/>
            <a:ln w="14287">
              <a:solidFill>
                <a:schemeClr val="tx2">
                  <a:lumMod val="40000"/>
                  <a:lumOff val="60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55C93E5-4A1F-B433-0392-C72484CC19A1}"/>
                </a:ext>
              </a:extLst>
            </p:cNvPr>
            <p:cNvSpPr txBox="1"/>
            <p:nvPr/>
          </p:nvSpPr>
          <p:spPr>
            <a:xfrm>
              <a:off x="2704047" y="2419351"/>
              <a:ext cx="1873911" cy="615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Eliminación</a:t>
              </a:r>
              <a:r>
                <a:rPr sz="2000" b="1" dirty="0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 de
</a:t>
              </a:r>
              <a:r>
                <a:rPr sz="2000" b="1" dirty="0" err="1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ruido</a:t>
              </a:r>
              <a:endParaRPr sz="2000" b="1" dirty="0">
                <a:solidFill>
                  <a:schemeClr val="accent1">
                    <a:lumMod val="75000"/>
                  </a:schemeClr>
                </a:solidFill>
                <a:latin typeface="+mj-lt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D2A3CB1-48EB-1EF7-5E0E-A83715FF25C9}"/>
                </a:ext>
              </a:extLst>
            </p:cNvPr>
            <p:cNvSpPr txBox="1"/>
            <p:nvPr/>
          </p:nvSpPr>
          <p:spPr>
            <a:xfrm>
              <a:off x="2724887" y="3103594"/>
              <a:ext cx="183223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 err="1">
                  <a:latin typeface="+mj-lt"/>
                </a:rPr>
                <a:t>Elimina</a:t>
              </a:r>
              <a:r>
                <a:rPr sz="1400" b="0" dirty="0">
                  <a:latin typeface="+mj-lt"/>
                </a:rPr>
                <a:t> </a:t>
              </a:r>
              <a:r>
                <a:rPr sz="1400" b="0" dirty="0" err="1">
                  <a:latin typeface="+mj-lt"/>
                </a:rPr>
                <a:t>el</a:t>
              </a:r>
              <a:r>
                <a:rPr sz="1400" b="0" dirty="0">
                  <a:latin typeface="+mj-lt"/>
                </a:rPr>
                <a:t> </a:t>
              </a:r>
              <a:r>
                <a:rPr sz="1400" b="0" dirty="0" err="1">
                  <a:latin typeface="+mj-lt"/>
                </a:rPr>
                <a:t>ruido</a:t>
              </a:r>
              <a:r>
                <a:rPr sz="1400" b="0" dirty="0">
                  <a:latin typeface="+mj-lt"/>
                </a:rPr>
                <a:t> de las
</a:t>
              </a:r>
              <a:r>
                <a:rPr sz="1400" b="0" dirty="0" err="1">
                  <a:latin typeface="+mj-lt"/>
                </a:rPr>
                <a:t>imágenes</a:t>
              </a:r>
              <a:r>
                <a:rPr sz="1400" b="0" dirty="0">
                  <a:latin typeface="+mj-lt"/>
                </a:rPr>
                <a:t> </a:t>
              </a:r>
              <a:r>
                <a:rPr sz="1400" b="0" dirty="0" err="1">
                  <a:latin typeface="+mj-lt"/>
                </a:rPr>
                <a:t>utilizando</a:t>
              </a:r>
              <a:r>
                <a:rPr sz="1400" b="0" dirty="0">
                  <a:latin typeface="+mj-lt"/>
                </a:rPr>
                <a:t>
autoencoders.</a:t>
              </a:r>
            </a:p>
          </p:txBody>
        </p:sp>
        <p:sp>
          <p:nvSpPr>
            <p:cNvPr id="51" name="Rounded Rectangle 18">
              <a:extLst>
                <a:ext uri="{FF2B5EF4-FFF2-40B4-BE49-F238E27FC236}">
                  <a16:creationId xmlns:a16="http://schemas.microsoft.com/office/drawing/2014/main" id="{30CCAFF6-B019-AF02-4E38-E0325A3703F4}"/>
                </a:ext>
              </a:extLst>
            </p:cNvPr>
            <p:cNvSpPr/>
            <p:nvPr/>
          </p:nvSpPr>
          <p:spPr>
            <a:xfrm>
              <a:off x="3438978" y="5225632"/>
              <a:ext cx="404052" cy="343840"/>
            </a:xfrm>
            <a:custGeom>
              <a:avLst/>
              <a:gdLst/>
              <a:ahLst/>
              <a:cxnLst/>
              <a:rect l="0" t="0" r="0" b="0"/>
              <a:pathLst>
                <a:path w="285420" h="242887">
                  <a:moveTo>
                    <a:pt x="242887" y="35718"/>
                  </a:moveTo>
                  <a:cubicBezTo>
                    <a:pt x="269684" y="56075"/>
                    <a:pt x="285420" y="87791"/>
                    <a:pt x="285420" y="121443"/>
                  </a:cubicBezTo>
                  <a:cubicBezTo>
                    <a:pt x="285420" y="155095"/>
                    <a:pt x="269684" y="186811"/>
                    <a:pt x="242887" y="207168"/>
                  </a:cubicBezTo>
                  <a:moveTo>
                    <a:pt x="214312" y="71437"/>
                  </a:moveTo>
                  <a:cubicBezTo>
                    <a:pt x="252574" y="99255"/>
                    <a:pt x="252445" y="143732"/>
                    <a:pt x="214312" y="171450"/>
                  </a:cubicBezTo>
                  <a:moveTo>
                    <a:pt x="185737" y="7143"/>
                  </a:moveTo>
                  <a:lnTo>
                    <a:pt x="185737" y="235743"/>
                  </a:lnTo>
                  <a:cubicBezTo>
                    <a:pt x="185737" y="239689"/>
                    <a:pt x="182539" y="242887"/>
                    <a:pt x="178593" y="242887"/>
                  </a:cubicBezTo>
                  <a:cubicBezTo>
                    <a:pt x="130900" y="242873"/>
                    <a:pt x="87638" y="214922"/>
                    <a:pt x="68022" y="171450"/>
                  </a:cubicBezTo>
                  <a:lnTo>
                    <a:pt x="35718" y="171450"/>
                  </a:lnTo>
                  <a:cubicBezTo>
                    <a:pt x="15991" y="171450"/>
                    <a:pt x="0" y="155458"/>
                    <a:pt x="0" y="135731"/>
                  </a:cubicBezTo>
                  <a:lnTo>
                    <a:pt x="0" y="107156"/>
                  </a:lnTo>
                  <a:cubicBezTo>
                    <a:pt x="0" y="87429"/>
                    <a:pt x="15991" y="71437"/>
                    <a:pt x="35718" y="71437"/>
                  </a:cubicBezTo>
                  <a:lnTo>
                    <a:pt x="68022" y="71437"/>
                  </a:lnTo>
                  <a:cubicBezTo>
                    <a:pt x="87638" y="27964"/>
                    <a:pt x="130900" y="13"/>
                    <a:pt x="178593" y="0"/>
                  </a:cubicBezTo>
                  <a:cubicBezTo>
                    <a:pt x="182539" y="0"/>
                    <a:pt x="185737" y="3198"/>
                    <a:pt x="185737" y="7143"/>
                  </a:cubicBezTo>
                  <a:close/>
                </a:path>
              </a:pathLst>
            </a:custGeom>
            <a:noFill/>
            <a:ln w="14287">
              <a:solidFill>
                <a:schemeClr val="accent1">
                  <a:lumMod val="7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57" name="Picture 56" descr="A group of white letters&#10;&#10;AI-generated content may be incorrect.">
            <a:extLst>
              <a:ext uri="{FF2B5EF4-FFF2-40B4-BE49-F238E27FC236}">
                <a16:creationId xmlns:a16="http://schemas.microsoft.com/office/drawing/2014/main" id="{DB71C21E-52BC-38FB-CE43-96AEA13D9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930" y="1316179"/>
            <a:ext cx="7783034" cy="1389827"/>
          </a:xfrm>
          <a:prstGeom prst="rect">
            <a:avLst/>
          </a:prstGeom>
        </p:spPr>
      </p:pic>
      <p:pic>
        <p:nvPicPr>
          <p:cNvPr id="59" name="Picture 58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90C96CFE-BF2A-5E27-7B9F-095EDC849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790" y="2948469"/>
            <a:ext cx="4619695" cy="2995585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48A1D70F-B085-03C9-4DFF-7100883699E3}"/>
              </a:ext>
            </a:extLst>
          </p:cNvPr>
          <p:cNvSpPr txBox="1"/>
          <p:nvPr/>
        </p:nvSpPr>
        <p:spPr>
          <a:xfrm>
            <a:off x="1673687" y="6396335"/>
            <a:ext cx="9987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Houda </a:t>
            </a:r>
            <a:r>
              <a:rPr lang="en-US" sz="1200" dirty="0" err="1"/>
              <a:t>Abouzid</a:t>
            </a:r>
            <a:r>
              <a:rPr lang="en-US" sz="1200" dirty="0"/>
              <a:t> et al. </a:t>
            </a:r>
            <a:r>
              <a:rPr lang="en-US" sz="1200" b="1" dirty="0">
                <a:hlinkClick r:id="rId4"/>
              </a:rPr>
              <a:t>Signal Speech Reconstruction and Noise removal using Convolutional Denoising </a:t>
            </a:r>
            <a:r>
              <a:rPr lang="en-US" sz="1200" b="1" dirty="0" err="1">
                <a:hlinkClick r:id="rId4"/>
              </a:rPr>
              <a:t>Audioencoders</a:t>
            </a:r>
            <a:r>
              <a:rPr lang="en-US" sz="1200" b="1" dirty="0">
                <a:hlinkClick r:id="rId4"/>
              </a:rPr>
              <a:t> with Neural Deep Learning</a:t>
            </a:r>
            <a:r>
              <a:rPr lang="en-US" sz="1200" b="1" dirty="0"/>
              <a:t>. </a:t>
            </a:r>
            <a:r>
              <a:rPr lang="sv-SE" sz="1200" dirty="0"/>
              <a:t>Analog Integr Circ Sig Process 100, 501–512 (2019)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42162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82035-7170-8650-1544-6EBF68625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63D37-D1EB-2503-391D-9E9FC507A0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5789944" cy="391824"/>
          </a:xfrm>
        </p:spPr>
        <p:txBody>
          <a:bodyPr/>
          <a:lstStyle/>
          <a:p>
            <a:r>
              <a:rPr lang="en-US" dirty="0" err="1"/>
              <a:t>Aplicaciones</a:t>
            </a:r>
            <a:r>
              <a:rPr lang="en-US" dirty="0"/>
              <a:t> de Autoencoders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893208-69B5-2E02-A4E9-D02D73A445F6}"/>
              </a:ext>
            </a:extLst>
          </p:cNvPr>
          <p:cNvGrpSpPr/>
          <p:nvPr/>
        </p:nvGrpSpPr>
        <p:grpSpPr>
          <a:xfrm>
            <a:off x="1894656" y="1543446"/>
            <a:ext cx="2138406" cy="4513004"/>
            <a:chOff x="5786172" y="1614330"/>
            <a:chExt cx="2138406" cy="4513004"/>
          </a:xfrm>
        </p:grpSpPr>
        <p:sp>
          <p:nvSpPr>
            <p:cNvPr id="40" name="Rounded Rectangle 4">
              <a:extLst>
                <a:ext uri="{FF2B5EF4-FFF2-40B4-BE49-F238E27FC236}">
                  <a16:creationId xmlns:a16="http://schemas.microsoft.com/office/drawing/2014/main" id="{1C88B705-987D-B0A2-2719-E7893EAB8F2E}"/>
                </a:ext>
              </a:extLst>
            </p:cNvPr>
            <p:cNvSpPr/>
            <p:nvPr/>
          </p:nvSpPr>
          <p:spPr>
            <a:xfrm>
              <a:off x="5965435" y="1614330"/>
              <a:ext cx="1779881" cy="1779881"/>
            </a:xfrm>
            <a:custGeom>
              <a:avLst/>
              <a:gdLst/>
              <a:ahLst/>
              <a:cxnLst/>
              <a:rect l="0" t="0" r="0" b="0"/>
              <a:pathLst>
                <a:path w="1257299" h="1257299">
                  <a:moveTo>
                    <a:pt x="0" y="628649"/>
                  </a:moveTo>
                  <a:cubicBezTo>
                    <a:pt x="0" y="281456"/>
                    <a:pt x="281456" y="0"/>
                    <a:pt x="628649" y="0"/>
                  </a:cubicBezTo>
                  <a:cubicBezTo>
                    <a:pt x="975842" y="0"/>
                    <a:pt x="1257299" y="281456"/>
                    <a:pt x="1257299" y="628649"/>
                  </a:cubicBezTo>
                  <a:cubicBezTo>
                    <a:pt x="1257299" y="975842"/>
                    <a:pt x="975842" y="1257299"/>
                    <a:pt x="628649" y="1257299"/>
                  </a:cubicBezTo>
                  <a:cubicBezTo>
                    <a:pt x="281456" y="1257299"/>
                    <a:pt x="0" y="975842"/>
                    <a:pt x="0" y="628649"/>
                  </a:cubicBezTo>
                  <a:close/>
                  <a:moveTo>
                    <a:pt x="696349" y="229296"/>
                  </a:moveTo>
                  <a:cubicBezTo>
                    <a:pt x="696349" y="191683"/>
                    <a:pt x="666039" y="161192"/>
                    <a:pt x="628649" y="161192"/>
                  </a:cubicBezTo>
                  <a:cubicBezTo>
                    <a:pt x="591259" y="161192"/>
                    <a:pt x="560948" y="191683"/>
                    <a:pt x="560948" y="229296"/>
                  </a:cubicBezTo>
                  <a:cubicBezTo>
                    <a:pt x="560948" y="242862"/>
                    <a:pt x="564891" y="255502"/>
                    <a:pt x="571688" y="266118"/>
                  </a:cubicBezTo>
                  <a:cubicBezTo>
                    <a:pt x="576224" y="273205"/>
                    <a:pt x="571579" y="286049"/>
                    <a:pt x="563200" y="286049"/>
                  </a:cubicBezTo>
                  <a:lnTo>
                    <a:pt x="298608" y="286049"/>
                  </a:lnTo>
                  <a:cubicBezTo>
                    <a:pt x="293934" y="286049"/>
                    <a:pt x="290145" y="289860"/>
                    <a:pt x="290145" y="294561"/>
                  </a:cubicBezTo>
                  <a:lnTo>
                    <a:pt x="290145" y="581684"/>
                  </a:lnTo>
                  <a:cubicBezTo>
                    <a:pt x="290145" y="590111"/>
                    <a:pt x="302913" y="594785"/>
                    <a:pt x="309957" y="590222"/>
                  </a:cubicBezTo>
                  <a:cubicBezTo>
                    <a:pt x="320511" y="583385"/>
                    <a:pt x="333076" y="579418"/>
                    <a:pt x="346563" y="579418"/>
                  </a:cubicBezTo>
                  <a:cubicBezTo>
                    <a:pt x="383953" y="579418"/>
                    <a:pt x="414264" y="609909"/>
                    <a:pt x="414264" y="647521"/>
                  </a:cubicBezTo>
                  <a:cubicBezTo>
                    <a:pt x="414264" y="685135"/>
                    <a:pt x="383953" y="715625"/>
                    <a:pt x="346563" y="715625"/>
                  </a:cubicBezTo>
                  <a:cubicBezTo>
                    <a:pt x="333076" y="715625"/>
                    <a:pt x="320511" y="711659"/>
                    <a:pt x="309957" y="704822"/>
                  </a:cubicBezTo>
                  <a:cubicBezTo>
                    <a:pt x="302913" y="700258"/>
                    <a:pt x="290145" y="704931"/>
                    <a:pt x="290145" y="713360"/>
                  </a:cubicBezTo>
                  <a:lnTo>
                    <a:pt x="290145" y="990878"/>
                  </a:lnTo>
                  <a:cubicBezTo>
                    <a:pt x="290145" y="995579"/>
                    <a:pt x="293934" y="999391"/>
                    <a:pt x="298608" y="999391"/>
                  </a:cubicBezTo>
                  <a:lnTo>
                    <a:pt x="563200" y="999391"/>
                  </a:lnTo>
                  <a:cubicBezTo>
                    <a:pt x="571579" y="999391"/>
                    <a:pt x="576224" y="986548"/>
                    <a:pt x="571688" y="979461"/>
                  </a:cubicBezTo>
                  <a:cubicBezTo>
                    <a:pt x="564891" y="968844"/>
                    <a:pt x="560948" y="956204"/>
                    <a:pt x="560948" y="942637"/>
                  </a:cubicBezTo>
                  <a:cubicBezTo>
                    <a:pt x="560948" y="905025"/>
                    <a:pt x="591259" y="874534"/>
                    <a:pt x="628649" y="874534"/>
                  </a:cubicBezTo>
                  <a:cubicBezTo>
                    <a:pt x="666039" y="874534"/>
                    <a:pt x="696349" y="905025"/>
                    <a:pt x="696349" y="942637"/>
                  </a:cubicBezTo>
                  <a:cubicBezTo>
                    <a:pt x="696349" y="956204"/>
                    <a:pt x="692406" y="968844"/>
                    <a:pt x="685610" y="979461"/>
                  </a:cubicBezTo>
                  <a:cubicBezTo>
                    <a:pt x="681073" y="986548"/>
                    <a:pt x="685719" y="999391"/>
                    <a:pt x="694098" y="999391"/>
                  </a:cubicBezTo>
                  <a:lnTo>
                    <a:pt x="958690" y="999391"/>
                  </a:lnTo>
                  <a:cubicBezTo>
                    <a:pt x="963364" y="999391"/>
                    <a:pt x="967153" y="995579"/>
                    <a:pt x="967153" y="990878"/>
                  </a:cubicBezTo>
                  <a:lnTo>
                    <a:pt x="967153" y="713361"/>
                  </a:lnTo>
                  <a:cubicBezTo>
                    <a:pt x="967153" y="704932"/>
                    <a:pt x="954384" y="700259"/>
                    <a:pt x="947340" y="704822"/>
                  </a:cubicBezTo>
                  <a:cubicBezTo>
                    <a:pt x="936786" y="711659"/>
                    <a:pt x="924221" y="715625"/>
                    <a:pt x="910735" y="715625"/>
                  </a:cubicBezTo>
                  <a:cubicBezTo>
                    <a:pt x="873345" y="715625"/>
                    <a:pt x="843034" y="685135"/>
                    <a:pt x="843034" y="647521"/>
                  </a:cubicBezTo>
                  <a:cubicBezTo>
                    <a:pt x="843034" y="609909"/>
                    <a:pt x="873345" y="579418"/>
                    <a:pt x="910735" y="579418"/>
                  </a:cubicBezTo>
                  <a:cubicBezTo>
                    <a:pt x="924221" y="579418"/>
                    <a:pt x="936786" y="583385"/>
                    <a:pt x="947340" y="590221"/>
                  </a:cubicBezTo>
                  <a:cubicBezTo>
                    <a:pt x="954384" y="594784"/>
                    <a:pt x="967153" y="590111"/>
                    <a:pt x="967153" y="581683"/>
                  </a:cubicBezTo>
                  <a:lnTo>
                    <a:pt x="967153" y="294561"/>
                  </a:lnTo>
                  <a:cubicBezTo>
                    <a:pt x="967153" y="289860"/>
                    <a:pt x="963364" y="286049"/>
                    <a:pt x="958690" y="286049"/>
                  </a:cubicBezTo>
                  <a:lnTo>
                    <a:pt x="694098" y="286049"/>
                  </a:lnTo>
                  <a:cubicBezTo>
                    <a:pt x="685719" y="286049"/>
                    <a:pt x="681073" y="273205"/>
                    <a:pt x="685610" y="266118"/>
                  </a:cubicBezTo>
                  <a:cubicBezTo>
                    <a:pt x="692406" y="255502"/>
                    <a:pt x="696349" y="242862"/>
                    <a:pt x="696349" y="229296"/>
                  </a:cubicBezTo>
                  <a:close/>
                </a:path>
              </a:pathLst>
            </a:custGeom>
            <a:noFill/>
            <a:ln w="14287">
              <a:solidFill>
                <a:srgbClr val="F7943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ounded Rectangle 6">
              <a:extLst>
                <a:ext uri="{FF2B5EF4-FFF2-40B4-BE49-F238E27FC236}">
                  <a16:creationId xmlns:a16="http://schemas.microsoft.com/office/drawing/2014/main" id="{5C21A9EE-6DDB-67CB-09DD-00EE31A78D0F}"/>
                </a:ext>
              </a:extLst>
            </p:cNvPr>
            <p:cNvSpPr/>
            <p:nvPr/>
          </p:nvSpPr>
          <p:spPr>
            <a:xfrm>
              <a:off x="6825671" y="3812219"/>
              <a:ext cx="64474" cy="64474"/>
            </a:xfrm>
            <a:custGeom>
              <a:avLst/>
              <a:gdLst/>
              <a:ahLst/>
              <a:cxnLst/>
              <a:rect l="0" t="0" r="0" b="0"/>
              <a:pathLst>
                <a:path w="45544" h="45544">
                  <a:moveTo>
                    <a:pt x="22772" y="0"/>
                  </a:moveTo>
                  <a:cubicBezTo>
                    <a:pt x="35340" y="0"/>
                    <a:pt x="45544" y="10204"/>
                    <a:pt x="45544" y="22772"/>
                  </a:cubicBezTo>
                  <a:cubicBezTo>
                    <a:pt x="45544" y="35340"/>
                    <a:pt x="35340" y="45544"/>
                    <a:pt x="22772" y="45544"/>
                  </a:cubicBezTo>
                  <a:cubicBezTo>
                    <a:pt x="10204" y="45544"/>
                    <a:pt x="0" y="35340"/>
                    <a:pt x="0" y="22772"/>
                  </a:cubicBezTo>
                  <a:cubicBezTo>
                    <a:pt x="0" y="10204"/>
                    <a:pt x="10204" y="0"/>
                    <a:pt x="22772" y="0"/>
                  </a:cubicBezTo>
                  <a:close/>
                </a:path>
              </a:pathLst>
            </a:custGeom>
            <a:noFill/>
            <a:ln w="14287">
              <a:solidFill>
                <a:srgbClr val="F7943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70FBE39-4D94-BBAC-76B6-E45741B33E62}"/>
                </a:ext>
              </a:extLst>
            </p:cNvPr>
            <p:cNvSpPr txBox="1"/>
            <p:nvPr/>
          </p:nvSpPr>
          <p:spPr>
            <a:xfrm>
              <a:off x="5786172" y="4213894"/>
              <a:ext cx="2138406" cy="615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F79438"/>
                  </a:solidFill>
                  <a:latin typeface="+mj-lt"/>
                </a:rPr>
                <a:t>Reducción</a:t>
              </a:r>
              <a:r>
                <a:rPr sz="2000" b="1" dirty="0">
                  <a:solidFill>
                    <a:srgbClr val="F79438"/>
                  </a:solidFill>
                  <a:latin typeface="+mj-lt"/>
                </a:rPr>
                <a:t> de
</a:t>
              </a:r>
              <a:r>
                <a:rPr sz="2000" b="1" dirty="0" err="1">
                  <a:solidFill>
                    <a:srgbClr val="F79438"/>
                  </a:solidFill>
                  <a:latin typeface="+mj-lt"/>
                </a:rPr>
                <a:t>dimensionalidad</a:t>
              </a:r>
              <a:endParaRPr sz="2000" b="1" dirty="0">
                <a:solidFill>
                  <a:srgbClr val="F79438"/>
                </a:solidFill>
                <a:latin typeface="+mj-lt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0382A50-0A20-A1A6-6D85-57ECD60B135F}"/>
                </a:ext>
              </a:extLst>
            </p:cNvPr>
            <p:cNvSpPr txBox="1"/>
            <p:nvPr/>
          </p:nvSpPr>
          <p:spPr>
            <a:xfrm>
              <a:off x="5922858" y="5050116"/>
              <a:ext cx="1849865" cy="10772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 err="1">
                  <a:latin typeface="+mj-lt"/>
                </a:rPr>
                <a:t>Ofrece</a:t>
              </a:r>
              <a:r>
                <a:rPr sz="1400" b="0" dirty="0">
                  <a:latin typeface="+mj-lt"/>
                </a:rPr>
                <a:t> un </a:t>
              </a:r>
              <a:r>
                <a:rPr sz="1400" b="0" dirty="0" err="1">
                  <a:latin typeface="+mj-lt"/>
                </a:rPr>
                <a:t>enfoque</a:t>
              </a:r>
              <a:r>
                <a:rPr sz="1400" b="0" dirty="0">
                  <a:latin typeface="+mj-lt"/>
                </a:rPr>
                <a:t>
alternativo no lineal al
</a:t>
              </a:r>
              <a:r>
                <a:rPr sz="1400" b="0" dirty="0" err="1">
                  <a:latin typeface="+mj-lt"/>
                </a:rPr>
                <a:t>Análisis</a:t>
              </a:r>
              <a:r>
                <a:rPr sz="1400" b="0" dirty="0">
                  <a:latin typeface="+mj-lt"/>
                </a:rPr>
                <a:t> de
</a:t>
              </a:r>
              <a:r>
                <a:rPr sz="1400" b="0" dirty="0" err="1">
                  <a:latin typeface="+mj-lt"/>
                </a:rPr>
                <a:t>Componentes</a:t>
              </a:r>
              <a:r>
                <a:rPr sz="1400" b="0" dirty="0">
                  <a:latin typeface="+mj-lt"/>
                </a:rPr>
                <a:t>
</a:t>
              </a:r>
              <a:r>
                <a:rPr sz="1400" b="0" dirty="0" err="1">
                  <a:latin typeface="+mj-lt"/>
                </a:rPr>
                <a:t>Principales</a:t>
              </a:r>
              <a:r>
                <a:rPr sz="1400" b="0" dirty="0">
                  <a:latin typeface="+mj-lt"/>
                </a:rPr>
                <a:t>.</a:t>
              </a:r>
            </a:p>
          </p:txBody>
        </p:sp>
        <p:sp>
          <p:nvSpPr>
            <p:cNvPr id="50" name="Rounded Rectangle 17">
              <a:extLst>
                <a:ext uri="{FF2B5EF4-FFF2-40B4-BE49-F238E27FC236}">
                  <a16:creationId xmlns:a16="http://schemas.microsoft.com/office/drawing/2014/main" id="{4BECE732-88CE-65EE-3187-2456568AE83C}"/>
                </a:ext>
              </a:extLst>
            </p:cNvPr>
            <p:cNvSpPr/>
            <p:nvPr/>
          </p:nvSpPr>
          <p:spPr>
            <a:xfrm>
              <a:off x="6612665" y="2261560"/>
              <a:ext cx="470253" cy="463173"/>
            </a:xfrm>
            <a:custGeom>
              <a:avLst/>
              <a:gdLst/>
              <a:ahLst/>
              <a:cxnLst/>
              <a:rect l="0" t="0" r="0" b="0"/>
              <a:pathLst>
                <a:path w="332184" h="327183">
                  <a:moveTo>
                    <a:pt x="196453" y="14290"/>
                  </a:moveTo>
                  <a:cubicBezTo>
                    <a:pt x="212169" y="14290"/>
                    <a:pt x="225028" y="27149"/>
                    <a:pt x="225028" y="42865"/>
                  </a:cubicBezTo>
                  <a:lnTo>
                    <a:pt x="225028" y="78584"/>
                  </a:lnTo>
                  <a:lnTo>
                    <a:pt x="10715" y="78584"/>
                  </a:lnTo>
                  <a:lnTo>
                    <a:pt x="10715" y="42865"/>
                  </a:lnTo>
                  <a:cubicBezTo>
                    <a:pt x="10715" y="27149"/>
                    <a:pt x="23574" y="14290"/>
                    <a:pt x="39290" y="14290"/>
                  </a:cubicBezTo>
                  <a:close/>
                  <a:moveTo>
                    <a:pt x="82153" y="78582"/>
                  </a:moveTo>
                  <a:lnTo>
                    <a:pt x="82153" y="218600"/>
                  </a:lnTo>
                  <a:lnTo>
                    <a:pt x="39290" y="218600"/>
                  </a:lnTo>
                  <a:cubicBezTo>
                    <a:pt x="23574" y="218600"/>
                    <a:pt x="10715" y="205741"/>
                    <a:pt x="10715" y="190025"/>
                  </a:cubicBezTo>
                  <a:lnTo>
                    <a:pt x="10715" y="78582"/>
                  </a:lnTo>
                  <a:close/>
                  <a:moveTo>
                    <a:pt x="10715" y="150020"/>
                  </a:moveTo>
                  <a:lnTo>
                    <a:pt x="82153" y="150020"/>
                  </a:lnTo>
                  <a:moveTo>
                    <a:pt x="153590" y="218600"/>
                  </a:moveTo>
                  <a:lnTo>
                    <a:pt x="82153" y="218600"/>
                  </a:lnTo>
                  <a:lnTo>
                    <a:pt x="82153" y="78582"/>
                  </a:lnTo>
                  <a:lnTo>
                    <a:pt x="153590" y="78582"/>
                  </a:lnTo>
                  <a:close/>
                  <a:moveTo>
                    <a:pt x="153590" y="150020"/>
                  </a:moveTo>
                  <a:lnTo>
                    <a:pt x="82153" y="150020"/>
                  </a:lnTo>
                  <a:moveTo>
                    <a:pt x="225028" y="78582"/>
                  </a:moveTo>
                  <a:lnTo>
                    <a:pt x="225028" y="190025"/>
                  </a:lnTo>
                  <a:cubicBezTo>
                    <a:pt x="225028" y="205741"/>
                    <a:pt x="212169" y="218600"/>
                    <a:pt x="196453" y="218600"/>
                  </a:cubicBezTo>
                  <a:lnTo>
                    <a:pt x="153590" y="218600"/>
                  </a:lnTo>
                  <a:lnTo>
                    <a:pt x="153590" y="78582"/>
                  </a:lnTo>
                  <a:close/>
                  <a:moveTo>
                    <a:pt x="225028" y="150020"/>
                  </a:moveTo>
                  <a:lnTo>
                    <a:pt x="153590" y="150020"/>
                  </a:lnTo>
                  <a:moveTo>
                    <a:pt x="0" y="0"/>
                  </a:moveTo>
                  <a:moveTo>
                    <a:pt x="300751" y="50009"/>
                  </a:moveTo>
                  <a:lnTo>
                    <a:pt x="300751" y="178595"/>
                  </a:lnTo>
                  <a:moveTo>
                    <a:pt x="0" y="0"/>
                  </a:moveTo>
                  <a:moveTo>
                    <a:pt x="332184" y="178595"/>
                  </a:moveTo>
                  <a:lnTo>
                    <a:pt x="300751" y="211456"/>
                  </a:lnTo>
                  <a:lnTo>
                    <a:pt x="267890" y="178595"/>
                  </a:lnTo>
                  <a:moveTo>
                    <a:pt x="0" y="0"/>
                  </a:moveTo>
                  <a:moveTo>
                    <a:pt x="267890" y="50008"/>
                  </a:moveTo>
                  <a:lnTo>
                    <a:pt x="300751" y="17147"/>
                  </a:lnTo>
                  <a:lnTo>
                    <a:pt x="332184" y="50008"/>
                  </a:lnTo>
                  <a:moveTo>
                    <a:pt x="0" y="0"/>
                  </a:moveTo>
                  <a:moveTo>
                    <a:pt x="52149" y="294323"/>
                  </a:moveTo>
                  <a:lnTo>
                    <a:pt x="182165" y="294323"/>
                  </a:lnTo>
                  <a:moveTo>
                    <a:pt x="0" y="0"/>
                  </a:moveTo>
                  <a:moveTo>
                    <a:pt x="182165" y="261461"/>
                  </a:moveTo>
                  <a:lnTo>
                    <a:pt x="213598" y="294322"/>
                  </a:lnTo>
                  <a:lnTo>
                    <a:pt x="182165" y="327183"/>
                  </a:lnTo>
                  <a:moveTo>
                    <a:pt x="0" y="0"/>
                  </a:moveTo>
                  <a:moveTo>
                    <a:pt x="52149" y="327183"/>
                  </a:moveTo>
                  <a:lnTo>
                    <a:pt x="20717" y="294322"/>
                  </a:lnTo>
                  <a:lnTo>
                    <a:pt x="52149" y="261461"/>
                  </a:lnTo>
                </a:path>
              </a:pathLst>
            </a:custGeom>
            <a:noFill/>
            <a:ln w="14287">
              <a:solidFill>
                <a:srgbClr val="F7943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A133320A-82F3-8BB0-1541-F7AC038F2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723" y="1803276"/>
            <a:ext cx="6048958" cy="425317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017A377-BDBA-E597-5B4C-DAD935CEDBA3}"/>
              </a:ext>
            </a:extLst>
          </p:cNvPr>
          <p:cNvGrpSpPr/>
          <p:nvPr/>
        </p:nvGrpSpPr>
        <p:grpSpPr>
          <a:xfrm>
            <a:off x="4033063" y="1607782"/>
            <a:ext cx="4900766" cy="4448668"/>
            <a:chOff x="4033063" y="1607782"/>
            <a:chExt cx="4900766" cy="44486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2349F0B-217F-4557-0996-95E042BEACA2}"/>
                </a:ext>
              </a:extLst>
            </p:cNvPr>
            <p:cNvSpPr/>
            <p:nvPr/>
          </p:nvSpPr>
          <p:spPr>
            <a:xfrm>
              <a:off x="5134461" y="1607782"/>
              <a:ext cx="3799368" cy="4448668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B19120B0-0B51-4FD1-7C18-30ACAD7F5AA3}"/>
                </a:ext>
              </a:extLst>
            </p:cNvPr>
            <p:cNvCxnSpPr>
              <a:stCxn id="6" idx="1"/>
              <a:endCxn id="48" idx="3"/>
            </p:cNvCxnSpPr>
            <p:nvPr/>
          </p:nvCxnSpPr>
          <p:spPr>
            <a:xfrm rot="10800000" flipV="1">
              <a:off x="4033063" y="3832115"/>
              <a:ext cx="1101399" cy="618671"/>
            </a:xfrm>
            <a:prstGeom prst="bentConnector3">
              <a:avLst/>
            </a:prstGeom>
            <a:ln w="476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310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502A4-1C66-711B-083F-0D63138CA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E2418-877D-97E1-CB58-AF73FE41DE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5789944" cy="391824"/>
          </a:xfrm>
        </p:spPr>
        <p:txBody>
          <a:bodyPr/>
          <a:lstStyle/>
          <a:p>
            <a:r>
              <a:rPr lang="en-US" dirty="0" err="1"/>
              <a:t>Aplicaciones</a:t>
            </a:r>
            <a:r>
              <a:rPr lang="en-US" dirty="0"/>
              <a:t> de Autoencoders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B44E5C1-F09D-1030-AA24-68FF28E515AF}"/>
              </a:ext>
            </a:extLst>
          </p:cNvPr>
          <p:cNvGrpSpPr/>
          <p:nvPr/>
        </p:nvGrpSpPr>
        <p:grpSpPr>
          <a:xfrm>
            <a:off x="1730072" y="1718928"/>
            <a:ext cx="1816792" cy="3915002"/>
            <a:chOff x="9080714" y="2406500"/>
            <a:chExt cx="1816792" cy="3915002"/>
          </a:xfrm>
        </p:grpSpPr>
        <p:sp>
          <p:nvSpPr>
            <p:cNvPr id="42" name="Rounded Rectangle 7">
              <a:extLst>
                <a:ext uri="{FF2B5EF4-FFF2-40B4-BE49-F238E27FC236}">
                  <a16:creationId xmlns:a16="http://schemas.microsoft.com/office/drawing/2014/main" id="{A2C5D86B-EF93-8634-D304-4E980AA909A4}"/>
                </a:ext>
              </a:extLst>
            </p:cNvPr>
            <p:cNvSpPr/>
            <p:nvPr/>
          </p:nvSpPr>
          <p:spPr>
            <a:xfrm>
              <a:off x="9117623" y="4541620"/>
              <a:ext cx="1779883" cy="1779882"/>
            </a:xfrm>
            <a:custGeom>
              <a:avLst/>
              <a:gdLst/>
              <a:ahLst/>
              <a:cxnLst/>
              <a:rect l="0" t="0" r="0" b="0"/>
              <a:pathLst>
                <a:path w="1257300" h="1257300">
                  <a:moveTo>
                    <a:pt x="0" y="628650"/>
                  </a:moveTo>
                  <a:cubicBezTo>
                    <a:pt x="0" y="281456"/>
                    <a:pt x="281456" y="0"/>
                    <a:pt x="628650" y="0"/>
                  </a:cubicBezTo>
                  <a:cubicBezTo>
                    <a:pt x="975844" y="0"/>
                    <a:pt x="1257300" y="281456"/>
                    <a:pt x="1257300" y="628650"/>
                  </a:cubicBezTo>
                  <a:cubicBezTo>
                    <a:pt x="1257300" y="975844"/>
                    <a:pt x="975844" y="1257300"/>
                    <a:pt x="628650" y="1257300"/>
                  </a:cubicBezTo>
                  <a:cubicBezTo>
                    <a:pt x="281456" y="1257300"/>
                    <a:pt x="0" y="975844"/>
                    <a:pt x="0" y="628650"/>
                  </a:cubicBezTo>
                  <a:close/>
                  <a:moveTo>
                    <a:pt x="696351" y="229296"/>
                  </a:moveTo>
                  <a:cubicBezTo>
                    <a:pt x="696351" y="191683"/>
                    <a:pt x="666040" y="161192"/>
                    <a:pt x="628650" y="161192"/>
                  </a:cubicBezTo>
                  <a:cubicBezTo>
                    <a:pt x="591260" y="161192"/>
                    <a:pt x="560950" y="191683"/>
                    <a:pt x="560950" y="229296"/>
                  </a:cubicBezTo>
                  <a:cubicBezTo>
                    <a:pt x="560950" y="242862"/>
                    <a:pt x="564893" y="255502"/>
                    <a:pt x="571689" y="266119"/>
                  </a:cubicBezTo>
                  <a:cubicBezTo>
                    <a:pt x="576225" y="273205"/>
                    <a:pt x="571580" y="286049"/>
                    <a:pt x="563201" y="286049"/>
                  </a:cubicBezTo>
                  <a:lnTo>
                    <a:pt x="298608" y="286049"/>
                  </a:lnTo>
                  <a:cubicBezTo>
                    <a:pt x="293934" y="286049"/>
                    <a:pt x="290146" y="289860"/>
                    <a:pt x="290146" y="294562"/>
                  </a:cubicBezTo>
                  <a:lnTo>
                    <a:pt x="290146" y="581685"/>
                  </a:lnTo>
                  <a:cubicBezTo>
                    <a:pt x="290146" y="590113"/>
                    <a:pt x="302914" y="594786"/>
                    <a:pt x="309957" y="590223"/>
                  </a:cubicBezTo>
                  <a:cubicBezTo>
                    <a:pt x="320512" y="583386"/>
                    <a:pt x="333077" y="579420"/>
                    <a:pt x="346563" y="579420"/>
                  </a:cubicBezTo>
                  <a:cubicBezTo>
                    <a:pt x="383953" y="579420"/>
                    <a:pt x="414264" y="609910"/>
                    <a:pt x="414264" y="647523"/>
                  </a:cubicBezTo>
                  <a:cubicBezTo>
                    <a:pt x="414264" y="685136"/>
                    <a:pt x="383953" y="715627"/>
                    <a:pt x="346563" y="715627"/>
                  </a:cubicBezTo>
                  <a:cubicBezTo>
                    <a:pt x="333077" y="715627"/>
                    <a:pt x="320512" y="711660"/>
                    <a:pt x="309957" y="704823"/>
                  </a:cubicBezTo>
                  <a:cubicBezTo>
                    <a:pt x="302914" y="700260"/>
                    <a:pt x="290146" y="704933"/>
                    <a:pt x="290146" y="713361"/>
                  </a:cubicBezTo>
                  <a:lnTo>
                    <a:pt x="290146" y="990880"/>
                  </a:lnTo>
                  <a:cubicBezTo>
                    <a:pt x="290146" y="995581"/>
                    <a:pt x="293934" y="999393"/>
                    <a:pt x="298608" y="999393"/>
                  </a:cubicBezTo>
                  <a:lnTo>
                    <a:pt x="563201" y="999393"/>
                  </a:lnTo>
                  <a:cubicBezTo>
                    <a:pt x="571580" y="999393"/>
                    <a:pt x="576225" y="986549"/>
                    <a:pt x="571689" y="979463"/>
                  </a:cubicBezTo>
                  <a:cubicBezTo>
                    <a:pt x="564893" y="968846"/>
                    <a:pt x="560950" y="956206"/>
                    <a:pt x="560950" y="942639"/>
                  </a:cubicBezTo>
                  <a:cubicBezTo>
                    <a:pt x="560950" y="905027"/>
                    <a:pt x="591260" y="874535"/>
                    <a:pt x="628650" y="874535"/>
                  </a:cubicBezTo>
                  <a:cubicBezTo>
                    <a:pt x="666040" y="874535"/>
                    <a:pt x="696351" y="905027"/>
                    <a:pt x="696351" y="942639"/>
                  </a:cubicBezTo>
                  <a:cubicBezTo>
                    <a:pt x="696351" y="956206"/>
                    <a:pt x="692408" y="968846"/>
                    <a:pt x="685611" y="979463"/>
                  </a:cubicBezTo>
                  <a:cubicBezTo>
                    <a:pt x="681075" y="986549"/>
                    <a:pt x="685720" y="999393"/>
                    <a:pt x="694099" y="999393"/>
                  </a:cubicBezTo>
                  <a:lnTo>
                    <a:pt x="958692" y="999393"/>
                  </a:lnTo>
                  <a:cubicBezTo>
                    <a:pt x="963366" y="999393"/>
                    <a:pt x="967155" y="995581"/>
                    <a:pt x="967155" y="990880"/>
                  </a:cubicBezTo>
                  <a:lnTo>
                    <a:pt x="967155" y="713362"/>
                  </a:lnTo>
                  <a:cubicBezTo>
                    <a:pt x="967155" y="704933"/>
                    <a:pt x="954386" y="700260"/>
                    <a:pt x="947342" y="704824"/>
                  </a:cubicBezTo>
                  <a:cubicBezTo>
                    <a:pt x="936788" y="711660"/>
                    <a:pt x="924223" y="715627"/>
                    <a:pt x="910737" y="715627"/>
                  </a:cubicBezTo>
                  <a:cubicBezTo>
                    <a:pt x="873347" y="715627"/>
                    <a:pt x="843036" y="685136"/>
                    <a:pt x="843036" y="647523"/>
                  </a:cubicBezTo>
                  <a:cubicBezTo>
                    <a:pt x="843036" y="609910"/>
                    <a:pt x="873347" y="579420"/>
                    <a:pt x="910737" y="579420"/>
                  </a:cubicBezTo>
                  <a:cubicBezTo>
                    <a:pt x="924223" y="579420"/>
                    <a:pt x="936788" y="583386"/>
                    <a:pt x="947342" y="590223"/>
                  </a:cubicBezTo>
                  <a:cubicBezTo>
                    <a:pt x="954386" y="594785"/>
                    <a:pt x="967155" y="590112"/>
                    <a:pt x="967155" y="581684"/>
                  </a:cubicBezTo>
                  <a:lnTo>
                    <a:pt x="967155" y="294562"/>
                  </a:lnTo>
                  <a:cubicBezTo>
                    <a:pt x="967155" y="289860"/>
                    <a:pt x="963366" y="286049"/>
                    <a:pt x="958692" y="286049"/>
                  </a:cubicBezTo>
                  <a:lnTo>
                    <a:pt x="694099" y="286049"/>
                  </a:lnTo>
                  <a:cubicBezTo>
                    <a:pt x="685720" y="286049"/>
                    <a:pt x="681075" y="273205"/>
                    <a:pt x="685611" y="266119"/>
                  </a:cubicBezTo>
                  <a:cubicBezTo>
                    <a:pt x="692408" y="255502"/>
                    <a:pt x="696351" y="242862"/>
                    <a:pt x="696351" y="229296"/>
                  </a:cubicBezTo>
                  <a:close/>
                </a:path>
              </a:pathLst>
            </a:custGeom>
            <a:noFill/>
            <a:ln w="14287">
              <a:solidFill>
                <a:srgbClr val="FB6762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ounded Rectangle 9">
              <a:extLst>
                <a:ext uri="{FF2B5EF4-FFF2-40B4-BE49-F238E27FC236}">
                  <a16:creationId xmlns:a16="http://schemas.microsoft.com/office/drawing/2014/main" id="{1CE1BE91-F1C1-C20C-8648-88F36D670444}"/>
                </a:ext>
              </a:extLst>
            </p:cNvPr>
            <p:cNvSpPr/>
            <p:nvPr/>
          </p:nvSpPr>
          <p:spPr>
            <a:xfrm>
              <a:off x="9938146" y="4150938"/>
              <a:ext cx="64470" cy="64470"/>
            </a:xfrm>
            <a:custGeom>
              <a:avLst/>
              <a:gdLst/>
              <a:ahLst/>
              <a:cxnLst/>
              <a:rect l="0" t="0" r="0" b="0"/>
              <a:pathLst>
                <a:path w="45541" h="45541">
                  <a:moveTo>
                    <a:pt x="22770" y="0"/>
                  </a:moveTo>
                  <a:cubicBezTo>
                    <a:pt x="35338" y="0"/>
                    <a:pt x="45541" y="10203"/>
                    <a:pt x="45541" y="22770"/>
                  </a:cubicBezTo>
                  <a:cubicBezTo>
                    <a:pt x="45541" y="35338"/>
                    <a:pt x="35338" y="45541"/>
                    <a:pt x="22770" y="45541"/>
                  </a:cubicBezTo>
                  <a:cubicBezTo>
                    <a:pt x="10203" y="45541"/>
                    <a:pt x="0" y="35338"/>
                    <a:pt x="0" y="22770"/>
                  </a:cubicBezTo>
                  <a:cubicBezTo>
                    <a:pt x="0" y="10203"/>
                    <a:pt x="10203" y="0"/>
                    <a:pt x="22770" y="0"/>
                  </a:cubicBezTo>
                  <a:close/>
                </a:path>
              </a:pathLst>
            </a:custGeom>
            <a:noFill/>
            <a:ln w="14287">
              <a:solidFill>
                <a:srgbClr val="FB6762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F32C814-D418-A1B5-66CF-59650991D6B7}"/>
                </a:ext>
              </a:extLst>
            </p:cNvPr>
            <p:cNvSpPr txBox="1"/>
            <p:nvPr/>
          </p:nvSpPr>
          <p:spPr>
            <a:xfrm>
              <a:off x="9110996" y="2406500"/>
              <a:ext cx="1654300" cy="615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FB6762"/>
                  </a:solidFill>
                  <a:latin typeface="+mj-lt"/>
                </a:rPr>
                <a:t>Detección</a:t>
              </a:r>
              <a:r>
                <a:rPr sz="2000" b="1" dirty="0">
                  <a:solidFill>
                    <a:srgbClr val="FB6762"/>
                  </a:solidFill>
                  <a:latin typeface="+mj-lt"/>
                </a:rPr>
                <a:t> de
</a:t>
              </a:r>
              <a:r>
                <a:rPr sz="2000" b="1" dirty="0" err="1">
                  <a:solidFill>
                    <a:srgbClr val="FB6762"/>
                  </a:solidFill>
                  <a:latin typeface="+mj-lt"/>
                </a:rPr>
                <a:t>anomalías</a:t>
              </a:r>
              <a:endParaRPr sz="2000" b="1" dirty="0">
                <a:solidFill>
                  <a:srgbClr val="FB6762"/>
                </a:solidFill>
                <a:latin typeface="+mj-lt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0FD395F-83F4-6C83-460F-AF3378AAF0E5}"/>
                </a:ext>
              </a:extLst>
            </p:cNvPr>
            <p:cNvSpPr txBox="1"/>
            <p:nvPr/>
          </p:nvSpPr>
          <p:spPr>
            <a:xfrm>
              <a:off x="9080714" y="3126058"/>
              <a:ext cx="1779333" cy="8617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 err="1">
                  <a:latin typeface="+mj-lt"/>
                </a:rPr>
                <a:t>Identifica</a:t>
              </a:r>
              <a:r>
                <a:rPr sz="1400" b="0" dirty="0">
                  <a:latin typeface="+mj-lt"/>
                </a:rPr>
                <a:t> </a:t>
              </a:r>
              <a:r>
                <a:rPr sz="1400" b="0" dirty="0" err="1">
                  <a:latin typeface="+mj-lt"/>
                </a:rPr>
                <a:t>anomalías</a:t>
              </a:r>
              <a:r>
                <a:rPr sz="1400" b="0" dirty="0">
                  <a:latin typeface="+mj-lt"/>
                </a:rPr>
                <a:t>
</a:t>
              </a:r>
              <a:r>
                <a:rPr sz="1400" b="0" dirty="0" err="1">
                  <a:latin typeface="+mj-lt"/>
                </a:rPr>
                <a:t>basadas</a:t>
              </a:r>
              <a:r>
                <a:rPr sz="1400" b="0" dirty="0">
                  <a:latin typeface="+mj-lt"/>
                </a:rPr>
                <a:t> </a:t>
              </a:r>
              <a:r>
                <a:rPr sz="1400" b="0" dirty="0" err="1">
                  <a:latin typeface="+mj-lt"/>
                </a:rPr>
                <a:t>en</a:t>
              </a:r>
              <a:r>
                <a:rPr sz="1400" b="0" dirty="0">
                  <a:latin typeface="+mj-lt"/>
                </a:rPr>
                <a:t> la </a:t>
              </a:r>
              <a:r>
                <a:rPr sz="1400" b="0" dirty="0" err="1">
                  <a:latin typeface="+mj-lt"/>
                </a:rPr>
                <a:t>calidad</a:t>
              </a:r>
              <a:r>
                <a:rPr sz="1400" b="0" dirty="0">
                  <a:latin typeface="+mj-lt"/>
                </a:rPr>
                <a:t>
de </a:t>
              </a:r>
              <a:r>
                <a:rPr sz="1400" b="0" dirty="0" err="1">
                  <a:latin typeface="+mj-lt"/>
                </a:rPr>
                <a:t>reconstrucción</a:t>
              </a:r>
              <a:r>
                <a:rPr sz="1400" b="0" dirty="0">
                  <a:latin typeface="+mj-lt"/>
                </a:rPr>
                <a:t> de
</a:t>
              </a:r>
              <a:r>
                <a:rPr sz="1400" b="0" dirty="0" err="1">
                  <a:latin typeface="+mj-lt"/>
                </a:rPr>
                <a:t>los</a:t>
              </a:r>
              <a:r>
                <a:rPr sz="1400" b="0" dirty="0">
                  <a:latin typeface="+mj-lt"/>
                </a:rPr>
                <a:t> </a:t>
              </a:r>
              <a:r>
                <a:rPr sz="1400" b="0" dirty="0" err="1">
                  <a:latin typeface="+mj-lt"/>
                </a:rPr>
                <a:t>datos</a:t>
              </a:r>
              <a:r>
                <a:rPr sz="1400" b="0" dirty="0">
                  <a:latin typeface="+mj-lt"/>
                </a:rPr>
                <a:t>.</a:t>
              </a:r>
            </a:p>
          </p:txBody>
        </p:sp>
        <p:sp>
          <p:nvSpPr>
            <p:cNvPr id="52" name="Rounded Rectangle 19">
              <a:extLst>
                <a:ext uri="{FF2B5EF4-FFF2-40B4-BE49-F238E27FC236}">
                  <a16:creationId xmlns:a16="http://schemas.microsoft.com/office/drawing/2014/main" id="{FB6050F2-D2BD-121E-AC7D-8D3225C2EF66}"/>
                </a:ext>
              </a:extLst>
            </p:cNvPr>
            <p:cNvSpPr/>
            <p:nvPr/>
          </p:nvSpPr>
          <p:spPr>
            <a:xfrm>
              <a:off x="9764853" y="5194044"/>
              <a:ext cx="475527" cy="470254"/>
            </a:xfrm>
            <a:custGeom>
              <a:avLst/>
              <a:gdLst/>
              <a:ahLst/>
              <a:cxnLst/>
              <a:rect l="0" t="0" r="0" b="0"/>
              <a:pathLst>
                <a:path w="335910" h="332185">
                  <a:moveTo>
                    <a:pt x="10715" y="127873"/>
                  </a:moveTo>
                  <a:lnTo>
                    <a:pt x="10715" y="82153"/>
                  </a:lnTo>
                  <a:cubicBezTo>
                    <a:pt x="10715" y="73580"/>
                    <a:pt x="16430" y="67865"/>
                    <a:pt x="25003" y="67865"/>
                  </a:cubicBezTo>
                  <a:lnTo>
                    <a:pt x="70723" y="67865"/>
                  </a:lnTo>
                  <a:moveTo>
                    <a:pt x="70723" y="266463"/>
                  </a:moveTo>
                  <a:lnTo>
                    <a:pt x="25003" y="266463"/>
                  </a:lnTo>
                  <a:cubicBezTo>
                    <a:pt x="16430" y="266463"/>
                    <a:pt x="10715" y="260748"/>
                    <a:pt x="10715" y="252175"/>
                  </a:cubicBezTo>
                  <a:lnTo>
                    <a:pt x="10715" y="206455"/>
                  </a:lnTo>
                  <a:moveTo>
                    <a:pt x="275034" y="206455"/>
                  </a:moveTo>
                  <a:lnTo>
                    <a:pt x="275034" y="252175"/>
                  </a:lnTo>
                  <a:cubicBezTo>
                    <a:pt x="275034" y="260748"/>
                    <a:pt x="269319" y="266463"/>
                    <a:pt x="260746" y="266463"/>
                  </a:cubicBezTo>
                  <a:lnTo>
                    <a:pt x="213598" y="266463"/>
                  </a:lnTo>
                  <a:moveTo>
                    <a:pt x="210740" y="206455"/>
                  </a:moveTo>
                  <a:cubicBezTo>
                    <a:pt x="197881" y="230744"/>
                    <a:pt x="173593" y="247889"/>
                    <a:pt x="143589" y="247889"/>
                  </a:cubicBezTo>
                  <a:cubicBezTo>
                    <a:pt x="102156" y="247889"/>
                    <a:pt x="69294" y="213599"/>
                    <a:pt x="69294" y="173594"/>
                  </a:cubicBezTo>
                  <a:cubicBezTo>
                    <a:pt x="69294" y="133589"/>
                    <a:pt x="103585" y="99299"/>
                    <a:pt x="143589" y="99299"/>
                  </a:cubicBezTo>
                  <a:lnTo>
                    <a:pt x="144995" y="99299"/>
                  </a:lnTo>
                  <a:moveTo>
                    <a:pt x="45005" y="332185"/>
                  </a:moveTo>
                  <a:cubicBezTo>
                    <a:pt x="70723" y="306468"/>
                    <a:pt x="105013" y="290752"/>
                    <a:pt x="143589" y="290752"/>
                  </a:cubicBezTo>
                  <a:cubicBezTo>
                    <a:pt x="182165" y="290752"/>
                    <a:pt x="216455" y="306468"/>
                    <a:pt x="242173" y="332185"/>
                  </a:cubicBezTo>
                  <a:moveTo>
                    <a:pt x="145018" y="247889"/>
                  </a:moveTo>
                  <a:lnTo>
                    <a:pt x="145018" y="99299"/>
                  </a:lnTo>
                  <a:moveTo>
                    <a:pt x="163591" y="172164"/>
                  </a:moveTo>
                  <a:lnTo>
                    <a:pt x="69294" y="172164"/>
                  </a:lnTo>
                  <a:moveTo>
                    <a:pt x="261614" y="63936"/>
                  </a:moveTo>
                  <a:lnTo>
                    <a:pt x="261614" y="86796"/>
                  </a:lnTo>
                  <a:moveTo>
                    <a:pt x="0" y="0"/>
                  </a:moveTo>
                  <a:moveTo>
                    <a:pt x="317336" y="153947"/>
                  </a:moveTo>
                  <a:lnTo>
                    <a:pt x="203036" y="153947"/>
                  </a:lnTo>
                  <a:cubicBezTo>
                    <a:pt x="191606" y="153947"/>
                    <a:pt x="184463" y="142517"/>
                    <a:pt x="190178" y="132516"/>
                  </a:cubicBezTo>
                  <a:lnTo>
                    <a:pt x="247328" y="18216"/>
                  </a:lnTo>
                  <a:cubicBezTo>
                    <a:pt x="253043" y="8215"/>
                    <a:pt x="267330" y="8215"/>
                    <a:pt x="273045" y="18216"/>
                  </a:cubicBezTo>
                  <a:lnTo>
                    <a:pt x="330195" y="132516"/>
                  </a:lnTo>
                  <a:cubicBezTo>
                    <a:pt x="335910" y="142517"/>
                    <a:pt x="328766" y="153947"/>
                    <a:pt x="317336" y="153947"/>
                  </a:cubicBezTo>
                  <a:close/>
                  <a:moveTo>
                    <a:pt x="261615" y="118228"/>
                  </a:moveTo>
                  <a:lnTo>
                    <a:pt x="261615" y="118228"/>
                  </a:lnTo>
                </a:path>
              </a:pathLst>
            </a:custGeom>
            <a:noFill/>
            <a:ln w="14287">
              <a:solidFill>
                <a:srgbClr val="FB6762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5" name="Picture 4" descr="A graph showing red and blue dots&#10;&#10;AI-generated content may be incorrect.">
            <a:extLst>
              <a:ext uri="{FF2B5EF4-FFF2-40B4-BE49-F238E27FC236}">
                <a16:creationId xmlns:a16="http://schemas.microsoft.com/office/drawing/2014/main" id="{2795ED39-6AB1-B781-5CB0-68A7098AB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094" y="2194013"/>
            <a:ext cx="7446333" cy="27827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4CC368-5555-6769-AD94-24D125EC6674}"/>
              </a:ext>
            </a:extLst>
          </p:cNvPr>
          <p:cNvSpPr txBox="1"/>
          <p:nvPr/>
        </p:nvSpPr>
        <p:spPr>
          <a:xfrm>
            <a:off x="1673687" y="6396335"/>
            <a:ext cx="102560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https://www.r-bloggers.com/2017/04/autoencoders-and-anomaly-detection-with-machine-learning-in-fraud-analytics/</a:t>
            </a:r>
            <a:r>
              <a:rPr lang="en-US" sz="1200" dirty="0"/>
              <a:t> [</a:t>
            </a:r>
            <a:r>
              <a:rPr lang="en-US" sz="1200" dirty="0" err="1"/>
              <a:t>Accesado</a:t>
            </a:r>
            <a:r>
              <a:rPr lang="en-US" sz="1200" dirty="0"/>
              <a:t>: 17.06.2025]</a:t>
            </a:r>
          </a:p>
        </p:txBody>
      </p:sp>
    </p:spTree>
    <p:extLst>
      <p:ext uri="{BB962C8B-B14F-4D97-AF65-F5344CB8AC3E}">
        <p14:creationId xmlns:p14="http://schemas.microsoft.com/office/powerpoint/2010/main" val="4227223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8BE12-692F-2517-F257-AC5BF84FD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Ventajas</a:t>
            </a:r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C22A487-37B4-4AE7-4382-75C846A1FEA9}"/>
              </a:ext>
            </a:extLst>
          </p:cNvPr>
          <p:cNvGrpSpPr>
            <a:grpSpLocks noChangeAspect="1"/>
          </p:cNvGrpSpPr>
          <p:nvPr/>
        </p:nvGrpSpPr>
        <p:grpSpPr>
          <a:xfrm>
            <a:off x="1169602" y="1806970"/>
            <a:ext cx="9852795" cy="4076380"/>
            <a:chOff x="1682738" y="1991267"/>
            <a:chExt cx="8670572" cy="3587261"/>
          </a:xfrm>
        </p:grpSpPr>
        <p:sp>
          <p:nvSpPr>
            <p:cNvPr id="7" name="Rounded Rectangle 1">
              <a:extLst>
                <a:ext uri="{FF2B5EF4-FFF2-40B4-BE49-F238E27FC236}">
                  <a16:creationId xmlns:a16="http://schemas.microsoft.com/office/drawing/2014/main" id="{4472B596-BDA6-84E3-056C-6C79EF2FD7FA}"/>
                </a:ext>
              </a:extLst>
            </p:cNvPr>
            <p:cNvSpPr/>
            <p:nvPr/>
          </p:nvSpPr>
          <p:spPr>
            <a:xfrm>
              <a:off x="2293803" y="1991267"/>
              <a:ext cx="6752492" cy="3587261"/>
            </a:xfrm>
            <a:custGeom>
              <a:avLst/>
              <a:gdLst/>
              <a:ahLst/>
              <a:cxnLst/>
              <a:rect l="0" t="0" r="0" b="0"/>
              <a:pathLst>
                <a:path w="6752492" h="3587261">
                  <a:moveTo>
                    <a:pt x="6752492" y="1793630"/>
                  </a:moveTo>
                  <a:lnTo>
                    <a:pt x="3377251" y="1793630"/>
                  </a:lnTo>
                  <a:moveTo>
                    <a:pt x="3377251" y="1793630"/>
                  </a:moveTo>
                  <a:lnTo>
                    <a:pt x="0" y="1793630"/>
                  </a:lnTo>
                  <a:moveTo>
                    <a:pt x="3377251" y="1793630"/>
                  </a:moveTo>
                  <a:lnTo>
                    <a:pt x="3377251" y="0"/>
                  </a:lnTo>
                  <a:moveTo>
                    <a:pt x="3377251" y="1793630"/>
                  </a:moveTo>
                  <a:lnTo>
                    <a:pt x="3377251" y="3587261"/>
                  </a:lnTo>
                </a:path>
              </a:pathLst>
            </a:custGeom>
            <a:noFill/>
            <a:ln w="13188">
              <a:solidFill>
                <a:schemeClr val="tx1"/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A31CD35-E259-8D74-A490-D3D0D8D68F3F}"/>
                </a:ext>
              </a:extLst>
            </p:cNvPr>
            <p:cNvGrpSpPr/>
            <p:nvPr/>
          </p:nvGrpSpPr>
          <p:grpSpPr>
            <a:xfrm>
              <a:off x="5853545" y="3995914"/>
              <a:ext cx="2005789" cy="1371600"/>
              <a:chOff x="4324672" y="3059723"/>
              <a:chExt cx="2005789" cy="1371600"/>
            </a:xfrm>
          </p:grpSpPr>
          <p:sp>
            <p:nvSpPr>
              <p:cNvPr id="9" name="Rounded Rectangle 2">
                <a:extLst>
                  <a:ext uri="{FF2B5EF4-FFF2-40B4-BE49-F238E27FC236}">
                    <a16:creationId xmlns:a16="http://schemas.microsoft.com/office/drawing/2014/main" id="{E09A1A9A-23F0-653D-6F68-584E8EA04CE3}"/>
                  </a:ext>
                </a:extLst>
              </p:cNvPr>
              <p:cNvSpPr/>
              <p:nvPr/>
            </p:nvSpPr>
            <p:spPr>
              <a:xfrm>
                <a:off x="4537895" y="3059723"/>
                <a:ext cx="1660699" cy="764579"/>
              </a:xfrm>
              <a:custGeom>
                <a:avLst/>
                <a:gdLst/>
                <a:ahLst/>
                <a:cxnLst/>
                <a:rect l="0" t="0" r="0" b="0"/>
                <a:pathLst>
                  <a:path w="1660699" h="764579">
                    <a:moveTo>
                      <a:pt x="0" y="316523"/>
                    </a:moveTo>
                    <a:lnTo>
                      <a:pt x="182704" y="0"/>
                    </a:lnTo>
                    <a:lnTo>
                      <a:pt x="548200" y="0"/>
                    </a:lnTo>
                    <a:lnTo>
                      <a:pt x="730904" y="316523"/>
                    </a:lnTo>
                    <a:lnTo>
                      <a:pt x="548200" y="633046"/>
                    </a:lnTo>
                    <a:lnTo>
                      <a:pt x="182704" y="633046"/>
                    </a:lnTo>
                    <a:close/>
                    <a:moveTo>
                      <a:pt x="1660699" y="685624"/>
                    </a:moveTo>
                    <a:lnTo>
                      <a:pt x="1615155" y="764579"/>
                    </a:lnTo>
                    <a:lnTo>
                      <a:pt x="1523979" y="764579"/>
                    </a:lnTo>
                    <a:lnTo>
                      <a:pt x="1478347" y="685624"/>
                    </a:lnTo>
                    <a:lnTo>
                      <a:pt x="1523979" y="606669"/>
                    </a:lnTo>
                    <a:lnTo>
                      <a:pt x="1615155" y="606669"/>
                    </a:lnTo>
                    <a:close/>
                  </a:path>
                </a:pathLst>
              </a:custGeom>
              <a:solidFill>
                <a:srgbClr val="F366BB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ounded Rectangle 3">
                <a:extLst>
                  <a:ext uri="{FF2B5EF4-FFF2-40B4-BE49-F238E27FC236}">
                    <a16:creationId xmlns:a16="http://schemas.microsoft.com/office/drawing/2014/main" id="{839BF603-1F0E-E591-50C1-5687CBC18DC7}"/>
                  </a:ext>
                </a:extLst>
              </p:cNvPr>
              <p:cNvSpPr/>
              <p:nvPr/>
            </p:nvSpPr>
            <p:spPr>
              <a:xfrm>
                <a:off x="4324672" y="3059723"/>
                <a:ext cx="2005789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2005789" h="1371600">
                    <a:moveTo>
                      <a:pt x="395927" y="633046"/>
                    </a:moveTo>
                    <a:lnTo>
                      <a:pt x="761423" y="633046"/>
                    </a:lnTo>
                    <a:lnTo>
                      <a:pt x="944127" y="316523"/>
                    </a:lnTo>
                    <a:lnTo>
                      <a:pt x="761423" y="0"/>
                    </a:lnTo>
                    <a:lnTo>
                      <a:pt x="395927" y="0"/>
                    </a:lnTo>
                    <a:lnTo>
                      <a:pt x="213223" y="316523"/>
                    </a:lnTo>
                    <a:close/>
                    <a:moveTo>
                      <a:pt x="1873919" y="685624"/>
                    </a:moveTo>
                    <a:lnTo>
                      <a:pt x="1828375" y="764579"/>
                    </a:lnTo>
                    <a:lnTo>
                      <a:pt x="1737199" y="764579"/>
                    </a:lnTo>
                    <a:lnTo>
                      <a:pt x="1691567" y="685624"/>
                    </a:lnTo>
                    <a:lnTo>
                      <a:pt x="1737199" y="606669"/>
                    </a:lnTo>
                    <a:lnTo>
                      <a:pt x="1828375" y="606669"/>
                    </a:lnTo>
                    <a:close/>
                    <a:moveTo>
                      <a:pt x="0" y="685800"/>
                    </a:moveTo>
                    <a:lnTo>
                      <a:pt x="395917" y="0"/>
                    </a:lnTo>
                    <a:lnTo>
                      <a:pt x="1187840" y="0"/>
                    </a:lnTo>
                    <a:lnTo>
                      <a:pt x="1583758" y="685800"/>
                    </a:lnTo>
                    <a:lnTo>
                      <a:pt x="1187840" y="1371600"/>
                    </a:lnTo>
                    <a:lnTo>
                      <a:pt x="395917" y="1371600"/>
                    </a:lnTo>
                    <a:close/>
                    <a:moveTo>
                      <a:pt x="2005789" y="685800"/>
                    </a:moveTo>
                    <a:lnTo>
                      <a:pt x="1873904" y="685800"/>
                    </a:lnTo>
                    <a:moveTo>
                      <a:pt x="2005789" y="949569"/>
                    </a:moveTo>
                    <a:lnTo>
                      <a:pt x="2005789" y="422030"/>
                    </a:lnTo>
                  </a:path>
                </a:pathLst>
              </a:custGeom>
              <a:noFill/>
              <a:ln w="13188"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F0A3427-0CAC-02AB-0683-1BDF7586495B}"/>
                </a:ext>
              </a:extLst>
            </p:cNvPr>
            <p:cNvGrpSpPr/>
            <p:nvPr/>
          </p:nvGrpSpPr>
          <p:grpSpPr>
            <a:xfrm>
              <a:off x="3428011" y="3995914"/>
              <a:ext cx="2005789" cy="1371600"/>
              <a:chOff x="1899138" y="3059723"/>
              <a:chExt cx="2005789" cy="1371600"/>
            </a:xfrm>
          </p:grpSpPr>
          <p:sp>
            <p:nvSpPr>
              <p:cNvPr id="12" name="Rounded Rectangle 5">
                <a:extLst>
                  <a:ext uri="{FF2B5EF4-FFF2-40B4-BE49-F238E27FC236}">
                    <a16:creationId xmlns:a16="http://schemas.microsoft.com/office/drawing/2014/main" id="{02FD0D4B-2C40-0D17-ADA0-A6F3BE5019F9}"/>
                  </a:ext>
                </a:extLst>
              </p:cNvPr>
              <p:cNvSpPr/>
              <p:nvPr/>
            </p:nvSpPr>
            <p:spPr>
              <a:xfrm>
                <a:off x="2033324" y="3059723"/>
                <a:ext cx="1658387" cy="764579"/>
              </a:xfrm>
              <a:custGeom>
                <a:avLst/>
                <a:gdLst/>
                <a:ahLst/>
                <a:cxnLst/>
                <a:rect l="0" t="0" r="0" b="0"/>
                <a:pathLst>
                  <a:path w="1658387" h="764579">
                    <a:moveTo>
                      <a:pt x="1475683" y="633046"/>
                    </a:moveTo>
                    <a:lnTo>
                      <a:pt x="1110187" y="633046"/>
                    </a:lnTo>
                    <a:lnTo>
                      <a:pt x="927482" y="316523"/>
                    </a:lnTo>
                    <a:lnTo>
                      <a:pt x="1110187" y="0"/>
                    </a:lnTo>
                    <a:lnTo>
                      <a:pt x="1475683" y="0"/>
                    </a:lnTo>
                    <a:lnTo>
                      <a:pt x="1658387" y="316523"/>
                    </a:lnTo>
                    <a:close/>
                    <a:moveTo>
                      <a:pt x="182352" y="685624"/>
                    </a:moveTo>
                    <a:lnTo>
                      <a:pt x="136808" y="764579"/>
                    </a:lnTo>
                    <a:lnTo>
                      <a:pt x="45632" y="764579"/>
                    </a:lnTo>
                    <a:lnTo>
                      <a:pt x="0" y="685624"/>
                    </a:lnTo>
                    <a:lnTo>
                      <a:pt x="45632" y="606669"/>
                    </a:lnTo>
                    <a:lnTo>
                      <a:pt x="136808" y="606669"/>
                    </a:lnTo>
                    <a:close/>
                  </a:path>
                </a:pathLst>
              </a:custGeom>
              <a:solidFill>
                <a:srgbClr val="FB6762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ounded Rectangle 6">
                <a:extLst>
                  <a:ext uri="{FF2B5EF4-FFF2-40B4-BE49-F238E27FC236}">
                    <a16:creationId xmlns:a16="http://schemas.microsoft.com/office/drawing/2014/main" id="{5B1FD179-F1B6-C552-721A-8D091279D9E8}"/>
                  </a:ext>
                </a:extLst>
              </p:cNvPr>
              <p:cNvSpPr/>
              <p:nvPr/>
            </p:nvSpPr>
            <p:spPr>
              <a:xfrm>
                <a:off x="1899138" y="3059723"/>
                <a:ext cx="2005789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2005789" h="1371600">
                    <a:moveTo>
                      <a:pt x="1609871" y="1371600"/>
                    </a:moveTo>
                    <a:lnTo>
                      <a:pt x="817948" y="1371600"/>
                    </a:lnTo>
                    <a:lnTo>
                      <a:pt x="422030" y="685800"/>
                    </a:lnTo>
                    <a:lnTo>
                      <a:pt x="817948" y="0"/>
                    </a:lnTo>
                    <a:lnTo>
                      <a:pt x="1609871" y="0"/>
                    </a:lnTo>
                    <a:lnTo>
                      <a:pt x="2005789" y="685800"/>
                    </a:lnTo>
                    <a:close/>
                    <a:moveTo>
                      <a:pt x="1792575" y="316523"/>
                    </a:moveTo>
                    <a:lnTo>
                      <a:pt x="1609871" y="0"/>
                    </a:lnTo>
                    <a:lnTo>
                      <a:pt x="1244375" y="0"/>
                    </a:lnTo>
                    <a:lnTo>
                      <a:pt x="1061671" y="316523"/>
                    </a:lnTo>
                    <a:lnTo>
                      <a:pt x="1244375" y="633046"/>
                    </a:lnTo>
                    <a:lnTo>
                      <a:pt x="1609871" y="633046"/>
                    </a:lnTo>
                    <a:close/>
                    <a:moveTo>
                      <a:pt x="316523" y="685624"/>
                    </a:moveTo>
                    <a:lnTo>
                      <a:pt x="270978" y="764579"/>
                    </a:lnTo>
                    <a:lnTo>
                      <a:pt x="179802" y="764579"/>
                    </a:lnTo>
                    <a:lnTo>
                      <a:pt x="134170" y="685624"/>
                    </a:lnTo>
                    <a:lnTo>
                      <a:pt x="179802" y="606669"/>
                    </a:lnTo>
                    <a:lnTo>
                      <a:pt x="270978" y="606669"/>
                    </a:lnTo>
                    <a:close/>
                    <a:moveTo>
                      <a:pt x="131884" y="685800"/>
                    </a:moveTo>
                    <a:lnTo>
                      <a:pt x="0" y="685800"/>
                    </a:lnTo>
                    <a:moveTo>
                      <a:pt x="0" y="949569"/>
                    </a:moveTo>
                    <a:lnTo>
                      <a:pt x="0" y="422030"/>
                    </a:lnTo>
                  </a:path>
                </a:pathLst>
              </a:custGeom>
              <a:noFill/>
              <a:ln w="13188"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4AE6269-D8F7-335A-0176-5A50AA49E3C4}"/>
                </a:ext>
              </a:extLst>
            </p:cNvPr>
            <p:cNvGrpSpPr/>
            <p:nvPr/>
          </p:nvGrpSpPr>
          <p:grpSpPr>
            <a:xfrm>
              <a:off x="5853545" y="2202283"/>
              <a:ext cx="2005789" cy="1371600"/>
              <a:chOff x="4324672" y="1266092"/>
              <a:chExt cx="2005789" cy="1371600"/>
            </a:xfrm>
          </p:grpSpPr>
          <p:sp>
            <p:nvSpPr>
              <p:cNvPr id="15" name="Rounded Rectangle 8">
                <a:extLst>
                  <a:ext uri="{FF2B5EF4-FFF2-40B4-BE49-F238E27FC236}">
                    <a16:creationId xmlns:a16="http://schemas.microsoft.com/office/drawing/2014/main" id="{A2A90A1B-1484-CB92-1C13-48EA770CEFC2}"/>
                  </a:ext>
                </a:extLst>
              </p:cNvPr>
              <p:cNvSpPr/>
              <p:nvPr/>
            </p:nvSpPr>
            <p:spPr>
              <a:xfrm>
                <a:off x="4537895" y="1872761"/>
                <a:ext cx="1660699" cy="764930"/>
              </a:xfrm>
              <a:custGeom>
                <a:avLst/>
                <a:gdLst/>
                <a:ahLst/>
                <a:cxnLst/>
                <a:rect l="0" t="0" r="0" b="0"/>
                <a:pathLst>
                  <a:path w="1660699" h="764930">
                    <a:moveTo>
                      <a:pt x="182704" y="131884"/>
                    </a:moveTo>
                    <a:lnTo>
                      <a:pt x="548200" y="131884"/>
                    </a:lnTo>
                    <a:lnTo>
                      <a:pt x="730904" y="448407"/>
                    </a:lnTo>
                    <a:lnTo>
                      <a:pt x="548200" y="764930"/>
                    </a:lnTo>
                    <a:lnTo>
                      <a:pt x="182704" y="764930"/>
                    </a:lnTo>
                    <a:lnTo>
                      <a:pt x="0" y="448407"/>
                    </a:lnTo>
                    <a:close/>
                    <a:moveTo>
                      <a:pt x="1660699" y="78954"/>
                    </a:moveTo>
                    <a:lnTo>
                      <a:pt x="1615155" y="157909"/>
                    </a:lnTo>
                    <a:lnTo>
                      <a:pt x="1523979" y="157909"/>
                    </a:lnTo>
                    <a:lnTo>
                      <a:pt x="1478347" y="78954"/>
                    </a:lnTo>
                    <a:lnTo>
                      <a:pt x="1523979" y="0"/>
                    </a:lnTo>
                    <a:lnTo>
                      <a:pt x="1615155" y="0"/>
                    </a:lnTo>
                    <a:close/>
                  </a:path>
                </a:pathLst>
              </a:custGeom>
              <a:solidFill>
                <a:srgbClr val="F79438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ounded Rectangle 9">
                <a:extLst>
                  <a:ext uri="{FF2B5EF4-FFF2-40B4-BE49-F238E27FC236}">
                    <a16:creationId xmlns:a16="http://schemas.microsoft.com/office/drawing/2014/main" id="{A70AA9C4-EF98-85AB-0171-C7C94E4EFF7A}"/>
                  </a:ext>
                </a:extLst>
              </p:cNvPr>
              <p:cNvSpPr/>
              <p:nvPr/>
            </p:nvSpPr>
            <p:spPr>
              <a:xfrm>
                <a:off x="4324672" y="1266092"/>
                <a:ext cx="2005789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2005789" h="1371600">
                    <a:moveTo>
                      <a:pt x="395917" y="0"/>
                    </a:moveTo>
                    <a:lnTo>
                      <a:pt x="1187840" y="0"/>
                    </a:lnTo>
                    <a:lnTo>
                      <a:pt x="1583758" y="685800"/>
                    </a:lnTo>
                    <a:lnTo>
                      <a:pt x="1187840" y="1371600"/>
                    </a:lnTo>
                    <a:lnTo>
                      <a:pt x="395917" y="1371600"/>
                    </a:lnTo>
                    <a:lnTo>
                      <a:pt x="0" y="685800"/>
                    </a:lnTo>
                    <a:close/>
                    <a:moveTo>
                      <a:pt x="213213" y="1055076"/>
                    </a:moveTo>
                    <a:lnTo>
                      <a:pt x="395917" y="1371600"/>
                    </a:lnTo>
                    <a:lnTo>
                      <a:pt x="761413" y="1371600"/>
                    </a:lnTo>
                    <a:lnTo>
                      <a:pt x="944118" y="1055076"/>
                    </a:lnTo>
                    <a:lnTo>
                      <a:pt x="761413" y="738553"/>
                    </a:lnTo>
                    <a:lnTo>
                      <a:pt x="395917" y="738553"/>
                    </a:lnTo>
                    <a:close/>
                    <a:moveTo>
                      <a:pt x="1873904" y="685624"/>
                    </a:moveTo>
                    <a:lnTo>
                      <a:pt x="1828360" y="764579"/>
                    </a:lnTo>
                    <a:lnTo>
                      <a:pt x="1737184" y="764579"/>
                    </a:lnTo>
                    <a:lnTo>
                      <a:pt x="1691552" y="685624"/>
                    </a:lnTo>
                    <a:lnTo>
                      <a:pt x="1737184" y="606669"/>
                    </a:lnTo>
                    <a:lnTo>
                      <a:pt x="1828360" y="606669"/>
                    </a:lnTo>
                    <a:close/>
                    <a:moveTo>
                      <a:pt x="2005789" y="685800"/>
                    </a:moveTo>
                    <a:lnTo>
                      <a:pt x="1873904" y="685800"/>
                    </a:lnTo>
                    <a:moveTo>
                      <a:pt x="2005789" y="949569"/>
                    </a:moveTo>
                    <a:lnTo>
                      <a:pt x="2005789" y="422030"/>
                    </a:lnTo>
                  </a:path>
                </a:pathLst>
              </a:custGeom>
              <a:noFill/>
              <a:ln w="13188"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EE332B6-A995-934F-5C80-364F12677630}"/>
                </a:ext>
              </a:extLst>
            </p:cNvPr>
            <p:cNvGrpSpPr/>
            <p:nvPr/>
          </p:nvGrpSpPr>
          <p:grpSpPr>
            <a:xfrm>
              <a:off x="3428011" y="2202283"/>
              <a:ext cx="2005789" cy="1371600"/>
              <a:chOff x="1899138" y="1266092"/>
              <a:chExt cx="2005789" cy="1371600"/>
            </a:xfrm>
          </p:grpSpPr>
          <p:sp>
            <p:nvSpPr>
              <p:cNvPr id="18" name="Rounded Rectangle 11">
                <a:extLst>
                  <a:ext uri="{FF2B5EF4-FFF2-40B4-BE49-F238E27FC236}">
                    <a16:creationId xmlns:a16="http://schemas.microsoft.com/office/drawing/2014/main" id="{E7568902-23C4-E848-6020-5CC2100D6B43}"/>
                  </a:ext>
                </a:extLst>
              </p:cNvPr>
              <p:cNvSpPr/>
              <p:nvPr/>
            </p:nvSpPr>
            <p:spPr>
              <a:xfrm>
                <a:off x="2033324" y="1872761"/>
                <a:ext cx="1658387" cy="764930"/>
              </a:xfrm>
              <a:custGeom>
                <a:avLst/>
                <a:gdLst/>
                <a:ahLst/>
                <a:cxnLst/>
                <a:rect l="0" t="0" r="0" b="0"/>
                <a:pathLst>
                  <a:path w="1658387" h="764930">
                    <a:moveTo>
                      <a:pt x="1658387" y="448407"/>
                    </a:moveTo>
                    <a:lnTo>
                      <a:pt x="1475683" y="764930"/>
                    </a:lnTo>
                    <a:lnTo>
                      <a:pt x="1110187" y="764930"/>
                    </a:lnTo>
                    <a:lnTo>
                      <a:pt x="927482" y="448407"/>
                    </a:lnTo>
                    <a:lnTo>
                      <a:pt x="1110187" y="131884"/>
                    </a:lnTo>
                    <a:lnTo>
                      <a:pt x="1475683" y="131884"/>
                    </a:lnTo>
                    <a:close/>
                    <a:moveTo>
                      <a:pt x="182352" y="78954"/>
                    </a:moveTo>
                    <a:lnTo>
                      <a:pt x="136808" y="157909"/>
                    </a:lnTo>
                    <a:lnTo>
                      <a:pt x="45632" y="157909"/>
                    </a:lnTo>
                    <a:lnTo>
                      <a:pt x="0" y="78954"/>
                    </a:lnTo>
                    <a:lnTo>
                      <a:pt x="45632" y="0"/>
                    </a:lnTo>
                    <a:lnTo>
                      <a:pt x="136808" y="0"/>
                    </a:lnTo>
                    <a:close/>
                  </a:path>
                </a:pathLst>
              </a:custGeom>
              <a:solidFill>
                <a:srgbClr val="FFE71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Rounded Rectangle 12">
                <a:extLst>
                  <a:ext uri="{FF2B5EF4-FFF2-40B4-BE49-F238E27FC236}">
                    <a16:creationId xmlns:a16="http://schemas.microsoft.com/office/drawing/2014/main" id="{030F8872-E577-C062-DF38-D8E49E9824A3}"/>
                  </a:ext>
                </a:extLst>
              </p:cNvPr>
              <p:cNvSpPr/>
              <p:nvPr/>
            </p:nvSpPr>
            <p:spPr>
              <a:xfrm>
                <a:off x="1899138" y="1266092"/>
                <a:ext cx="2005789" cy="1371600"/>
              </a:xfrm>
              <a:custGeom>
                <a:avLst/>
                <a:gdLst/>
                <a:ahLst/>
                <a:cxnLst/>
                <a:rect l="0" t="0" r="0" b="0"/>
                <a:pathLst>
                  <a:path w="2005789" h="1371600">
                    <a:moveTo>
                      <a:pt x="1609871" y="738553"/>
                    </a:moveTo>
                    <a:lnTo>
                      <a:pt x="1244375" y="738553"/>
                    </a:lnTo>
                    <a:lnTo>
                      <a:pt x="1061671" y="1055076"/>
                    </a:lnTo>
                    <a:lnTo>
                      <a:pt x="1244375" y="1371600"/>
                    </a:lnTo>
                    <a:lnTo>
                      <a:pt x="1609871" y="1371600"/>
                    </a:lnTo>
                    <a:lnTo>
                      <a:pt x="1792575" y="1055076"/>
                    </a:lnTo>
                    <a:close/>
                    <a:moveTo>
                      <a:pt x="316538" y="685624"/>
                    </a:moveTo>
                    <a:lnTo>
                      <a:pt x="270993" y="764579"/>
                    </a:lnTo>
                    <a:lnTo>
                      <a:pt x="179817" y="764579"/>
                    </a:lnTo>
                    <a:lnTo>
                      <a:pt x="134185" y="685624"/>
                    </a:lnTo>
                    <a:lnTo>
                      <a:pt x="179817" y="606669"/>
                    </a:lnTo>
                    <a:lnTo>
                      <a:pt x="270993" y="606669"/>
                    </a:lnTo>
                    <a:close/>
                    <a:moveTo>
                      <a:pt x="2005789" y="685800"/>
                    </a:moveTo>
                    <a:lnTo>
                      <a:pt x="1609871" y="1371600"/>
                    </a:lnTo>
                    <a:lnTo>
                      <a:pt x="817948" y="1371600"/>
                    </a:lnTo>
                    <a:lnTo>
                      <a:pt x="422030" y="685800"/>
                    </a:lnTo>
                    <a:lnTo>
                      <a:pt x="817948" y="0"/>
                    </a:lnTo>
                    <a:lnTo>
                      <a:pt x="1609871" y="0"/>
                    </a:lnTo>
                    <a:close/>
                    <a:moveTo>
                      <a:pt x="131884" y="685800"/>
                    </a:moveTo>
                    <a:lnTo>
                      <a:pt x="0" y="685800"/>
                    </a:lnTo>
                    <a:moveTo>
                      <a:pt x="0" y="949569"/>
                    </a:moveTo>
                    <a:lnTo>
                      <a:pt x="0" y="422030"/>
                    </a:lnTo>
                  </a:path>
                </a:pathLst>
              </a:custGeom>
              <a:noFill/>
              <a:ln w="13188"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0" name="Rounded Rectangle 14">
              <a:extLst>
                <a:ext uri="{FF2B5EF4-FFF2-40B4-BE49-F238E27FC236}">
                  <a16:creationId xmlns:a16="http://schemas.microsoft.com/office/drawing/2014/main" id="{1066BFCE-8022-EEDA-8074-B70CDA9DADBF}"/>
                </a:ext>
              </a:extLst>
            </p:cNvPr>
            <p:cNvSpPr/>
            <p:nvPr/>
          </p:nvSpPr>
          <p:spPr>
            <a:xfrm>
              <a:off x="4170030" y="2416112"/>
              <a:ext cx="415101" cy="416434"/>
            </a:xfrm>
            <a:custGeom>
              <a:avLst/>
              <a:gdLst/>
              <a:ahLst/>
              <a:cxnLst/>
              <a:rect l="0" t="0" r="0" b="0"/>
              <a:pathLst>
                <a:path w="415101" h="416434">
                  <a:moveTo>
                    <a:pt x="312600" y="54107"/>
                  </a:moveTo>
                  <a:lnTo>
                    <a:pt x="312600" y="17584"/>
                  </a:lnTo>
                  <a:cubicBezTo>
                    <a:pt x="312600" y="7872"/>
                    <a:pt x="320473" y="0"/>
                    <a:pt x="330184" y="0"/>
                  </a:cubicBezTo>
                  <a:cubicBezTo>
                    <a:pt x="339896" y="0"/>
                    <a:pt x="347769" y="7872"/>
                    <a:pt x="347769" y="17584"/>
                  </a:cubicBezTo>
                  <a:lnTo>
                    <a:pt x="347769" y="54107"/>
                  </a:lnTo>
                  <a:lnTo>
                    <a:pt x="379931" y="54107"/>
                  </a:lnTo>
                  <a:cubicBezTo>
                    <a:pt x="399355" y="54107"/>
                    <a:pt x="415101" y="69853"/>
                    <a:pt x="415101" y="89277"/>
                  </a:cubicBezTo>
                  <a:lnTo>
                    <a:pt x="415101" y="151069"/>
                  </a:lnTo>
                  <a:cubicBezTo>
                    <a:pt x="415101" y="170492"/>
                    <a:pt x="399355" y="186238"/>
                    <a:pt x="379931" y="186238"/>
                  </a:cubicBezTo>
                  <a:lnTo>
                    <a:pt x="280402" y="186238"/>
                  </a:lnTo>
                  <a:cubicBezTo>
                    <a:pt x="260979" y="186238"/>
                    <a:pt x="245233" y="170492"/>
                    <a:pt x="245233" y="151069"/>
                  </a:cubicBezTo>
                  <a:lnTo>
                    <a:pt x="245233" y="89277"/>
                  </a:lnTo>
                  <a:cubicBezTo>
                    <a:pt x="245233" y="69853"/>
                    <a:pt x="260979" y="54107"/>
                    <a:pt x="280402" y="54107"/>
                  </a:cubicBezTo>
                  <a:lnTo>
                    <a:pt x="312582" y="54107"/>
                  </a:lnTo>
                  <a:close/>
                  <a:moveTo>
                    <a:pt x="298515" y="144651"/>
                  </a:moveTo>
                  <a:cubicBezTo>
                    <a:pt x="305798" y="144651"/>
                    <a:pt x="311703" y="138746"/>
                    <a:pt x="311703" y="131462"/>
                  </a:cubicBezTo>
                  <a:lnTo>
                    <a:pt x="311703" y="108954"/>
                  </a:lnTo>
                  <a:cubicBezTo>
                    <a:pt x="311703" y="101670"/>
                    <a:pt x="305798" y="95765"/>
                    <a:pt x="298515" y="95765"/>
                  </a:cubicBezTo>
                  <a:cubicBezTo>
                    <a:pt x="291231" y="95765"/>
                    <a:pt x="285326" y="101670"/>
                    <a:pt x="285326" y="108954"/>
                  </a:cubicBezTo>
                  <a:lnTo>
                    <a:pt x="285326" y="131462"/>
                  </a:lnTo>
                  <a:cubicBezTo>
                    <a:pt x="285326" y="138746"/>
                    <a:pt x="291231" y="144651"/>
                    <a:pt x="298515" y="144651"/>
                  </a:cubicBezTo>
                  <a:close/>
                  <a:moveTo>
                    <a:pt x="348683" y="131462"/>
                  </a:moveTo>
                  <a:cubicBezTo>
                    <a:pt x="348683" y="138746"/>
                    <a:pt x="354588" y="144651"/>
                    <a:pt x="361872" y="144651"/>
                  </a:cubicBezTo>
                  <a:cubicBezTo>
                    <a:pt x="369156" y="144651"/>
                    <a:pt x="375060" y="138746"/>
                    <a:pt x="375060" y="131462"/>
                  </a:cubicBezTo>
                  <a:lnTo>
                    <a:pt x="375060" y="108954"/>
                  </a:lnTo>
                  <a:cubicBezTo>
                    <a:pt x="375060" y="101670"/>
                    <a:pt x="369156" y="95765"/>
                    <a:pt x="361872" y="95765"/>
                  </a:cubicBezTo>
                  <a:cubicBezTo>
                    <a:pt x="354588" y="95765"/>
                    <a:pt x="348683" y="101670"/>
                    <a:pt x="348683" y="108954"/>
                  </a:cubicBezTo>
                  <a:close/>
                  <a:moveTo>
                    <a:pt x="223586" y="65590"/>
                  </a:moveTo>
                  <a:cubicBezTo>
                    <a:pt x="220462" y="73095"/>
                    <a:pt x="218860" y="81147"/>
                    <a:pt x="218874" y="89277"/>
                  </a:cubicBezTo>
                  <a:lnTo>
                    <a:pt x="218874" y="151069"/>
                  </a:lnTo>
                  <a:cubicBezTo>
                    <a:pt x="218874" y="185060"/>
                    <a:pt x="246429" y="212615"/>
                    <a:pt x="280420" y="212615"/>
                  </a:cubicBezTo>
                  <a:lnTo>
                    <a:pt x="348824" y="212615"/>
                  </a:lnTo>
                  <a:cubicBezTo>
                    <a:pt x="358218" y="225380"/>
                    <a:pt x="361612" y="241593"/>
                    <a:pt x="358127" y="257054"/>
                  </a:cubicBezTo>
                  <a:cubicBezTo>
                    <a:pt x="354642" y="272516"/>
                    <a:pt x="344621" y="285705"/>
                    <a:pt x="330659" y="293205"/>
                  </a:cubicBezTo>
                  <a:cubicBezTo>
                    <a:pt x="336475" y="306815"/>
                    <a:pt x="335480" y="322377"/>
                    <a:pt x="327978" y="335135"/>
                  </a:cubicBezTo>
                  <a:cubicBezTo>
                    <a:pt x="320477" y="347893"/>
                    <a:pt x="307361" y="356329"/>
                    <a:pt x="292641" y="357864"/>
                  </a:cubicBezTo>
                  <a:lnTo>
                    <a:pt x="292641" y="358128"/>
                  </a:lnTo>
                  <a:cubicBezTo>
                    <a:pt x="292250" y="358086"/>
                    <a:pt x="291857" y="358063"/>
                    <a:pt x="291463" y="358057"/>
                  </a:cubicBezTo>
                  <a:cubicBezTo>
                    <a:pt x="274828" y="357776"/>
                    <a:pt x="265895" y="350250"/>
                    <a:pt x="261393" y="343357"/>
                  </a:cubicBezTo>
                  <a:cubicBezTo>
                    <a:pt x="257396" y="337265"/>
                    <a:pt x="249218" y="335565"/>
                    <a:pt x="243125" y="339561"/>
                  </a:cubicBezTo>
                  <a:cubicBezTo>
                    <a:pt x="237032" y="343557"/>
                    <a:pt x="235331" y="351735"/>
                    <a:pt x="239325" y="357829"/>
                  </a:cubicBezTo>
                  <a:cubicBezTo>
                    <a:pt x="247590" y="370402"/>
                    <a:pt x="262396" y="381920"/>
                    <a:pt x="284834" y="384083"/>
                  </a:cubicBezTo>
                  <a:cubicBezTo>
                    <a:pt x="273679" y="404064"/>
                    <a:pt x="252573" y="416434"/>
                    <a:pt x="229688" y="416403"/>
                  </a:cubicBezTo>
                  <a:cubicBezTo>
                    <a:pt x="215972" y="416403"/>
                    <a:pt x="203276" y="412042"/>
                    <a:pt x="192937" y="404639"/>
                  </a:cubicBezTo>
                  <a:lnTo>
                    <a:pt x="192937" y="77073"/>
                  </a:lnTo>
                  <a:cubicBezTo>
                    <a:pt x="201729" y="70777"/>
                    <a:pt x="212209" y="66698"/>
                    <a:pt x="223587" y="65590"/>
                  </a:cubicBezTo>
                  <a:close/>
                  <a:moveTo>
                    <a:pt x="129773" y="65309"/>
                  </a:moveTo>
                  <a:cubicBezTo>
                    <a:pt x="143506" y="65309"/>
                    <a:pt x="156202" y="69670"/>
                    <a:pt x="166560" y="77090"/>
                  </a:cubicBezTo>
                  <a:lnTo>
                    <a:pt x="166560" y="126855"/>
                  </a:lnTo>
                  <a:cubicBezTo>
                    <a:pt x="166806" y="135851"/>
                    <a:pt x="163303" y="144546"/>
                    <a:pt x="156888" y="150858"/>
                  </a:cubicBezTo>
                  <a:cubicBezTo>
                    <a:pt x="151015" y="156784"/>
                    <a:pt x="144544" y="159334"/>
                    <a:pt x="141765" y="159650"/>
                  </a:cubicBezTo>
                  <a:cubicBezTo>
                    <a:pt x="136985" y="160057"/>
                    <a:pt x="132803" y="163028"/>
                    <a:pt x="130845" y="167408"/>
                  </a:cubicBezTo>
                  <a:cubicBezTo>
                    <a:pt x="128887" y="171788"/>
                    <a:pt x="129461" y="176886"/>
                    <a:pt x="132346" y="180720"/>
                  </a:cubicBezTo>
                  <a:cubicBezTo>
                    <a:pt x="135230" y="184554"/>
                    <a:pt x="139968" y="186519"/>
                    <a:pt x="144719" y="185851"/>
                  </a:cubicBezTo>
                  <a:cubicBezTo>
                    <a:pt x="151577" y="185077"/>
                    <a:pt x="159367" y="181947"/>
                    <a:pt x="166559" y="177006"/>
                  </a:cubicBezTo>
                  <a:lnTo>
                    <a:pt x="166559" y="404621"/>
                  </a:lnTo>
                  <a:cubicBezTo>
                    <a:pt x="156202" y="412042"/>
                    <a:pt x="143524" y="416403"/>
                    <a:pt x="129772" y="416403"/>
                  </a:cubicBezTo>
                  <a:cubicBezTo>
                    <a:pt x="106888" y="416434"/>
                    <a:pt x="85782" y="404064"/>
                    <a:pt x="74627" y="384083"/>
                  </a:cubicBezTo>
                  <a:cubicBezTo>
                    <a:pt x="97065" y="381937"/>
                    <a:pt x="111889" y="370402"/>
                    <a:pt x="120136" y="357829"/>
                  </a:cubicBezTo>
                  <a:cubicBezTo>
                    <a:pt x="124130" y="351735"/>
                    <a:pt x="122429" y="343557"/>
                    <a:pt x="116336" y="339561"/>
                  </a:cubicBezTo>
                  <a:cubicBezTo>
                    <a:pt x="110243" y="335565"/>
                    <a:pt x="102065" y="337265"/>
                    <a:pt x="98067" y="343357"/>
                  </a:cubicBezTo>
                  <a:cubicBezTo>
                    <a:pt x="93566" y="350250"/>
                    <a:pt x="84633" y="357776"/>
                    <a:pt x="67998" y="358057"/>
                  </a:cubicBezTo>
                  <a:cubicBezTo>
                    <a:pt x="67604" y="358063"/>
                    <a:pt x="67211" y="358086"/>
                    <a:pt x="66820" y="358128"/>
                  </a:cubicBezTo>
                  <a:lnTo>
                    <a:pt x="66802" y="357882"/>
                  </a:lnTo>
                  <a:cubicBezTo>
                    <a:pt x="52082" y="356347"/>
                    <a:pt x="38966" y="347911"/>
                    <a:pt x="31465" y="335153"/>
                  </a:cubicBezTo>
                  <a:cubicBezTo>
                    <a:pt x="23964" y="322395"/>
                    <a:pt x="22969" y="306832"/>
                    <a:pt x="28784" y="293223"/>
                  </a:cubicBezTo>
                  <a:cubicBezTo>
                    <a:pt x="11052" y="283679"/>
                    <a:pt x="0" y="265161"/>
                    <a:pt x="16" y="245023"/>
                  </a:cubicBezTo>
                  <a:cubicBezTo>
                    <a:pt x="16" y="226384"/>
                    <a:pt x="9283" y="210013"/>
                    <a:pt x="23438" y="200112"/>
                  </a:cubicBezTo>
                  <a:cubicBezTo>
                    <a:pt x="41867" y="190564"/>
                    <a:pt x="59135" y="194661"/>
                    <a:pt x="66802" y="202170"/>
                  </a:cubicBezTo>
                  <a:cubicBezTo>
                    <a:pt x="72051" y="206969"/>
                    <a:pt x="80160" y="206742"/>
                    <a:pt x="85132" y="201656"/>
                  </a:cubicBezTo>
                  <a:cubicBezTo>
                    <a:pt x="90104" y="196570"/>
                    <a:pt x="90147" y="188458"/>
                    <a:pt x="85231" y="183319"/>
                  </a:cubicBezTo>
                  <a:cubicBezTo>
                    <a:pt x="70987" y="169375"/>
                    <a:pt x="48074" y="164574"/>
                    <a:pt x="25584" y="171010"/>
                  </a:cubicBezTo>
                  <a:cubicBezTo>
                    <a:pt x="28978" y="150265"/>
                    <a:pt x="45827" y="134352"/>
                    <a:pt x="66732" y="132148"/>
                  </a:cubicBezTo>
                  <a:cubicBezTo>
                    <a:pt x="65689" y="114780"/>
                    <a:pt x="71866" y="97753"/>
                    <a:pt x="83802" y="85095"/>
                  </a:cubicBezTo>
                  <a:cubicBezTo>
                    <a:pt x="95739" y="72436"/>
                    <a:pt x="112374" y="65270"/>
                    <a:pt x="129772" y="65291"/>
                  </a:cubicBezTo>
                  <a:close/>
                </a:path>
              </a:pathLst>
            </a:custGeom>
            <a:solidFill>
              <a:srgbClr val="FFE71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15">
              <a:extLst>
                <a:ext uri="{FF2B5EF4-FFF2-40B4-BE49-F238E27FC236}">
                  <a16:creationId xmlns:a16="http://schemas.microsoft.com/office/drawing/2014/main" id="{969CCD6E-4649-D64E-C969-1AA3762DF6FB}"/>
                </a:ext>
              </a:extLst>
            </p:cNvPr>
            <p:cNvSpPr/>
            <p:nvPr/>
          </p:nvSpPr>
          <p:spPr>
            <a:xfrm>
              <a:off x="6703198" y="2419259"/>
              <a:ext cx="417941" cy="414908"/>
            </a:xfrm>
            <a:custGeom>
              <a:avLst/>
              <a:gdLst/>
              <a:ahLst/>
              <a:cxnLst/>
              <a:rect l="0" t="0" r="0" b="0"/>
              <a:pathLst>
                <a:path w="417941" h="414908">
                  <a:moveTo>
                    <a:pt x="150612" y="0"/>
                  </a:moveTo>
                  <a:cubicBezTo>
                    <a:pt x="198733" y="0"/>
                    <a:pt x="237743" y="39010"/>
                    <a:pt x="237743" y="87131"/>
                  </a:cubicBezTo>
                  <a:cubicBezTo>
                    <a:pt x="237743" y="135253"/>
                    <a:pt x="198733" y="174263"/>
                    <a:pt x="150612" y="174263"/>
                  </a:cubicBezTo>
                  <a:cubicBezTo>
                    <a:pt x="102490" y="174263"/>
                    <a:pt x="63480" y="135253"/>
                    <a:pt x="63480" y="87131"/>
                  </a:cubicBezTo>
                  <a:cubicBezTo>
                    <a:pt x="63480" y="39010"/>
                    <a:pt x="102490" y="0"/>
                    <a:pt x="150612" y="0"/>
                  </a:cubicBezTo>
                  <a:close/>
                  <a:moveTo>
                    <a:pt x="285538" y="203190"/>
                  </a:moveTo>
                  <a:cubicBezTo>
                    <a:pt x="249775" y="203188"/>
                    <a:pt x="218431" y="227113"/>
                    <a:pt x="209001" y="261611"/>
                  </a:cubicBezTo>
                  <a:cubicBezTo>
                    <a:pt x="199571" y="296108"/>
                    <a:pt x="214386" y="332651"/>
                    <a:pt x="245177" y="350842"/>
                  </a:cubicBezTo>
                  <a:cubicBezTo>
                    <a:pt x="275968" y="369034"/>
                    <a:pt x="315124" y="364377"/>
                    <a:pt x="340789" y="339470"/>
                  </a:cubicBezTo>
                  <a:cubicBezTo>
                    <a:pt x="341320" y="338865"/>
                    <a:pt x="341890" y="338296"/>
                    <a:pt x="342495" y="337765"/>
                  </a:cubicBezTo>
                  <a:cubicBezTo>
                    <a:pt x="364680" y="314887"/>
                    <a:pt x="371023" y="280955"/>
                    <a:pt x="358602" y="251607"/>
                  </a:cubicBezTo>
                  <a:cubicBezTo>
                    <a:pt x="346181" y="222259"/>
                    <a:pt x="317407" y="203191"/>
                    <a:pt x="285538" y="203190"/>
                  </a:cubicBezTo>
                  <a:close/>
                  <a:moveTo>
                    <a:pt x="378016" y="350109"/>
                  </a:moveTo>
                  <a:lnTo>
                    <a:pt x="411075" y="383168"/>
                  </a:lnTo>
                  <a:cubicBezTo>
                    <a:pt x="417941" y="390039"/>
                    <a:pt x="417937" y="401176"/>
                    <a:pt x="411066" y="408042"/>
                  </a:cubicBezTo>
                  <a:cubicBezTo>
                    <a:pt x="404195" y="414908"/>
                    <a:pt x="393059" y="414904"/>
                    <a:pt x="386193" y="408033"/>
                  </a:cubicBezTo>
                  <a:lnTo>
                    <a:pt x="353134" y="374956"/>
                  </a:lnTo>
                  <a:cubicBezTo>
                    <a:pt x="304839" y="410261"/>
                    <a:pt x="237507" y="402442"/>
                    <a:pt x="198589" y="357009"/>
                  </a:cubicBezTo>
                  <a:cubicBezTo>
                    <a:pt x="159670" y="311576"/>
                    <a:pt x="162282" y="243842"/>
                    <a:pt x="204583" y="201541"/>
                  </a:cubicBezTo>
                  <a:cubicBezTo>
                    <a:pt x="246884" y="159240"/>
                    <a:pt x="314619" y="156628"/>
                    <a:pt x="360051" y="195547"/>
                  </a:cubicBezTo>
                  <a:cubicBezTo>
                    <a:pt x="405484" y="234465"/>
                    <a:pt x="413303" y="301797"/>
                    <a:pt x="377998" y="350092"/>
                  </a:cubicBezTo>
                  <a:close/>
                  <a:moveTo>
                    <a:pt x="165084" y="209678"/>
                  </a:moveTo>
                  <a:cubicBezTo>
                    <a:pt x="151763" y="231641"/>
                    <a:pt x="144743" y="256845"/>
                    <a:pt x="144791" y="282532"/>
                  </a:cubicBezTo>
                  <a:cubicBezTo>
                    <a:pt x="144746" y="319503"/>
                    <a:pt x="159293" y="354998"/>
                    <a:pt x="185271" y="381304"/>
                  </a:cubicBezTo>
                  <a:lnTo>
                    <a:pt x="13188" y="381304"/>
                  </a:lnTo>
                  <a:cubicBezTo>
                    <a:pt x="5908" y="381304"/>
                    <a:pt x="0" y="375413"/>
                    <a:pt x="0" y="368116"/>
                  </a:cubicBezTo>
                  <a:cubicBezTo>
                    <a:pt x="0" y="326159"/>
                    <a:pt x="15703" y="285750"/>
                    <a:pt x="43838" y="255856"/>
                  </a:cubicBezTo>
                  <a:cubicBezTo>
                    <a:pt x="72026" y="225909"/>
                    <a:pt x="110413" y="208940"/>
                    <a:pt x="150629" y="208940"/>
                  </a:cubicBezTo>
                  <a:cubicBezTo>
                    <a:pt x="155451" y="208937"/>
                    <a:pt x="160269" y="209177"/>
                    <a:pt x="165066" y="209661"/>
                  </a:cubicBezTo>
                  <a:close/>
                  <a:moveTo>
                    <a:pt x="261257" y="246184"/>
                  </a:moveTo>
                  <a:cubicBezTo>
                    <a:pt x="261257" y="232754"/>
                    <a:pt x="272143" y="221866"/>
                    <a:pt x="285574" y="221865"/>
                  </a:cubicBezTo>
                  <a:cubicBezTo>
                    <a:pt x="299006" y="221863"/>
                    <a:pt x="309896" y="232752"/>
                    <a:pt x="309896" y="246184"/>
                  </a:cubicBezTo>
                  <a:cubicBezTo>
                    <a:pt x="309896" y="259617"/>
                    <a:pt x="299006" y="270505"/>
                    <a:pt x="285574" y="270504"/>
                  </a:cubicBezTo>
                  <a:cubicBezTo>
                    <a:pt x="272143" y="270502"/>
                    <a:pt x="261257" y="259614"/>
                    <a:pt x="261257" y="246184"/>
                  </a:cubicBezTo>
                  <a:close/>
                  <a:moveTo>
                    <a:pt x="273985" y="304723"/>
                  </a:moveTo>
                  <a:cubicBezTo>
                    <a:pt x="273987" y="318156"/>
                    <a:pt x="263098" y="329046"/>
                    <a:pt x="249666" y="329046"/>
                  </a:cubicBezTo>
                  <a:cubicBezTo>
                    <a:pt x="236233" y="329046"/>
                    <a:pt x="225345" y="318156"/>
                    <a:pt x="225346" y="304723"/>
                  </a:cubicBezTo>
                  <a:cubicBezTo>
                    <a:pt x="225348" y="291293"/>
                    <a:pt x="236236" y="280407"/>
                    <a:pt x="249666" y="280407"/>
                  </a:cubicBezTo>
                  <a:cubicBezTo>
                    <a:pt x="263096" y="280407"/>
                    <a:pt x="273984" y="291293"/>
                    <a:pt x="273985" y="304723"/>
                  </a:cubicBezTo>
                  <a:close/>
                  <a:moveTo>
                    <a:pt x="297147" y="304723"/>
                  </a:moveTo>
                  <a:cubicBezTo>
                    <a:pt x="297147" y="291293"/>
                    <a:pt x="308034" y="280405"/>
                    <a:pt x="321464" y="280404"/>
                  </a:cubicBezTo>
                  <a:cubicBezTo>
                    <a:pt x="334896" y="280402"/>
                    <a:pt x="345786" y="291291"/>
                    <a:pt x="345786" y="304723"/>
                  </a:cubicBezTo>
                  <a:cubicBezTo>
                    <a:pt x="345786" y="318156"/>
                    <a:pt x="334896" y="329044"/>
                    <a:pt x="321464" y="329043"/>
                  </a:cubicBezTo>
                  <a:cubicBezTo>
                    <a:pt x="308034" y="329041"/>
                    <a:pt x="297147" y="318153"/>
                    <a:pt x="297147" y="304723"/>
                  </a:cubicBezTo>
                  <a:close/>
                </a:path>
              </a:pathLst>
            </a:custGeom>
            <a:solidFill>
              <a:srgbClr val="F79438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16">
              <a:extLst>
                <a:ext uri="{FF2B5EF4-FFF2-40B4-BE49-F238E27FC236}">
                  <a16:creationId xmlns:a16="http://schemas.microsoft.com/office/drawing/2014/main" id="{DB5ABEDD-538B-2789-AA7A-8C13FAFB9BEF}"/>
                </a:ext>
              </a:extLst>
            </p:cNvPr>
            <p:cNvSpPr/>
            <p:nvPr/>
          </p:nvSpPr>
          <p:spPr>
            <a:xfrm>
              <a:off x="4166564" y="4739067"/>
              <a:ext cx="422013" cy="413085"/>
            </a:xfrm>
            <a:custGeom>
              <a:avLst/>
              <a:gdLst/>
              <a:ahLst/>
              <a:cxnLst/>
              <a:rect l="0" t="0" r="0" b="0"/>
              <a:pathLst>
                <a:path w="422013" h="413085">
                  <a:moveTo>
                    <a:pt x="190090" y="1554"/>
                  </a:moveTo>
                  <a:lnTo>
                    <a:pt x="338469" y="69027"/>
                  </a:lnTo>
                  <a:cubicBezTo>
                    <a:pt x="341604" y="70455"/>
                    <a:pt x="343616" y="73582"/>
                    <a:pt x="343616" y="77028"/>
                  </a:cubicBezTo>
                  <a:cubicBezTo>
                    <a:pt x="343616" y="80473"/>
                    <a:pt x="341604" y="83600"/>
                    <a:pt x="338469" y="85029"/>
                  </a:cubicBezTo>
                  <a:lnTo>
                    <a:pt x="188278" y="153310"/>
                  </a:lnTo>
                  <a:cubicBezTo>
                    <a:pt x="185966" y="154361"/>
                    <a:pt x="183311" y="154361"/>
                    <a:pt x="180998" y="153310"/>
                  </a:cubicBezTo>
                  <a:lnTo>
                    <a:pt x="30808" y="85029"/>
                  </a:lnTo>
                  <a:cubicBezTo>
                    <a:pt x="27673" y="83600"/>
                    <a:pt x="25661" y="80473"/>
                    <a:pt x="25661" y="77028"/>
                  </a:cubicBezTo>
                  <a:cubicBezTo>
                    <a:pt x="25661" y="73582"/>
                    <a:pt x="27673" y="70455"/>
                    <a:pt x="30808" y="69027"/>
                  </a:cubicBezTo>
                  <a:lnTo>
                    <a:pt x="179187" y="1572"/>
                  </a:lnTo>
                  <a:cubicBezTo>
                    <a:pt x="182651" y="0"/>
                    <a:pt x="186626" y="0"/>
                    <a:pt x="190090" y="1572"/>
                  </a:cubicBezTo>
                  <a:close/>
                  <a:moveTo>
                    <a:pt x="202979" y="175607"/>
                  </a:moveTo>
                  <a:lnTo>
                    <a:pt x="356845" y="105655"/>
                  </a:lnTo>
                  <a:cubicBezTo>
                    <a:pt x="359566" y="104418"/>
                    <a:pt x="362729" y="104647"/>
                    <a:pt x="365243" y="106265"/>
                  </a:cubicBezTo>
                  <a:cubicBezTo>
                    <a:pt x="367756" y="107883"/>
                    <a:pt x="369276" y="110667"/>
                    <a:pt x="369277" y="113656"/>
                  </a:cubicBezTo>
                  <a:lnTo>
                    <a:pt x="369277" y="225072"/>
                  </a:lnTo>
                  <a:cubicBezTo>
                    <a:pt x="369277" y="231034"/>
                    <a:pt x="357390" y="235324"/>
                    <a:pt x="351956" y="232862"/>
                  </a:cubicBezTo>
                  <a:cubicBezTo>
                    <a:pt x="339325" y="227186"/>
                    <a:pt x="324538" y="229451"/>
                    <a:pt x="314184" y="238648"/>
                  </a:cubicBezTo>
                  <a:lnTo>
                    <a:pt x="236021" y="308001"/>
                  </a:lnTo>
                  <a:cubicBezTo>
                    <a:pt x="226378" y="316563"/>
                    <a:pt x="222194" y="329715"/>
                    <a:pt x="225118" y="342274"/>
                  </a:cubicBezTo>
                  <a:cubicBezTo>
                    <a:pt x="226279" y="347233"/>
                    <a:pt x="224503" y="352860"/>
                    <a:pt x="219860" y="354970"/>
                  </a:cubicBezTo>
                  <a:lnTo>
                    <a:pt x="210259" y="359331"/>
                  </a:lnTo>
                  <a:cubicBezTo>
                    <a:pt x="207538" y="360569"/>
                    <a:pt x="204375" y="360339"/>
                    <a:pt x="201861" y="358721"/>
                  </a:cubicBezTo>
                  <a:cubicBezTo>
                    <a:pt x="199347" y="357103"/>
                    <a:pt x="197828" y="354319"/>
                    <a:pt x="197827" y="351330"/>
                  </a:cubicBezTo>
                  <a:lnTo>
                    <a:pt x="197827" y="183608"/>
                  </a:lnTo>
                  <a:cubicBezTo>
                    <a:pt x="197821" y="180155"/>
                    <a:pt x="199836" y="177019"/>
                    <a:pt x="202979" y="175589"/>
                  </a:cubicBezTo>
                  <a:close/>
                  <a:moveTo>
                    <a:pt x="252603" y="339918"/>
                  </a:moveTo>
                  <a:lnTo>
                    <a:pt x="252708" y="340041"/>
                  </a:lnTo>
                  <a:cubicBezTo>
                    <a:pt x="252673" y="340000"/>
                    <a:pt x="252638" y="339959"/>
                    <a:pt x="252603" y="339918"/>
                  </a:cubicBezTo>
                  <a:close/>
                  <a:moveTo>
                    <a:pt x="166298" y="175589"/>
                  </a:moveTo>
                  <a:cubicBezTo>
                    <a:pt x="169435" y="177016"/>
                    <a:pt x="171449" y="180144"/>
                    <a:pt x="171450" y="183590"/>
                  </a:cubicBezTo>
                  <a:lnTo>
                    <a:pt x="171450" y="351330"/>
                  </a:lnTo>
                  <a:cubicBezTo>
                    <a:pt x="171443" y="354316"/>
                    <a:pt x="169921" y="357095"/>
                    <a:pt x="167408" y="358708"/>
                  </a:cubicBezTo>
                  <a:cubicBezTo>
                    <a:pt x="164896" y="360322"/>
                    <a:pt x="161736" y="360550"/>
                    <a:pt x="159018" y="359313"/>
                  </a:cubicBezTo>
                  <a:lnTo>
                    <a:pt x="7737" y="290557"/>
                  </a:lnTo>
                  <a:cubicBezTo>
                    <a:pt x="3025" y="288419"/>
                    <a:pt x="0" y="283722"/>
                    <a:pt x="0" y="278547"/>
                  </a:cubicBezTo>
                  <a:lnTo>
                    <a:pt x="0" y="113656"/>
                  </a:lnTo>
                  <a:cubicBezTo>
                    <a:pt x="1" y="110667"/>
                    <a:pt x="1520" y="107883"/>
                    <a:pt x="4034" y="106265"/>
                  </a:cubicBezTo>
                  <a:cubicBezTo>
                    <a:pt x="6548" y="104647"/>
                    <a:pt x="9711" y="104418"/>
                    <a:pt x="12432" y="105655"/>
                  </a:cubicBezTo>
                  <a:close/>
                  <a:moveTo>
                    <a:pt x="346382" y="403644"/>
                  </a:moveTo>
                  <a:cubicBezTo>
                    <a:pt x="346383" y="407106"/>
                    <a:pt x="344352" y="410246"/>
                    <a:pt x="341194" y="411666"/>
                  </a:cubicBezTo>
                  <a:cubicBezTo>
                    <a:pt x="338037" y="413085"/>
                    <a:pt x="334340" y="412520"/>
                    <a:pt x="331751" y="410221"/>
                  </a:cubicBezTo>
                  <a:lnTo>
                    <a:pt x="253605" y="340867"/>
                  </a:lnTo>
                  <a:cubicBezTo>
                    <a:pt x="251725" y="339198"/>
                    <a:pt x="250648" y="336805"/>
                    <a:pt x="250648" y="334290"/>
                  </a:cubicBezTo>
                  <a:cubicBezTo>
                    <a:pt x="250648" y="331776"/>
                    <a:pt x="251725" y="329382"/>
                    <a:pt x="253605" y="327714"/>
                  </a:cubicBezTo>
                  <a:lnTo>
                    <a:pt x="331751" y="258342"/>
                  </a:lnTo>
                  <a:cubicBezTo>
                    <a:pt x="334340" y="256044"/>
                    <a:pt x="338037" y="255478"/>
                    <a:pt x="341194" y="256897"/>
                  </a:cubicBezTo>
                  <a:cubicBezTo>
                    <a:pt x="344352" y="258317"/>
                    <a:pt x="346383" y="261457"/>
                    <a:pt x="346382" y="264919"/>
                  </a:cubicBezTo>
                  <a:lnTo>
                    <a:pt x="346382" y="312310"/>
                  </a:lnTo>
                  <a:lnTo>
                    <a:pt x="400032" y="312310"/>
                  </a:lnTo>
                  <a:cubicBezTo>
                    <a:pt x="412172" y="312310"/>
                    <a:pt x="422013" y="322151"/>
                    <a:pt x="422013" y="334290"/>
                  </a:cubicBezTo>
                  <a:cubicBezTo>
                    <a:pt x="422013" y="346430"/>
                    <a:pt x="412172" y="356271"/>
                    <a:pt x="400032" y="356271"/>
                  </a:cubicBezTo>
                  <a:lnTo>
                    <a:pt x="346417" y="356271"/>
                  </a:lnTo>
                  <a:lnTo>
                    <a:pt x="346417" y="403644"/>
                  </a:lnTo>
                  <a:close/>
                </a:path>
              </a:pathLst>
            </a:custGeom>
            <a:solidFill>
              <a:srgbClr val="FB6762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nded Rectangle 17">
              <a:extLst>
                <a:ext uri="{FF2B5EF4-FFF2-40B4-BE49-F238E27FC236}">
                  <a16:creationId xmlns:a16="http://schemas.microsoft.com/office/drawing/2014/main" id="{84C7D9FF-0E75-0347-1493-6D8C177BE7F3}"/>
                </a:ext>
              </a:extLst>
            </p:cNvPr>
            <p:cNvSpPr/>
            <p:nvPr/>
          </p:nvSpPr>
          <p:spPr>
            <a:xfrm>
              <a:off x="6698749" y="4734467"/>
              <a:ext cx="422030" cy="422030"/>
            </a:xfrm>
            <a:custGeom>
              <a:avLst/>
              <a:gdLst/>
              <a:ahLst/>
              <a:cxnLst/>
              <a:rect l="0" t="0" r="0" b="0"/>
              <a:pathLst>
                <a:path w="422030" h="422030">
                  <a:moveTo>
                    <a:pt x="374024" y="158261"/>
                  </a:moveTo>
                  <a:cubicBezTo>
                    <a:pt x="370845" y="158165"/>
                    <a:pt x="367871" y="159828"/>
                    <a:pt x="366289" y="162588"/>
                  </a:cubicBezTo>
                  <a:cubicBezTo>
                    <a:pt x="364707" y="165347"/>
                    <a:pt x="364774" y="168754"/>
                    <a:pt x="366463" y="171450"/>
                  </a:cubicBezTo>
                  <a:cubicBezTo>
                    <a:pt x="374273" y="185050"/>
                    <a:pt x="388762" y="193435"/>
                    <a:pt x="404446" y="193430"/>
                  </a:cubicBezTo>
                  <a:cubicBezTo>
                    <a:pt x="414157" y="193430"/>
                    <a:pt x="422030" y="201303"/>
                    <a:pt x="422030" y="211015"/>
                  </a:cubicBezTo>
                  <a:lnTo>
                    <a:pt x="422030" y="334107"/>
                  </a:lnTo>
                  <a:cubicBezTo>
                    <a:pt x="422030" y="348675"/>
                    <a:pt x="410221" y="360484"/>
                    <a:pt x="395653" y="360484"/>
                  </a:cubicBezTo>
                  <a:lnTo>
                    <a:pt x="246184" y="360484"/>
                  </a:lnTo>
                  <a:cubicBezTo>
                    <a:pt x="241328" y="360484"/>
                    <a:pt x="237392" y="364421"/>
                    <a:pt x="237392" y="369276"/>
                  </a:cubicBezTo>
                  <a:lnTo>
                    <a:pt x="237392" y="395653"/>
                  </a:lnTo>
                  <a:cubicBezTo>
                    <a:pt x="237392" y="410221"/>
                    <a:pt x="225582" y="422030"/>
                    <a:pt x="211015" y="422030"/>
                  </a:cubicBezTo>
                  <a:lnTo>
                    <a:pt x="26376" y="422030"/>
                  </a:lnTo>
                  <a:cubicBezTo>
                    <a:pt x="11809" y="422030"/>
                    <a:pt x="0" y="410221"/>
                    <a:pt x="0" y="395653"/>
                  </a:cubicBezTo>
                  <a:lnTo>
                    <a:pt x="0" y="193430"/>
                  </a:lnTo>
                  <a:cubicBezTo>
                    <a:pt x="0" y="178863"/>
                    <a:pt x="11809" y="167053"/>
                    <a:pt x="26376" y="167053"/>
                  </a:cubicBezTo>
                  <a:lnTo>
                    <a:pt x="43961" y="167053"/>
                  </a:lnTo>
                  <a:cubicBezTo>
                    <a:pt x="48817" y="167053"/>
                    <a:pt x="52753" y="163117"/>
                    <a:pt x="52753" y="158261"/>
                  </a:cubicBezTo>
                  <a:lnTo>
                    <a:pt x="52753" y="26376"/>
                  </a:lnTo>
                  <a:cubicBezTo>
                    <a:pt x="52753" y="11809"/>
                    <a:pt x="64563" y="0"/>
                    <a:pt x="79130" y="0"/>
                  </a:cubicBezTo>
                  <a:lnTo>
                    <a:pt x="263769" y="0"/>
                  </a:lnTo>
                  <a:cubicBezTo>
                    <a:pt x="278336" y="0"/>
                    <a:pt x="290146" y="11809"/>
                    <a:pt x="290146" y="26376"/>
                  </a:cubicBezTo>
                  <a:lnTo>
                    <a:pt x="290146" y="43961"/>
                  </a:lnTo>
                  <a:cubicBezTo>
                    <a:pt x="290146" y="48817"/>
                    <a:pt x="294082" y="52753"/>
                    <a:pt x="298938" y="52753"/>
                  </a:cubicBezTo>
                  <a:lnTo>
                    <a:pt x="395653" y="52753"/>
                  </a:lnTo>
                  <a:cubicBezTo>
                    <a:pt x="410221" y="52753"/>
                    <a:pt x="422030" y="64563"/>
                    <a:pt x="422030" y="79130"/>
                  </a:cubicBezTo>
                  <a:lnTo>
                    <a:pt x="422030" y="140676"/>
                  </a:lnTo>
                  <a:cubicBezTo>
                    <a:pt x="422030" y="150388"/>
                    <a:pt x="414157" y="158261"/>
                    <a:pt x="404446" y="158261"/>
                  </a:cubicBezTo>
                  <a:close/>
                  <a:moveTo>
                    <a:pt x="101111" y="320919"/>
                  </a:moveTo>
                  <a:cubicBezTo>
                    <a:pt x="101111" y="316063"/>
                    <a:pt x="97175" y="312126"/>
                    <a:pt x="92319" y="312126"/>
                  </a:cubicBezTo>
                  <a:lnTo>
                    <a:pt x="43961" y="312126"/>
                  </a:lnTo>
                  <a:cubicBezTo>
                    <a:pt x="39105" y="312126"/>
                    <a:pt x="35169" y="316063"/>
                    <a:pt x="35169" y="320919"/>
                  </a:cubicBezTo>
                  <a:lnTo>
                    <a:pt x="35169" y="329711"/>
                  </a:lnTo>
                  <a:cubicBezTo>
                    <a:pt x="35169" y="334567"/>
                    <a:pt x="39105" y="338503"/>
                    <a:pt x="43961" y="338503"/>
                  </a:cubicBezTo>
                  <a:lnTo>
                    <a:pt x="92319" y="338503"/>
                  </a:lnTo>
                  <a:cubicBezTo>
                    <a:pt x="97175" y="338503"/>
                    <a:pt x="101111" y="334567"/>
                    <a:pt x="101111" y="329711"/>
                  </a:cubicBezTo>
                  <a:close/>
                  <a:moveTo>
                    <a:pt x="35169" y="378069"/>
                  </a:moveTo>
                  <a:cubicBezTo>
                    <a:pt x="35169" y="382925"/>
                    <a:pt x="39105" y="386861"/>
                    <a:pt x="43961" y="386861"/>
                  </a:cubicBezTo>
                  <a:lnTo>
                    <a:pt x="92319" y="386861"/>
                  </a:lnTo>
                  <a:cubicBezTo>
                    <a:pt x="97175" y="386861"/>
                    <a:pt x="101111" y="382925"/>
                    <a:pt x="101111" y="378069"/>
                  </a:cubicBezTo>
                  <a:lnTo>
                    <a:pt x="101111" y="373673"/>
                  </a:lnTo>
                  <a:cubicBezTo>
                    <a:pt x="101111" y="368817"/>
                    <a:pt x="97175" y="364880"/>
                    <a:pt x="92319" y="364880"/>
                  </a:cubicBezTo>
                  <a:lnTo>
                    <a:pt x="43961" y="364880"/>
                  </a:lnTo>
                  <a:cubicBezTo>
                    <a:pt x="39105" y="364880"/>
                    <a:pt x="35169" y="368817"/>
                    <a:pt x="35169" y="373673"/>
                  </a:cubicBezTo>
                  <a:close/>
                  <a:moveTo>
                    <a:pt x="202223" y="290146"/>
                  </a:moveTo>
                  <a:cubicBezTo>
                    <a:pt x="202223" y="280434"/>
                    <a:pt x="210095" y="272561"/>
                    <a:pt x="219807" y="272561"/>
                  </a:cubicBezTo>
                  <a:lnTo>
                    <a:pt x="239502" y="272561"/>
                  </a:lnTo>
                  <a:cubicBezTo>
                    <a:pt x="242945" y="272504"/>
                    <a:pt x="246038" y="270442"/>
                    <a:pt x="247415" y="267286"/>
                  </a:cubicBezTo>
                  <a:cubicBezTo>
                    <a:pt x="248837" y="264175"/>
                    <a:pt x="248285" y="260518"/>
                    <a:pt x="246008" y="257966"/>
                  </a:cubicBezTo>
                  <a:cubicBezTo>
                    <a:pt x="239350" y="250488"/>
                    <a:pt x="229820" y="246203"/>
                    <a:pt x="219807" y="246184"/>
                  </a:cubicBezTo>
                  <a:cubicBezTo>
                    <a:pt x="210095" y="246184"/>
                    <a:pt x="202223" y="238311"/>
                    <a:pt x="202223" y="228600"/>
                  </a:cubicBezTo>
                  <a:lnTo>
                    <a:pt x="202223" y="211015"/>
                  </a:lnTo>
                  <a:cubicBezTo>
                    <a:pt x="202223" y="206159"/>
                    <a:pt x="198286" y="202223"/>
                    <a:pt x="193430" y="202223"/>
                  </a:cubicBezTo>
                  <a:lnTo>
                    <a:pt x="171450" y="202223"/>
                  </a:lnTo>
                  <a:cubicBezTo>
                    <a:pt x="161738" y="202223"/>
                    <a:pt x="153865" y="194350"/>
                    <a:pt x="153865" y="184638"/>
                  </a:cubicBezTo>
                  <a:cubicBezTo>
                    <a:pt x="153865" y="174926"/>
                    <a:pt x="161738" y="167053"/>
                    <a:pt x="171450" y="167053"/>
                  </a:cubicBezTo>
                  <a:lnTo>
                    <a:pt x="246184" y="167053"/>
                  </a:lnTo>
                  <a:cubicBezTo>
                    <a:pt x="251040" y="167053"/>
                    <a:pt x="254976" y="163117"/>
                    <a:pt x="254976" y="158261"/>
                  </a:cubicBezTo>
                  <a:lnTo>
                    <a:pt x="254976" y="43961"/>
                  </a:lnTo>
                  <a:cubicBezTo>
                    <a:pt x="254976" y="39105"/>
                    <a:pt x="251040" y="35169"/>
                    <a:pt x="246184" y="35169"/>
                  </a:cubicBezTo>
                  <a:lnTo>
                    <a:pt x="96715" y="35169"/>
                  </a:lnTo>
                  <a:cubicBezTo>
                    <a:pt x="91859" y="35169"/>
                    <a:pt x="87923" y="39105"/>
                    <a:pt x="87923" y="43961"/>
                  </a:cubicBezTo>
                  <a:lnTo>
                    <a:pt x="87923" y="158261"/>
                  </a:lnTo>
                  <a:cubicBezTo>
                    <a:pt x="87923" y="163117"/>
                    <a:pt x="91859" y="167053"/>
                    <a:pt x="96715" y="167053"/>
                  </a:cubicBezTo>
                  <a:lnTo>
                    <a:pt x="109903" y="167053"/>
                  </a:lnTo>
                  <a:cubicBezTo>
                    <a:pt x="119615" y="167053"/>
                    <a:pt x="127488" y="174926"/>
                    <a:pt x="127488" y="184638"/>
                  </a:cubicBezTo>
                  <a:cubicBezTo>
                    <a:pt x="127488" y="194350"/>
                    <a:pt x="119615" y="202223"/>
                    <a:pt x="109903" y="202223"/>
                  </a:cubicBezTo>
                  <a:lnTo>
                    <a:pt x="43961" y="202223"/>
                  </a:lnTo>
                  <a:cubicBezTo>
                    <a:pt x="39105" y="202223"/>
                    <a:pt x="35169" y="206159"/>
                    <a:pt x="35169" y="211015"/>
                  </a:cubicBezTo>
                  <a:lnTo>
                    <a:pt x="35169" y="276957"/>
                  </a:lnTo>
                  <a:cubicBezTo>
                    <a:pt x="35169" y="281813"/>
                    <a:pt x="39105" y="285750"/>
                    <a:pt x="43961" y="285750"/>
                  </a:cubicBezTo>
                  <a:lnTo>
                    <a:pt x="114300" y="285750"/>
                  </a:lnTo>
                  <a:cubicBezTo>
                    <a:pt x="121544" y="285844"/>
                    <a:pt x="127393" y="291694"/>
                    <a:pt x="127488" y="298938"/>
                  </a:cubicBezTo>
                  <a:lnTo>
                    <a:pt x="127488" y="378069"/>
                  </a:lnTo>
                  <a:cubicBezTo>
                    <a:pt x="127488" y="382925"/>
                    <a:pt x="131424" y="386861"/>
                    <a:pt x="136280" y="386861"/>
                  </a:cubicBezTo>
                  <a:lnTo>
                    <a:pt x="193430" y="386861"/>
                  </a:lnTo>
                  <a:cubicBezTo>
                    <a:pt x="198286" y="386861"/>
                    <a:pt x="202223" y="382925"/>
                    <a:pt x="202223" y="378069"/>
                  </a:cubicBezTo>
                  <a:close/>
                  <a:moveTo>
                    <a:pt x="386861" y="96715"/>
                  </a:moveTo>
                  <a:cubicBezTo>
                    <a:pt x="386861" y="91859"/>
                    <a:pt x="382925" y="87923"/>
                    <a:pt x="378069" y="87923"/>
                  </a:cubicBezTo>
                  <a:lnTo>
                    <a:pt x="298938" y="87923"/>
                  </a:lnTo>
                  <a:cubicBezTo>
                    <a:pt x="294082" y="87923"/>
                    <a:pt x="290146" y="91859"/>
                    <a:pt x="290146" y="96715"/>
                  </a:cubicBezTo>
                  <a:lnTo>
                    <a:pt x="290146" y="184638"/>
                  </a:lnTo>
                  <a:cubicBezTo>
                    <a:pt x="290146" y="194350"/>
                    <a:pt x="282273" y="202223"/>
                    <a:pt x="272561" y="202223"/>
                  </a:cubicBezTo>
                  <a:lnTo>
                    <a:pt x="246184" y="202223"/>
                  </a:lnTo>
                  <a:cubicBezTo>
                    <a:pt x="241328" y="202223"/>
                    <a:pt x="237392" y="206159"/>
                    <a:pt x="237392" y="211015"/>
                  </a:cubicBezTo>
                  <a:cubicBezTo>
                    <a:pt x="237329" y="212282"/>
                    <a:pt x="238121" y="213434"/>
                    <a:pt x="239326" y="213828"/>
                  </a:cubicBezTo>
                  <a:cubicBezTo>
                    <a:pt x="269407" y="222517"/>
                    <a:pt x="290123" y="250043"/>
                    <a:pt x="290146" y="281353"/>
                  </a:cubicBezTo>
                  <a:lnTo>
                    <a:pt x="290146" y="290146"/>
                  </a:lnTo>
                  <a:cubicBezTo>
                    <a:pt x="290146" y="299857"/>
                    <a:pt x="282273" y="307730"/>
                    <a:pt x="272561" y="307730"/>
                  </a:cubicBezTo>
                  <a:lnTo>
                    <a:pt x="246184" y="307730"/>
                  </a:lnTo>
                  <a:cubicBezTo>
                    <a:pt x="241328" y="307730"/>
                    <a:pt x="237392" y="311667"/>
                    <a:pt x="237392" y="316523"/>
                  </a:cubicBezTo>
                  <a:cubicBezTo>
                    <a:pt x="237392" y="321378"/>
                    <a:pt x="241328" y="325315"/>
                    <a:pt x="246184" y="325315"/>
                  </a:cubicBezTo>
                  <a:lnTo>
                    <a:pt x="378069" y="325315"/>
                  </a:lnTo>
                  <a:cubicBezTo>
                    <a:pt x="382925" y="325315"/>
                    <a:pt x="386861" y="321378"/>
                    <a:pt x="386861" y="316523"/>
                  </a:cubicBezTo>
                  <a:lnTo>
                    <a:pt x="386861" y="233347"/>
                  </a:lnTo>
                  <a:cubicBezTo>
                    <a:pt x="386884" y="229488"/>
                    <a:pt x="384388" y="226065"/>
                    <a:pt x="380706" y="224907"/>
                  </a:cubicBezTo>
                  <a:cubicBezTo>
                    <a:pt x="347792" y="214497"/>
                    <a:pt x="325392" y="183990"/>
                    <a:pt x="325315" y="149469"/>
                  </a:cubicBezTo>
                  <a:lnTo>
                    <a:pt x="325315" y="140676"/>
                  </a:lnTo>
                  <a:cubicBezTo>
                    <a:pt x="325315" y="130965"/>
                    <a:pt x="333188" y="123092"/>
                    <a:pt x="342900" y="123092"/>
                  </a:cubicBezTo>
                  <a:lnTo>
                    <a:pt x="378069" y="123092"/>
                  </a:lnTo>
                  <a:cubicBezTo>
                    <a:pt x="382925" y="123092"/>
                    <a:pt x="386861" y="119155"/>
                    <a:pt x="386861" y="114300"/>
                  </a:cubicBezTo>
                  <a:close/>
                </a:path>
              </a:pathLst>
            </a:custGeom>
            <a:solidFill>
              <a:srgbClr val="F366BB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325B5EB-2572-28AB-77D7-5401FE4B016C}"/>
                </a:ext>
              </a:extLst>
            </p:cNvPr>
            <p:cNvSpPr txBox="1"/>
            <p:nvPr/>
          </p:nvSpPr>
          <p:spPr>
            <a:xfrm>
              <a:off x="8087934" y="4721279"/>
              <a:ext cx="1889678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Fácil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de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implementar</a:t>
              </a:r>
              <a:r>
                <a:rPr lang="es-CL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y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entrenar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, ideal para</a:t>
              </a:r>
              <a:r>
                <a:rPr lang="es-CL"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el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aprendizaje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1D4BE6C-0D37-7233-37B8-BD6E3EA7CB26}"/>
                </a:ext>
              </a:extLst>
            </p:cNvPr>
            <p:cNvSpPr txBox="1"/>
            <p:nvPr/>
          </p:nvSpPr>
          <p:spPr>
            <a:xfrm>
              <a:off x="8072557" y="2203333"/>
              <a:ext cx="2280753" cy="615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1" dirty="0" err="1">
                  <a:solidFill>
                    <a:srgbClr val="F7943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Representaciones</a:t>
              </a:r>
              <a:r>
                <a:rPr sz="2000" b="1" dirty="0">
                  <a:solidFill>
                    <a:srgbClr val="F7943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
</a:t>
              </a:r>
              <a:r>
                <a:rPr sz="2000" b="1" dirty="0" err="1">
                  <a:solidFill>
                    <a:srgbClr val="F79438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latentes</a:t>
              </a:r>
              <a:endParaRPr sz="2000" b="1" dirty="0">
                <a:solidFill>
                  <a:srgbClr val="F7943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C43EC85-DF12-8997-7973-6300BDF410B7}"/>
                </a:ext>
              </a:extLst>
            </p:cNvPr>
            <p:cNvSpPr txBox="1"/>
            <p:nvPr/>
          </p:nvSpPr>
          <p:spPr>
            <a:xfrm>
              <a:off x="1682738" y="2731625"/>
              <a:ext cx="1606988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No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necesita</a:t>
              </a:r>
              <a:r>
                <a:rPr lang="es-CL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etiquetas</a:t>
              </a:r>
              <a:r>
                <a:rPr lang="es-CL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para</a:t>
              </a:r>
              <a:r>
                <a:rPr lang="es-CL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entrenarse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, solo</a:t>
              </a:r>
              <a:r>
                <a:rPr lang="es-CL"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ejemplos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de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datos</a:t>
              </a:r>
              <a:r>
                <a:rPr lang="es-CL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 entrada.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1E3F51-A728-FB43-BCB2-E343E27BBB75}"/>
                </a:ext>
              </a:extLst>
            </p:cNvPr>
            <p:cNvSpPr txBox="1"/>
            <p:nvPr/>
          </p:nvSpPr>
          <p:spPr>
            <a:xfrm>
              <a:off x="8077343" y="2888083"/>
              <a:ext cx="21834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Extrae</a:t>
              </a:r>
              <a:r>
                <a:rPr lang="es-CL"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características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útiles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
para clustering o</a:t>
              </a:r>
              <a:r>
                <a:rPr lang="es-CL"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visualización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DB569EB-727F-4C61-020C-750B70451A2B}"/>
                </a:ext>
              </a:extLst>
            </p:cNvPr>
            <p:cNvSpPr txBox="1"/>
            <p:nvPr/>
          </p:nvSpPr>
          <p:spPr>
            <a:xfrm>
              <a:off x="4776663" y="3125475"/>
              <a:ext cx="171450" cy="369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2C2C2C"/>
                  </a:solidFill>
                  <a:latin typeface="Roboto"/>
                </a:rPr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9FF5379-FAAF-71E0-882E-62BD8A92DCDF}"/>
                </a:ext>
              </a:extLst>
            </p:cNvPr>
            <p:cNvSpPr txBox="1"/>
            <p:nvPr/>
          </p:nvSpPr>
          <p:spPr>
            <a:xfrm>
              <a:off x="6464786" y="3125475"/>
              <a:ext cx="171450" cy="369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>
                  <a:solidFill>
                    <a:srgbClr val="2C2C2C"/>
                  </a:solidFill>
                  <a:latin typeface="Roboto"/>
                </a:rPr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43EA6B8-3C99-FB66-EA16-E2012B8E2B7B}"/>
                </a:ext>
              </a:extLst>
            </p:cNvPr>
            <p:cNvSpPr txBox="1"/>
            <p:nvPr/>
          </p:nvSpPr>
          <p:spPr>
            <a:xfrm>
              <a:off x="1762987" y="4016400"/>
              <a:ext cx="1533754" cy="615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2000" b="1" dirty="0" err="1">
                  <a:solidFill>
                    <a:srgbClr val="FB676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Compresión</a:t>
              </a:r>
              <a:r>
                <a:rPr sz="2000" b="1" dirty="0">
                  <a:solidFill>
                    <a:srgbClr val="FB676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
</a:t>
              </a:r>
              <a:r>
                <a:rPr sz="2000" b="1" dirty="0" err="1">
                  <a:solidFill>
                    <a:srgbClr val="FB676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automática</a:t>
              </a:r>
              <a:endParaRPr sz="2000" b="1" dirty="0">
                <a:solidFill>
                  <a:srgbClr val="FB676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869BAE2-CE6D-8A1D-A303-7484A0DBE172}"/>
                </a:ext>
              </a:extLst>
            </p:cNvPr>
            <p:cNvSpPr txBox="1"/>
            <p:nvPr/>
          </p:nvSpPr>
          <p:spPr>
            <a:xfrm>
              <a:off x="1919143" y="2086442"/>
              <a:ext cx="1369751" cy="5416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2000" b="1" dirty="0">
                  <a:solidFill>
                    <a:srgbClr val="FFC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No
</a:t>
              </a:r>
              <a:r>
                <a:rPr sz="2000" b="1" dirty="0" err="1">
                  <a:solidFill>
                    <a:srgbClr val="FFC00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supervisado</a:t>
              </a:r>
              <a:endParaRPr sz="2000" b="1" dirty="0">
                <a:solidFill>
                  <a:srgbClr val="FFC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866FF4C-6CD3-EBD9-03F1-B08772BCE77A}"/>
                </a:ext>
              </a:extLst>
            </p:cNvPr>
            <p:cNvSpPr txBox="1"/>
            <p:nvPr/>
          </p:nvSpPr>
          <p:spPr>
            <a:xfrm>
              <a:off x="4776663" y="4180552"/>
              <a:ext cx="171450" cy="369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>
                  <a:solidFill>
                    <a:srgbClr val="2C2C2C"/>
                  </a:solidFill>
                  <a:latin typeface="Roboto"/>
                </a:rPr>
                <a:t>3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A402B32-E558-CF4A-1A6F-E6758222706A}"/>
                </a:ext>
              </a:extLst>
            </p:cNvPr>
            <p:cNvSpPr txBox="1"/>
            <p:nvPr/>
          </p:nvSpPr>
          <p:spPr>
            <a:xfrm>
              <a:off x="6359278" y="4180552"/>
              <a:ext cx="171450" cy="3692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>
                  <a:solidFill>
                    <a:srgbClr val="2C2C2C"/>
                  </a:solidFill>
                  <a:latin typeface="Roboto"/>
                </a:rPr>
                <a:t>4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ABE8BF2-CBEA-941C-5DC6-0FEDF11C9F75}"/>
                </a:ext>
              </a:extLst>
            </p:cNvPr>
            <p:cNvSpPr txBox="1"/>
            <p:nvPr/>
          </p:nvSpPr>
          <p:spPr>
            <a:xfrm>
              <a:off x="8087934" y="4079472"/>
              <a:ext cx="1346202" cy="615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1" dirty="0" err="1">
                  <a:solidFill>
                    <a:srgbClr val="F366B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Estructura</a:t>
              </a:r>
              <a:r>
                <a:rPr sz="2000" b="1" dirty="0">
                  <a:solidFill>
                    <a:srgbClr val="F366B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
simple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49BB5BD-F887-C866-7877-C939F706C735}"/>
                </a:ext>
              </a:extLst>
            </p:cNvPr>
            <p:cNvSpPr txBox="1"/>
            <p:nvPr/>
          </p:nvSpPr>
          <p:spPr>
            <a:xfrm>
              <a:off x="1732378" y="4670012"/>
              <a:ext cx="1556516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Reduce la</a:t>
              </a:r>
              <a:r>
                <a:rPr lang="es-CL"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dimensionalidad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de</a:t>
              </a:r>
              <a:r>
                <a:rPr lang="es-CL"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los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datos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de forma</a:t>
              </a:r>
              <a:r>
                <a:rPr lang="es-CL"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no lineal,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mejor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que</a:t>
              </a:r>
              <a:r>
                <a:rPr lang="es-CL"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PCA.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168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49D7-A279-23C1-7374-32DF463DF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45DB-9F2A-5BC8-9512-54A34796E8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Desventajas</a:t>
            </a:r>
            <a:endParaRPr lang="en-US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5B6791A-6063-4767-71AE-7655D1719601}"/>
              </a:ext>
            </a:extLst>
          </p:cNvPr>
          <p:cNvGrpSpPr/>
          <p:nvPr/>
        </p:nvGrpSpPr>
        <p:grpSpPr>
          <a:xfrm>
            <a:off x="1559441" y="1616149"/>
            <a:ext cx="8534399" cy="4529470"/>
            <a:chOff x="1676400" y="2160603"/>
            <a:chExt cx="5665690" cy="32004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5FD53D5-4C8C-7700-FA33-8B30618DDF58}"/>
                </a:ext>
              </a:extLst>
            </p:cNvPr>
            <p:cNvGrpSpPr/>
            <p:nvPr/>
          </p:nvGrpSpPr>
          <p:grpSpPr>
            <a:xfrm>
              <a:off x="4933950" y="3303603"/>
              <a:ext cx="2228850" cy="914400"/>
              <a:chOff x="3267075" y="2286000"/>
              <a:chExt cx="2228850" cy="914400"/>
            </a:xfrm>
          </p:grpSpPr>
          <p:sp>
            <p:nvSpPr>
              <p:cNvPr id="4" name="Rounded Rectangle 1">
                <a:extLst>
                  <a:ext uri="{FF2B5EF4-FFF2-40B4-BE49-F238E27FC236}">
                    <a16:creationId xmlns:a16="http://schemas.microsoft.com/office/drawing/2014/main" id="{B935DE94-3188-7F10-7A89-624EE524CBC6}"/>
                  </a:ext>
                </a:extLst>
              </p:cNvPr>
              <p:cNvSpPr/>
              <p:nvPr/>
            </p:nvSpPr>
            <p:spPr>
              <a:xfrm>
                <a:off x="3267075" y="2286000"/>
                <a:ext cx="222885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2228850" h="914400">
                    <a:moveTo>
                      <a:pt x="0" y="0"/>
                    </a:moveTo>
                    <a:lnTo>
                      <a:pt x="1771650" y="0"/>
                    </a:lnTo>
                    <a:lnTo>
                      <a:pt x="1771650" y="914400"/>
                    </a:lnTo>
                    <a:lnTo>
                      <a:pt x="0" y="914400"/>
                    </a:lnTo>
                    <a:close/>
                    <a:moveTo>
                      <a:pt x="1771650" y="914400"/>
                    </a:moveTo>
                    <a:lnTo>
                      <a:pt x="1771650" y="0"/>
                    </a:lnTo>
                    <a:cubicBezTo>
                      <a:pt x="2024154" y="0"/>
                      <a:pt x="2228850" y="204695"/>
                      <a:pt x="2228850" y="457200"/>
                    </a:cubicBezTo>
                    <a:cubicBezTo>
                      <a:pt x="2228850" y="709704"/>
                      <a:pt x="2024154" y="914400"/>
                      <a:pt x="1771650" y="914400"/>
                    </a:cubicBezTo>
                    <a:close/>
                  </a:path>
                </a:pathLst>
              </a:custGeom>
              <a:solidFill>
                <a:srgbClr val="F7943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" name="Rounded Rectangle 2">
                <a:extLst>
                  <a:ext uri="{FF2B5EF4-FFF2-40B4-BE49-F238E27FC236}">
                    <a16:creationId xmlns:a16="http://schemas.microsoft.com/office/drawing/2014/main" id="{BB08238A-D22B-81B5-975D-6332151A6D62}"/>
                  </a:ext>
                </a:extLst>
              </p:cNvPr>
              <p:cNvSpPr/>
              <p:nvPr/>
            </p:nvSpPr>
            <p:spPr>
              <a:xfrm>
                <a:off x="3267075" y="2286000"/>
                <a:ext cx="222885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2228850" h="914400">
                    <a:moveTo>
                      <a:pt x="1771650" y="914400"/>
                    </a:moveTo>
                    <a:lnTo>
                      <a:pt x="0" y="914400"/>
                    </a:lnTo>
                    <a:moveTo>
                      <a:pt x="0" y="0"/>
                    </a:moveTo>
                    <a:lnTo>
                      <a:pt x="1771650" y="0"/>
                    </a:lnTo>
                    <a:moveTo>
                      <a:pt x="1771650" y="0"/>
                    </a:moveTo>
                    <a:cubicBezTo>
                      <a:pt x="2024154" y="0"/>
                      <a:pt x="2228850" y="204695"/>
                      <a:pt x="2228850" y="457200"/>
                    </a:cubicBezTo>
                    <a:cubicBezTo>
                      <a:pt x="2228850" y="709704"/>
                      <a:pt x="2024154" y="914400"/>
                      <a:pt x="1771650" y="914400"/>
                    </a:cubicBezTo>
                    <a:moveTo>
                      <a:pt x="0" y="914400"/>
                    </a:moveTo>
                    <a:lnTo>
                      <a:pt x="0" y="0"/>
                    </a:lnTo>
                  </a:path>
                </a:pathLst>
              </a:custGeom>
              <a:noFill/>
              <a:ln w="14287">
                <a:solidFill>
                  <a:srgbClr val="2C2C2C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5A65DB5-9032-6FAE-D0E1-3267E607EB8B}"/>
                </a:ext>
              </a:extLst>
            </p:cNvPr>
            <p:cNvGrpSpPr/>
            <p:nvPr/>
          </p:nvGrpSpPr>
          <p:grpSpPr>
            <a:xfrm>
              <a:off x="2705100" y="2160603"/>
              <a:ext cx="2228850" cy="914400"/>
              <a:chOff x="1038225" y="1143000"/>
              <a:chExt cx="2228850" cy="914400"/>
            </a:xfrm>
          </p:grpSpPr>
          <p:sp>
            <p:nvSpPr>
              <p:cNvPr id="37" name="Rounded Rectangle 4">
                <a:extLst>
                  <a:ext uri="{FF2B5EF4-FFF2-40B4-BE49-F238E27FC236}">
                    <a16:creationId xmlns:a16="http://schemas.microsoft.com/office/drawing/2014/main" id="{BEB536FB-64A3-9310-2FA7-7CA7EAC75572}"/>
                  </a:ext>
                </a:extLst>
              </p:cNvPr>
              <p:cNvSpPr/>
              <p:nvPr/>
            </p:nvSpPr>
            <p:spPr>
              <a:xfrm>
                <a:off x="1038225" y="1143000"/>
                <a:ext cx="222885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2228850" h="914400">
                    <a:moveTo>
                      <a:pt x="457200" y="0"/>
                    </a:moveTo>
                    <a:lnTo>
                      <a:pt x="2228850" y="0"/>
                    </a:lnTo>
                    <a:lnTo>
                      <a:pt x="2228850" y="914400"/>
                    </a:lnTo>
                    <a:lnTo>
                      <a:pt x="457200" y="914400"/>
                    </a:lnTo>
                    <a:close/>
                    <a:moveTo>
                      <a:pt x="457200" y="0"/>
                    </a:moveTo>
                    <a:lnTo>
                      <a:pt x="457200" y="914400"/>
                    </a:lnTo>
                    <a:cubicBezTo>
                      <a:pt x="204695" y="914400"/>
                      <a:pt x="0" y="709704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FFE711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Rounded Rectangle 5">
                <a:extLst>
                  <a:ext uri="{FF2B5EF4-FFF2-40B4-BE49-F238E27FC236}">
                    <a16:creationId xmlns:a16="http://schemas.microsoft.com/office/drawing/2014/main" id="{5CE4782A-8F50-7E43-19C8-5555ED10BD82}"/>
                  </a:ext>
                </a:extLst>
              </p:cNvPr>
              <p:cNvSpPr/>
              <p:nvPr/>
            </p:nvSpPr>
            <p:spPr>
              <a:xfrm>
                <a:off x="1038225" y="1143000"/>
                <a:ext cx="222885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2228850" h="914400">
                    <a:moveTo>
                      <a:pt x="457200" y="0"/>
                    </a:moveTo>
                    <a:lnTo>
                      <a:pt x="2228850" y="0"/>
                    </a:lnTo>
                    <a:moveTo>
                      <a:pt x="2228850" y="914400"/>
                    </a:moveTo>
                    <a:lnTo>
                      <a:pt x="457200" y="914400"/>
                    </a:lnTo>
                    <a:moveTo>
                      <a:pt x="457200" y="914400"/>
                    </a:moveTo>
                    <a:cubicBezTo>
                      <a:pt x="204695" y="914400"/>
                      <a:pt x="0" y="709704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moveTo>
                      <a:pt x="2228850" y="0"/>
                    </a:moveTo>
                    <a:lnTo>
                      <a:pt x="2228850" y="914400"/>
                    </a:lnTo>
                  </a:path>
                </a:pathLst>
              </a:custGeom>
              <a:noFill/>
              <a:ln w="14287">
                <a:solidFill>
                  <a:srgbClr val="2C2C2C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BE6C263-A52E-1CD4-2491-2A0E32AF6FC4}"/>
                </a:ext>
              </a:extLst>
            </p:cNvPr>
            <p:cNvGrpSpPr/>
            <p:nvPr/>
          </p:nvGrpSpPr>
          <p:grpSpPr>
            <a:xfrm>
              <a:off x="1676400" y="4446603"/>
              <a:ext cx="3257550" cy="914400"/>
              <a:chOff x="9525" y="3429000"/>
              <a:chExt cx="3257550" cy="914400"/>
            </a:xfrm>
          </p:grpSpPr>
          <p:sp>
            <p:nvSpPr>
              <p:cNvPr id="40" name="Rounded Rectangle 7">
                <a:extLst>
                  <a:ext uri="{FF2B5EF4-FFF2-40B4-BE49-F238E27FC236}">
                    <a16:creationId xmlns:a16="http://schemas.microsoft.com/office/drawing/2014/main" id="{6560B73D-D158-8B27-0B49-1DCE2E17485B}"/>
                  </a:ext>
                </a:extLst>
              </p:cNvPr>
              <p:cNvSpPr/>
              <p:nvPr/>
            </p:nvSpPr>
            <p:spPr>
              <a:xfrm>
                <a:off x="9525" y="3429000"/>
                <a:ext cx="325755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3257550" h="914400">
                    <a:moveTo>
                      <a:pt x="457200" y="0"/>
                    </a:moveTo>
                    <a:lnTo>
                      <a:pt x="3257550" y="0"/>
                    </a:lnTo>
                    <a:lnTo>
                      <a:pt x="3257550" y="914400"/>
                    </a:lnTo>
                    <a:lnTo>
                      <a:pt x="457200" y="914400"/>
                    </a:lnTo>
                    <a:close/>
                    <a:moveTo>
                      <a:pt x="457200" y="0"/>
                    </a:moveTo>
                    <a:lnTo>
                      <a:pt x="457200" y="914400"/>
                    </a:lnTo>
                    <a:cubicBezTo>
                      <a:pt x="204695" y="914400"/>
                      <a:pt x="0" y="709704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close/>
                  </a:path>
                </a:pathLst>
              </a:custGeom>
              <a:solidFill>
                <a:srgbClr val="FB6762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Rounded Rectangle 8">
                <a:extLst>
                  <a:ext uri="{FF2B5EF4-FFF2-40B4-BE49-F238E27FC236}">
                    <a16:creationId xmlns:a16="http://schemas.microsoft.com/office/drawing/2014/main" id="{1BF5FA2E-5A2F-4640-0E78-959A23A6AD57}"/>
                  </a:ext>
                </a:extLst>
              </p:cNvPr>
              <p:cNvSpPr/>
              <p:nvPr/>
            </p:nvSpPr>
            <p:spPr>
              <a:xfrm>
                <a:off x="9525" y="3429000"/>
                <a:ext cx="3257550" cy="914400"/>
              </a:xfrm>
              <a:custGeom>
                <a:avLst/>
                <a:gdLst/>
                <a:ahLst/>
                <a:cxnLst/>
                <a:rect l="0" t="0" r="0" b="0"/>
                <a:pathLst>
                  <a:path w="3257550" h="914400">
                    <a:moveTo>
                      <a:pt x="3257550" y="0"/>
                    </a:moveTo>
                    <a:lnTo>
                      <a:pt x="457200" y="0"/>
                    </a:lnTo>
                    <a:moveTo>
                      <a:pt x="3257550" y="914400"/>
                    </a:moveTo>
                    <a:lnTo>
                      <a:pt x="457200" y="914400"/>
                    </a:lnTo>
                    <a:moveTo>
                      <a:pt x="457200" y="914400"/>
                    </a:moveTo>
                    <a:cubicBezTo>
                      <a:pt x="204695" y="914400"/>
                      <a:pt x="0" y="709704"/>
                      <a:pt x="0" y="457200"/>
                    </a:cubicBezTo>
                    <a:cubicBezTo>
                      <a:pt x="0" y="204695"/>
                      <a:pt x="204695" y="0"/>
                      <a:pt x="457200" y="0"/>
                    </a:cubicBezTo>
                    <a:moveTo>
                      <a:pt x="3257550" y="914400"/>
                    </a:moveTo>
                    <a:lnTo>
                      <a:pt x="3257550" y="0"/>
                    </a:lnTo>
                  </a:path>
                </a:pathLst>
              </a:custGeom>
              <a:noFill/>
              <a:ln w="14287">
                <a:solidFill>
                  <a:srgbClr val="2C2C2C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2" name="Rounded Rectangle 10">
              <a:extLst>
                <a:ext uri="{FF2B5EF4-FFF2-40B4-BE49-F238E27FC236}">
                  <a16:creationId xmlns:a16="http://schemas.microsoft.com/office/drawing/2014/main" id="{D2AAB583-2FB1-64E8-C3A9-21549CB4829D}"/>
                </a:ext>
              </a:extLst>
            </p:cNvPr>
            <p:cNvSpPr/>
            <p:nvPr/>
          </p:nvSpPr>
          <p:spPr>
            <a:xfrm>
              <a:off x="3022368" y="2448781"/>
              <a:ext cx="345396" cy="340471"/>
            </a:xfrm>
            <a:custGeom>
              <a:avLst/>
              <a:gdLst/>
              <a:ahLst/>
              <a:cxnLst/>
              <a:rect l="0" t="0" r="0" b="0"/>
              <a:pathLst>
                <a:path w="345396" h="340471">
                  <a:moveTo>
                    <a:pt x="319139" y="148018"/>
                  </a:moveTo>
                  <a:cubicBezTo>
                    <a:pt x="331303" y="147962"/>
                    <a:pt x="341678" y="156815"/>
                    <a:pt x="343537" y="168836"/>
                  </a:cubicBezTo>
                  <a:cubicBezTo>
                    <a:pt x="345396" y="180858"/>
                    <a:pt x="338181" y="192430"/>
                    <a:pt x="326568" y="196052"/>
                  </a:cubicBezTo>
                  <a:cubicBezTo>
                    <a:pt x="314956" y="199674"/>
                    <a:pt x="302441" y="194255"/>
                    <a:pt x="297136" y="183308"/>
                  </a:cubicBezTo>
                  <a:lnTo>
                    <a:pt x="247416" y="183308"/>
                  </a:lnTo>
                  <a:cubicBezTo>
                    <a:pt x="240218" y="183461"/>
                    <a:pt x="233260" y="180719"/>
                    <a:pt x="228103" y="175696"/>
                  </a:cubicBezTo>
                  <a:cubicBezTo>
                    <a:pt x="222946" y="170673"/>
                    <a:pt x="220020" y="163790"/>
                    <a:pt x="219984" y="156590"/>
                  </a:cubicBezTo>
                  <a:lnTo>
                    <a:pt x="219984" y="141589"/>
                  </a:lnTo>
                  <a:cubicBezTo>
                    <a:pt x="219945" y="138793"/>
                    <a:pt x="217890" y="136436"/>
                    <a:pt x="215126" y="136017"/>
                  </a:cubicBezTo>
                  <a:lnTo>
                    <a:pt x="130830" y="136017"/>
                  </a:lnTo>
                  <a:cubicBezTo>
                    <a:pt x="124912" y="136017"/>
                    <a:pt x="120114" y="131219"/>
                    <a:pt x="120114" y="125301"/>
                  </a:cubicBezTo>
                  <a:cubicBezTo>
                    <a:pt x="120114" y="119383"/>
                    <a:pt x="124912" y="114585"/>
                    <a:pt x="130830" y="114585"/>
                  </a:cubicBezTo>
                  <a:lnTo>
                    <a:pt x="178979" y="114585"/>
                  </a:lnTo>
                  <a:lnTo>
                    <a:pt x="195124" y="44291"/>
                  </a:lnTo>
                  <a:cubicBezTo>
                    <a:pt x="199073" y="26722"/>
                    <a:pt x="214692" y="14250"/>
                    <a:pt x="232700" y="14287"/>
                  </a:cubicBezTo>
                  <a:lnTo>
                    <a:pt x="260275" y="14287"/>
                  </a:lnTo>
                  <a:cubicBezTo>
                    <a:pt x="264263" y="5634"/>
                    <a:pt x="272893" y="66"/>
                    <a:pt x="282420" y="0"/>
                  </a:cubicBezTo>
                  <a:cubicBezTo>
                    <a:pt x="294548" y="85"/>
                    <a:pt x="304800" y="9006"/>
                    <a:pt x="306561" y="21006"/>
                  </a:cubicBezTo>
                  <a:cubicBezTo>
                    <a:pt x="308322" y="33005"/>
                    <a:pt x="301065" y="44495"/>
                    <a:pt x="289473" y="48061"/>
                  </a:cubicBezTo>
                  <a:cubicBezTo>
                    <a:pt x="277881" y="51628"/>
                    <a:pt x="265420" y="46204"/>
                    <a:pt x="260132" y="35290"/>
                  </a:cubicBezTo>
                  <a:lnTo>
                    <a:pt x="232557" y="35290"/>
                  </a:lnTo>
                  <a:cubicBezTo>
                    <a:pt x="224570" y="35284"/>
                    <a:pt x="217637" y="40795"/>
                    <a:pt x="215840" y="48577"/>
                  </a:cubicBezTo>
                  <a:lnTo>
                    <a:pt x="200839" y="114585"/>
                  </a:lnTo>
                  <a:lnTo>
                    <a:pt x="214840" y="114585"/>
                  </a:lnTo>
                  <a:cubicBezTo>
                    <a:pt x="217918" y="114585"/>
                    <a:pt x="220412" y="112091"/>
                    <a:pt x="220412" y="109013"/>
                  </a:cubicBezTo>
                  <a:lnTo>
                    <a:pt x="220412" y="94726"/>
                  </a:lnTo>
                  <a:cubicBezTo>
                    <a:pt x="220374" y="87552"/>
                    <a:pt x="223207" y="80662"/>
                    <a:pt x="228279" y="75589"/>
                  </a:cubicBezTo>
                  <a:cubicBezTo>
                    <a:pt x="233352" y="70517"/>
                    <a:pt x="240242" y="67684"/>
                    <a:pt x="247416" y="67722"/>
                  </a:cubicBezTo>
                  <a:lnTo>
                    <a:pt x="296565" y="67722"/>
                  </a:lnTo>
                  <a:cubicBezTo>
                    <a:pt x="301559" y="57414"/>
                    <a:pt x="313013" y="51924"/>
                    <a:pt x="324177" y="54486"/>
                  </a:cubicBezTo>
                  <a:cubicBezTo>
                    <a:pt x="335341" y="57048"/>
                    <a:pt x="343254" y="66984"/>
                    <a:pt x="343254" y="78438"/>
                  </a:cubicBezTo>
                  <a:cubicBezTo>
                    <a:pt x="343254" y="89892"/>
                    <a:pt x="335341" y="99827"/>
                    <a:pt x="324177" y="102390"/>
                  </a:cubicBezTo>
                  <a:cubicBezTo>
                    <a:pt x="313013" y="104952"/>
                    <a:pt x="301559" y="99461"/>
                    <a:pt x="296565" y="89154"/>
                  </a:cubicBezTo>
                  <a:lnTo>
                    <a:pt x="246844" y="89154"/>
                  </a:lnTo>
                  <a:cubicBezTo>
                    <a:pt x="245355" y="89114"/>
                    <a:pt x="243914" y="89688"/>
                    <a:pt x="242860" y="90742"/>
                  </a:cubicBezTo>
                  <a:cubicBezTo>
                    <a:pt x="241807" y="91796"/>
                    <a:pt x="241232" y="93236"/>
                    <a:pt x="241272" y="94726"/>
                  </a:cubicBezTo>
                  <a:lnTo>
                    <a:pt x="241272" y="109013"/>
                  </a:lnTo>
                  <a:cubicBezTo>
                    <a:pt x="241427" y="110867"/>
                    <a:pt x="241427" y="112731"/>
                    <a:pt x="241272" y="114585"/>
                  </a:cubicBezTo>
                  <a:lnTo>
                    <a:pt x="257989" y="114585"/>
                  </a:lnTo>
                  <a:cubicBezTo>
                    <a:pt x="263465" y="103822"/>
                    <a:pt x="275952" y="98633"/>
                    <a:pt x="287444" y="102345"/>
                  </a:cubicBezTo>
                  <a:cubicBezTo>
                    <a:pt x="298936" y="106057"/>
                    <a:pt x="306028" y="117570"/>
                    <a:pt x="304174" y="129503"/>
                  </a:cubicBezTo>
                  <a:cubicBezTo>
                    <a:pt x="302319" y="141437"/>
                    <a:pt x="292068" y="150255"/>
                    <a:pt x="279991" y="150304"/>
                  </a:cubicBezTo>
                  <a:cubicBezTo>
                    <a:pt x="270494" y="150253"/>
                    <a:pt x="261899" y="144671"/>
                    <a:pt x="257988" y="136017"/>
                  </a:cubicBezTo>
                  <a:lnTo>
                    <a:pt x="241844" y="136017"/>
                  </a:lnTo>
                  <a:cubicBezTo>
                    <a:pt x="241984" y="137871"/>
                    <a:pt x="241984" y="139734"/>
                    <a:pt x="241844" y="141589"/>
                  </a:cubicBezTo>
                  <a:lnTo>
                    <a:pt x="241844" y="157019"/>
                  </a:lnTo>
                  <a:cubicBezTo>
                    <a:pt x="241804" y="158509"/>
                    <a:pt x="242378" y="159949"/>
                    <a:pt x="243432" y="161003"/>
                  </a:cubicBezTo>
                  <a:cubicBezTo>
                    <a:pt x="244485" y="162057"/>
                    <a:pt x="245926" y="162631"/>
                    <a:pt x="247416" y="162591"/>
                  </a:cubicBezTo>
                  <a:lnTo>
                    <a:pt x="297136" y="162591"/>
                  </a:lnTo>
                  <a:cubicBezTo>
                    <a:pt x="301102" y="153985"/>
                    <a:pt x="309663" y="148426"/>
                    <a:pt x="319139" y="148304"/>
                  </a:cubicBezTo>
                  <a:close/>
                  <a:moveTo>
                    <a:pt x="283135" y="234743"/>
                  </a:moveTo>
                  <a:cubicBezTo>
                    <a:pt x="275612" y="244916"/>
                    <a:pt x="266772" y="254045"/>
                    <a:pt x="256846" y="261889"/>
                  </a:cubicBezTo>
                  <a:lnTo>
                    <a:pt x="256846" y="329755"/>
                  </a:lnTo>
                  <a:cubicBezTo>
                    <a:pt x="256846" y="335673"/>
                    <a:pt x="252048" y="340471"/>
                    <a:pt x="246130" y="340471"/>
                  </a:cubicBezTo>
                  <a:cubicBezTo>
                    <a:pt x="240212" y="340471"/>
                    <a:pt x="235414" y="335673"/>
                    <a:pt x="235414" y="329755"/>
                  </a:cubicBezTo>
                  <a:lnTo>
                    <a:pt x="235414" y="256603"/>
                  </a:lnTo>
                  <a:cubicBezTo>
                    <a:pt x="235470" y="253171"/>
                    <a:pt x="237104" y="249956"/>
                    <a:pt x="239843" y="247888"/>
                  </a:cubicBezTo>
                  <a:cubicBezTo>
                    <a:pt x="249790" y="240608"/>
                    <a:pt x="258601" y="231893"/>
                    <a:pt x="265990" y="222027"/>
                  </a:cubicBezTo>
                  <a:cubicBezTo>
                    <a:pt x="267649" y="219699"/>
                    <a:pt x="270180" y="218142"/>
                    <a:pt x="273007" y="217711"/>
                  </a:cubicBezTo>
                  <a:cubicBezTo>
                    <a:pt x="275833" y="217280"/>
                    <a:pt x="278714" y="218013"/>
                    <a:pt x="280991" y="219741"/>
                  </a:cubicBezTo>
                  <a:cubicBezTo>
                    <a:pt x="285726" y="223292"/>
                    <a:pt x="286685" y="230009"/>
                    <a:pt x="283134" y="234743"/>
                  </a:cubicBezTo>
                  <a:close/>
                  <a:moveTo>
                    <a:pt x="118826" y="281242"/>
                  </a:moveTo>
                  <a:cubicBezTo>
                    <a:pt x="120983" y="283264"/>
                    <a:pt x="122222" y="286079"/>
                    <a:pt x="122257" y="289036"/>
                  </a:cubicBezTo>
                  <a:lnTo>
                    <a:pt x="122257" y="329755"/>
                  </a:lnTo>
                  <a:cubicBezTo>
                    <a:pt x="122257" y="335673"/>
                    <a:pt x="117460" y="340471"/>
                    <a:pt x="111542" y="340471"/>
                  </a:cubicBezTo>
                  <a:cubicBezTo>
                    <a:pt x="105624" y="340471"/>
                    <a:pt x="100826" y="335673"/>
                    <a:pt x="100826" y="329755"/>
                  </a:cubicBezTo>
                  <a:lnTo>
                    <a:pt x="100826" y="299751"/>
                  </a:lnTo>
                  <a:lnTo>
                    <a:pt x="97254" y="299751"/>
                  </a:lnTo>
                  <a:cubicBezTo>
                    <a:pt x="68824" y="299752"/>
                    <a:pt x="45755" y="276746"/>
                    <a:pt x="45676" y="248316"/>
                  </a:cubicBezTo>
                  <a:lnTo>
                    <a:pt x="45676" y="218313"/>
                  </a:lnTo>
                  <a:lnTo>
                    <a:pt x="18387" y="218313"/>
                  </a:lnTo>
                  <a:cubicBezTo>
                    <a:pt x="12724" y="218349"/>
                    <a:pt x="7396" y="215632"/>
                    <a:pt x="4100" y="211026"/>
                  </a:cubicBezTo>
                  <a:cubicBezTo>
                    <a:pt x="898" y="206501"/>
                    <a:pt x="0" y="200738"/>
                    <a:pt x="1671" y="195453"/>
                  </a:cubicBezTo>
                  <a:lnTo>
                    <a:pt x="8529" y="173736"/>
                  </a:lnTo>
                  <a:cubicBezTo>
                    <a:pt x="34246" y="91582"/>
                    <a:pt x="60678" y="6858"/>
                    <a:pt x="168406" y="6858"/>
                  </a:cubicBezTo>
                  <a:cubicBezTo>
                    <a:pt x="174324" y="6858"/>
                    <a:pt x="179122" y="11655"/>
                    <a:pt x="179122" y="17573"/>
                  </a:cubicBezTo>
                  <a:cubicBezTo>
                    <a:pt x="179122" y="23491"/>
                    <a:pt x="174324" y="28289"/>
                    <a:pt x="168406" y="28289"/>
                  </a:cubicBezTo>
                  <a:cubicBezTo>
                    <a:pt x="76394" y="28289"/>
                    <a:pt x="53392" y="102012"/>
                    <a:pt x="28960" y="180736"/>
                  </a:cubicBezTo>
                  <a:cubicBezTo>
                    <a:pt x="27245" y="186451"/>
                    <a:pt x="25531" y="192024"/>
                    <a:pt x="23674" y="197596"/>
                  </a:cubicBezTo>
                  <a:lnTo>
                    <a:pt x="56392" y="197596"/>
                  </a:lnTo>
                  <a:cubicBezTo>
                    <a:pt x="61793" y="197881"/>
                    <a:pt x="66108" y="202196"/>
                    <a:pt x="66393" y="207597"/>
                  </a:cubicBezTo>
                  <a:lnTo>
                    <a:pt x="66393" y="248316"/>
                  </a:lnTo>
                  <a:cubicBezTo>
                    <a:pt x="66472" y="264910"/>
                    <a:pt x="79946" y="278320"/>
                    <a:pt x="96540" y="278320"/>
                  </a:cubicBezTo>
                  <a:lnTo>
                    <a:pt x="110827" y="278320"/>
                  </a:lnTo>
                  <a:cubicBezTo>
                    <a:pt x="113780" y="278164"/>
                    <a:pt x="116669" y="279219"/>
                    <a:pt x="118826" y="28124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ounded Rectangle 11">
              <a:extLst>
                <a:ext uri="{FF2B5EF4-FFF2-40B4-BE49-F238E27FC236}">
                  <a16:creationId xmlns:a16="http://schemas.microsoft.com/office/drawing/2014/main" id="{EA477555-B5AE-8E5F-3082-D0418F44F564}"/>
                </a:ext>
              </a:extLst>
            </p:cNvPr>
            <p:cNvSpPr/>
            <p:nvPr/>
          </p:nvSpPr>
          <p:spPr>
            <a:xfrm>
              <a:off x="6520854" y="3586209"/>
              <a:ext cx="344506" cy="346447"/>
            </a:xfrm>
            <a:custGeom>
              <a:avLst/>
              <a:gdLst/>
              <a:ahLst/>
              <a:cxnLst/>
              <a:rect l="0" t="0" r="0" b="0"/>
              <a:pathLst>
                <a:path w="344506" h="346447">
                  <a:moveTo>
                    <a:pt x="391" y="3143"/>
                  </a:moveTo>
                  <a:moveTo>
                    <a:pt x="342763" y="343209"/>
                  </a:moveTo>
                  <a:cubicBezTo>
                    <a:pt x="341224" y="345352"/>
                    <a:pt x="338611" y="346447"/>
                    <a:pt x="336004" y="346043"/>
                  </a:cubicBezTo>
                  <a:lnTo>
                    <a:pt x="293141" y="346043"/>
                  </a:lnTo>
                  <a:cubicBezTo>
                    <a:pt x="289849" y="346022"/>
                    <a:pt x="286980" y="343797"/>
                    <a:pt x="286141" y="340613"/>
                  </a:cubicBezTo>
                  <a:lnTo>
                    <a:pt x="275282" y="293322"/>
                  </a:lnTo>
                  <a:cubicBezTo>
                    <a:pt x="275013" y="292238"/>
                    <a:pt x="275268" y="291090"/>
                    <a:pt x="275969" y="290221"/>
                  </a:cubicBezTo>
                  <a:cubicBezTo>
                    <a:pt x="276670" y="289351"/>
                    <a:pt x="277737" y="288860"/>
                    <a:pt x="278854" y="288893"/>
                  </a:cubicBezTo>
                  <a:cubicBezTo>
                    <a:pt x="290656" y="289064"/>
                    <a:pt x="302141" y="285068"/>
                    <a:pt x="311287" y="277606"/>
                  </a:cubicBezTo>
                  <a:cubicBezTo>
                    <a:pt x="312127" y="276870"/>
                    <a:pt x="313262" y="276571"/>
                    <a:pt x="314356" y="276795"/>
                  </a:cubicBezTo>
                  <a:cubicBezTo>
                    <a:pt x="315450" y="277019"/>
                    <a:pt x="316376" y="277742"/>
                    <a:pt x="316859" y="278749"/>
                  </a:cubicBezTo>
                  <a:lnTo>
                    <a:pt x="343291" y="335899"/>
                  </a:lnTo>
                  <a:cubicBezTo>
                    <a:pt x="344506" y="338240"/>
                    <a:pt x="344302" y="341066"/>
                    <a:pt x="342763" y="343209"/>
                  </a:cubicBezTo>
                  <a:close/>
                  <a:moveTo>
                    <a:pt x="65542" y="288893"/>
                  </a:moveTo>
                  <a:cubicBezTo>
                    <a:pt x="66706" y="288763"/>
                    <a:pt x="67861" y="289213"/>
                    <a:pt x="68631" y="290097"/>
                  </a:cubicBezTo>
                  <a:cubicBezTo>
                    <a:pt x="69400" y="290981"/>
                    <a:pt x="69688" y="292186"/>
                    <a:pt x="69399" y="293322"/>
                  </a:cubicBezTo>
                  <a:lnTo>
                    <a:pt x="57541" y="340613"/>
                  </a:lnTo>
                  <a:cubicBezTo>
                    <a:pt x="56784" y="343912"/>
                    <a:pt x="53777" y="346197"/>
                    <a:pt x="50397" y="346043"/>
                  </a:cubicBezTo>
                  <a:lnTo>
                    <a:pt x="7534" y="346043"/>
                  </a:lnTo>
                  <a:cubicBezTo>
                    <a:pt x="5075" y="346104"/>
                    <a:pt x="2763" y="344870"/>
                    <a:pt x="1446" y="342792"/>
                  </a:cubicBezTo>
                  <a:cubicBezTo>
                    <a:pt x="129" y="340714"/>
                    <a:pt x="0" y="338097"/>
                    <a:pt x="1105" y="335899"/>
                  </a:cubicBezTo>
                  <a:lnTo>
                    <a:pt x="27537" y="278749"/>
                  </a:lnTo>
                  <a:cubicBezTo>
                    <a:pt x="28020" y="277742"/>
                    <a:pt x="28946" y="277019"/>
                    <a:pt x="30039" y="276795"/>
                  </a:cubicBezTo>
                  <a:cubicBezTo>
                    <a:pt x="31133" y="276571"/>
                    <a:pt x="32269" y="276870"/>
                    <a:pt x="33109" y="277606"/>
                  </a:cubicBezTo>
                  <a:cubicBezTo>
                    <a:pt x="42242" y="285089"/>
                    <a:pt x="53735" y="289089"/>
                    <a:pt x="65541" y="288893"/>
                  </a:cubicBezTo>
                  <a:close/>
                  <a:moveTo>
                    <a:pt x="258423" y="266604"/>
                  </a:moveTo>
                  <a:cubicBezTo>
                    <a:pt x="257292" y="265875"/>
                    <a:pt x="255839" y="265875"/>
                    <a:pt x="254708" y="266604"/>
                  </a:cubicBezTo>
                  <a:lnTo>
                    <a:pt x="226133" y="279892"/>
                  </a:lnTo>
                  <a:cubicBezTo>
                    <a:pt x="225121" y="280420"/>
                    <a:pt x="223913" y="280410"/>
                    <a:pt x="222910" y="279866"/>
                  </a:cubicBezTo>
                  <a:cubicBezTo>
                    <a:pt x="221907" y="279321"/>
                    <a:pt x="221241" y="278313"/>
                    <a:pt x="221132" y="277177"/>
                  </a:cubicBezTo>
                  <a:lnTo>
                    <a:pt x="217989" y="254888"/>
                  </a:lnTo>
                  <a:cubicBezTo>
                    <a:pt x="217844" y="253321"/>
                    <a:pt x="218703" y="251833"/>
                    <a:pt x="220132" y="251174"/>
                  </a:cubicBezTo>
                  <a:lnTo>
                    <a:pt x="243707" y="240172"/>
                  </a:lnTo>
                  <a:cubicBezTo>
                    <a:pt x="244219" y="239949"/>
                    <a:pt x="244555" y="239446"/>
                    <a:pt x="244564" y="238886"/>
                  </a:cubicBezTo>
                  <a:cubicBezTo>
                    <a:pt x="244417" y="237127"/>
                    <a:pt x="244417" y="235359"/>
                    <a:pt x="244564" y="233600"/>
                  </a:cubicBezTo>
                  <a:cubicBezTo>
                    <a:pt x="244721" y="232399"/>
                    <a:pt x="244232" y="231204"/>
                    <a:pt x="243278" y="230457"/>
                  </a:cubicBezTo>
                  <a:lnTo>
                    <a:pt x="197987" y="190738"/>
                  </a:lnTo>
                  <a:cubicBezTo>
                    <a:pt x="196734" y="189896"/>
                    <a:pt x="195096" y="189896"/>
                    <a:pt x="193843" y="190738"/>
                  </a:cubicBezTo>
                  <a:cubicBezTo>
                    <a:pt x="180582" y="198394"/>
                    <a:pt x="164243" y="198394"/>
                    <a:pt x="150981" y="190738"/>
                  </a:cubicBezTo>
                  <a:cubicBezTo>
                    <a:pt x="149785" y="189879"/>
                    <a:pt x="148176" y="189879"/>
                    <a:pt x="146980" y="190738"/>
                  </a:cubicBezTo>
                  <a:lnTo>
                    <a:pt x="101689" y="230457"/>
                  </a:lnTo>
                  <a:cubicBezTo>
                    <a:pt x="100735" y="231204"/>
                    <a:pt x="100246" y="232399"/>
                    <a:pt x="100403" y="233600"/>
                  </a:cubicBezTo>
                  <a:cubicBezTo>
                    <a:pt x="100550" y="235359"/>
                    <a:pt x="100550" y="237127"/>
                    <a:pt x="100403" y="238886"/>
                  </a:cubicBezTo>
                  <a:cubicBezTo>
                    <a:pt x="100133" y="239488"/>
                    <a:pt x="100310" y="240197"/>
                    <a:pt x="100832" y="240601"/>
                  </a:cubicBezTo>
                  <a:lnTo>
                    <a:pt x="124406" y="251602"/>
                  </a:lnTo>
                  <a:cubicBezTo>
                    <a:pt x="125835" y="252262"/>
                    <a:pt x="126694" y="253750"/>
                    <a:pt x="126549" y="255317"/>
                  </a:cubicBezTo>
                  <a:lnTo>
                    <a:pt x="123406" y="277606"/>
                  </a:lnTo>
                  <a:cubicBezTo>
                    <a:pt x="123298" y="278742"/>
                    <a:pt x="122631" y="279750"/>
                    <a:pt x="121628" y="280294"/>
                  </a:cubicBezTo>
                  <a:cubicBezTo>
                    <a:pt x="120625" y="280839"/>
                    <a:pt x="119417" y="280848"/>
                    <a:pt x="118405" y="280320"/>
                  </a:cubicBezTo>
                  <a:lnTo>
                    <a:pt x="89830" y="267033"/>
                  </a:lnTo>
                  <a:cubicBezTo>
                    <a:pt x="88699" y="266304"/>
                    <a:pt x="87246" y="266304"/>
                    <a:pt x="86116" y="267033"/>
                  </a:cubicBezTo>
                  <a:cubicBezTo>
                    <a:pt x="79992" y="271833"/>
                    <a:pt x="72464" y="274492"/>
                    <a:pt x="64684" y="274605"/>
                  </a:cubicBezTo>
                  <a:cubicBezTo>
                    <a:pt x="48774" y="274720"/>
                    <a:pt x="34721" y="264256"/>
                    <a:pt x="30271" y="248980"/>
                  </a:cubicBezTo>
                  <a:cubicBezTo>
                    <a:pt x="25821" y="233704"/>
                    <a:pt x="32056" y="217330"/>
                    <a:pt x="45539" y="208883"/>
                  </a:cubicBezTo>
                  <a:cubicBezTo>
                    <a:pt x="46650" y="208179"/>
                    <a:pt x="47260" y="206903"/>
                    <a:pt x="47111" y="205597"/>
                  </a:cubicBezTo>
                  <a:lnTo>
                    <a:pt x="41681" y="147589"/>
                  </a:lnTo>
                  <a:cubicBezTo>
                    <a:pt x="41501" y="146086"/>
                    <a:pt x="40428" y="144843"/>
                    <a:pt x="38967" y="144446"/>
                  </a:cubicBezTo>
                  <a:cubicBezTo>
                    <a:pt x="18336" y="138700"/>
                    <a:pt x="5112" y="118608"/>
                    <a:pt x="7994" y="97386"/>
                  </a:cubicBezTo>
                  <a:cubicBezTo>
                    <a:pt x="10877" y="76165"/>
                    <a:pt x="28980" y="60328"/>
                    <a:pt x="50397" y="60293"/>
                  </a:cubicBezTo>
                  <a:cubicBezTo>
                    <a:pt x="56848" y="60303"/>
                    <a:pt x="63209" y="61820"/>
                    <a:pt x="68971" y="64722"/>
                  </a:cubicBezTo>
                  <a:cubicBezTo>
                    <a:pt x="69891" y="65074"/>
                    <a:pt x="70908" y="65074"/>
                    <a:pt x="71828" y="64722"/>
                  </a:cubicBezTo>
                  <a:lnTo>
                    <a:pt x="133836" y="38861"/>
                  </a:lnTo>
                  <a:cubicBezTo>
                    <a:pt x="135119" y="38342"/>
                    <a:pt x="135964" y="37103"/>
                    <a:pt x="135979" y="35718"/>
                  </a:cubicBezTo>
                  <a:cubicBezTo>
                    <a:pt x="135979" y="15991"/>
                    <a:pt x="151971" y="0"/>
                    <a:pt x="171698" y="0"/>
                  </a:cubicBezTo>
                  <a:cubicBezTo>
                    <a:pt x="191425" y="0"/>
                    <a:pt x="207416" y="15991"/>
                    <a:pt x="207416" y="35718"/>
                  </a:cubicBezTo>
                  <a:cubicBezTo>
                    <a:pt x="207431" y="37103"/>
                    <a:pt x="208276" y="38342"/>
                    <a:pt x="209560" y="38861"/>
                  </a:cubicBezTo>
                  <a:lnTo>
                    <a:pt x="272139" y="64579"/>
                  </a:lnTo>
                  <a:cubicBezTo>
                    <a:pt x="273059" y="64931"/>
                    <a:pt x="274076" y="64931"/>
                    <a:pt x="274996" y="64579"/>
                  </a:cubicBezTo>
                  <a:cubicBezTo>
                    <a:pt x="280684" y="61769"/>
                    <a:pt x="286941" y="60303"/>
                    <a:pt x="293284" y="60293"/>
                  </a:cubicBezTo>
                  <a:cubicBezTo>
                    <a:pt x="314700" y="60328"/>
                    <a:pt x="332804" y="76165"/>
                    <a:pt x="335687" y="97386"/>
                  </a:cubicBezTo>
                  <a:cubicBezTo>
                    <a:pt x="338569" y="118608"/>
                    <a:pt x="325345" y="138700"/>
                    <a:pt x="304714" y="144446"/>
                  </a:cubicBezTo>
                  <a:cubicBezTo>
                    <a:pt x="303253" y="144843"/>
                    <a:pt x="302180" y="146086"/>
                    <a:pt x="302000" y="147589"/>
                  </a:cubicBezTo>
                  <a:lnTo>
                    <a:pt x="296570" y="205597"/>
                  </a:lnTo>
                  <a:cubicBezTo>
                    <a:pt x="296421" y="206903"/>
                    <a:pt x="297031" y="208179"/>
                    <a:pt x="298142" y="208883"/>
                  </a:cubicBezTo>
                  <a:cubicBezTo>
                    <a:pt x="311625" y="217330"/>
                    <a:pt x="317860" y="233704"/>
                    <a:pt x="313410" y="248980"/>
                  </a:cubicBezTo>
                  <a:cubicBezTo>
                    <a:pt x="308960" y="264256"/>
                    <a:pt x="294907" y="274720"/>
                    <a:pt x="278997" y="274605"/>
                  </a:cubicBezTo>
                  <a:cubicBezTo>
                    <a:pt x="271464" y="274187"/>
                    <a:pt x="264259" y="271385"/>
                    <a:pt x="258423" y="266604"/>
                  </a:cubicBezTo>
                  <a:close/>
                  <a:moveTo>
                    <a:pt x="80829" y="206740"/>
                  </a:moveTo>
                  <a:cubicBezTo>
                    <a:pt x="82024" y="207598"/>
                    <a:pt x="83634" y="207598"/>
                    <a:pt x="84830" y="206740"/>
                  </a:cubicBezTo>
                  <a:lnTo>
                    <a:pt x="129407" y="167735"/>
                  </a:lnTo>
                  <a:cubicBezTo>
                    <a:pt x="130520" y="166853"/>
                    <a:pt x="130975" y="165376"/>
                    <a:pt x="130550" y="164020"/>
                  </a:cubicBezTo>
                  <a:cubicBezTo>
                    <a:pt x="129519" y="160492"/>
                    <a:pt x="128990" y="156837"/>
                    <a:pt x="128978" y="153161"/>
                  </a:cubicBezTo>
                  <a:cubicBezTo>
                    <a:pt x="128750" y="152456"/>
                    <a:pt x="128230" y="151883"/>
                    <a:pt x="127549" y="151590"/>
                  </a:cubicBezTo>
                  <a:lnTo>
                    <a:pt x="83401" y="134445"/>
                  </a:lnTo>
                  <a:cubicBezTo>
                    <a:pt x="82260" y="133750"/>
                    <a:pt x="80827" y="133750"/>
                    <a:pt x="79686" y="134445"/>
                  </a:cubicBezTo>
                  <a:cubicBezTo>
                    <a:pt x="77275" y="136621"/>
                    <a:pt x="74641" y="138537"/>
                    <a:pt x="71828" y="140160"/>
                  </a:cubicBezTo>
                  <a:cubicBezTo>
                    <a:pt x="70585" y="140834"/>
                    <a:pt x="69856" y="142179"/>
                    <a:pt x="69971" y="143589"/>
                  </a:cubicBezTo>
                  <a:lnTo>
                    <a:pt x="75543" y="203168"/>
                  </a:lnTo>
                  <a:cubicBezTo>
                    <a:pt x="75795" y="204402"/>
                    <a:pt x="76656" y="205424"/>
                    <a:pt x="77829" y="205882"/>
                  </a:cubicBezTo>
                  <a:close/>
                  <a:moveTo>
                    <a:pt x="155696" y="113728"/>
                  </a:moveTo>
                  <a:cubicBezTo>
                    <a:pt x="156893" y="113152"/>
                    <a:pt x="157626" y="111912"/>
                    <a:pt x="157553" y="110585"/>
                  </a:cubicBezTo>
                  <a:lnTo>
                    <a:pt x="157553" y="74580"/>
                  </a:lnTo>
                  <a:cubicBezTo>
                    <a:pt x="158238" y="72766"/>
                    <a:pt x="157350" y="70737"/>
                    <a:pt x="155553" y="70008"/>
                  </a:cubicBezTo>
                  <a:cubicBezTo>
                    <a:pt x="153129" y="68702"/>
                    <a:pt x="150833" y="67171"/>
                    <a:pt x="148695" y="65436"/>
                  </a:cubicBezTo>
                  <a:cubicBezTo>
                    <a:pt x="147554" y="64742"/>
                    <a:pt x="146121" y="64742"/>
                    <a:pt x="144980" y="65436"/>
                  </a:cubicBezTo>
                  <a:lnTo>
                    <a:pt x="93402" y="86582"/>
                  </a:lnTo>
                  <a:cubicBezTo>
                    <a:pt x="91679" y="87307"/>
                    <a:pt x="90807" y="89239"/>
                    <a:pt x="91402" y="91011"/>
                  </a:cubicBezTo>
                  <a:cubicBezTo>
                    <a:pt x="92601" y="94949"/>
                    <a:pt x="93226" y="99039"/>
                    <a:pt x="93259" y="103155"/>
                  </a:cubicBezTo>
                  <a:lnTo>
                    <a:pt x="93259" y="104155"/>
                  </a:lnTo>
                  <a:cubicBezTo>
                    <a:pt x="93089" y="105769"/>
                    <a:pt x="94028" y="107295"/>
                    <a:pt x="95545" y="107870"/>
                  </a:cubicBezTo>
                  <a:lnTo>
                    <a:pt x="137551" y="124158"/>
                  </a:lnTo>
                  <a:cubicBezTo>
                    <a:pt x="138896" y="124603"/>
                    <a:pt x="140377" y="124273"/>
                    <a:pt x="141408" y="123301"/>
                  </a:cubicBezTo>
                  <a:cubicBezTo>
                    <a:pt x="145432" y="119126"/>
                    <a:pt x="150304" y="115861"/>
                    <a:pt x="155696" y="113728"/>
                  </a:cubicBezTo>
                  <a:close/>
                  <a:moveTo>
                    <a:pt x="186128" y="110585"/>
                  </a:moveTo>
                  <a:cubicBezTo>
                    <a:pt x="186055" y="111912"/>
                    <a:pt x="186788" y="113152"/>
                    <a:pt x="187985" y="113728"/>
                  </a:cubicBezTo>
                  <a:cubicBezTo>
                    <a:pt x="193377" y="115861"/>
                    <a:pt x="198249" y="119126"/>
                    <a:pt x="202273" y="123301"/>
                  </a:cubicBezTo>
                  <a:cubicBezTo>
                    <a:pt x="203304" y="124273"/>
                    <a:pt x="204785" y="124603"/>
                    <a:pt x="206131" y="124158"/>
                  </a:cubicBezTo>
                  <a:lnTo>
                    <a:pt x="248136" y="107870"/>
                  </a:lnTo>
                  <a:cubicBezTo>
                    <a:pt x="249653" y="107295"/>
                    <a:pt x="250592" y="105769"/>
                    <a:pt x="250422" y="104155"/>
                  </a:cubicBezTo>
                  <a:lnTo>
                    <a:pt x="250422" y="103155"/>
                  </a:lnTo>
                  <a:cubicBezTo>
                    <a:pt x="250571" y="99471"/>
                    <a:pt x="251196" y="95821"/>
                    <a:pt x="252279" y="92297"/>
                  </a:cubicBezTo>
                  <a:cubicBezTo>
                    <a:pt x="252874" y="90524"/>
                    <a:pt x="252002" y="88593"/>
                    <a:pt x="250279" y="87868"/>
                  </a:cubicBezTo>
                  <a:lnTo>
                    <a:pt x="198701" y="66722"/>
                  </a:lnTo>
                  <a:cubicBezTo>
                    <a:pt x="197560" y="66028"/>
                    <a:pt x="196127" y="66028"/>
                    <a:pt x="194986" y="66722"/>
                  </a:cubicBezTo>
                  <a:cubicBezTo>
                    <a:pt x="192848" y="68457"/>
                    <a:pt x="190552" y="69988"/>
                    <a:pt x="188128" y="71294"/>
                  </a:cubicBezTo>
                  <a:cubicBezTo>
                    <a:pt x="186878" y="71906"/>
                    <a:pt x="186098" y="73189"/>
                    <a:pt x="186128" y="74580"/>
                  </a:cubicBezTo>
                  <a:lnTo>
                    <a:pt x="186128" y="110299"/>
                  </a:lnTo>
                  <a:close/>
                  <a:moveTo>
                    <a:pt x="213560" y="164020"/>
                  </a:moveTo>
                  <a:cubicBezTo>
                    <a:pt x="213135" y="165376"/>
                    <a:pt x="213589" y="166853"/>
                    <a:pt x="214703" y="167735"/>
                  </a:cubicBezTo>
                  <a:lnTo>
                    <a:pt x="258851" y="207454"/>
                  </a:lnTo>
                  <a:cubicBezTo>
                    <a:pt x="260047" y="208312"/>
                    <a:pt x="261657" y="208312"/>
                    <a:pt x="262852" y="207454"/>
                  </a:cubicBezTo>
                  <a:lnTo>
                    <a:pt x="265852" y="206168"/>
                  </a:lnTo>
                  <a:cubicBezTo>
                    <a:pt x="267103" y="205658"/>
                    <a:pt x="267979" y="204509"/>
                    <a:pt x="268138" y="203168"/>
                  </a:cubicBezTo>
                  <a:lnTo>
                    <a:pt x="273710" y="142874"/>
                  </a:lnTo>
                  <a:cubicBezTo>
                    <a:pt x="273853" y="141496"/>
                    <a:pt x="273184" y="140159"/>
                    <a:pt x="271996" y="139445"/>
                  </a:cubicBezTo>
                  <a:cubicBezTo>
                    <a:pt x="269183" y="137822"/>
                    <a:pt x="266549" y="135907"/>
                    <a:pt x="264138" y="133730"/>
                  </a:cubicBezTo>
                  <a:cubicBezTo>
                    <a:pt x="262997" y="133036"/>
                    <a:pt x="261564" y="133036"/>
                    <a:pt x="260423" y="133730"/>
                  </a:cubicBezTo>
                  <a:lnTo>
                    <a:pt x="216275" y="150875"/>
                  </a:lnTo>
                  <a:cubicBezTo>
                    <a:pt x="215295" y="151196"/>
                    <a:pt x="214652" y="152132"/>
                    <a:pt x="214703" y="153161"/>
                  </a:cubicBezTo>
                  <a:cubicBezTo>
                    <a:pt x="214831" y="156817"/>
                    <a:pt x="214446" y="160472"/>
                    <a:pt x="213560" y="164020"/>
                  </a:cubicBezTo>
                  <a:close/>
                  <a:moveTo>
                    <a:pt x="157553" y="215598"/>
                  </a:moveTo>
                  <a:cubicBezTo>
                    <a:pt x="166820" y="218077"/>
                    <a:pt x="176575" y="218077"/>
                    <a:pt x="185842" y="215598"/>
                  </a:cubicBezTo>
                  <a:cubicBezTo>
                    <a:pt x="186813" y="215390"/>
                    <a:pt x="187826" y="215595"/>
                    <a:pt x="188639" y="216164"/>
                  </a:cubicBezTo>
                  <a:cubicBezTo>
                    <a:pt x="189452" y="216733"/>
                    <a:pt x="189992" y="217615"/>
                    <a:pt x="190129" y="218598"/>
                  </a:cubicBezTo>
                  <a:lnTo>
                    <a:pt x="206416" y="337899"/>
                  </a:lnTo>
                  <a:cubicBezTo>
                    <a:pt x="206704" y="339935"/>
                    <a:pt x="206101" y="341997"/>
                    <a:pt x="204760" y="343556"/>
                  </a:cubicBezTo>
                  <a:cubicBezTo>
                    <a:pt x="203419" y="345116"/>
                    <a:pt x="201472" y="346022"/>
                    <a:pt x="199415" y="346043"/>
                  </a:cubicBezTo>
                  <a:lnTo>
                    <a:pt x="144266" y="346043"/>
                  </a:lnTo>
                  <a:cubicBezTo>
                    <a:pt x="142209" y="346022"/>
                    <a:pt x="140262" y="345116"/>
                    <a:pt x="138921" y="343556"/>
                  </a:cubicBezTo>
                  <a:cubicBezTo>
                    <a:pt x="137580" y="341997"/>
                    <a:pt x="136977" y="339935"/>
                    <a:pt x="137265" y="337899"/>
                  </a:cubicBezTo>
                  <a:lnTo>
                    <a:pt x="153267" y="218598"/>
                  </a:lnTo>
                  <a:cubicBezTo>
                    <a:pt x="153404" y="217615"/>
                    <a:pt x="153943" y="216733"/>
                    <a:pt x="154756" y="216164"/>
                  </a:cubicBezTo>
                  <a:cubicBezTo>
                    <a:pt x="155569" y="215595"/>
                    <a:pt x="156583" y="215390"/>
                    <a:pt x="157553" y="21559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ounded Rectangle 12">
              <a:extLst>
                <a:ext uri="{FF2B5EF4-FFF2-40B4-BE49-F238E27FC236}">
                  <a16:creationId xmlns:a16="http://schemas.microsoft.com/office/drawing/2014/main" id="{FCC8E39D-9B31-B033-A234-E2C848C1A3FC}"/>
                </a:ext>
              </a:extLst>
            </p:cNvPr>
            <p:cNvSpPr/>
            <p:nvPr/>
          </p:nvSpPr>
          <p:spPr>
            <a:xfrm>
              <a:off x="2055768" y="4735842"/>
              <a:ext cx="312006" cy="335839"/>
            </a:xfrm>
            <a:custGeom>
              <a:avLst/>
              <a:gdLst/>
              <a:ahLst/>
              <a:cxnLst/>
              <a:rect l="0" t="0" r="0" b="0"/>
              <a:pathLst>
                <a:path w="312006" h="335839">
                  <a:moveTo>
                    <a:pt x="150304" y="80235"/>
                  </a:moveTo>
                  <a:cubicBezTo>
                    <a:pt x="161469" y="91405"/>
                    <a:pt x="179575" y="91407"/>
                    <a:pt x="190742" y="80240"/>
                  </a:cubicBezTo>
                  <a:cubicBezTo>
                    <a:pt x="201910" y="69073"/>
                    <a:pt x="201907" y="50966"/>
                    <a:pt x="190738" y="39802"/>
                  </a:cubicBezTo>
                  <a:cubicBezTo>
                    <a:pt x="189364" y="38446"/>
                    <a:pt x="187882" y="37204"/>
                    <a:pt x="186308" y="36087"/>
                  </a:cubicBezTo>
                  <a:cubicBezTo>
                    <a:pt x="184472" y="35000"/>
                    <a:pt x="183295" y="33073"/>
                    <a:pt x="183165" y="30943"/>
                  </a:cubicBezTo>
                  <a:cubicBezTo>
                    <a:pt x="182948" y="28793"/>
                    <a:pt x="183678" y="26654"/>
                    <a:pt x="185165" y="25085"/>
                  </a:cubicBezTo>
                  <a:lnTo>
                    <a:pt x="205882" y="4226"/>
                  </a:lnTo>
                  <a:cubicBezTo>
                    <a:pt x="208565" y="1521"/>
                    <a:pt x="212217" y="0"/>
                    <a:pt x="216026" y="0"/>
                  </a:cubicBezTo>
                  <a:cubicBezTo>
                    <a:pt x="219836" y="0"/>
                    <a:pt x="223488" y="1521"/>
                    <a:pt x="226171" y="4226"/>
                  </a:cubicBezTo>
                  <a:lnTo>
                    <a:pt x="245030" y="23228"/>
                  </a:lnTo>
                  <a:cubicBezTo>
                    <a:pt x="245864" y="24034"/>
                    <a:pt x="247027" y="24404"/>
                    <a:pt x="248173" y="24228"/>
                  </a:cubicBezTo>
                  <a:cubicBezTo>
                    <a:pt x="249356" y="24057"/>
                    <a:pt x="250375" y="23307"/>
                    <a:pt x="250888" y="22228"/>
                  </a:cubicBezTo>
                  <a:cubicBezTo>
                    <a:pt x="252248" y="19289"/>
                    <a:pt x="254137" y="16626"/>
                    <a:pt x="256460" y="14370"/>
                  </a:cubicBezTo>
                  <a:cubicBezTo>
                    <a:pt x="267625" y="3200"/>
                    <a:pt x="285731" y="3198"/>
                    <a:pt x="296898" y="14365"/>
                  </a:cubicBezTo>
                  <a:cubicBezTo>
                    <a:pt x="308066" y="25533"/>
                    <a:pt x="308064" y="43639"/>
                    <a:pt x="296894" y="54803"/>
                  </a:cubicBezTo>
                  <a:cubicBezTo>
                    <a:pt x="294512" y="57040"/>
                    <a:pt x="291817" y="58917"/>
                    <a:pt x="288893" y="60376"/>
                  </a:cubicBezTo>
                  <a:cubicBezTo>
                    <a:pt x="287873" y="60857"/>
                    <a:pt x="287172" y="61828"/>
                    <a:pt x="287035" y="62947"/>
                  </a:cubicBezTo>
                  <a:cubicBezTo>
                    <a:pt x="286799" y="64072"/>
                    <a:pt x="287118" y="65242"/>
                    <a:pt x="287893" y="66091"/>
                  </a:cubicBezTo>
                  <a:lnTo>
                    <a:pt x="306466" y="85093"/>
                  </a:lnTo>
                  <a:cubicBezTo>
                    <a:pt x="312006" y="90666"/>
                    <a:pt x="312006" y="99666"/>
                    <a:pt x="306466" y="105238"/>
                  </a:cubicBezTo>
                  <a:lnTo>
                    <a:pt x="284178" y="127670"/>
                  </a:lnTo>
                  <a:cubicBezTo>
                    <a:pt x="282625" y="129286"/>
                    <a:pt x="280403" y="130080"/>
                    <a:pt x="278177" y="129813"/>
                  </a:cubicBezTo>
                  <a:cubicBezTo>
                    <a:pt x="275759" y="129367"/>
                    <a:pt x="273753" y="127686"/>
                    <a:pt x="272891" y="125384"/>
                  </a:cubicBezTo>
                  <a:cubicBezTo>
                    <a:pt x="271501" y="121705"/>
                    <a:pt x="269304" y="118385"/>
                    <a:pt x="266461" y="115668"/>
                  </a:cubicBezTo>
                  <a:cubicBezTo>
                    <a:pt x="255316" y="104589"/>
                    <a:pt x="237316" y="104589"/>
                    <a:pt x="226171" y="115668"/>
                  </a:cubicBezTo>
                  <a:cubicBezTo>
                    <a:pt x="219326" y="122475"/>
                    <a:pt x="216381" y="132278"/>
                    <a:pt x="218340" y="141730"/>
                  </a:cubicBezTo>
                  <a:cubicBezTo>
                    <a:pt x="220300" y="151182"/>
                    <a:pt x="226899" y="159006"/>
                    <a:pt x="235886" y="162531"/>
                  </a:cubicBezTo>
                  <a:cubicBezTo>
                    <a:pt x="238120" y="163411"/>
                    <a:pt x="239776" y="165335"/>
                    <a:pt x="240315" y="167675"/>
                  </a:cubicBezTo>
                  <a:cubicBezTo>
                    <a:pt x="240762" y="170061"/>
                    <a:pt x="240015" y="172515"/>
                    <a:pt x="238315" y="174247"/>
                  </a:cubicBezTo>
                  <a:lnTo>
                    <a:pt x="216026" y="196535"/>
                  </a:lnTo>
                  <a:cubicBezTo>
                    <a:pt x="213344" y="199240"/>
                    <a:pt x="209692" y="200762"/>
                    <a:pt x="205882" y="200762"/>
                  </a:cubicBezTo>
                  <a:cubicBezTo>
                    <a:pt x="202073" y="200762"/>
                    <a:pt x="198421" y="199240"/>
                    <a:pt x="195738" y="196535"/>
                  </a:cubicBezTo>
                  <a:lnTo>
                    <a:pt x="115014" y="115382"/>
                  </a:lnTo>
                  <a:cubicBezTo>
                    <a:pt x="109474" y="109810"/>
                    <a:pt x="109474" y="100810"/>
                    <a:pt x="115014" y="95237"/>
                  </a:cubicBezTo>
                  <a:lnTo>
                    <a:pt x="135588" y="74520"/>
                  </a:lnTo>
                  <a:cubicBezTo>
                    <a:pt x="137065" y="72969"/>
                    <a:pt x="139170" y="72180"/>
                    <a:pt x="141303" y="72377"/>
                  </a:cubicBezTo>
                  <a:cubicBezTo>
                    <a:pt x="143520" y="72585"/>
                    <a:pt x="145519" y="73796"/>
                    <a:pt x="146732" y="75663"/>
                  </a:cubicBezTo>
                  <a:cubicBezTo>
                    <a:pt x="147835" y="77208"/>
                    <a:pt x="149028" y="78687"/>
                    <a:pt x="150304" y="80092"/>
                  </a:cubicBezTo>
                  <a:close/>
                  <a:moveTo>
                    <a:pt x="28575" y="217967"/>
                  </a:moveTo>
                  <a:lnTo>
                    <a:pt x="28575" y="321551"/>
                  </a:lnTo>
                  <a:cubicBezTo>
                    <a:pt x="28575" y="329442"/>
                    <a:pt x="22178" y="335839"/>
                    <a:pt x="14287" y="335839"/>
                  </a:cubicBezTo>
                  <a:cubicBezTo>
                    <a:pt x="6396" y="335839"/>
                    <a:pt x="0" y="329442"/>
                    <a:pt x="0" y="321551"/>
                  </a:cubicBezTo>
                  <a:lnTo>
                    <a:pt x="0" y="217967"/>
                  </a:lnTo>
                  <a:cubicBezTo>
                    <a:pt x="0" y="210076"/>
                    <a:pt x="6396" y="203679"/>
                    <a:pt x="14287" y="203679"/>
                  </a:cubicBezTo>
                  <a:cubicBezTo>
                    <a:pt x="22178" y="203679"/>
                    <a:pt x="28575" y="210076"/>
                    <a:pt x="28575" y="217967"/>
                  </a:cubicBezTo>
                  <a:close/>
                  <a:moveTo>
                    <a:pt x="50006" y="214395"/>
                  </a:moveTo>
                  <a:lnTo>
                    <a:pt x="111585" y="214395"/>
                  </a:lnTo>
                  <a:cubicBezTo>
                    <a:pt x="124112" y="214659"/>
                    <a:pt x="135309" y="222273"/>
                    <a:pt x="140160" y="233826"/>
                  </a:cubicBezTo>
                  <a:cubicBezTo>
                    <a:pt x="142047" y="238212"/>
                    <a:pt x="141618" y="243252"/>
                    <a:pt x="139017" y="247256"/>
                  </a:cubicBezTo>
                  <a:cubicBezTo>
                    <a:pt x="136360" y="251290"/>
                    <a:pt x="131846" y="253709"/>
                    <a:pt x="127015" y="253685"/>
                  </a:cubicBezTo>
                  <a:lnTo>
                    <a:pt x="91154" y="253685"/>
                  </a:lnTo>
                  <a:cubicBezTo>
                    <a:pt x="87694" y="253247"/>
                    <a:pt x="84292" y="254847"/>
                    <a:pt x="82423" y="257791"/>
                  </a:cubicBezTo>
                  <a:cubicBezTo>
                    <a:pt x="80554" y="260736"/>
                    <a:pt x="80554" y="264495"/>
                    <a:pt x="82423" y="267439"/>
                  </a:cubicBezTo>
                  <a:cubicBezTo>
                    <a:pt x="84292" y="270384"/>
                    <a:pt x="87694" y="271983"/>
                    <a:pt x="91154" y="271545"/>
                  </a:cubicBezTo>
                  <a:lnTo>
                    <a:pt x="221456" y="271545"/>
                  </a:lnTo>
                  <a:cubicBezTo>
                    <a:pt x="229347" y="271545"/>
                    <a:pt x="235743" y="277942"/>
                    <a:pt x="235743" y="285832"/>
                  </a:cubicBezTo>
                  <a:lnTo>
                    <a:pt x="235743" y="289547"/>
                  </a:lnTo>
                  <a:cubicBezTo>
                    <a:pt x="235781" y="298022"/>
                    <a:pt x="232441" y="306163"/>
                    <a:pt x="226462" y="312169"/>
                  </a:cubicBezTo>
                  <a:cubicBezTo>
                    <a:pt x="220483" y="318175"/>
                    <a:pt x="212357" y="321551"/>
                    <a:pt x="203882" y="321551"/>
                  </a:cubicBezTo>
                  <a:lnTo>
                    <a:pt x="50006" y="321551"/>
                  </a:lnTo>
                  <a:cubicBezTo>
                    <a:pt x="46060" y="321551"/>
                    <a:pt x="42862" y="318353"/>
                    <a:pt x="42862" y="314407"/>
                  </a:cubicBezTo>
                  <a:lnTo>
                    <a:pt x="42862" y="221539"/>
                  </a:lnTo>
                  <a:cubicBezTo>
                    <a:pt x="42862" y="217593"/>
                    <a:pt x="46060" y="214395"/>
                    <a:pt x="50006" y="21439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DAEAD54-CC3C-3CA4-6E59-5528AC89B549}"/>
                </a:ext>
              </a:extLst>
            </p:cNvPr>
            <p:cNvSpPr txBox="1"/>
            <p:nvPr/>
          </p:nvSpPr>
          <p:spPr>
            <a:xfrm>
              <a:off x="3669981" y="2540319"/>
              <a:ext cx="1170383" cy="2174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2000" b="0" dirty="0" err="1">
                  <a:solidFill>
                    <a:srgbClr val="2C2C2C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Generalización</a:t>
              </a:r>
              <a:endParaRPr sz="2000" b="0" dirty="0">
                <a:solidFill>
                  <a:srgbClr val="2C2C2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32DE7B-0A3D-E4F6-E7CF-68968260749C}"/>
                </a:ext>
              </a:extLst>
            </p:cNvPr>
            <p:cNvSpPr txBox="1"/>
            <p:nvPr/>
          </p:nvSpPr>
          <p:spPr>
            <a:xfrm>
              <a:off x="5067300" y="2460640"/>
              <a:ext cx="22747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entrenamiento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deficiente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
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puede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llevar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a la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memorización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0861D7D-558F-0385-3A1B-A687B940D559}"/>
                </a:ext>
              </a:extLst>
            </p:cNvPr>
            <p:cNvSpPr txBox="1"/>
            <p:nvPr/>
          </p:nvSpPr>
          <p:spPr>
            <a:xfrm>
              <a:off x="2727164" y="3517915"/>
              <a:ext cx="2058641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La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representación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aprendida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
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puede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carecer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de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una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
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distribución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interpretativa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96D67CF-855F-FA1A-77D5-2547700B287B}"/>
                </a:ext>
              </a:extLst>
            </p:cNvPr>
            <p:cNvSpPr txBox="1"/>
            <p:nvPr/>
          </p:nvSpPr>
          <p:spPr>
            <a:xfrm>
              <a:off x="5067300" y="3668696"/>
              <a:ext cx="1198264" cy="2174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0" dirty="0">
                  <a:solidFill>
                    <a:srgbClr val="2C2C2C"/>
                  </a:solidFill>
                  <a:latin typeface="+mj-lt"/>
                </a:rPr>
                <a:t>Espacio </a:t>
              </a:r>
              <a:r>
                <a:rPr sz="2000" b="0" dirty="0" err="1">
                  <a:solidFill>
                    <a:srgbClr val="2C2C2C"/>
                  </a:solidFill>
                  <a:latin typeface="+mj-lt"/>
                </a:rPr>
                <a:t>latente</a:t>
              </a:r>
              <a:endParaRPr sz="2000" b="0" dirty="0">
                <a:solidFill>
                  <a:srgbClr val="2C2C2C"/>
                </a:solidFill>
                <a:latin typeface="+mj-lt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ADF5149-4A06-441B-7541-139413C1A377}"/>
                </a:ext>
              </a:extLst>
            </p:cNvPr>
            <p:cNvSpPr txBox="1"/>
            <p:nvPr/>
          </p:nvSpPr>
          <p:spPr>
            <a:xfrm>
              <a:off x="2221702" y="4795028"/>
              <a:ext cx="2598121" cy="21746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2000" b="0" dirty="0" err="1">
                  <a:solidFill>
                    <a:srgbClr val="2C2C2C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Reconstrucción</a:t>
              </a:r>
              <a:r>
                <a:rPr sz="2000" b="0" dirty="0">
                  <a:solidFill>
                    <a:srgbClr val="2C2C2C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imperfecta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E719C89-F572-41B2-AB10-CB6BDD08DF69}"/>
                </a:ext>
              </a:extLst>
            </p:cNvPr>
            <p:cNvSpPr txBox="1"/>
            <p:nvPr/>
          </p:nvSpPr>
          <p:spPr>
            <a:xfrm>
              <a:off x="5067300" y="4712768"/>
              <a:ext cx="22058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La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calidad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de la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reconstrucción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
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depende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del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espacio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latente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4588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code and a square&#10;&#10;AI-generated content may be incorrect.">
            <a:extLst>
              <a:ext uri="{FF2B5EF4-FFF2-40B4-BE49-F238E27FC236}">
                <a16:creationId xmlns:a16="http://schemas.microsoft.com/office/drawing/2014/main" id="{BC7CEF28-6506-3127-8AB2-F02377489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102" y="1586023"/>
            <a:ext cx="3948223" cy="39482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C6096E-6F18-9FDF-6A7E-591FC5C6BA28}"/>
              </a:ext>
            </a:extLst>
          </p:cNvPr>
          <p:cNvSpPr txBox="1"/>
          <p:nvPr/>
        </p:nvSpPr>
        <p:spPr>
          <a:xfrm>
            <a:off x="6096000" y="3298524"/>
            <a:ext cx="4848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Veamos cómo funciona…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72403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767D1-5D89-18CB-33AC-105ED7C8B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3327A493-C352-9A02-087E-55D383BA59C9}"/>
              </a:ext>
            </a:extLst>
          </p:cNvPr>
          <p:cNvGrpSpPr/>
          <p:nvPr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51" name="Freeform 109">
              <a:extLst>
                <a:ext uri="{FF2B5EF4-FFF2-40B4-BE49-F238E27FC236}">
                  <a16:creationId xmlns:a16="http://schemas.microsoft.com/office/drawing/2014/main" id="{B30AED2E-F184-8ECC-20B3-3B0F15C44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2" name="Freeform 110">
              <a:extLst>
                <a:ext uri="{FF2B5EF4-FFF2-40B4-BE49-F238E27FC236}">
                  <a16:creationId xmlns:a16="http://schemas.microsoft.com/office/drawing/2014/main" id="{635895DE-5195-06C7-D362-9BD23DF5B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27EF9C0C-E52A-FA7A-E4FD-0981F4EFEB7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64" name="Freeform 111">
                <a:extLst>
                  <a:ext uri="{FF2B5EF4-FFF2-40B4-BE49-F238E27FC236}">
                    <a16:creationId xmlns:a16="http://schemas.microsoft.com/office/drawing/2014/main" id="{47CE9AAB-2D33-05E1-1E57-EC8C40F699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5" name="Freeform 112">
                <a:extLst>
                  <a:ext uri="{FF2B5EF4-FFF2-40B4-BE49-F238E27FC236}">
                    <a16:creationId xmlns:a16="http://schemas.microsoft.com/office/drawing/2014/main" id="{1A4B6E06-8DA0-ACA9-65B5-3E4E89BE13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6" name="Freeform 113">
                <a:extLst>
                  <a:ext uri="{FF2B5EF4-FFF2-40B4-BE49-F238E27FC236}">
                    <a16:creationId xmlns:a16="http://schemas.microsoft.com/office/drawing/2014/main" id="{B7D0447B-887D-C93C-6A9F-E67DEDB6F70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7" name="Freeform 114">
                <a:extLst>
                  <a:ext uri="{FF2B5EF4-FFF2-40B4-BE49-F238E27FC236}">
                    <a16:creationId xmlns:a16="http://schemas.microsoft.com/office/drawing/2014/main" id="{A1C9FA32-D959-A3E6-B16B-6BA93847527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8" name="Freeform 115">
                <a:extLst>
                  <a:ext uri="{FF2B5EF4-FFF2-40B4-BE49-F238E27FC236}">
                    <a16:creationId xmlns:a16="http://schemas.microsoft.com/office/drawing/2014/main" id="{32B53761-E6DF-6A76-53DE-1A0DF9AC5A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9" name="Freeform 116">
                <a:extLst>
                  <a:ext uri="{FF2B5EF4-FFF2-40B4-BE49-F238E27FC236}">
                    <a16:creationId xmlns:a16="http://schemas.microsoft.com/office/drawing/2014/main" id="{B04DF188-7D10-CC1E-D196-AB82F93C69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0" name="Freeform 117">
                <a:extLst>
                  <a:ext uri="{FF2B5EF4-FFF2-40B4-BE49-F238E27FC236}">
                    <a16:creationId xmlns:a16="http://schemas.microsoft.com/office/drawing/2014/main" id="{EF11087F-D22A-D33C-7DF0-9F23A543D0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1" name="Freeform 118">
                <a:extLst>
                  <a:ext uri="{FF2B5EF4-FFF2-40B4-BE49-F238E27FC236}">
                    <a16:creationId xmlns:a16="http://schemas.microsoft.com/office/drawing/2014/main" id="{4E243DE5-CCB4-93A1-40F3-89A54A45A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2" name="Freeform 119">
                <a:extLst>
                  <a:ext uri="{FF2B5EF4-FFF2-40B4-BE49-F238E27FC236}">
                    <a16:creationId xmlns:a16="http://schemas.microsoft.com/office/drawing/2014/main" id="{3D4D274E-3137-EF79-2DDF-A07C1B75B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3" name="Freeform 120">
                <a:extLst>
                  <a:ext uri="{FF2B5EF4-FFF2-40B4-BE49-F238E27FC236}">
                    <a16:creationId xmlns:a16="http://schemas.microsoft.com/office/drawing/2014/main" id="{EDEEC3B9-7D92-0EE1-5011-04FDBAF217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4" name="Freeform 121">
                <a:extLst>
                  <a:ext uri="{FF2B5EF4-FFF2-40B4-BE49-F238E27FC236}">
                    <a16:creationId xmlns:a16="http://schemas.microsoft.com/office/drawing/2014/main" id="{F8738112-B176-E0C7-C6D1-A13663CE4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5" name="Freeform 122">
                <a:extLst>
                  <a:ext uri="{FF2B5EF4-FFF2-40B4-BE49-F238E27FC236}">
                    <a16:creationId xmlns:a16="http://schemas.microsoft.com/office/drawing/2014/main" id="{DE294CD5-B81F-46C4-633D-2BA44F185A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6" name="Freeform 123">
                <a:extLst>
                  <a:ext uri="{FF2B5EF4-FFF2-40B4-BE49-F238E27FC236}">
                    <a16:creationId xmlns:a16="http://schemas.microsoft.com/office/drawing/2014/main" id="{31780B19-A916-BF2B-3727-9B1700EF8AC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7" name="Freeform 124">
                <a:extLst>
                  <a:ext uri="{FF2B5EF4-FFF2-40B4-BE49-F238E27FC236}">
                    <a16:creationId xmlns:a16="http://schemas.microsoft.com/office/drawing/2014/main" id="{20D08518-98F5-4AEC-ADB9-B2C9868F05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8" name="Freeform 125">
                <a:extLst>
                  <a:ext uri="{FF2B5EF4-FFF2-40B4-BE49-F238E27FC236}">
                    <a16:creationId xmlns:a16="http://schemas.microsoft.com/office/drawing/2014/main" id="{0B2B01DD-E2CB-1314-52D6-61026C88D1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9" name="Freeform 126">
                <a:extLst>
                  <a:ext uri="{FF2B5EF4-FFF2-40B4-BE49-F238E27FC236}">
                    <a16:creationId xmlns:a16="http://schemas.microsoft.com/office/drawing/2014/main" id="{F69D791A-2400-2CB8-5190-A0FB169EA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80" name="Freeform 127">
                <a:extLst>
                  <a:ext uri="{FF2B5EF4-FFF2-40B4-BE49-F238E27FC236}">
                    <a16:creationId xmlns:a16="http://schemas.microsoft.com/office/drawing/2014/main" id="{A8A53C68-842E-A87C-F225-E1754B60E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128">
              <a:extLst>
                <a:ext uri="{FF2B5EF4-FFF2-40B4-BE49-F238E27FC236}">
                  <a16:creationId xmlns:a16="http://schemas.microsoft.com/office/drawing/2014/main" id="{7B03BCDB-389E-3C33-8ED9-1D11533B8E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5" name="Freeform 129">
              <a:extLst>
                <a:ext uri="{FF2B5EF4-FFF2-40B4-BE49-F238E27FC236}">
                  <a16:creationId xmlns:a16="http://schemas.microsoft.com/office/drawing/2014/main" id="{2E13C6E0-4A47-5ED9-7CD4-EF99F03F4B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6" name="Freeform 130">
              <a:extLst>
                <a:ext uri="{FF2B5EF4-FFF2-40B4-BE49-F238E27FC236}">
                  <a16:creationId xmlns:a16="http://schemas.microsoft.com/office/drawing/2014/main" id="{52C3FC7B-8314-DF5E-852A-26C8CBADA1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7" name="Freeform 131">
              <a:extLst>
                <a:ext uri="{FF2B5EF4-FFF2-40B4-BE49-F238E27FC236}">
                  <a16:creationId xmlns:a16="http://schemas.microsoft.com/office/drawing/2014/main" id="{6AD564BF-F3E3-4033-DDE7-896D0D1234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8" name="Freeform 132">
              <a:extLst>
                <a:ext uri="{FF2B5EF4-FFF2-40B4-BE49-F238E27FC236}">
                  <a16:creationId xmlns:a16="http://schemas.microsoft.com/office/drawing/2014/main" id="{E48B5D3A-D958-7AB4-F0E6-1EE2E867B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9" name="Freeform 133">
              <a:extLst>
                <a:ext uri="{FF2B5EF4-FFF2-40B4-BE49-F238E27FC236}">
                  <a16:creationId xmlns:a16="http://schemas.microsoft.com/office/drawing/2014/main" id="{ADA26B7E-E768-4DB7-AC7D-A83824738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0" name="Freeform 134">
              <a:extLst>
                <a:ext uri="{FF2B5EF4-FFF2-40B4-BE49-F238E27FC236}">
                  <a16:creationId xmlns:a16="http://schemas.microsoft.com/office/drawing/2014/main" id="{88BD1513-C2A1-887E-54F4-E5AD92432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1" name="Freeform 135">
              <a:extLst>
                <a:ext uri="{FF2B5EF4-FFF2-40B4-BE49-F238E27FC236}">
                  <a16:creationId xmlns:a16="http://schemas.microsoft.com/office/drawing/2014/main" id="{AA145D86-8CF0-2866-77B0-FBE27609F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2" name="Freeform 136">
              <a:extLst>
                <a:ext uri="{FF2B5EF4-FFF2-40B4-BE49-F238E27FC236}">
                  <a16:creationId xmlns:a16="http://schemas.microsoft.com/office/drawing/2014/main" id="{65733E15-4B44-9880-5F0C-5ECF25D70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3" name="Freeform 137">
              <a:extLst>
                <a:ext uri="{FF2B5EF4-FFF2-40B4-BE49-F238E27FC236}">
                  <a16:creationId xmlns:a16="http://schemas.microsoft.com/office/drawing/2014/main" id="{D87DD13D-1751-5263-0556-A2ECBBF69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5CCD353-ED8C-0934-2509-43224F9C5F7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1475" y="2575437"/>
            <a:ext cx="11449050" cy="1707126"/>
          </a:xfrm>
        </p:spPr>
        <p:txBody>
          <a:bodyPr/>
          <a:lstStyle/>
          <a:p>
            <a:r>
              <a:rPr lang="es-CL" dirty="0" err="1"/>
              <a:t>Autoencoder</a:t>
            </a:r>
            <a:endParaRPr lang="es-CL" dirty="0"/>
          </a:p>
          <a:p>
            <a:r>
              <a:rPr lang="es-CL" dirty="0"/>
              <a:t>Variacional </a:t>
            </a:r>
          </a:p>
          <a:p>
            <a:r>
              <a:rPr lang="es-CL" dirty="0"/>
              <a:t>(VAE)</a:t>
            </a:r>
          </a:p>
        </p:txBody>
      </p:sp>
    </p:spTree>
    <p:extLst>
      <p:ext uri="{BB962C8B-B14F-4D97-AF65-F5344CB8AC3E}">
        <p14:creationId xmlns:p14="http://schemas.microsoft.com/office/powerpoint/2010/main" val="1598628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5B122-7629-01C4-9E79-C101311E6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64425842-76F6-F938-4994-5BC7F7DFA20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249521" cy="391824"/>
          </a:xfrm>
        </p:spPr>
        <p:txBody>
          <a:bodyPr/>
          <a:lstStyle/>
          <a:p>
            <a:r>
              <a:rPr lang="es-CL" dirty="0" err="1"/>
              <a:t>Autoencoder</a:t>
            </a:r>
            <a:r>
              <a:rPr lang="es-CL" dirty="0"/>
              <a:t> variacional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D83FD-9AA1-5999-4EDC-C6EB31049530}"/>
              </a:ext>
            </a:extLst>
          </p:cNvPr>
          <p:cNvSpPr txBox="1"/>
          <p:nvPr/>
        </p:nvSpPr>
        <p:spPr>
          <a:xfrm>
            <a:off x="376358" y="1348242"/>
            <a:ext cx="110773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El </a:t>
            </a:r>
            <a:r>
              <a:rPr lang="es-ES" b="1" dirty="0" err="1"/>
              <a:t>Autoencoder</a:t>
            </a:r>
            <a:r>
              <a:rPr lang="es-ES" b="1" dirty="0"/>
              <a:t> Variacional (VAE)</a:t>
            </a:r>
            <a:r>
              <a:rPr lang="es-ES" dirty="0"/>
              <a:t> es una extensión probabilística del </a:t>
            </a:r>
            <a:r>
              <a:rPr lang="es-ES" dirty="0" err="1"/>
              <a:t>autoencoder</a:t>
            </a:r>
            <a:r>
              <a:rPr lang="es-ES" dirty="0"/>
              <a:t> tradicional, propuesto por </a:t>
            </a:r>
            <a:r>
              <a:rPr lang="es-ES" b="1" dirty="0" err="1"/>
              <a:t>Kingma</a:t>
            </a:r>
            <a:r>
              <a:rPr lang="es-ES" b="1" dirty="0"/>
              <a:t> y </a:t>
            </a:r>
            <a:r>
              <a:rPr lang="es-ES" b="1" dirty="0" err="1"/>
              <a:t>Welling</a:t>
            </a:r>
            <a:r>
              <a:rPr lang="es-ES" b="1" dirty="0"/>
              <a:t> en 2013</a:t>
            </a:r>
            <a:r>
              <a:rPr lang="es-ES" dirty="0"/>
              <a:t>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B290D1-A07D-9C1C-16CA-BB107AB95021}"/>
              </a:ext>
            </a:extLst>
          </p:cNvPr>
          <p:cNvSpPr txBox="1"/>
          <p:nvPr/>
        </p:nvSpPr>
        <p:spPr>
          <a:xfrm>
            <a:off x="0" y="6527194"/>
            <a:ext cx="11632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* D. P. Kingma and M. Welling, </a:t>
            </a:r>
            <a:r>
              <a:rPr lang="en-US" sz="1100" dirty="0">
                <a:hlinkClick r:id="rId3"/>
              </a:rPr>
              <a:t>Auto-Encoding Variational Bayes</a:t>
            </a:r>
            <a:r>
              <a:rPr lang="en-US" sz="1100" dirty="0"/>
              <a:t>, 2013, </a:t>
            </a:r>
            <a:r>
              <a:rPr lang="en-US" sz="1100" dirty="0" err="1"/>
              <a:t>arXiv</a:t>
            </a:r>
            <a:r>
              <a:rPr lang="en-US" sz="1100" dirty="0"/>
              <a:t>. </a:t>
            </a:r>
            <a:r>
              <a:rPr lang="en-US" sz="1100" dirty="0" err="1"/>
              <a:t>doi</a:t>
            </a:r>
            <a:r>
              <a:rPr lang="en-US" sz="1100" dirty="0"/>
              <a:t>: 10.48550/ARXIV.1312.6114.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AC932E-CFDD-EB31-D203-667D89DE6026}"/>
              </a:ext>
            </a:extLst>
          </p:cNvPr>
          <p:cNvSpPr txBox="1"/>
          <p:nvPr/>
        </p:nvSpPr>
        <p:spPr>
          <a:xfrm>
            <a:off x="376357" y="2325711"/>
            <a:ext cx="6910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A diferencia del </a:t>
            </a:r>
            <a:r>
              <a:rPr lang="es-ES" dirty="0" err="1"/>
              <a:t>autoencoder</a:t>
            </a:r>
            <a:r>
              <a:rPr lang="es-ES" dirty="0"/>
              <a:t> </a:t>
            </a:r>
            <a:r>
              <a:rPr lang="es-ES" dirty="0" err="1"/>
              <a:t>vanilla</a:t>
            </a:r>
            <a:r>
              <a:rPr lang="es-ES" dirty="0"/>
              <a:t>, el VAE no solo aprende a reconstruir los datos, sino que también </a:t>
            </a:r>
            <a:r>
              <a:rPr lang="es-ES" b="1" dirty="0"/>
              <a:t>aprende una distribución sobre el espacio latente</a:t>
            </a:r>
            <a:r>
              <a:rPr lang="es-ES" dirty="0"/>
              <a:t>, lo que lo convierte en un </a:t>
            </a:r>
            <a:r>
              <a:rPr lang="es-ES" b="1" dirty="0"/>
              <a:t>modelo generativo</a:t>
            </a:r>
            <a:r>
              <a:rPr lang="es-ES" dirty="0"/>
              <a:t>.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0F9E60-F7A7-9B92-4EA3-58416B97BA89}"/>
              </a:ext>
            </a:extLst>
          </p:cNvPr>
          <p:cNvGrpSpPr/>
          <p:nvPr/>
        </p:nvGrpSpPr>
        <p:grpSpPr>
          <a:xfrm>
            <a:off x="7968581" y="2261770"/>
            <a:ext cx="3541839" cy="2334460"/>
            <a:chOff x="8143344" y="1989119"/>
            <a:chExt cx="3541839" cy="2334460"/>
          </a:xfrm>
        </p:grpSpPr>
        <p:pic>
          <p:nvPicPr>
            <p:cNvPr id="8" name="Picture 7" descr="A person with a beard smiling&#10;&#10;AI-generated content may be incorrect.">
              <a:extLst>
                <a:ext uri="{FF2B5EF4-FFF2-40B4-BE49-F238E27FC236}">
                  <a16:creationId xmlns:a16="http://schemas.microsoft.com/office/drawing/2014/main" id="{DE3C2FDC-517D-09F5-70BC-6E37761C3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805" y="1994573"/>
              <a:ext cx="1564647" cy="187757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5EBEB1-8AA0-BF68-8E2B-FEEFCB77AEA7}"/>
                </a:ext>
              </a:extLst>
            </p:cNvPr>
            <p:cNvSpPr txBox="1"/>
            <p:nvPr/>
          </p:nvSpPr>
          <p:spPr>
            <a:xfrm>
              <a:off x="8143344" y="4000414"/>
              <a:ext cx="346621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Diederik P Kingma and Max Welling </a:t>
              </a:r>
            </a:p>
          </p:txBody>
        </p:sp>
        <p:pic>
          <p:nvPicPr>
            <p:cNvPr id="12" name="Picture 11" descr="A person wearing glasses and a blue shirt&#10;&#10;AI-generated content may be incorrect.">
              <a:extLst>
                <a:ext uri="{FF2B5EF4-FFF2-40B4-BE49-F238E27FC236}">
                  <a16:creationId xmlns:a16="http://schemas.microsoft.com/office/drawing/2014/main" id="{F74F7DF8-A7E6-8C37-7C7A-644248AA9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6451" y="1989119"/>
              <a:ext cx="1808732" cy="187757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pic>
        <p:nvPicPr>
          <p:cNvPr id="15" name="Picture 14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5C1ED84F-CAC9-76B3-0A28-CC48FA98F6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57" y="3621334"/>
            <a:ext cx="6736313" cy="290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195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9E082-800B-99AB-DB2D-171242247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BD6E69CD-A0C5-1293-8B89-27F1EB67EE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0376" y="419421"/>
            <a:ext cx="5985974" cy="391824"/>
          </a:xfrm>
        </p:spPr>
        <p:txBody>
          <a:bodyPr/>
          <a:lstStyle/>
          <a:p>
            <a:r>
              <a:rPr lang="es-CL" dirty="0" err="1"/>
              <a:t>Autoencoder</a:t>
            </a:r>
            <a:r>
              <a:rPr lang="es-CL" dirty="0"/>
              <a:t> variacional - Objetivo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21CC08-66DC-A992-D67C-CE24D050F3F6}"/>
              </a:ext>
            </a:extLst>
          </p:cNvPr>
          <p:cNvSpPr txBox="1"/>
          <p:nvPr/>
        </p:nvSpPr>
        <p:spPr>
          <a:xfrm>
            <a:off x="368300" y="1389281"/>
            <a:ext cx="10420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objetivo del VAE no es solo comprimir y reconstruir, sino </a:t>
            </a:r>
            <a:r>
              <a:rPr lang="es-ES" b="1" dirty="0"/>
              <a:t>aprender una distribución latente continua y estructurada</a:t>
            </a:r>
            <a:r>
              <a:rPr lang="es-ES" dirty="0"/>
              <a:t> que permita:</a:t>
            </a:r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58F4E01-372C-01CF-C3FD-C94582187458}"/>
              </a:ext>
            </a:extLst>
          </p:cNvPr>
          <p:cNvGrpSpPr>
            <a:grpSpLocks noChangeAspect="1"/>
          </p:cNvGrpSpPr>
          <p:nvPr/>
        </p:nvGrpSpPr>
        <p:grpSpPr>
          <a:xfrm>
            <a:off x="2040039" y="2543969"/>
            <a:ext cx="7076871" cy="3601584"/>
            <a:chOff x="1616279" y="2340769"/>
            <a:chExt cx="5764521" cy="2933699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83E3BB9-34AF-3C5C-956F-5203AC923F38}"/>
                </a:ext>
              </a:extLst>
            </p:cNvPr>
            <p:cNvGrpSpPr/>
            <p:nvPr/>
          </p:nvGrpSpPr>
          <p:grpSpPr>
            <a:xfrm>
              <a:off x="5711898" y="4121943"/>
              <a:ext cx="1059301" cy="1152525"/>
              <a:chOff x="4522351" y="3047999"/>
              <a:chExt cx="1059301" cy="1152525"/>
            </a:xfrm>
          </p:grpSpPr>
          <p:sp>
            <p:nvSpPr>
              <p:cNvPr id="62" name="Rounded Rectangle 1">
                <a:extLst>
                  <a:ext uri="{FF2B5EF4-FFF2-40B4-BE49-F238E27FC236}">
                    <a16:creationId xmlns:a16="http://schemas.microsoft.com/office/drawing/2014/main" id="{6A88C7EE-C906-C149-CDE8-B263A7E62D2D}"/>
                  </a:ext>
                </a:extLst>
              </p:cNvPr>
              <p:cNvSpPr/>
              <p:nvPr/>
            </p:nvSpPr>
            <p:spPr>
              <a:xfrm>
                <a:off x="4982038" y="3744870"/>
                <a:ext cx="322255" cy="455654"/>
              </a:xfrm>
              <a:custGeom>
                <a:avLst/>
                <a:gdLst/>
                <a:ahLst/>
                <a:cxnLst/>
                <a:rect l="0" t="0" r="0" b="0"/>
                <a:pathLst>
                  <a:path w="322255" h="455654">
                    <a:moveTo>
                      <a:pt x="0" y="80546"/>
                    </a:moveTo>
                    <a:cubicBezTo>
                      <a:pt x="31542" y="76402"/>
                      <a:pt x="66784" y="70133"/>
                      <a:pt x="106613" y="61100"/>
                    </a:cubicBezTo>
                    <a:cubicBezTo>
                      <a:pt x="182732" y="43993"/>
                      <a:pt x="256677" y="29435"/>
                      <a:pt x="311473" y="0"/>
                    </a:cubicBezTo>
                    <a:cubicBezTo>
                      <a:pt x="322255" y="68539"/>
                      <a:pt x="320967" y="130596"/>
                      <a:pt x="306162" y="175333"/>
                    </a:cubicBezTo>
                    <a:lnTo>
                      <a:pt x="208963" y="455654"/>
                    </a:lnTo>
                    <a:cubicBezTo>
                      <a:pt x="155857" y="271394"/>
                      <a:pt x="82072" y="148448"/>
                      <a:pt x="80" y="80546"/>
                    </a:cubicBezTo>
                    <a:close/>
                  </a:path>
                </a:pathLst>
              </a:custGeom>
              <a:solidFill>
                <a:srgbClr val="A6DA3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Rounded Rectangle 2">
                <a:extLst>
                  <a:ext uri="{FF2B5EF4-FFF2-40B4-BE49-F238E27FC236}">
                    <a16:creationId xmlns:a16="http://schemas.microsoft.com/office/drawing/2014/main" id="{736A1C60-CDC3-D580-C2B1-44852BA73D8E}"/>
                  </a:ext>
                </a:extLst>
              </p:cNvPr>
              <p:cNvSpPr/>
              <p:nvPr/>
            </p:nvSpPr>
            <p:spPr>
              <a:xfrm>
                <a:off x="4522351" y="3147461"/>
                <a:ext cx="567507" cy="240153"/>
              </a:xfrm>
              <a:custGeom>
                <a:avLst/>
                <a:gdLst/>
                <a:ahLst/>
                <a:cxnLst/>
                <a:rect l="0" t="0" r="0" b="0"/>
                <a:pathLst>
                  <a:path w="567507" h="240153">
                    <a:moveTo>
                      <a:pt x="62520" y="136759"/>
                    </a:moveTo>
                    <a:cubicBezTo>
                      <a:pt x="62520" y="136759"/>
                      <a:pt x="0" y="0"/>
                      <a:pt x="415351" y="99887"/>
                    </a:cubicBezTo>
                    <a:cubicBezTo>
                      <a:pt x="471676" y="113382"/>
                      <a:pt x="522689" y="144411"/>
                      <a:pt x="567507" y="186385"/>
                    </a:cubicBezTo>
                    <a:cubicBezTo>
                      <a:pt x="296748" y="240153"/>
                      <a:pt x="83762" y="198923"/>
                      <a:pt x="62520" y="136759"/>
                    </a:cubicBezTo>
                    <a:close/>
                  </a:path>
                </a:pathLst>
              </a:custGeom>
              <a:solidFill>
                <a:srgbClr val="A6DA3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Rounded Rectangle 3">
                <a:extLst>
                  <a:ext uri="{FF2B5EF4-FFF2-40B4-BE49-F238E27FC236}">
                    <a16:creationId xmlns:a16="http://schemas.microsoft.com/office/drawing/2014/main" id="{8C862223-2E4E-3624-8F70-3C57913E9ECD}"/>
                  </a:ext>
                </a:extLst>
              </p:cNvPr>
              <p:cNvSpPr/>
              <p:nvPr/>
            </p:nvSpPr>
            <p:spPr>
              <a:xfrm>
                <a:off x="4584871" y="3047999"/>
                <a:ext cx="996781" cy="795907"/>
              </a:xfrm>
              <a:custGeom>
                <a:avLst/>
                <a:gdLst/>
                <a:ahLst/>
                <a:cxnLst/>
                <a:rect l="0" t="0" r="0" b="0"/>
                <a:pathLst>
                  <a:path w="996781" h="795907">
                    <a:moveTo>
                      <a:pt x="782182" y="625355"/>
                    </a:moveTo>
                    <a:cubicBezTo>
                      <a:pt x="740503" y="710152"/>
                      <a:pt x="624877" y="730661"/>
                      <a:pt x="503861" y="757971"/>
                    </a:cubicBezTo>
                    <a:cubicBezTo>
                      <a:pt x="335612" y="795907"/>
                      <a:pt x="248390" y="786874"/>
                      <a:pt x="180720" y="765728"/>
                    </a:cubicBezTo>
                    <a:cubicBezTo>
                      <a:pt x="122947" y="641295"/>
                      <a:pt x="0" y="236221"/>
                      <a:pt x="0" y="236221"/>
                    </a:cubicBezTo>
                    <a:cubicBezTo>
                      <a:pt x="21403" y="298916"/>
                      <a:pt x="237446" y="340358"/>
                      <a:pt x="511262" y="284677"/>
                    </a:cubicBezTo>
                    <a:cubicBezTo>
                      <a:pt x="785079" y="228995"/>
                      <a:pt x="977465" y="56531"/>
                      <a:pt x="996781" y="0"/>
                    </a:cubicBezTo>
                    <a:cubicBezTo>
                      <a:pt x="996781" y="0"/>
                      <a:pt x="823862" y="540558"/>
                      <a:pt x="782182" y="625355"/>
                    </a:cubicBezTo>
                    <a:close/>
                  </a:path>
                </a:pathLst>
              </a:custGeom>
              <a:solidFill>
                <a:srgbClr val="A6DA3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Rounded Rectangle 4">
                <a:extLst>
                  <a:ext uri="{FF2B5EF4-FFF2-40B4-BE49-F238E27FC236}">
                    <a16:creationId xmlns:a16="http://schemas.microsoft.com/office/drawing/2014/main" id="{87B72804-11D3-7D54-BB1D-7D593EFD48A1}"/>
                  </a:ext>
                </a:extLst>
              </p:cNvPr>
              <p:cNvSpPr/>
              <p:nvPr/>
            </p:nvSpPr>
            <p:spPr>
              <a:xfrm>
                <a:off x="4982038" y="3744870"/>
                <a:ext cx="322255" cy="455654"/>
              </a:xfrm>
              <a:custGeom>
                <a:avLst/>
                <a:gdLst/>
                <a:ahLst/>
                <a:cxnLst/>
                <a:rect l="0" t="0" r="0" b="0"/>
                <a:pathLst>
                  <a:path w="322255" h="455654">
                    <a:moveTo>
                      <a:pt x="0" y="80546"/>
                    </a:moveTo>
                    <a:cubicBezTo>
                      <a:pt x="31542" y="76401"/>
                      <a:pt x="66784" y="70133"/>
                      <a:pt x="106613" y="61100"/>
                    </a:cubicBezTo>
                    <a:cubicBezTo>
                      <a:pt x="182732" y="43993"/>
                      <a:pt x="256677" y="29435"/>
                      <a:pt x="311473" y="0"/>
                    </a:cubicBezTo>
                    <a:cubicBezTo>
                      <a:pt x="322255" y="68539"/>
                      <a:pt x="320967" y="130596"/>
                      <a:pt x="306162" y="175333"/>
                    </a:cubicBezTo>
                    <a:lnTo>
                      <a:pt x="208963" y="455654"/>
                    </a:lnTo>
                    <a:cubicBezTo>
                      <a:pt x="155857" y="271394"/>
                      <a:pt x="82072" y="148448"/>
                      <a:pt x="80" y="80546"/>
                    </a:cubicBezTo>
                    <a:close/>
                  </a:path>
                </a:pathLst>
              </a:custGeom>
              <a:noFill/>
              <a:ln w="14287">
                <a:solidFill>
                  <a:srgbClr val="2C2C2C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Rounded Rectangle 5">
                <a:extLst>
                  <a:ext uri="{FF2B5EF4-FFF2-40B4-BE49-F238E27FC236}">
                    <a16:creationId xmlns:a16="http://schemas.microsoft.com/office/drawing/2014/main" id="{8FF8CA66-FE83-FECB-BDB9-849D6700064A}"/>
                  </a:ext>
                </a:extLst>
              </p:cNvPr>
              <p:cNvSpPr/>
              <p:nvPr/>
            </p:nvSpPr>
            <p:spPr>
              <a:xfrm>
                <a:off x="4522352" y="3147461"/>
                <a:ext cx="567506" cy="240153"/>
              </a:xfrm>
              <a:custGeom>
                <a:avLst/>
                <a:gdLst/>
                <a:ahLst/>
                <a:cxnLst/>
                <a:rect l="0" t="0" r="0" b="0"/>
                <a:pathLst>
                  <a:path w="567506" h="240153">
                    <a:moveTo>
                      <a:pt x="62519" y="136759"/>
                    </a:moveTo>
                    <a:cubicBezTo>
                      <a:pt x="62519" y="136759"/>
                      <a:pt x="0" y="0"/>
                      <a:pt x="415350" y="99887"/>
                    </a:cubicBezTo>
                    <a:cubicBezTo>
                      <a:pt x="471675" y="113382"/>
                      <a:pt x="522688" y="144411"/>
                      <a:pt x="567506" y="186385"/>
                    </a:cubicBezTo>
                    <a:cubicBezTo>
                      <a:pt x="296747" y="240153"/>
                      <a:pt x="83761" y="198923"/>
                      <a:pt x="62519" y="136759"/>
                    </a:cubicBezTo>
                    <a:close/>
                  </a:path>
                </a:pathLst>
              </a:custGeom>
              <a:noFill/>
              <a:ln w="14287">
                <a:solidFill>
                  <a:srgbClr val="2C2C2C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Rounded Rectangle 6">
                <a:extLst>
                  <a:ext uri="{FF2B5EF4-FFF2-40B4-BE49-F238E27FC236}">
                    <a16:creationId xmlns:a16="http://schemas.microsoft.com/office/drawing/2014/main" id="{5BEC4D0A-A4B3-2B15-34E1-201075E4955D}"/>
                  </a:ext>
                </a:extLst>
              </p:cNvPr>
              <p:cNvSpPr/>
              <p:nvPr/>
            </p:nvSpPr>
            <p:spPr>
              <a:xfrm>
                <a:off x="4584871" y="3047999"/>
                <a:ext cx="996777" cy="795907"/>
              </a:xfrm>
              <a:custGeom>
                <a:avLst/>
                <a:gdLst/>
                <a:ahLst/>
                <a:cxnLst/>
                <a:rect l="0" t="0" r="0" b="0"/>
                <a:pathLst>
                  <a:path w="996777" h="795907">
                    <a:moveTo>
                      <a:pt x="782182" y="625355"/>
                    </a:moveTo>
                    <a:cubicBezTo>
                      <a:pt x="740503" y="710152"/>
                      <a:pt x="624877" y="730661"/>
                      <a:pt x="503861" y="757971"/>
                    </a:cubicBezTo>
                    <a:cubicBezTo>
                      <a:pt x="335612" y="795907"/>
                      <a:pt x="248390" y="786874"/>
                      <a:pt x="180720" y="765728"/>
                    </a:cubicBezTo>
                    <a:cubicBezTo>
                      <a:pt x="122947" y="641295"/>
                      <a:pt x="0" y="236221"/>
                      <a:pt x="0" y="236221"/>
                    </a:cubicBezTo>
                    <a:cubicBezTo>
                      <a:pt x="21403" y="298916"/>
                      <a:pt x="237446" y="340358"/>
                      <a:pt x="511262" y="284677"/>
                    </a:cubicBezTo>
                    <a:cubicBezTo>
                      <a:pt x="785079" y="228995"/>
                      <a:pt x="977466" y="56531"/>
                      <a:pt x="996777" y="0"/>
                    </a:cubicBezTo>
                    <a:cubicBezTo>
                      <a:pt x="996777" y="0"/>
                      <a:pt x="823862" y="540558"/>
                      <a:pt x="782182" y="625355"/>
                    </a:cubicBezTo>
                    <a:close/>
                  </a:path>
                </a:pathLst>
              </a:custGeom>
              <a:noFill/>
              <a:ln w="14287">
                <a:solidFill>
                  <a:srgbClr val="2C2C2C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3EA382C-E5D4-BC58-0865-97BFA0CADB47}"/>
                </a:ext>
              </a:extLst>
            </p:cNvPr>
            <p:cNvGrpSpPr/>
            <p:nvPr/>
          </p:nvGrpSpPr>
          <p:grpSpPr>
            <a:xfrm>
              <a:off x="5437216" y="3236119"/>
              <a:ext cx="1638783" cy="1095374"/>
              <a:chOff x="4247669" y="2162175"/>
              <a:chExt cx="1638783" cy="1095374"/>
            </a:xfrm>
          </p:grpSpPr>
          <p:sp>
            <p:nvSpPr>
              <p:cNvPr id="56" name="Rounded Rectangle 8">
                <a:extLst>
                  <a:ext uri="{FF2B5EF4-FFF2-40B4-BE49-F238E27FC236}">
                    <a16:creationId xmlns:a16="http://schemas.microsoft.com/office/drawing/2014/main" id="{45D59F0D-26DE-254A-6815-348FA3337B8E}"/>
                  </a:ext>
                </a:extLst>
              </p:cNvPr>
              <p:cNvSpPr/>
              <p:nvPr/>
            </p:nvSpPr>
            <p:spPr>
              <a:xfrm>
                <a:off x="5122045" y="2862738"/>
                <a:ext cx="486469" cy="394811"/>
              </a:xfrm>
              <a:custGeom>
                <a:avLst/>
                <a:gdLst/>
                <a:ahLst/>
                <a:cxnLst/>
                <a:rect l="0" t="0" r="0" b="0"/>
                <a:pathLst>
                  <a:path w="486469" h="394811">
                    <a:moveTo>
                      <a:pt x="204757" y="394811"/>
                    </a:moveTo>
                    <a:cubicBezTo>
                      <a:pt x="159612" y="308812"/>
                      <a:pt x="87236" y="230738"/>
                      <a:pt x="0" y="170201"/>
                    </a:cubicBezTo>
                    <a:cubicBezTo>
                      <a:pt x="207327" y="133751"/>
                      <a:pt x="383407" y="70679"/>
                      <a:pt x="479158" y="0"/>
                    </a:cubicBezTo>
                    <a:cubicBezTo>
                      <a:pt x="486469" y="57684"/>
                      <a:pt x="481327" y="120017"/>
                      <a:pt x="461165" y="187105"/>
                    </a:cubicBezTo>
                    <a:lnTo>
                      <a:pt x="454257" y="202847"/>
                    </a:lnTo>
                    <a:cubicBezTo>
                      <a:pt x="456586" y="195556"/>
                      <a:pt x="457872" y="191542"/>
                      <a:pt x="457872" y="191542"/>
                    </a:cubicBezTo>
                    <a:cubicBezTo>
                      <a:pt x="444698" y="229998"/>
                      <a:pt x="350473" y="322546"/>
                      <a:pt x="204677" y="394811"/>
                    </a:cubicBezTo>
                    <a:close/>
                  </a:path>
                </a:pathLst>
              </a:custGeom>
              <a:solidFill>
                <a:srgbClr val="43DD9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Rounded Rectangle 9">
                <a:extLst>
                  <a:ext uri="{FF2B5EF4-FFF2-40B4-BE49-F238E27FC236}">
                    <a16:creationId xmlns:a16="http://schemas.microsoft.com/office/drawing/2014/main" id="{BB4213F4-6C36-71AC-BD97-0A1854115002}"/>
                  </a:ext>
                </a:extLst>
              </p:cNvPr>
              <p:cNvSpPr/>
              <p:nvPr/>
            </p:nvSpPr>
            <p:spPr>
              <a:xfrm>
                <a:off x="4247669" y="2312938"/>
                <a:ext cx="1070461" cy="307967"/>
              </a:xfrm>
              <a:custGeom>
                <a:avLst/>
                <a:gdLst/>
                <a:ahLst/>
                <a:cxnLst/>
                <a:rect l="0" t="0" r="0" b="0"/>
                <a:pathLst>
                  <a:path w="1070461" h="307967">
                    <a:moveTo>
                      <a:pt x="859595" y="235703"/>
                    </a:moveTo>
                    <a:cubicBezTo>
                      <a:pt x="424695" y="307967"/>
                      <a:pt x="81935" y="226512"/>
                      <a:pt x="50848" y="135758"/>
                    </a:cubicBezTo>
                    <a:cubicBezTo>
                      <a:pt x="50848" y="135758"/>
                      <a:pt x="0" y="0"/>
                      <a:pt x="336174" y="5176"/>
                    </a:cubicBezTo>
                    <a:cubicBezTo>
                      <a:pt x="413289" y="6338"/>
                      <a:pt x="502535" y="16269"/>
                      <a:pt x="604953" y="32856"/>
                    </a:cubicBezTo>
                    <a:cubicBezTo>
                      <a:pt x="773643" y="60114"/>
                      <a:pt x="938397" y="111353"/>
                      <a:pt x="1070461" y="186893"/>
                    </a:cubicBezTo>
                    <a:cubicBezTo>
                      <a:pt x="1004262" y="206543"/>
                      <a:pt x="933737" y="223236"/>
                      <a:pt x="859675" y="235598"/>
                    </a:cubicBezTo>
                    <a:close/>
                  </a:path>
                </a:pathLst>
              </a:custGeom>
              <a:solidFill>
                <a:srgbClr val="43DD9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Rounded Rectangle 10">
                <a:extLst>
                  <a:ext uri="{FF2B5EF4-FFF2-40B4-BE49-F238E27FC236}">
                    <a16:creationId xmlns:a16="http://schemas.microsoft.com/office/drawing/2014/main" id="{A275A0E0-8E80-D9EB-8867-381FFE1B7749}"/>
                  </a:ext>
                </a:extLst>
              </p:cNvPr>
              <p:cNvSpPr/>
              <p:nvPr/>
            </p:nvSpPr>
            <p:spPr>
              <a:xfrm>
                <a:off x="4298597" y="2162175"/>
                <a:ext cx="1587855" cy="928975"/>
              </a:xfrm>
              <a:custGeom>
                <a:avLst/>
                <a:gdLst/>
                <a:ahLst/>
                <a:cxnLst/>
                <a:rect l="0" t="0" r="0" b="0"/>
                <a:pathLst>
                  <a:path w="1587855" h="928975">
                    <a:moveTo>
                      <a:pt x="1587855" y="0"/>
                    </a:moveTo>
                    <a:cubicBezTo>
                      <a:pt x="1587855" y="0"/>
                      <a:pt x="1418596" y="524126"/>
                      <a:pt x="1370809" y="625761"/>
                    </a:cubicBezTo>
                    <a:cubicBezTo>
                      <a:pt x="1322927" y="727395"/>
                      <a:pt x="1090060" y="827023"/>
                      <a:pt x="801196" y="874671"/>
                    </a:cubicBezTo>
                    <a:cubicBezTo>
                      <a:pt x="471608" y="928975"/>
                      <a:pt x="256248" y="873720"/>
                      <a:pt x="185880" y="829664"/>
                    </a:cubicBezTo>
                    <a:cubicBezTo>
                      <a:pt x="123946" y="697497"/>
                      <a:pt x="0" y="286414"/>
                      <a:pt x="0" y="286414"/>
                    </a:cubicBezTo>
                    <a:cubicBezTo>
                      <a:pt x="31086" y="377168"/>
                      <a:pt x="373848" y="458623"/>
                      <a:pt x="808746" y="386359"/>
                    </a:cubicBezTo>
                    <a:cubicBezTo>
                      <a:pt x="1243641" y="314095"/>
                      <a:pt x="1556927" y="90224"/>
                      <a:pt x="1587855" y="0"/>
                    </a:cubicBezTo>
                    <a:close/>
                  </a:path>
                </a:pathLst>
              </a:custGeom>
              <a:solidFill>
                <a:srgbClr val="43DD9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Rounded Rectangle 11">
                <a:extLst>
                  <a:ext uri="{FF2B5EF4-FFF2-40B4-BE49-F238E27FC236}">
                    <a16:creationId xmlns:a16="http://schemas.microsoft.com/office/drawing/2014/main" id="{4CD6F3DA-8968-B653-66BE-3C4290521531}"/>
                  </a:ext>
                </a:extLst>
              </p:cNvPr>
              <p:cNvSpPr/>
              <p:nvPr/>
            </p:nvSpPr>
            <p:spPr>
              <a:xfrm>
                <a:off x="5122045" y="2862738"/>
                <a:ext cx="486469" cy="394811"/>
              </a:xfrm>
              <a:custGeom>
                <a:avLst/>
                <a:gdLst/>
                <a:ahLst/>
                <a:cxnLst/>
                <a:rect l="0" t="0" r="0" b="0"/>
                <a:pathLst>
                  <a:path w="486469" h="394811">
                    <a:moveTo>
                      <a:pt x="204757" y="394811"/>
                    </a:moveTo>
                    <a:cubicBezTo>
                      <a:pt x="159613" y="308812"/>
                      <a:pt x="87236" y="230738"/>
                      <a:pt x="0" y="170201"/>
                    </a:cubicBezTo>
                    <a:cubicBezTo>
                      <a:pt x="207327" y="133751"/>
                      <a:pt x="383407" y="70679"/>
                      <a:pt x="479158" y="0"/>
                    </a:cubicBezTo>
                    <a:cubicBezTo>
                      <a:pt x="486469" y="57684"/>
                      <a:pt x="481327" y="120017"/>
                      <a:pt x="461165" y="187105"/>
                    </a:cubicBezTo>
                    <a:lnTo>
                      <a:pt x="454257" y="202847"/>
                    </a:lnTo>
                    <a:cubicBezTo>
                      <a:pt x="456586" y="195556"/>
                      <a:pt x="457872" y="191542"/>
                      <a:pt x="457872" y="191542"/>
                    </a:cubicBezTo>
                    <a:cubicBezTo>
                      <a:pt x="444698" y="229998"/>
                      <a:pt x="350473" y="322546"/>
                      <a:pt x="204677" y="394811"/>
                    </a:cubicBezTo>
                    <a:close/>
                  </a:path>
                </a:pathLst>
              </a:custGeom>
              <a:noFill/>
              <a:ln w="14287">
                <a:solidFill>
                  <a:srgbClr val="2C2C2C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Rounded Rectangle 12">
                <a:extLst>
                  <a:ext uri="{FF2B5EF4-FFF2-40B4-BE49-F238E27FC236}">
                    <a16:creationId xmlns:a16="http://schemas.microsoft.com/office/drawing/2014/main" id="{ABC7AD32-C363-6970-FC48-C077F83EC11D}"/>
                  </a:ext>
                </a:extLst>
              </p:cNvPr>
              <p:cNvSpPr/>
              <p:nvPr/>
            </p:nvSpPr>
            <p:spPr>
              <a:xfrm>
                <a:off x="4247669" y="2312938"/>
                <a:ext cx="1070456" cy="307967"/>
              </a:xfrm>
              <a:custGeom>
                <a:avLst/>
                <a:gdLst/>
                <a:ahLst/>
                <a:cxnLst/>
                <a:rect l="0" t="0" r="0" b="0"/>
                <a:pathLst>
                  <a:path w="1070456" h="307967">
                    <a:moveTo>
                      <a:pt x="859595" y="235703"/>
                    </a:moveTo>
                    <a:cubicBezTo>
                      <a:pt x="424695" y="307967"/>
                      <a:pt x="81935" y="226511"/>
                      <a:pt x="50848" y="135758"/>
                    </a:cubicBezTo>
                    <a:cubicBezTo>
                      <a:pt x="50848" y="135758"/>
                      <a:pt x="0" y="0"/>
                      <a:pt x="336174" y="5176"/>
                    </a:cubicBezTo>
                    <a:cubicBezTo>
                      <a:pt x="413289" y="6338"/>
                      <a:pt x="502535" y="16269"/>
                      <a:pt x="604953" y="32856"/>
                    </a:cubicBezTo>
                    <a:cubicBezTo>
                      <a:pt x="773643" y="60114"/>
                      <a:pt x="938397" y="111353"/>
                      <a:pt x="1070456" y="186893"/>
                    </a:cubicBezTo>
                    <a:cubicBezTo>
                      <a:pt x="1004266" y="206543"/>
                      <a:pt x="933737" y="223236"/>
                      <a:pt x="859675" y="235598"/>
                    </a:cubicBezTo>
                    <a:close/>
                  </a:path>
                </a:pathLst>
              </a:custGeom>
              <a:noFill/>
              <a:ln w="14287">
                <a:solidFill>
                  <a:srgbClr val="2C2C2C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Rounded Rectangle 13">
                <a:extLst>
                  <a:ext uri="{FF2B5EF4-FFF2-40B4-BE49-F238E27FC236}">
                    <a16:creationId xmlns:a16="http://schemas.microsoft.com/office/drawing/2014/main" id="{57651B89-A43C-93EE-F68D-F91100D48509}"/>
                  </a:ext>
                </a:extLst>
              </p:cNvPr>
              <p:cNvSpPr/>
              <p:nvPr/>
            </p:nvSpPr>
            <p:spPr>
              <a:xfrm>
                <a:off x="4298597" y="2162175"/>
                <a:ext cx="1587852" cy="928975"/>
              </a:xfrm>
              <a:custGeom>
                <a:avLst/>
                <a:gdLst/>
                <a:ahLst/>
                <a:cxnLst/>
                <a:rect l="0" t="0" r="0" b="0"/>
                <a:pathLst>
                  <a:path w="1587852" h="928975">
                    <a:moveTo>
                      <a:pt x="1587852" y="0"/>
                    </a:moveTo>
                    <a:cubicBezTo>
                      <a:pt x="1587852" y="0"/>
                      <a:pt x="1418600" y="524126"/>
                      <a:pt x="1370804" y="625761"/>
                    </a:cubicBezTo>
                    <a:cubicBezTo>
                      <a:pt x="1322929" y="727395"/>
                      <a:pt x="1090057" y="827023"/>
                      <a:pt x="801196" y="874671"/>
                    </a:cubicBezTo>
                    <a:cubicBezTo>
                      <a:pt x="471608" y="928975"/>
                      <a:pt x="256248" y="873720"/>
                      <a:pt x="185880" y="829664"/>
                    </a:cubicBezTo>
                    <a:cubicBezTo>
                      <a:pt x="123946" y="697497"/>
                      <a:pt x="0" y="286414"/>
                      <a:pt x="0" y="286414"/>
                    </a:cubicBezTo>
                    <a:cubicBezTo>
                      <a:pt x="31086" y="377168"/>
                      <a:pt x="373848" y="458623"/>
                      <a:pt x="808746" y="386359"/>
                    </a:cubicBezTo>
                    <a:cubicBezTo>
                      <a:pt x="1243644" y="314095"/>
                      <a:pt x="1556926" y="90224"/>
                      <a:pt x="1587852" y="0"/>
                    </a:cubicBezTo>
                    <a:close/>
                  </a:path>
                </a:pathLst>
              </a:custGeom>
              <a:noFill/>
              <a:ln w="14287">
                <a:solidFill>
                  <a:srgbClr val="2C2C2C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FD396BD-7746-29CD-F4AC-E7D9724A2DB6}"/>
                </a:ext>
              </a:extLst>
            </p:cNvPr>
            <p:cNvGrpSpPr/>
            <p:nvPr/>
          </p:nvGrpSpPr>
          <p:grpSpPr>
            <a:xfrm>
              <a:off x="5133798" y="2340769"/>
              <a:ext cx="2247002" cy="1133473"/>
              <a:chOff x="3944251" y="1266825"/>
              <a:chExt cx="2247002" cy="1133473"/>
            </a:xfrm>
          </p:grpSpPr>
          <p:sp>
            <p:nvSpPr>
              <p:cNvPr id="50" name="Rounded Rectangle 15">
                <a:extLst>
                  <a:ext uri="{FF2B5EF4-FFF2-40B4-BE49-F238E27FC236}">
                    <a16:creationId xmlns:a16="http://schemas.microsoft.com/office/drawing/2014/main" id="{AC27DEA4-B4CA-E029-E145-1E6E229073B5}"/>
                  </a:ext>
                </a:extLst>
              </p:cNvPr>
              <p:cNvSpPr/>
              <p:nvPr/>
            </p:nvSpPr>
            <p:spPr>
              <a:xfrm>
                <a:off x="3944251" y="1424071"/>
                <a:ext cx="1619606" cy="424897"/>
              </a:xfrm>
              <a:custGeom>
                <a:avLst/>
                <a:gdLst/>
                <a:ahLst/>
                <a:cxnLst/>
                <a:rect l="0" t="0" r="0" b="0"/>
                <a:pathLst>
                  <a:path w="1619606" h="424897">
                    <a:moveTo>
                      <a:pt x="1172159" y="335116"/>
                    </a:moveTo>
                    <a:cubicBezTo>
                      <a:pt x="574983" y="424897"/>
                      <a:pt x="99654" y="302603"/>
                      <a:pt x="58716" y="182647"/>
                    </a:cubicBezTo>
                    <a:cubicBezTo>
                      <a:pt x="58716" y="182647"/>
                      <a:pt x="0" y="23584"/>
                      <a:pt x="455417" y="4489"/>
                    </a:cubicBezTo>
                    <a:cubicBezTo>
                      <a:pt x="562932" y="0"/>
                      <a:pt x="683556" y="5761"/>
                      <a:pt x="816178" y="18290"/>
                    </a:cubicBezTo>
                    <a:cubicBezTo>
                      <a:pt x="1109009" y="46034"/>
                      <a:pt x="1403083" y="117228"/>
                      <a:pt x="1619606" y="226866"/>
                    </a:cubicBezTo>
                    <a:lnTo>
                      <a:pt x="1619339" y="226954"/>
                    </a:lnTo>
                    <a:cubicBezTo>
                      <a:pt x="1485351" y="272429"/>
                      <a:pt x="1334789" y="310784"/>
                      <a:pt x="1172159" y="335222"/>
                    </a:cubicBezTo>
                    <a:close/>
                  </a:path>
                </a:pathLst>
              </a:custGeom>
              <a:solidFill>
                <a:srgbClr val="1AC3F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Rounded Rectangle 16">
                <a:extLst>
                  <a:ext uri="{FF2B5EF4-FFF2-40B4-BE49-F238E27FC236}">
                    <a16:creationId xmlns:a16="http://schemas.microsoft.com/office/drawing/2014/main" id="{CCB8A2D9-1585-922C-7468-65F4FFB8994D}"/>
                  </a:ext>
                </a:extLst>
              </p:cNvPr>
              <p:cNvSpPr/>
              <p:nvPr/>
            </p:nvSpPr>
            <p:spPr>
              <a:xfrm>
                <a:off x="5351823" y="1988899"/>
                <a:ext cx="555837" cy="411399"/>
              </a:xfrm>
              <a:custGeom>
                <a:avLst/>
                <a:gdLst/>
                <a:ahLst/>
                <a:cxnLst/>
                <a:rect l="0" t="0" r="0" b="0"/>
                <a:pathLst>
                  <a:path w="555837" h="411399">
                    <a:moveTo>
                      <a:pt x="233401" y="411399"/>
                    </a:moveTo>
                    <a:cubicBezTo>
                      <a:pt x="175976" y="345631"/>
                      <a:pt x="95307" y="284431"/>
                      <a:pt x="0" y="231519"/>
                    </a:cubicBezTo>
                    <a:cubicBezTo>
                      <a:pt x="242731" y="170849"/>
                      <a:pt x="437367" y="81599"/>
                      <a:pt x="543370" y="0"/>
                    </a:cubicBezTo>
                    <a:cubicBezTo>
                      <a:pt x="555837" y="52594"/>
                      <a:pt x="554550" y="108481"/>
                      <a:pt x="537017" y="167556"/>
                    </a:cubicBezTo>
                    <a:lnTo>
                      <a:pt x="531869" y="179881"/>
                    </a:lnTo>
                    <a:cubicBezTo>
                      <a:pt x="532272" y="178818"/>
                      <a:pt x="532433" y="178181"/>
                      <a:pt x="532433" y="178181"/>
                    </a:cubicBezTo>
                    <a:cubicBezTo>
                      <a:pt x="514738" y="229924"/>
                      <a:pt x="405115" y="325337"/>
                      <a:pt x="233401" y="411294"/>
                    </a:cubicBezTo>
                    <a:close/>
                  </a:path>
                </a:pathLst>
              </a:custGeom>
              <a:solidFill>
                <a:srgbClr val="1AC3F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Rounded Rectangle 17">
                <a:extLst>
                  <a:ext uri="{FF2B5EF4-FFF2-40B4-BE49-F238E27FC236}">
                    <a16:creationId xmlns:a16="http://schemas.microsoft.com/office/drawing/2014/main" id="{B3866F1C-3B0C-9E9C-CFC5-3FF7F930EAF6}"/>
                  </a:ext>
                </a:extLst>
              </p:cNvPr>
              <p:cNvSpPr/>
              <p:nvPr/>
            </p:nvSpPr>
            <p:spPr>
              <a:xfrm>
                <a:off x="4002885" y="1266825"/>
                <a:ext cx="2188368" cy="1075353"/>
              </a:xfrm>
              <a:custGeom>
                <a:avLst/>
                <a:gdLst/>
                <a:ahLst/>
                <a:cxnLst/>
                <a:rect l="0" t="0" r="0" b="0"/>
                <a:pathLst>
                  <a:path w="2188368" h="1075353">
                    <a:moveTo>
                      <a:pt x="2188368" y="0"/>
                    </a:moveTo>
                    <a:cubicBezTo>
                      <a:pt x="2188368" y="0"/>
                      <a:pt x="2027262" y="513719"/>
                      <a:pt x="1973056" y="633356"/>
                    </a:cubicBezTo>
                    <a:cubicBezTo>
                      <a:pt x="1918935" y="752994"/>
                      <a:pt x="1563443" y="935107"/>
                      <a:pt x="1105642" y="1001410"/>
                    </a:cubicBezTo>
                    <a:cubicBezTo>
                      <a:pt x="614067" y="1075353"/>
                      <a:pt x="269755" y="970702"/>
                      <a:pt x="196485" y="903125"/>
                    </a:cubicBezTo>
                    <a:cubicBezTo>
                      <a:pt x="130212" y="761706"/>
                      <a:pt x="0" y="340000"/>
                      <a:pt x="0" y="340000"/>
                    </a:cubicBezTo>
                    <a:cubicBezTo>
                      <a:pt x="40937" y="459956"/>
                      <a:pt x="516267" y="582249"/>
                      <a:pt x="1113443" y="492469"/>
                    </a:cubicBezTo>
                    <a:cubicBezTo>
                      <a:pt x="1710623" y="402687"/>
                      <a:pt x="2145734" y="125056"/>
                      <a:pt x="2188283" y="105"/>
                    </a:cubicBezTo>
                    <a:close/>
                  </a:path>
                </a:pathLst>
              </a:custGeom>
              <a:solidFill>
                <a:srgbClr val="1AC3F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Rounded Rectangle 18">
                <a:extLst>
                  <a:ext uri="{FF2B5EF4-FFF2-40B4-BE49-F238E27FC236}">
                    <a16:creationId xmlns:a16="http://schemas.microsoft.com/office/drawing/2014/main" id="{B4068915-5252-804B-1F6C-5346B81267C2}"/>
                  </a:ext>
                </a:extLst>
              </p:cNvPr>
              <p:cNvSpPr/>
              <p:nvPr/>
            </p:nvSpPr>
            <p:spPr>
              <a:xfrm>
                <a:off x="3944251" y="1424071"/>
                <a:ext cx="1619603" cy="424897"/>
              </a:xfrm>
              <a:custGeom>
                <a:avLst/>
                <a:gdLst/>
                <a:ahLst/>
                <a:cxnLst/>
                <a:rect l="0" t="0" r="0" b="0"/>
                <a:pathLst>
                  <a:path w="1619603" h="424897">
                    <a:moveTo>
                      <a:pt x="1172160" y="335116"/>
                    </a:moveTo>
                    <a:cubicBezTo>
                      <a:pt x="574983" y="424897"/>
                      <a:pt x="99654" y="302603"/>
                      <a:pt x="58716" y="182647"/>
                    </a:cubicBezTo>
                    <a:cubicBezTo>
                      <a:pt x="58716" y="182647"/>
                      <a:pt x="0" y="23584"/>
                      <a:pt x="455417" y="4489"/>
                    </a:cubicBezTo>
                    <a:cubicBezTo>
                      <a:pt x="562932" y="0"/>
                      <a:pt x="683556" y="5761"/>
                      <a:pt x="816178" y="18290"/>
                    </a:cubicBezTo>
                    <a:cubicBezTo>
                      <a:pt x="1109010" y="46034"/>
                      <a:pt x="1403081" y="117228"/>
                      <a:pt x="1619603" y="226866"/>
                    </a:cubicBezTo>
                    <a:lnTo>
                      <a:pt x="1619340" y="226954"/>
                    </a:lnTo>
                    <a:cubicBezTo>
                      <a:pt x="1485347" y="272429"/>
                      <a:pt x="1334786" y="310784"/>
                      <a:pt x="1172160" y="335222"/>
                    </a:cubicBezTo>
                    <a:close/>
                  </a:path>
                </a:pathLst>
              </a:custGeom>
              <a:noFill/>
              <a:ln w="14287">
                <a:solidFill>
                  <a:srgbClr val="2C2C2C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Rounded Rectangle 19">
                <a:extLst>
                  <a:ext uri="{FF2B5EF4-FFF2-40B4-BE49-F238E27FC236}">
                    <a16:creationId xmlns:a16="http://schemas.microsoft.com/office/drawing/2014/main" id="{14ED3CD4-357C-932E-03F2-F961D09CFC23}"/>
                  </a:ext>
                </a:extLst>
              </p:cNvPr>
              <p:cNvSpPr/>
              <p:nvPr/>
            </p:nvSpPr>
            <p:spPr>
              <a:xfrm>
                <a:off x="5351823" y="1988899"/>
                <a:ext cx="555837" cy="411399"/>
              </a:xfrm>
              <a:custGeom>
                <a:avLst/>
                <a:gdLst/>
                <a:ahLst/>
                <a:cxnLst/>
                <a:rect l="0" t="0" r="0" b="0"/>
                <a:pathLst>
                  <a:path w="555837" h="411399">
                    <a:moveTo>
                      <a:pt x="233401" y="411399"/>
                    </a:moveTo>
                    <a:cubicBezTo>
                      <a:pt x="175976" y="345631"/>
                      <a:pt x="95307" y="284431"/>
                      <a:pt x="0" y="231519"/>
                    </a:cubicBezTo>
                    <a:cubicBezTo>
                      <a:pt x="242731" y="170849"/>
                      <a:pt x="437367" y="81599"/>
                      <a:pt x="543370" y="0"/>
                    </a:cubicBezTo>
                    <a:cubicBezTo>
                      <a:pt x="555837" y="52594"/>
                      <a:pt x="554550" y="108481"/>
                      <a:pt x="537017" y="167556"/>
                    </a:cubicBezTo>
                    <a:lnTo>
                      <a:pt x="531869" y="179881"/>
                    </a:lnTo>
                    <a:cubicBezTo>
                      <a:pt x="532272" y="178818"/>
                      <a:pt x="532433" y="178181"/>
                      <a:pt x="532433" y="178181"/>
                    </a:cubicBezTo>
                    <a:cubicBezTo>
                      <a:pt x="514738" y="229924"/>
                      <a:pt x="405115" y="325337"/>
                      <a:pt x="233401" y="411294"/>
                    </a:cubicBezTo>
                    <a:close/>
                  </a:path>
                </a:pathLst>
              </a:custGeom>
              <a:noFill/>
              <a:ln w="14287">
                <a:solidFill>
                  <a:srgbClr val="2C2C2C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Rounded Rectangle 20">
                <a:extLst>
                  <a:ext uri="{FF2B5EF4-FFF2-40B4-BE49-F238E27FC236}">
                    <a16:creationId xmlns:a16="http://schemas.microsoft.com/office/drawing/2014/main" id="{CF2CD236-368E-8342-596D-7F0EFE26E326}"/>
                  </a:ext>
                </a:extLst>
              </p:cNvPr>
              <p:cNvSpPr/>
              <p:nvPr/>
            </p:nvSpPr>
            <p:spPr>
              <a:xfrm>
                <a:off x="4002885" y="1266825"/>
                <a:ext cx="2188363" cy="1075357"/>
              </a:xfrm>
              <a:custGeom>
                <a:avLst/>
                <a:gdLst/>
                <a:ahLst/>
                <a:cxnLst/>
                <a:rect l="0" t="0" r="0" b="0"/>
                <a:pathLst>
                  <a:path w="2188363" h="1075357">
                    <a:moveTo>
                      <a:pt x="2188363" y="0"/>
                    </a:moveTo>
                    <a:cubicBezTo>
                      <a:pt x="2188363" y="0"/>
                      <a:pt x="2027266" y="513718"/>
                      <a:pt x="1973058" y="633356"/>
                    </a:cubicBezTo>
                    <a:cubicBezTo>
                      <a:pt x="1918930" y="752994"/>
                      <a:pt x="1563439" y="935107"/>
                      <a:pt x="1105642" y="1001407"/>
                    </a:cubicBezTo>
                    <a:cubicBezTo>
                      <a:pt x="614067" y="1075357"/>
                      <a:pt x="269755" y="970700"/>
                      <a:pt x="196485" y="903125"/>
                    </a:cubicBezTo>
                    <a:cubicBezTo>
                      <a:pt x="130212" y="761706"/>
                      <a:pt x="0" y="340000"/>
                      <a:pt x="0" y="340000"/>
                    </a:cubicBezTo>
                    <a:cubicBezTo>
                      <a:pt x="40937" y="459956"/>
                      <a:pt x="516267" y="582249"/>
                      <a:pt x="1113444" y="492469"/>
                    </a:cubicBezTo>
                    <a:cubicBezTo>
                      <a:pt x="1710622" y="402687"/>
                      <a:pt x="2145737" y="125056"/>
                      <a:pt x="2188283" y="105"/>
                    </a:cubicBezTo>
                    <a:close/>
                  </a:path>
                </a:pathLst>
              </a:custGeom>
              <a:noFill/>
              <a:ln w="14287">
                <a:solidFill>
                  <a:srgbClr val="2C2C2C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89980A5-0FD7-BF9F-4076-36CB00F73F5A}"/>
                </a:ext>
              </a:extLst>
            </p:cNvPr>
            <p:cNvSpPr txBox="1"/>
            <p:nvPr/>
          </p:nvSpPr>
          <p:spPr>
            <a:xfrm>
              <a:off x="2237297" y="2486148"/>
              <a:ext cx="2343279" cy="250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1" dirty="0" err="1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Generar</a:t>
              </a:r>
              <a:r>
                <a:rPr sz="2000" b="1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2000" b="1" dirty="0" err="1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Nuevos</a:t>
              </a:r>
              <a:r>
                <a:rPr sz="2000" b="1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Datos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F753F13-5531-1060-B478-477388275241}"/>
                </a:ext>
              </a:extLst>
            </p:cNvPr>
            <p:cNvSpPr txBox="1"/>
            <p:nvPr/>
          </p:nvSpPr>
          <p:spPr>
            <a:xfrm>
              <a:off x="2237298" y="2821142"/>
              <a:ext cx="2876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Crear puntos de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datos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realistas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para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ampliar</a:t>
              </a:r>
              <a:r>
                <a:rPr lang="es-CL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el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conjunto de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datos</a:t>
              </a:r>
              <a:endParaRPr sz="12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676D04E-1927-7F35-523A-82900831777F}"/>
                </a:ext>
              </a:extLst>
            </p:cNvPr>
            <p:cNvSpPr txBox="1"/>
            <p:nvPr/>
          </p:nvSpPr>
          <p:spPr>
            <a:xfrm>
              <a:off x="2237297" y="3471889"/>
              <a:ext cx="2057844" cy="250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24C67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Interpolar </a:t>
              </a:r>
              <a:r>
                <a:rPr sz="2000" b="1" dirty="0" err="1">
                  <a:solidFill>
                    <a:srgbClr val="24C679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Ejemplos</a:t>
              </a:r>
              <a:endParaRPr sz="2000" b="1" dirty="0">
                <a:solidFill>
                  <a:srgbClr val="24C67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1807235-491E-42E9-27EB-377683DD28C1}"/>
                </a:ext>
              </a:extLst>
            </p:cNvPr>
            <p:cNvSpPr txBox="1"/>
            <p:nvPr/>
          </p:nvSpPr>
          <p:spPr>
            <a:xfrm>
              <a:off x="2237297" y="3806883"/>
              <a:ext cx="29095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Desarrollar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puntos de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datos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intermedios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
entre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ejemplos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existentes</a:t>
              </a:r>
              <a:endParaRPr sz="12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4C12A81-BD79-F286-9C86-6E0A6EBA4575}"/>
                </a:ext>
              </a:extLst>
            </p:cNvPr>
            <p:cNvSpPr txBox="1"/>
            <p:nvPr/>
          </p:nvSpPr>
          <p:spPr>
            <a:xfrm>
              <a:off x="2237297" y="4500589"/>
              <a:ext cx="1872429" cy="250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1" dirty="0" err="1">
                  <a:solidFill>
                    <a:srgbClr val="8CBB23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Ampliar</a:t>
              </a:r>
              <a:r>
                <a:rPr sz="2000" b="1" dirty="0">
                  <a:solidFill>
                    <a:srgbClr val="8CBB23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2000" b="1" dirty="0" err="1">
                  <a:solidFill>
                    <a:srgbClr val="8CBB23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Dominios</a:t>
              </a:r>
              <a:endParaRPr sz="2000" b="1" dirty="0">
                <a:solidFill>
                  <a:srgbClr val="8CBB2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D03CCB1-38A6-4C36-D71B-C863AE57D90D}"/>
                </a:ext>
              </a:extLst>
            </p:cNvPr>
            <p:cNvSpPr txBox="1"/>
            <p:nvPr/>
          </p:nvSpPr>
          <p:spPr>
            <a:xfrm>
              <a:off x="2237297" y="4835583"/>
              <a:ext cx="27478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Extender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datos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en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áreas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con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muestras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
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limitadas</a:t>
              </a:r>
              <a:endParaRPr sz="12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47" name="Rounded Rectangle 29">
              <a:extLst>
                <a:ext uri="{FF2B5EF4-FFF2-40B4-BE49-F238E27FC236}">
                  <a16:creationId xmlns:a16="http://schemas.microsoft.com/office/drawing/2014/main" id="{95BCEFC9-B63E-6617-42C5-336E70F26D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6279" y="2498015"/>
              <a:ext cx="504000" cy="504000"/>
            </a:xfrm>
            <a:custGeom>
              <a:avLst/>
              <a:gdLst/>
              <a:ahLst/>
              <a:cxnLst/>
              <a:rect l="0" t="0" r="0" b="0"/>
              <a:pathLst>
                <a:path w="321468" h="321468">
                  <a:moveTo>
                    <a:pt x="321468" y="321468"/>
                  </a:moveTo>
                  <a:lnTo>
                    <a:pt x="0" y="321468"/>
                  </a:lnTo>
                  <a:lnTo>
                    <a:pt x="0" y="0"/>
                  </a:lnTo>
                  <a:moveTo>
                    <a:pt x="66079" y="42862"/>
                  </a:moveTo>
                  <a:cubicBezTo>
                    <a:pt x="63120" y="42862"/>
                    <a:pt x="60721" y="40463"/>
                    <a:pt x="60721" y="37504"/>
                  </a:cubicBezTo>
                  <a:cubicBezTo>
                    <a:pt x="60721" y="34545"/>
                    <a:pt x="63120" y="32146"/>
                    <a:pt x="66079" y="32146"/>
                  </a:cubicBezTo>
                  <a:moveTo>
                    <a:pt x="66079" y="32146"/>
                  </a:moveTo>
                  <a:cubicBezTo>
                    <a:pt x="69038" y="32146"/>
                    <a:pt x="71437" y="34545"/>
                    <a:pt x="71437" y="37504"/>
                  </a:cubicBezTo>
                  <a:cubicBezTo>
                    <a:pt x="71437" y="40463"/>
                    <a:pt x="69038" y="42862"/>
                    <a:pt x="66079" y="42862"/>
                  </a:cubicBezTo>
                  <a:moveTo>
                    <a:pt x="51792" y="232171"/>
                  </a:moveTo>
                  <a:cubicBezTo>
                    <a:pt x="48833" y="232171"/>
                    <a:pt x="46434" y="234570"/>
                    <a:pt x="46434" y="237529"/>
                  </a:cubicBezTo>
                  <a:cubicBezTo>
                    <a:pt x="46434" y="240488"/>
                    <a:pt x="48833" y="242887"/>
                    <a:pt x="51792" y="242887"/>
                  </a:cubicBezTo>
                  <a:moveTo>
                    <a:pt x="51792" y="242887"/>
                  </a:moveTo>
                  <a:cubicBezTo>
                    <a:pt x="54751" y="242887"/>
                    <a:pt x="57150" y="240488"/>
                    <a:pt x="57150" y="237529"/>
                  </a:cubicBezTo>
                  <a:cubicBezTo>
                    <a:pt x="57150" y="234570"/>
                    <a:pt x="54751" y="232171"/>
                    <a:pt x="51792" y="232171"/>
                  </a:cubicBezTo>
                  <a:moveTo>
                    <a:pt x="80367" y="103584"/>
                  </a:moveTo>
                  <a:cubicBezTo>
                    <a:pt x="77408" y="103584"/>
                    <a:pt x="75009" y="105983"/>
                    <a:pt x="75009" y="108942"/>
                  </a:cubicBezTo>
                  <a:cubicBezTo>
                    <a:pt x="75009" y="111901"/>
                    <a:pt x="77408" y="114300"/>
                    <a:pt x="80367" y="114300"/>
                  </a:cubicBezTo>
                  <a:moveTo>
                    <a:pt x="80367" y="114300"/>
                  </a:moveTo>
                  <a:cubicBezTo>
                    <a:pt x="83326" y="114300"/>
                    <a:pt x="85725" y="111901"/>
                    <a:pt x="85725" y="108942"/>
                  </a:cubicBezTo>
                  <a:cubicBezTo>
                    <a:pt x="85725" y="105983"/>
                    <a:pt x="83326" y="103584"/>
                    <a:pt x="80367" y="103584"/>
                  </a:cubicBezTo>
                  <a:moveTo>
                    <a:pt x="37504" y="160734"/>
                  </a:moveTo>
                  <a:cubicBezTo>
                    <a:pt x="34545" y="160734"/>
                    <a:pt x="32146" y="163133"/>
                    <a:pt x="32146" y="166092"/>
                  </a:cubicBezTo>
                  <a:cubicBezTo>
                    <a:pt x="32146" y="169051"/>
                    <a:pt x="34545" y="171450"/>
                    <a:pt x="37504" y="171450"/>
                  </a:cubicBezTo>
                  <a:moveTo>
                    <a:pt x="37504" y="171450"/>
                  </a:moveTo>
                  <a:cubicBezTo>
                    <a:pt x="40463" y="171450"/>
                    <a:pt x="42862" y="169051"/>
                    <a:pt x="42862" y="166092"/>
                  </a:cubicBezTo>
                  <a:cubicBezTo>
                    <a:pt x="42862" y="163133"/>
                    <a:pt x="40463" y="160734"/>
                    <a:pt x="37504" y="160734"/>
                  </a:cubicBezTo>
                  <a:moveTo>
                    <a:pt x="166092" y="57150"/>
                  </a:moveTo>
                  <a:cubicBezTo>
                    <a:pt x="163133" y="57150"/>
                    <a:pt x="160734" y="54751"/>
                    <a:pt x="160734" y="51792"/>
                  </a:cubicBezTo>
                  <a:cubicBezTo>
                    <a:pt x="160734" y="48833"/>
                    <a:pt x="163133" y="46434"/>
                    <a:pt x="166092" y="46434"/>
                  </a:cubicBezTo>
                  <a:moveTo>
                    <a:pt x="166092" y="46434"/>
                  </a:moveTo>
                  <a:cubicBezTo>
                    <a:pt x="169051" y="46434"/>
                    <a:pt x="171450" y="48833"/>
                    <a:pt x="171450" y="51792"/>
                  </a:cubicBezTo>
                  <a:cubicBezTo>
                    <a:pt x="171450" y="54751"/>
                    <a:pt x="169051" y="57150"/>
                    <a:pt x="166092" y="57150"/>
                  </a:cubicBezTo>
                  <a:moveTo>
                    <a:pt x="208954" y="200025"/>
                  </a:moveTo>
                  <a:cubicBezTo>
                    <a:pt x="205995" y="200025"/>
                    <a:pt x="203596" y="197626"/>
                    <a:pt x="203596" y="194667"/>
                  </a:cubicBezTo>
                  <a:cubicBezTo>
                    <a:pt x="203596" y="191708"/>
                    <a:pt x="205995" y="189309"/>
                    <a:pt x="208954" y="189309"/>
                  </a:cubicBezTo>
                  <a:moveTo>
                    <a:pt x="208954" y="189309"/>
                  </a:moveTo>
                  <a:cubicBezTo>
                    <a:pt x="211913" y="189309"/>
                    <a:pt x="214312" y="191708"/>
                    <a:pt x="214312" y="194667"/>
                  </a:cubicBezTo>
                  <a:cubicBezTo>
                    <a:pt x="214312" y="197626"/>
                    <a:pt x="211913" y="200025"/>
                    <a:pt x="208954" y="200025"/>
                  </a:cubicBezTo>
                  <a:moveTo>
                    <a:pt x="294679" y="157162"/>
                  </a:moveTo>
                  <a:cubicBezTo>
                    <a:pt x="291720" y="157162"/>
                    <a:pt x="289321" y="154763"/>
                    <a:pt x="289321" y="151804"/>
                  </a:cubicBezTo>
                  <a:cubicBezTo>
                    <a:pt x="289321" y="148845"/>
                    <a:pt x="291720" y="146446"/>
                    <a:pt x="294679" y="146446"/>
                  </a:cubicBezTo>
                  <a:moveTo>
                    <a:pt x="294679" y="146446"/>
                  </a:moveTo>
                  <a:cubicBezTo>
                    <a:pt x="297638" y="146446"/>
                    <a:pt x="300037" y="148845"/>
                    <a:pt x="300037" y="151804"/>
                  </a:cubicBezTo>
                  <a:cubicBezTo>
                    <a:pt x="300037" y="154763"/>
                    <a:pt x="297638" y="157162"/>
                    <a:pt x="294679" y="157162"/>
                  </a:cubicBezTo>
                  <a:moveTo>
                    <a:pt x="280392" y="14287"/>
                  </a:moveTo>
                  <a:cubicBezTo>
                    <a:pt x="277433" y="14287"/>
                    <a:pt x="275034" y="11888"/>
                    <a:pt x="275034" y="8929"/>
                  </a:cubicBezTo>
                  <a:cubicBezTo>
                    <a:pt x="275034" y="5970"/>
                    <a:pt x="277433" y="3571"/>
                    <a:pt x="280392" y="3571"/>
                  </a:cubicBezTo>
                  <a:moveTo>
                    <a:pt x="280392" y="3571"/>
                  </a:moveTo>
                  <a:cubicBezTo>
                    <a:pt x="283351" y="3571"/>
                    <a:pt x="285750" y="5970"/>
                    <a:pt x="285750" y="8929"/>
                  </a:cubicBezTo>
                  <a:cubicBezTo>
                    <a:pt x="285750" y="11888"/>
                    <a:pt x="283351" y="14287"/>
                    <a:pt x="280392" y="14287"/>
                  </a:cubicBezTo>
                  <a:moveTo>
                    <a:pt x="166092" y="260746"/>
                  </a:moveTo>
                  <a:cubicBezTo>
                    <a:pt x="163133" y="260746"/>
                    <a:pt x="160734" y="263145"/>
                    <a:pt x="160734" y="266104"/>
                  </a:cubicBezTo>
                  <a:cubicBezTo>
                    <a:pt x="160734" y="269063"/>
                    <a:pt x="163133" y="271462"/>
                    <a:pt x="166092" y="271462"/>
                  </a:cubicBezTo>
                  <a:moveTo>
                    <a:pt x="166092" y="271462"/>
                  </a:moveTo>
                  <a:cubicBezTo>
                    <a:pt x="169051" y="271462"/>
                    <a:pt x="171450" y="269063"/>
                    <a:pt x="171450" y="266104"/>
                  </a:cubicBezTo>
                  <a:cubicBezTo>
                    <a:pt x="171450" y="263145"/>
                    <a:pt x="169051" y="260746"/>
                    <a:pt x="166092" y="260746"/>
                  </a:cubicBezTo>
                  <a:moveTo>
                    <a:pt x="308967" y="257175"/>
                  </a:moveTo>
                  <a:cubicBezTo>
                    <a:pt x="306008" y="257175"/>
                    <a:pt x="303609" y="254776"/>
                    <a:pt x="303609" y="251817"/>
                  </a:cubicBezTo>
                  <a:cubicBezTo>
                    <a:pt x="303609" y="248858"/>
                    <a:pt x="306008" y="246459"/>
                    <a:pt x="308967" y="246459"/>
                  </a:cubicBezTo>
                  <a:moveTo>
                    <a:pt x="308967" y="246459"/>
                  </a:moveTo>
                  <a:cubicBezTo>
                    <a:pt x="311926" y="246459"/>
                    <a:pt x="314325" y="248858"/>
                    <a:pt x="314325" y="251817"/>
                  </a:cubicBezTo>
                  <a:cubicBezTo>
                    <a:pt x="314325" y="254776"/>
                    <a:pt x="311926" y="257175"/>
                    <a:pt x="308967" y="257175"/>
                  </a:cubicBezTo>
                  <a:moveTo>
                    <a:pt x="237529" y="85725"/>
                  </a:moveTo>
                  <a:cubicBezTo>
                    <a:pt x="234570" y="85725"/>
                    <a:pt x="232171" y="83326"/>
                    <a:pt x="232171" y="80367"/>
                  </a:cubicBezTo>
                  <a:cubicBezTo>
                    <a:pt x="232171" y="77408"/>
                    <a:pt x="234570" y="75009"/>
                    <a:pt x="237529" y="75009"/>
                  </a:cubicBezTo>
                  <a:moveTo>
                    <a:pt x="237529" y="75009"/>
                  </a:moveTo>
                  <a:cubicBezTo>
                    <a:pt x="240488" y="75009"/>
                    <a:pt x="242887" y="77408"/>
                    <a:pt x="242887" y="80367"/>
                  </a:cubicBezTo>
                  <a:cubicBezTo>
                    <a:pt x="242887" y="83326"/>
                    <a:pt x="240488" y="85725"/>
                    <a:pt x="237529" y="85725"/>
                  </a:cubicBezTo>
                  <a:moveTo>
                    <a:pt x="137517" y="160734"/>
                  </a:moveTo>
                  <a:cubicBezTo>
                    <a:pt x="134558" y="160734"/>
                    <a:pt x="132159" y="163133"/>
                    <a:pt x="132159" y="166092"/>
                  </a:cubicBezTo>
                  <a:cubicBezTo>
                    <a:pt x="132159" y="169051"/>
                    <a:pt x="134558" y="171450"/>
                    <a:pt x="137517" y="171450"/>
                  </a:cubicBezTo>
                  <a:moveTo>
                    <a:pt x="137517" y="171450"/>
                  </a:moveTo>
                  <a:cubicBezTo>
                    <a:pt x="140476" y="171450"/>
                    <a:pt x="142875" y="169051"/>
                    <a:pt x="142875" y="166092"/>
                  </a:cubicBezTo>
                  <a:cubicBezTo>
                    <a:pt x="142875" y="163133"/>
                    <a:pt x="140476" y="160734"/>
                    <a:pt x="137517" y="160734"/>
                  </a:cubicBezTo>
                </a:path>
              </a:pathLst>
            </a:custGeom>
            <a:noFill/>
            <a:ln w="254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ounded Rectangle 30">
              <a:extLst>
                <a:ext uri="{FF2B5EF4-FFF2-40B4-BE49-F238E27FC236}">
                  <a16:creationId xmlns:a16="http://schemas.microsoft.com/office/drawing/2014/main" id="{A1E98826-34AE-0D02-3632-2ED426AA70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6279" y="3534594"/>
              <a:ext cx="504000" cy="504000"/>
            </a:xfrm>
            <a:custGeom>
              <a:avLst/>
              <a:gdLst/>
              <a:ahLst/>
              <a:cxnLst/>
              <a:rect l="0" t="0" r="0" b="0"/>
              <a:pathLst>
                <a:path w="332184" h="332184">
                  <a:moveTo>
                    <a:pt x="113584" y="109299"/>
                  </a:moveTo>
                  <a:cubicBezTo>
                    <a:pt x="113584" y="93518"/>
                    <a:pt x="139171" y="80724"/>
                    <a:pt x="170735" y="80724"/>
                  </a:cubicBezTo>
                  <a:cubicBezTo>
                    <a:pt x="202298" y="80724"/>
                    <a:pt x="227885" y="93518"/>
                    <a:pt x="227885" y="109299"/>
                  </a:cubicBezTo>
                  <a:cubicBezTo>
                    <a:pt x="227885" y="125081"/>
                    <a:pt x="202298" y="137874"/>
                    <a:pt x="170735" y="137874"/>
                  </a:cubicBezTo>
                  <a:cubicBezTo>
                    <a:pt x="139171" y="137874"/>
                    <a:pt x="113584" y="125081"/>
                    <a:pt x="113584" y="109299"/>
                  </a:cubicBezTo>
                  <a:close/>
                  <a:moveTo>
                    <a:pt x="227885" y="109299"/>
                  </a:moveTo>
                  <a:lnTo>
                    <a:pt x="227885" y="157876"/>
                  </a:lnTo>
                  <a:cubicBezTo>
                    <a:pt x="227885" y="173593"/>
                    <a:pt x="202168" y="186451"/>
                    <a:pt x="170735" y="186451"/>
                  </a:cubicBezTo>
                  <a:cubicBezTo>
                    <a:pt x="139302" y="186451"/>
                    <a:pt x="113584" y="173593"/>
                    <a:pt x="113584" y="157876"/>
                  </a:cubicBezTo>
                  <a:lnTo>
                    <a:pt x="113584" y="109299"/>
                  </a:lnTo>
                  <a:moveTo>
                    <a:pt x="227885" y="159305"/>
                  </a:moveTo>
                  <a:lnTo>
                    <a:pt x="227885" y="207883"/>
                  </a:lnTo>
                  <a:cubicBezTo>
                    <a:pt x="227885" y="223599"/>
                    <a:pt x="202168" y="236458"/>
                    <a:pt x="170735" y="236458"/>
                  </a:cubicBezTo>
                  <a:cubicBezTo>
                    <a:pt x="139302" y="236458"/>
                    <a:pt x="113584" y="223599"/>
                    <a:pt x="113584" y="207883"/>
                  </a:cubicBezTo>
                  <a:lnTo>
                    <a:pt x="113584" y="159305"/>
                  </a:lnTo>
                  <a:moveTo>
                    <a:pt x="10715" y="53578"/>
                  </a:moveTo>
                  <a:lnTo>
                    <a:pt x="10715" y="10715"/>
                  </a:lnTo>
                  <a:lnTo>
                    <a:pt x="53578" y="10715"/>
                  </a:lnTo>
                  <a:moveTo>
                    <a:pt x="0" y="0"/>
                  </a:moveTo>
                  <a:moveTo>
                    <a:pt x="10715" y="10715"/>
                  </a:moveTo>
                  <a:lnTo>
                    <a:pt x="60721" y="60721"/>
                  </a:lnTo>
                  <a:moveTo>
                    <a:pt x="289321" y="10715"/>
                  </a:moveTo>
                  <a:lnTo>
                    <a:pt x="332184" y="10715"/>
                  </a:lnTo>
                  <a:lnTo>
                    <a:pt x="332184" y="53578"/>
                  </a:lnTo>
                  <a:moveTo>
                    <a:pt x="0" y="0"/>
                  </a:moveTo>
                  <a:moveTo>
                    <a:pt x="332184" y="10715"/>
                  </a:moveTo>
                  <a:lnTo>
                    <a:pt x="282178" y="60721"/>
                  </a:lnTo>
                  <a:moveTo>
                    <a:pt x="53578" y="332184"/>
                  </a:moveTo>
                  <a:lnTo>
                    <a:pt x="10715" y="332184"/>
                  </a:lnTo>
                  <a:lnTo>
                    <a:pt x="10715" y="289321"/>
                  </a:lnTo>
                  <a:moveTo>
                    <a:pt x="0" y="0"/>
                  </a:moveTo>
                  <a:moveTo>
                    <a:pt x="60721" y="282178"/>
                  </a:moveTo>
                  <a:lnTo>
                    <a:pt x="10715" y="332184"/>
                  </a:lnTo>
                  <a:moveTo>
                    <a:pt x="332184" y="289321"/>
                  </a:moveTo>
                  <a:lnTo>
                    <a:pt x="332184" y="332184"/>
                  </a:lnTo>
                  <a:lnTo>
                    <a:pt x="289321" y="332184"/>
                  </a:lnTo>
                  <a:moveTo>
                    <a:pt x="0" y="0"/>
                  </a:moveTo>
                  <a:moveTo>
                    <a:pt x="332184" y="332184"/>
                  </a:moveTo>
                  <a:lnTo>
                    <a:pt x="282178" y="282178"/>
                  </a:lnTo>
                  <a:moveTo>
                    <a:pt x="272176" y="112156"/>
                  </a:moveTo>
                  <a:cubicBezTo>
                    <a:pt x="297894" y="127872"/>
                    <a:pt x="313610" y="149304"/>
                    <a:pt x="313610" y="172164"/>
                  </a:cubicBezTo>
                  <a:cubicBezTo>
                    <a:pt x="313610" y="200739"/>
                    <a:pt x="290750" y="225028"/>
                    <a:pt x="256460" y="240744"/>
                  </a:cubicBezTo>
                  <a:moveTo>
                    <a:pt x="85009" y="240744"/>
                  </a:moveTo>
                  <a:cubicBezTo>
                    <a:pt x="50719" y="225028"/>
                    <a:pt x="27859" y="200739"/>
                    <a:pt x="27859" y="172164"/>
                  </a:cubicBezTo>
                  <a:cubicBezTo>
                    <a:pt x="27859" y="147875"/>
                    <a:pt x="45005" y="126444"/>
                    <a:pt x="72151" y="110728"/>
                  </a:cubicBezTo>
                </a:path>
              </a:pathLst>
            </a:custGeom>
            <a:noFill/>
            <a:ln w="25400">
              <a:solidFill>
                <a:srgbClr val="24C679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ounded Rectangle 31">
              <a:extLst>
                <a:ext uri="{FF2B5EF4-FFF2-40B4-BE49-F238E27FC236}">
                  <a16:creationId xmlns:a16="http://schemas.microsoft.com/office/drawing/2014/main" id="{6F759ABE-B5D2-2D98-0EB5-B8AEC0E900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6279" y="4562716"/>
              <a:ext cx="504000" cy="504000"/>
            </a:xfrm>
            <a:custGeom>
              <a:avLst/>
              <a:gdLst/>
              <a:ahLst/>
              <a:cxnLst/>
              <a:rect l="0" t="0" r="0" b="0"/>
              <a:pathLst>
                <a:path w="321468" h="321468">
                  <a:moveTo>
                    <a:pt x="267890" y="64293"/>
                  </a:moveTo>
                  <a:cubicBezTo>
                    <a:pt x="297480" y="64293"/>
                    <a:pt x="321468" y="49906"/>
                    <a:pt x="321468" y="32146"/>
                  </a:cubicBezTo>
                  <a:cubicBezTo>
                    <a:pt x="321468" y="14387"/>
                    <a:pt x="297480" y="0"/>
                    <a:pt x="267890" y="0"/>
                  </a:cubicBezTo>
                  <a:cubicBezTo>
                    <a:pt x="238301" y="0"/>
                    <a:pt x="214312" y="14387"/>
                    <a:pt x="214312" y="32146"/>
                  </a:cubicBezTo>
                  <a:cubicBezTo>
                    <a:pt x="214312" y="49906"/>
                    <a:pt x="238301" y="64293"/>
                    <a:pt x="267890" y="64293"/>
                  </a:cubicBezTo>
                  <a:close/>
                  <a:moveTo>
                    <a:pt x="321468" y="32146"/>
                  </a:moveTo>
                  <a:lnTo>
                    <a:pt x="321468" y="96440"/>
                  </a:lnTo>
                  <a:cubicBezTo>
                    <a:pt x="321468" y="114185"/>
                    <a:pt x="297480" y="128587"/>
                    <a:pt x="267890" y="128587"/>
                  </a:cubicBezTo>
                  <a:cubicBezTo>
                    <a:pt x="238301" y="128587"/>
                    <a:pt x="214312" y="114185"/>
                    <a:pt x="214312" y="96440"/>
                  </a:cubicBezTo>
                  <a:lnTo>
                    <a:pt x="214312" y="32146"/>
                  </a:lnTo>
                  <a:moveTo>
                    <a:pt x="267890" y="257175"/>
                  </a:moveTo>
                  <a:cubicBezTo>
                    <a:pt x="297480" y="257175"/>
                    <a:pt x="321468" y="242787"/>
                    <a:pt x="321468" y="225028"/>
                  </a:cubicBezTo>
                  <a:cubicBezTo>
                    <a:pt x="321468" y="207268"/>
                    <a:pt x="297480" y="192881"/>
                    <a:pt x="267890" y="192881"/>
                  </a:cubicBezTo>
                  <a:cubicBezTo>
                    <a:pt x="238301" y="192881"/>
                    <a:pt x="214312" y="207268"/>
                    <a:pt x="214312" y="225028"/>
                  </a:cubicBezTo>
                  <a:cubicBezTo>
                    <a:pt x="214312" y="242787"/>
                    <a:pt x="238301" y="257175"/>
                    <a:pt x="267890" y="257175"/>
                  </a:cubicBezTo>
                  <a:close/>
                  <a:moveTo>
                    <a:pt x="321468" y="225028"/>
                  </a:moveTo>
                  <a:lnTo>
                    <a:pt x="321468" y="289321"/>
                  </a:lnTo>
                  <a:cubicBezTo>
                    <a:pt x="321468" y="307066"/>
                    <a:pt x="297480" y="321468"/>
                    <a:pt x="267890" y="321468"/>
                  </a:cubicBezTo>
                  <a:cubicBezTo>
                    <a:pt x="238301" y="321468"/>
                    <a:pt x="214312" y="307066"/>
                    <a:pt x="214312" y="289321"/>
                  </a:cubicBezTo>
                  <a:lnTo>
                    <a:pt x="214312" y="225028"/>
                  </a:lnTo>
                  <a:moveTo>
                    <a:pt x="0" y="160734"/>
                  </a:moveTo>
                  <a:cubicBezTo>
                    <a:pt x="0" y="110430"/>
                    <a:pt x="40779" y="69651"/>
                    <a:pt x="91082" y="69651"/>
                  </a:cubicBezTo>
                  <a:cubicBezTo>
                    <a:pt x="141386" y="69651"/>
                    <a:pt x="182165" y="110430"/>
                    <a:pt x="182165" y="160734"/>
                  </a:cubicBezTo>
                  <a:cubicBezTo>
                    <a:pt x="182165" y="211037"/>
                    <a:pt x="141386" y="251817"/>
                    <a:pt x="91082" y="251817"/>
                  </a:cubicBezTo>
                  <a:cubicBezTo>
                    <a:pt x="40779" y="251817"/>
                    <a:pt x="0" y="211037"/>
                    <a:pt x="0" y="160734"/>
                  </a:cubicBezTo>
                  <a:close/>
                  <a:moveTo>
                    <a:pt x="175021" y="189309"/>
                  </a:moveTo>
                  <a:lnTo>
                    <a:pt x="4572" y="189309"/>
                  </a:lnTo>
                  <a:moveTo>
                    <a:pt x="175021" y="132159"/>
                  </a:moveTo>
                  <a:lnTo>
                    <a:pt x="4572" y="132159"/>
                  </a:lnTo>
                  <a:moveTo>
                    <a:pt x="71437" y="71780"/>
                  </a:moveTo>
                  <a:cubicBezTo>
                    <a:pt x="55089" y="130765"/>
                    <a:pt x="57496" y="193375"/>
                    <a:pt x="78324" y="250931"/>
                  </a:cubicBezTo>
                  <a:moveTo>
                    <a:pt x="103898" y="250931"/>
                  </a:moveTo>
                  <a:cubicBezTo>
                    <a:pt x="115559" y="218774"/>
                    <a:pt x="121497" y="184824"/>
                    <a:pt x="121443" y="150618"/>
                  </a:cubicBezTo>
                  <a:cubicBezTo>
                    <a:pt x="121474" y="123974"/>
                    <a:pt x="117869" y="97450"/>
                    <a:pt x="110728" y="71780"/>
                  </a:cubicBezTo>
                  <a:moveTo>
                    <a:pt x="132159" y="32146"/>
                  </a:moveTo>
                  <a:lnTo>
                    <a:pt x="132159" y="10715"/>
                  </a:lnTo>
                  <a:lnTo>
                    <a:pt x="175021" y="10715"/>
                  </a:lnTo>
                  <a:moveTo>
                    <a:pt x="175021" y="310753"/>
                  </a:moveTo>
                  <a:lnTo>
                    <a:pt x="132159" y="310753"/>
                  </a:lnTo>
                  <a:lnTo>
                    <a:pt x="132159" y="289321"/>
                  </a:lnTo>
                </a:path>
              </a:pathLst>
            </a:custGeom>
            <a:noFill/>
            <a:ln w="25400">
              <a:solidFill>
                <a:srgbClr val="8CBB2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52669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77299-AE7D-ABF0-0770-A93017F20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DB161AB-0790-AAF1-804E-BD4B84525E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43957" y="270549"/>
            <a:ext cx="6818335" cy="31584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18139A4-9A9F-9338-35D9-DEED5E1658BE}"/>
              </a:ext>
            </a:extLst>
          </p:cNvPr>
          <p:cNvGrpSpPr>
            <a:grpSpLocks noChangeAspect="1"/>
          </p:cNvGrpSpPr>
          <p:nvPr/>
        </p:nvGrpSpPr>
        <p:grpSpPr>
          <a:xfrm>
            <a:off x="2662174" y="3616029"/>
            <a:ext cx="6796767" cy="3208800"/>
            <a:chOff x="1722965" y="2714451"/>
            <a:chExt cx="4405959" cy="208007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D25F735-45B6-1053-C1FB-EAD779C18A20}"/>
                </a:ext>
              </a:extLst>
            </p:cNvPr>
            <p:cNvGrpSpPr/>
            <p:nvPr/>
          </p:nvGrpSpPr>
          <p:grpSpPr>
            <a:xfrm>
              <a:off x="1722965" y="2840625"/>
              <a:ext cx="4405959" cy="1668833"/>
              <a:chOff x="570931" y="2566987"/>
              <a:chExt cx="2500344" cy="1198652"/>
            </a:xfrm>
          </p:grpSpPr>
          <p:sp>
            <p:nvSpPr>
              <p:cNvPr id="33" name="Rounded Rectangle 1">
                <a:extLst>
                  <a:ext uri="{FF2B5EF4-FFF2-40B4-BE49-F238E27FC236}">
                    <a16:creationId xmlns:a16="http://schemas.microsoft.com/office/drawing/2014/main" id="{0C9A1BDD-2A3C-AFD6-7540-2D69A85D1633}"/>
                  </a:ext>
                </a:extLst>
              </p:cNvPr>
              <p:cNvSpPr/>
              <p:nvPr/>
            </p:nvSpPr>
            <p:spPr>
              <a:xfrm>
                <a:off x="599537" y="2566987"/>
                <a:ext cx="2409920" cy="1198652"/>
              </a:xfrm>
              <a:custGeom>
                <a:avLst/>
                <a:gdLst/>
                <a:ahLst/>
                <a:cxnLst/>
                <a:rect l="0" t="0" r="0" b="0"/>
                <a:pathLst>
                  <a:path w="2409920" h="1856612">
                    <a:moveTo>
                      <a:pt x="0" y="1505997"/>
                    </a:moveTo>
                    <a:lnTo>
                      <a:pt x="0" y="464057"/>
                    </a:lnTo>
                    <a:cubicBezTo>
                      <a:pt x="0" y="294989"/>
                      <a:pt x="130587" y="157448"/>
                      <a:pt x="291179" y="157448"/>
                    </a:cubicBezTo>
                    <a:cubicBezTo>
                      <a:pt x="451770" y="157448"/>
                      <a:pt x="582358" y="294989"/>
                      <a:pt x="582358" y="464057"/>
                    </a:cubicBezTo>
                    <a:lnTo>
                      <a:pt x="582358" y="1528857"/>
                    </a:lnTo>
                    <a:cubicBezTo>
                      <a:pt x="582358" y="1709547"/>
                      <a:pt x="721994" y="1856612"/>
                      <a:pt x="893635" y="1856612"/>
                    </a:cubicBezTo>
                    <a:cubicBezTo>
                      <a:pt x="1065276" y="1856612"/>
                      <a:pt x="1204912" y="1709546"/>
                      <a:pt x="1204912" y="1528857"/>
                    </a:cubicBezTo>
                    <a:lnTo>
                      <a:pt x="1204912" y="306609"/>
                    </a:lnTo>
                    <a:cubicBezTo>
                      <a:pt x="1204912" y="137540"/>
                      <a:pt x="1335595" y="0"/>
                      <a:pt x="1496186" y="0"/>
                    </a:cubicBezTo>
                    <a:cubicBezTo>
                      <a:pt x="1656778" y="0"/>
                      <a:pt x="1787366" y="137540"/>
                      <a:pt x="1787366" y="306609"/>
                    </a:cubicBezTo>
                    <a:lnTo>
                      <a:pt x="1787366" y="1264443"/>
                    </a:lnTo>
                    <a:cubicBezTo>
                      <a:pt x="1787366" y="1445228"/>
                      <a:pt x="1927002" y="1592294"/>
                      <a:pt x="2098643" y="1592294"/>
                    </a:cubicBezTo>
                    <a:cubicBezTo>
                      <a:pt x="2270283" y="1592294"/>
                      <a:pt x="2409920" y="1445228"/>
                      <a:pt x="2409920" y="1264443"/>
                    </a:cubicBezTo>
                    <a:lnTo>
                      <a:pt x="2409920" y="504729"/>
                    </a:lnTo>
                  </a:path>
                </a:pathLst>
              </a:custGeom>
              <a:noFill/>
              <a:ln w="14287">
                <a:solidFill>
                  <a:schemeClr val="tx1"/>
                </a:solidFill>
                <a:prstDash val="dash"/>
              </a:ln>
            </p:spPr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34" name="Rounded Rectangle 2">
                <a:extLst>
                  <a:ext uri="{FF2B5EF4-FFF2-40B4-BE49-F238E27FC236}">
                    <a16:creationId xmlns:a16="http://schemas.microsoft.com/office/drawing/2014/main" id="{96F47CB8-BB00-AFE7-FBBA-B3E2CF39088C}"/>
                  </a:ext>
                </a:extLst>
              </p:cNvPr>
              <p:cNvSpPr/>
              <p:nvPr/>
            </p:nvSpPr>
            <p:spPr>
              <a:xfrm>
                <a:off x="2947450" y="2719795"/>
                <a:ext cx="123825" cy="61912"/>
              </a:xfrm>
              <a:custGeom>
                <a:avLst/>
                <a:gdLst/>
                <a:ahLst/>
                <a:cxnLst/>
                <a:rect l="0" t="0" r="0" b="0"/>
                <a:pathLst>
                  <a:path w="123825" h="61912">
                    <a:moveTo>
                      <a:pt x="0" y="61912"/>
                    </a:moveTo>
                    <a:lnTo>
                      <a:pt x="61912" y="0"/>
                    </a:lnTo>
                    <a:lnTo>
                      <a:pt x="123825" y="61912"/>
                    </a:lnTo>
                  </a:path>
                </a:pathLst>
              </a:custGeom>
              <a:noFill/>
              <a:ln w="14287">
                <a:solidFill>
                  <a:schemeClr val="tx1"/>
                </a:solidFill>
                <a:prstDash val="dash"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Rounded Rectangle 3">
                <a:extLst>
                  <a:ext uri="{FF2B5EF4-FFF2-40B4-BE49-F238E27FC236}">
                    <a16:creationId xmlns:a16="http://schemas.microsoft.com/office/drawing/2014/main" id="{C5D869F1-C628-5A37-B0C9-4B2195135BBC}"/>
                  </a:ext>
                </a:extLst>
              </p:cNvPr>
              <p:cNvSpPr/>
              <p:nvPr/>
            </p:nvSpPr>
            <p:spPr>
              <a:xfrm>
                <a:off x="570931" y="3554698"/>
                <a:ext cx="57150" cy="57150"/>
              </a:xfrm>
              <a:custGeom>
                <a:avLst/>
                <a:gdLst/>
                <a:ahLst/>
                <a:cxnLst/>
                <a:rect l="0" t="0" r="0" b="0"/>
                <a:pathLst>
                  <a:path w="57150" h="5715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6" y="0"/>
                      <a:pt x="57150" y="12793"/>
                      <a:pt x="57150" y="28575"/>
                    </a:cubicBezTo>
                    <a:cubicBezTo>
                      <a:pt x="57150" y="44356"/>
                      <a:pt x="44356" y="57150"/>
                      <a:pt x="28575" y="57150"/>
                    </a:cubicBezTo>
                    <a:cubicBezTo>
                      <a:pt x="12793" y="57150"/>
                      <a:pt x="0" y="44356"/>
                      <a:pt x="0" y="28574"/>
                    </a:cubicBezTo>
                    <a:close/>
                  </a:path>
                </a:pathLst>
              </a:custGeom>
              <a:noFill/>
              <a:ln w="14287">
                <a:solidFill>
                  <a:schemeClr val="tx1"/>
                </a:solidFill>
                <a:prstDash val="dash"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DE9687-6177-54FD-368B-5D5A4790CCC8}"/>
                </a:ext>
              </a:extLst>
            </p:cNvPr>
            <p:cNvSpPr txBox="1"/>
            <p:nvPr/>
          </p:nvSpPr>
          <p:spPr>
            <a:xfrm>
              <a:off x="1960794" y="3991620"/>
              <a:ext cx="670242" cy="1995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4F91FC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Encoder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6728EF4-339B-57E3-C595-FA6D8C78986C}"/>
                </a:ext>
              </a:extLst>
            </p:cNvPr>
            <p:cNvSpPr txBox="1"/>
            <p:nvPr/>
          </p:nvSpPr>
          <p:spPr>
            <a:xfrm>
              <a:off x="4061920" y="3862139"/>
              <a:ext cx="688946" cy="1995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A6DA37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Decoder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C0B8D6-CCD0-6E03-1E8F-36B03F4A0266}"/>
                </a:ext>
              </a:extLst>
            </p:cNvPr>
            <p:cNvSpPr txBox="1"/>
            <p:nvPr/>
          </p:nvSpPr>
          <p:spPr>
            <a:xfrm>
              <a:off x="1823672" y="4195988"/>
              <a:ext cx="919849" cy="598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Aprende</a:t>
              </a:r>
              <a:r>
                <a:rPr lang="es-CL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los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parámetros</a:t>
              </a:r>
              <a:r>
                <a:rPr lang="es-CL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 </a:t>
              </a:r>
              <a:r>
                <a:rPr lang="es-CL"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una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distribución</a:t>
              </a:r>
              <a:r>
                <a:rPr lang="es-CL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gaussiana</a:t>
              </a:r>
              <a:r>
                <a:rPr lang="es-CL"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en el espacio latente.</a:t>
              </a:r>
              <a:endParaRPr sz="12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7873D97-5661-A2C3-8E4D-3CA62BD20ECC}"/>
                </a:ext>
              </a:extLst>
            </p:cNvPr>
            <p:cNvSpPr txBox="1"/>
            <p:nvPr/>
          </p:nvSpPr>
          <p:spPr>
            <a:xfrm>
              <a:off x="3984687" y="4091377"/>
              <a:ext cx="896400" cy="4788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Reconstruye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la
entrada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desde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la
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muestra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latente</a:t>
              </a:r>
              <a:r>
                <a:rPr lang="es-CL"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generada.</a:t>
              </a:r>
              <a:endParaRPr sz="12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273255-938B-2FC7-A2A5-2774A6902672}"/>
                </a:ext>
              </a:extLst>
            </p:cNvPr>
            <p:cNvSpPr txBox="1"/>
            <p:nvPr/>
          </p:nvSpPr>
          <p:spPr>
            <a:xfrm>
              <a:off x="4937192" y="2714451"/>
              <a:ext cx="1082633" cy="1995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s-CL" sz="2000" b="1" dirty="0">
                  <a:solidFill>
                    <a:srgbClr val="FB676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Pérdida</a:t>
              </a:r>
              <a:endParaRPr sz="2000" b="1" dirty="0">
                <a:solidFill>
                  <a:srgbClr val="FB676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AFAE0B4-4490-B884-0363-CFBCE6B5293A}"/>
                </a:ext>
              </a:extLst>
            </p:cNvPr>
            <p:cNvSpPr txBox="1"/>
            <p:nvPr/>
          </p:nvSpPr>
          <p:spPr>
            <a:xfrm>
              <a:off x="2978177" y="2790840"/>
              <a:ext cx="764804" cy="1995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43DD93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Sampling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51F25F1-89CD-E61E-E614-47E2331CB9A8}"/>
                </a:ext>
              </a:extLst>
            </p:cNvPr>
            <p:cNvSpPr txBox="1"/>
            <p:nvPr/>
          </p:nvSpPr>
          <p:spPr>
            <a:xfrm>
              <a:off x="5088031" y="2938313"/>
              <a:ext cx="7886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Calcula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error de
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reconstrucción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y
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divergencia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KL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680AE25-AF9E-97E6-81FF-80C651B22E97}"/>
                </a:ext>
              </a:extLst>
            </p:cNvPr>
            <p:cNvSpPr txBox="1"/>
            <p:nvPr/>
          </p:nvSpPr>
          <p:spPr>
            <a:xfrm>
              <a:off x="2871897" y="3028950"/>
              <a:ext cx="977364" cy="4788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Utiliza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
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reparametrización</a:t>
              </a:r>
              <a:r>
                <a:rPr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
para </a:t>
              </a:r>
              <a:r>
                <a:rPr sz="1200" b="0" dirty="0" err="1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muestrear</a:t>
              </a:r>
              <a:r>
                <a:rPr lang="es-CL" sz="1200" b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del espacio latente</a:t>
              </a:r>
              <a:endParaRPr sz="12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D9A65EC-8332-49F0-E43B-C56AA613427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58193" y="2911807"/>
              <a:ext cx="896400" cy="896400"/>
              <a:chOff x="4451340" y="2462680"/>
              <a:chExt cx="636540" cy="636540"/>
            </a:xfrm>
          </p:grpSpPr>
          <p:sp>
            <p:nvSpPr>
              <p:cNvPr id="31" name="Rounded Rectangle 7">
                <a:extLst>
                  <a:ext uri="{FF2B5EF4-FFF2-40B4-BE49-F238E27FC236}">
                    <a16:creationId xmlns:a16="http://schemas.microsoft.com/office/drawing/2014/main" id="{F1062D22-C30C-F939-6371-A59B38DBC3A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51340" y="2462680"/>
                <a:ext cx="636540" cy="636540"/>
              </a:xfrm>
              <a:custGeom>
                <a:avLst/>
                <a:gdLst/>
                <a:ahLst/>
                <a:cxnLst/>
                <a:rect l="0" t="0" r="0" b="0"/>
                <a:pathLst>
                  <a:path w="457200" h="457200">
                    <a:moveTo>
                      <a:pt x="0" y="228600"/>
                    </a:moveTo>
                    <a:cubicBezTo>
                      <a:pt x="0" y="102347"/>
                      <a:pt x="102347" y="0"/>
                      <a:pt x="228600" y="0"/>
                    </a:cubicBezTo>
                    <a:cubicBezTo>
                      <a:pt x="354852" y="0"/>
                      <a:pt x="457200" y="102347"/>
                      <a:pt x="457200" y="228600"/>
                    </a:cubicBez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7" y="457200"/>
                      <a:pt x="0" y="354852"/>
                      <a:pt x="0" y="228600"/>
                    </a:cubicBezTo>
                  </a:path>
                </a:pathLst>
              </a:custGeom>
              <a:noFill/>
              <a:ln w="14287">
                <a:solidFill>
                  <a:srgbClr val="A6DA3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Rounded Rectangle 18">
                <a:extLst>
                  <a:ext uri="{FF2B5EF4-FFF2-40B4-BE49-F238E27FC236}">
                    <a16:creationId xmlns:a16="http://schemas.microsoft.com/office/drawing/2014/main" id="{817F1AB4-6586-4D3D-81F6-722478C5063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17106" y="2628419"/>
                <a:ext cx="305009" cy="305035"/>
              </a:xfrm>
              <a:custGeom>
                <a:avLst/>
                <a:gdLst/>
                <a:ahLst/>
                <a:cxnLst/>
                <a:rect l="0" t="0" r="0" b="0"/>
                <a:pathLst>
                  <a:path w="219075" h="219094">
                    <a:moveTo>
                      <a:pt x="95250" y="38100"/>
                    </a:moveTo>
                    <a:lnTo>
                      <a:pt x="19345" y="38100"/>
                    </a:lnTo>
                    <a:moveTo>
                      <a:pt x="57150" y="38100"/>
                    </a:moveTo>
                    <a:lnTo>
                      <a:pt x="57150" y="19050"/>
                    </a:lnTo>
                    <a:moveTo>
                      <a:pt x="23812" y="95269"/>
                    </a:moveTo>
                    <a:cubicBezTo>
                      <a:pt x="51575" y="87575"/>
                      <a:pt x="73268" y="65882"/>
                      <a:pt x="80962" y="38119"/>
                    </a:cubicBezTo>
                    <a:moveTo>
                      <a:pt x="90487" y="95269"/>
                    </a:moveTo>
                    <a:cubicBezTo>
                      <a:pt x="62724" y="87575"/>
                      <a:pt x="41031" y="65882"/>
                      <a:pt x="33337" y="38119"/>
                    </a:cubicBezTo>
                    <a:moveTo>
                      <a:pt x="190500" y="200044"/>
                    </a:moveTo>
                    <a:lnTo>
                      <a:pt x="166382" y="135740"/>
                    </a:lnTo>
                    <a:cubicBezTo>
                      <a:pt x="165684" y="133884"/>
                      <a:pt x="163908" y="132654"/>
                      <a:pt x="161925" y="132654"/>
                    </a:cubicBezTo>
                    <a:cubicBezTo>
                      <a:pt x="159941" y="132654"/>
                      <a:pt x="158165" y="133884"/>
                      <a:pt x="157467" y="135740"/>
                    </a:cubicBezTo>
                    <a:lnTo>
                      <a:pt x="133350" y="200044"/>
                    </a:lnTo>
                    <a:moveTo>
                      <a:pt x="140493" y="180975"/>
                    </a:moveTo>
                    <a:lnTo>
                      <a:pt x="183470" y="180975"/>
                    </a:lnTo>
                    <a:moveTo>
                      <a:pt x="9525" y="0"/>
                    </a:moveTo>
                    <a:lnTo>
                      <a:pt x="104775" y="0"/>
                    </a:lnTo>
                    <a:cubicBezTo>
                      <a:pt x="104775" y="0"/>
                      <a:pt x="114300" y="0"/>
                      <a:pt x="114300" y="9525"/>
                    </a:cubicBezTo>
                    <a:lnTo>
                      <a:pt x="114300" y="104775"/>
                    </a:lnTo>
                    <a:cubicBezTo>
                      <a:pt x="114300" y="104775"/>
                      <a:pt x="114300" y="114300"/>
                      <a:pt x="104775" y="114300"/>
                    </a:cubicBezTo>
                    <a:lnTo>
                      <a:pt x="9525" y="114300"/>
                    </a:lnTo>
                    <a:cubicBezTo>
                      <a:pt x="9525" y="114300"/>
                      <a:pt x="0" y="114300"/>
                      <a:pt x="0" y="104775"/>
                    </a:cubicBezTo>
                    <a:lnTo>
                      <a:pt x="0" y="9525"/>
                    </a:lnTo>
                    <a:cubicBezTo>
                      <a:pt x="0" y="9525"/>
                      <a:pt x="0" y="0"/>
                      <a:pt x="9525" y="0"/>
                    </a:cubicBezTo>
                    <a:moveTo>
                      <a:pt x="138112" y="104794"/>
                    </a:moveTo>
                    <a:lnTo>
                      <a:pt x="209550" y="104794"/>
                    </a:lnTo>
                    <a:cubicBezTo>
                      <a:pt x="214810" y="104794"/>
                      <a:pt x="219075" y="109058"/>
                      <a:pt x="219075" y="114319"/>
                    </a:cubicBezTo>
                    <a:lnTo>
                      <a:pt x="219075" y="209569"/>
                    </a:lnTo>
                    <a:cubicBezTo>
                      <a:pt x="219075" y="214829"/>
                      <a:pt x="214810" y="219094"/>
                      <a:pt x="209550" y="219094"/>
                    </a:cubicBezTo>
                    <a:lnTo>
                      <a:pt x="114300" y="219094"/>
                    </a:lnTo>
                    <a:cubicBezTo>
                      <a:pt x="109039" y="219094"/>
                      <a:pt x="104775" y="214829"/>
                      <a:pt x="104775" y="209569"/>
                    </a:cubicBezTo>
                    <a:lnTo>
                      <a:pt x="104775" y="138131"/>
                    </a:lnTo>
                    <a:moveTo>
                      <a:pt x="52387" y="214312"/>
                    </a:moveTo>
                    <a:lnTo>
                      <a:pt x="71437" y="195262"/>
                    </a:lnTo>
                    <a:lnTo>
                      <a:pt x="52387" y="176212"/>
                    </a:lnTo>
                    <a:moveTo>
                      <a:pt x="71437" y="195281"/>
                    </a:moveTo>
                    <a:lnTo>
                      <a:pt x="61912" y="195281"/>
                    </a:lnTo>
                    <a:cubicBezTo>
                      <a:pt x="35609" y="195281"/>
                      <a:pt x="14287" y="173959"/>
                      <a:pt x="14287" y="147656"/>
                    </a:cubicBezTo>
                    <a:moveTo>
                      <a:pt x="166687" y="42862"/>
                    </a:moveTo>
                    <a:lnTo>
                      <a:pt x="147637" y="23812"/>
                    </a:lnTo>
                    <a:lnTo>
                      <a:pt x="166687" y="4762"/>
                    </a:lnTo>
                    <a:moveTo>
                      <a:pt x="147637" y="23831"/>
                    </a:moveTo>
                    <a:lnTo>
                      <a:pt x="157162" y="23831"/>
                    </a:lnTo>
                    <a:cubicBezTo>
                      <a:pt x="183465" y="23831"/>
                      <a:pt x="204787" y="45154"/>
                      <a:pt x="204787" y="71456"/>
                    </a:cubicBezTo>
                  </a:path>
                </a:pathLst>
              </a:custGeom>
              <a:noFill/>
              <a:ln w="14287">
                <a:solidFill>
                  <a:srgbClr val="A6DA37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A7CCF30-AA16-71C0-6A7A-3576BA6035A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48312" y="3039471"/>
              <a:ext cx="895209" cy="895209"/>
              <a:chOff x="1823673" y="3039471"/>
              <a:chExt cx="636540" cy="636540"/>
            </a:xfrm>
          </p:grpSpPr>
          <p:sp>
            <p:nvSpPr>
              <p:cNvPr id="29" name="Rounded Rectangle 5">
                <a:extLst>
                  <a:ext uri="{FF2B5EF4-FFF2-40B4-BE49-F238E27FC236}">
                    <a16:creationId xmlns:a16="http://schemas.microsoft.com/office/drawing/2014/main" id="{601842FB-577F-AC7E-B1AE-6BBDD8E899EC}"/>
                  </a:ext>
                </a:extLst>
              </p:cNvPr>
              <p:cNvSpPr/>
              <p:nvPr/>
            </p:nvSpPr>
            <p:spPr>
              <a:xfrm>
                <a:off x="1823673" y="3039471"/>
                <a:ext cx="636540" cy="636540"/>
              </a:xfrm>
              <a:custGeom>
                <a:avLst/>
                <a:gdLst/>
                <a:ahLst/>
                <a:cxnLst/>
                <a:rect l="0" t="0" r="0" b="0"/>
                <a:pathLst>
                  <a:path w="457200" h="457200">
                    <a:moveTo>
                      <a:pt x="0" y="228600"/>
                    </a:moveTo>
                    <a:cubicBezTo>
                      <a:pt x="0" y="102347"/>
                      <a:pt x="102347" y="0"/>
                      <a:pt x="228600" y="0"/>
                    </a:cubicBezTo>
                    <a:cubicBezTo>
                      <a:pt x="354852" y="0"/>
                      <a:pt x="457200" y="102347"/>
                      <a:pt x="457200" y="228600"/>
                    </a:cubicBez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7" y="457200"/>
                      <a:pt x="0" y="354852"/>
                      <a:pt x="0" y="228600"/>
                    </a:cubicBezTo>
                  </a:path>
                </a:pathLst>
              </a:custGeom>
              <a:noFill/>
              <a:ln w="14287">
                <a:solidFill>
                  <a:srgbClr val="4F91FC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Rounded Rectangle 19">
                <a:extLst>
                  <a:ext uri="{FF2B5EF4-FFF2-40B4-BE49-F238E27FC236}">
                    <a16:creationId xmlns:a16="http://schemas.microsoft.com/office/drawing/2014/main" id="{9AF5C553-A00F-C1F9-739C-95D3EED423EC}"/>
                  </a:ext>
                </a:extLst>
              </p:cNvPr>
              <p:cNvSpPr/>
              <p:nvPr/>
            </p:nvSpPr>
            <p:spPr>
              <a:xfrm>
                <a:off x="1989439" y="3205236"/>
                <a:ext cx="305009" cy="305009"/>
              </a:xfrm>
              <a:custGeom>
                <a:avLst/>
                <a:gdLst/>
                <a:ahLst/>
                <a:cxnLst/>
                <a:rect l="0" t="0" r="0" b="0"/>
                <a:pathLst>
                  <a:path w="219075" h="219075">
                    <a:moveTo>
                      <a:pt x="112261" y="208873"/>
                    </a:moveTo>
                    <a:cubicBezTo>
                      <a:pt x="112256" y="214509"/>
                      <a:pt x="107686" y="219075"/>
                      <a:pt x="102050" y="219075"/>
                    </a:cubicBezTo>
                    <a:lnTo>
                      <a:pt x="10201" y="219075"/>
                    </a:lnTo>
                    <a:cubicBezTo>
                      <a:pt x="4569" y="219069"/>
                      <a:pt x="5" y="214505"/>
                      <a:pt x="0" y="208873"/>
                    </a:cubicBezTo>
                    <a:lnTo>
                      <a:pt x="0" y="183356"/>
                    </a:lnTo>
                    <a:cubicBezTo>
                      <a:pt x="0" y="152356"/>
                      <a:pt x="25130" y="127225"/>
                      <a:pt x="56130" y="127225"/>
                    </a:cubicBezTo>
                    <a:cubicBezTo>
                      <a:pt x="87130" y="127225"/>
                      <a:pt x="112261" y="152356"/>
                      <a:pt x="112261" y="183356"/>
                    </a:cubicBezTo>
                    <a:close/>
                    <a:moveTo>
                      <a:pt x="34699" y="161925"/>
                    </a:moveTo>
                    <a:cubicBezTo>
                      <a:pt x="34699" y="163240"/>
                      <a:pt x="35765" y="164306"/>
                      <a:pt x="37080" y="164306"/>
                    </a:cubicBezTo>
                    <a:cubicBezTo>
                      <a:pt x="38395" y="164306"/>
                      <a:pt x="39462" y="163240"/>
                      <a:pt x="39462" y="161925"/>
                    </a:cubicBezTo>
                    <a:cubicBezTo>
                      <a:pt x="39462" y="160609"/>
                      <a:pt x="38395" y="159543"/>
                      <a:pt x="37080" y="159543"/>
                    </a:cubicBezTo>
                    <a:cubicBezTo>
                      <a:pt x="35765" y="159543"/>
                      <a:pt x="34699" y="160609"/>
                      <a:pt x="34699" y="161925"/>
                    </a:cubicBezTo>
                    <a:moveTo>
                      <a:pt x="72799" y="161867"/>
                    </a:moveTo>
                    <a:cubicBezTo>
                      <a:pt x="72799" y="163182"/>
                      <a:pt x="73865" y="164249"/>
                      <a:pt x="75180" y="164249"/>
                    </a:cubicBezTo>
                    <a:cubicBezTo>
                      <a:pt x="76495" y="164249"/>
                      <a:pt x="77562" y="163182"/>
                      <a:pt x="77562" y="161867"/>
                    </a:cubicBezTo>
                    <a:cubicBezTo>
                      <a:pt x="77562" y="160552"/>
                      <a:pt x="76495" y="159486"/>
                      <a:pt x="75180" y="159486"/>
                    </a:cubicBezTo>
                    <a:cubicBezTo>
                      <a:pt x="73865" y="159486"/>
                      <a:pt x="72799" y="160552"/>
                      <a:pt x="72799" y="161867"/>
                    </a:cubicBezTo>
                    <a:moveTo>
                      <a:pt x="56130" y="106813"/>
                    </a:moveTo>
                    <a:lnTo>
                      <a:pt x="56130" y="127225"/>
                    </a:lnTo>
                    <a:moveTo>
                      <a:pt x="40824" y="91506"/>
                    </a:moveTo>
                    <a:cubicBezTo>
                      <a:pt x="40824" y="83053"/>
                      <a:pt x="47677" y="76199"/>
                      <a:pt x="56130" y="76199"/>
                    </a:cubicBezTo>
                    <a:cubicBezTo>
                      <a:pt x="64584" y="76199"/>
                      <a:pt x="71437" y="83053"/>
                      <a:pt x="71437" y="91506"/>
                    </a:cubicBezTo>
                    <a:cubicBezTo>
                      <a:pt x="71437" y="99960"/>
                      <a:pt x="64584" y="106813"/>
                      <a:pt x="56130" y="106813"/>
                    </a:cubicBezTo>
                    <a:cubicBezTo>
                      <a:pt x="47677" y="106813"/>
                      <a:pt x="40824" y="99960"/>
                      <a:pt x="40824" y="91506"/>
                    </a:cubicBezTo>
                    <a:moveTo>
                      <a:pt x="112261" y="193500"/>
                    </a:moveTo>
                    <a:lnTo>
                      <a:pt x="0" y="193500"/>
                    </a:lnTo>
                    <a:moveTo>
                      <a:pt x="76200" y="47625"/>
                    </a:moveTo>
                    <a:lnTo>
                      <a:pt x="76200" y="59531"/>
                    </a:lnTo>
                    <a:moveTo>
                      <a:pt x="100012" y="38100"/>
                    </a:moveTo>
                    <a:lnTo>
                      <a:pt x="100012" y="95250"/>
                    </a:lnTo>
                    <a:moveTo>
                      <a:pt x="123825" y="104775"/>
                    </a:moveTo>
                    <a:lnTo>
                      <a:pt x="123825" y="28575"/>
                    </a:lnTo>
                    <a:moveTo>
                      <a:pt x="219075" y="85725"/>
                    </a:moveTo>
                    <a:lnTo>
                      <a:pt x="219075" y="47625"/>
                    </a:lnTo>
                    <a:moveTo>
                      <a:pt x="195262" y="38100"/>
                    </a:moveTo>
                    <a:lnTo>
                      <a:pt x="195262" y="95250"/>
                    </a:lnTo>
                    <a:moveTo>
                      <a:pt x="171450" y="28575"/>
                    </a:moveTo>
                    <a:lnTo>
                      <a:pt x="171450" y="104775"/>
                    </a:lnTo>
                    <a:moveTo>
                      <a:pt x="147637" y="0"/>
                    </a:moveTo>
                    <a:lnTo>
                      <a:pt x="147637" y="133350"/>
                    </a:lnTo>
                  </a:path>
                </a:pathLst>
              </a:custGeom>
              <a:noFill/>
              <a:ln w="14287">
                <a:solidFill>
                  <a:srgbClr val="4F91FC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245CEF4-1F44-C394-E077-7A34980E814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040223" y="3347387"/>
              <a:ext cx="896400" cy="896400"/>
              <a:chOff x="5300060" y="3616410"/>
              <a:chExt cx="636540" cy="636540"/>
            </a:xfrm>
          </p:grpSpPr>
          <p:sp>
            <p:nvSpPr>
              <p:cNvPr id="27" name="Rounded Rectangle 8">
                <a:extLst>
                  <a:ext uri="{FF2B5EF4-FFF2-40B4-BE49-F238E27FC236}">
                    <a16:creationId xmlns:a16="http://schemas.microsoft.com/office/drawing/2014/main" id="{7209B091-EC47-173D-E658-4765A88C2B53}"/>
                  </a:ext>
                </a:extLst>
              </p:cNvPr>
              <p:cNvSpPr/>
              <p:nvPr/>
            </p:nvSpPr>
            <p:spPr>
              <a:xfrm>
                <a:off x="5300060" y="3616410"/>
                <a:ext cx="636540" cy="636540"/>
              </a:xfrm>
              <a:custGeom>
                <a:avLst/>
                <a:gdLst/>
                <a:ahLst/>
                <a:cxnLst/>
                <a:rect l="0" t="0" r="0" b="0"/>
                <a:pathLst>
                  <a:path w="457200" h="457200">
                    <a:moveTo>
                      <a:pt x="0" y="228600"/>
                    </a:moveTo>
                    <a:cubicBezTo>
                      <a:pt x="0" y="102347"/>
                      <a:pt x="102347" y="0"/>
                      <a:pt x="228600" y="0"/>
                    </a:cubicBezTo>
                    <a:cubicBezTo>
                      <a:pt x="354852" y="0"/>
                      <a:pt x="457200" y="102347"/>
                      <a:pt x="457200" y="228600"/>
                    </a:cubicBez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7" y="457200"/>
                      <a:pt x="0" y="354852"/>
                      <a:pt x="0" y="228600"/>
                    </a:cubicBezTo>
                  </a:path>
                </a:pathLst>
              </a:custGeom>
              <a:noFill/>
              <a:ln w="14287">
                <a:solidFill>
                  <a:srgbClr val="FB6762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Rounded Rectangle 20">
                <a:extLst>
                  <a:ext uri="{FF2B5EF4-FFF2-40B4-BE49-F238E27FC236}">
                    <a16:creationId xmlns:a16="http://schemas.microsoft.com/office/drawing/2014/main" id="{E34ACF5A-663C-0F0D-222D-D81290FB40F8}"/>
                  </a:ext>
                </a:extLst>
              </p:cNvPr>
              <p:cNvSpPr/>
              <p:nvPr/>
            </p:nvSpPr>
            <p:spPr>
              <a:xfrm>
                <a:off x="5459196" y="3775545"/>
                <a:ext cx="311782" cy="308325"/>
              </a:xfrm>
              <a:custGeom>
                <a:avLst/>
                <a:gdLst/>
                <a:ahLst/>
                <a:cxnLst/>
                <a:rect l="0" t="0" r="0" b="0"/>
                <a:pathLst>
                  <a:path w="223940" h="221457">
                    <a:moveTo>
                      <a:pt x="7143" y="85248"/>
                    </a:moveTo>
                    <a:lnTo>
                      <a:pt x="7143" y="54768"/>
                    </a:lnTo>
                    <a:cubicBezTo>
                      <a:pt x="7143" y="49053"/>
                      <a:pt x="10953" y="45243"/>
                      <a:pt x="16668" y="45243"/>
                    </a:cubicBezTo>
                    <a:lnTo>
                      <a:pt x="47148" y="45243"/>
                    </a:lnTo>
                    <a:moveTo>
                      <a:pt x="47148" y="177642"/>
                    </a:moveTo>
                    <a:lnTo>
                      <a:pt x="16668" y="177642"/>
                    </a:lnTo>
                    <a:cubicBezTo>
                      <a:pt x="10953" y="177642"/>
                      <a:pt x="7143" y="173832"/>
                      <a:pt x="7143" y="168117"/>
                    </a:cubicBezTo>
                    <a:lnTo>
                      <a:pt x="7143" y="137637"/>
                    </a:lnTo>
                    <a:moveTo>
                      <a:pt x="183356" y="137637"/>
                    </a:moveTo>
                    <a:lnTo>
                      <a:pt x="183356" y="168117"/>
                    </a:lnTo>
                    <a:cubicBezTo>
                      <a:pt x="183356" y="173832"/>
                      <a:pt x="179546" y="177642"/>
                      <a:pt x="173831" y="177642"/>
                    </a:cubicBezTo>
                    <a:lnTo>
                      <a:pt x="142398" y="177642"/>
                    </a:lnTo>
                    <a:moveTo>
                      <a:pt x="140493" y="137637"/>
                    </a:moveTo>
                    <a:cubicBezTo>
                      <a:pt x="131921" y="153829"/>
                      <a:pt x="115728" y="165259"/>
                      <a:pt x="95726" y="165259"/>
                    </a:cubicBezTo>
                    <a:cubicBezTo>
                      <a:pt x="68104" y="165259"/>
                      <a:pt x="46196" y="142399"/>
                      <a:pt x="46196" y="115729"/>
                    </a:cubicBezTo>
                    <a:cubicBezTo>
                      <a:pt x="46196" y="89059"/>
                      <a:pt x="69056" y="66199"/>
                      <a:pt x="95726" y="66199"/>
                    </a:cubicBezTo>
                    <a:lnTo>
                      <a:pt x="96663" y="66199"/>
                    </a:lnTo>
                    <a:moveTo>
                      <a:pt x="30003" y="221457"/>
                    </a:moveTo>
                    <a:cubicBezTo>
                      <a:pt x="47148" y="204312"/>
                      <a:pt x="70008" y="193834"/>
                      <a:pt x="95726" y="193834"/>
                    </a:cubicBezTo>
                    <a:cubicBezTo>
                      <a:pt x="121443" y="193834"/>
                      <a:pt x="144303" y="204312"/>
                      <a:pt x="161448" y="221457"/>
                    </a:cubicBezTo>
                    <a:moveTo>
                      <a:pt x="96678" y="165259"/>
                    </a:moveTo>
                    <a:lnTo>
                      <a:pt x="96678" y="66199"/>
                    </a:lnTo>
                    <a:moveTo>
                      <a:pt x="109061" y="114776"/>
                    </a:moveTo>
                    <a:lnTo>
                      <a:pt x="46196" y="114776"/>
                    </a:lnTo>
                    <a:moveTo>
                      <a:pt x="174409" y="57864"/>
                    </a:moveTo>
                    <a:lnTo>
                      <a:pt x="174409" y="42624"/>
                    </a:lnTo>
                    <a:moveTo>
                      <a:pt x="0" y="0"/>
                    </a:moveTo>
                    <a:moveTo>
                      <a:pt x="211557" y="102631"/>
                    </a:moveTo>
                    <a:lnTo>
                      <a:pt x="135357" y="102631"/>
                    </a:lnTo>
                    <a:cubicBezTo>
                      <a:pt x="127737" y="102631"/>
                      <a:pt x="122975" y="95011"/>
                      <a:pt x="126785" y="88344"/>
                    </a:cubicBezTo>
                    <a:lnTo>
                      <a:pt x="164885" y="12144"/>
                    </a:lnTo>
                    <a:cubicBezTo>
                      <a:pt x="168695" y="5476"/>
                      <a:pt x="178220" y="5476"/>
                      <a:pt x="182030" y="12144"/>
                    </a:cubicBezTo>
                    <a:lnTo>
                      <a:pt x="220130" y="88344"/>
                    </a:lnTo>
                    <a:cubicBezTo>
                      <a:pt x="223940" y="95011"/>
                      <a:pt x="219177" y="102631"/>
                      <a:pt x="211557" y="102631"/>
                    </a:cubicBezTo>
                    <a:close/>
                    <a:moveTo>
                      <a:pt x="174410" y="78819"/>
                    </a:moveTo>
                    <a:lnTo>
                      <a:pt x="174410" y="78819"/>
                    </a:lnTo>
                  </a:path>
                </a:pathLst>
              </a:custGeom>
              <a:noFill/>
              <a:ln w="14287">
                <a:solidFill>
                  <a:srgbClr val="FB6762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C8313A6-A3DD-38D3-E296-DA2A32BFD90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902657" y="3557482"/>
              <a:ext cx="896400" cy="896400"/>
              <a:chOff x="3615882" y="3934680"/>
              <a:chExt cx="636540" cy="636540"/>
            </a:xfrm>
          </p:grpSpPr>
          <p:sp>
            <p:nvSpPr>
              <p:cNvPr id="24" name="Rounded Rectangle 6">
                <a:extLst>
                  <a:ext uri="{FF2B5EF4-FFF2-40B4-BE49-F238E27FC236}">
                    <a16:creationId xmlns:a16="http://schemas.microsoft.com/office/drawing/2014/main" id="{6ADA1CC3-1844-E404-7BE1-57F6B43CE1A1}"/>
                  </a:ext>
                </a:extLst>
              </p:cNvPr>
              <p:cNvSpPr/>
              <p:nvPr/>
            </p:nvSpPr>
            <p:spPr>
              <a:xfrm>
                <a:off x="3615882" y="3934680"/>
                <a:ext cx="636540" cy="636540"/>
              </a:xfrm>
              <a:custGeom>
                <a:avLst/>
                <a:gdLst/>
                <a:ahLst/>
                <a:cxnLst/>
                <a:rect l="0" t="0" r="0" b="0"/>
                <a:pathLst>
                  <a:path w="457200" h="457200">
                    <a:moveTo>
                      <a:pt x="0" y="228600"/>
                    </a:moveTo>
                    <a:cubicBezTo>
                      <a:pt x="0" y="102347"/>
                      <a:pt x="102347" y="0"/>
                      <a:pt x="228600" y="0"/>
                    </a:cubicBezTo>
                    <a:cubicBezTo>
                      <a:pt x="354852" y="0"/>
                      <a:pt x="457200" y="102347"/>
                      <a:pt x="457200" y="228600"/>
                    </a:cubicBez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7" y="457200"/>
                      <a:pt x="0" y="354852"/>
                      <a:pt x="0" y="228600"/>
                    </a:cubicBezTo>
                  </a:path>
                </a:pathLst>
              </a:custGeom>
              <a:noFill/>
              <a:ln w="14287">
                <a:solidFill>
                  <a:srgbClr val="43DD93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Rounded Rectangle 21">
                <a:extLst>
                  <a:ext uri="{FF2B5EF4-FFF2-40B4-BE49-F238E27FC236}">
                    <a16:creationId xmlns:a16="http://schemas.microsoft.com/office/drawing/2014/main" id="{29067424-585B-614E-D872-B5AB998358B7}"/>
                  </a:ext>
                </a:extLst>
              </p:cNvPr>
              <p:cNvSpPr/>
              <p:nvPr/>
            </p:nvSpPr>
            <p:spPr>
              <a:xfrm>
                <a:off x="3784962" y="4103760"/>
                <a:ext cx="298378" cy="298378"/>
              </a:xfrm>
              <a:custGeom>
                <a:avLst/>
                <a:gdLst/>
                <a:ahLst/>
                <a:cxnLst/>
                <a:rect l="0" t="0" r="0" b="0"/>
                <a:pathLst>
                  <a:path w="214312" h="214312">
                    <a:moveTo>
                      <a:pt x="214312" y="214312"/>
                    </a:moveTo>
                    <a:lnTo>
                      <a:pt x="0" y="214312"/>
                    </a:lnTo>
                    <a:lnTo>
                      <a:pt x="0" y="0"/>
                    </a:lnTo>
                    <a:moveTo>
                      <a:pt x="44053" y="28575"/>
                    </a:moveTo>
                    <a:cubicBezTo>
                      <a:pt x="42080" y="28575"/>
                      <a:pt x="40481" y="26975"/>
                      <a:pt x="40481" y="25003"/>
                    </a:cubicBezTo>
                    <a:cubicBezTo>
                      <a:pt x="40481" y="23030"/>
                      <a:pt x="42080" y="21431"/>
                      <a:pt x="44053" y="21431"/>
                    </a:cubicBezTo>
                    <a:moveTo>
                      <a:pt x="44053" y="21431"/>
                    </a:moveTo>
                    <a:cubicBezTo>
                      <a:pt x="46025" y="21431"/>
                      <a:pt x="47625" y="23030"/>
                      <a:pt x="47625" y="25003"/>
                    </a:cubicBezTo>
                    <a:cubicBezTo>
                      <a:pt x="47625" y="26975"/>
                      <a:pt x="46025" y="28575"/>
                      <a:pt x="44053" y="28575"/>
                    </a:cubicBezTo>
                    <a:moveTo>
                      <a:pt x="34528" y="154781"/>
                    </a:moveTo>
                    <a:cubicBezTo>
                      <a:pt x="32555" y="154781"/>
                      <a:pt x="30956" y="156380"/>
                      <a:pt x="30956" y="158353"/>
                    </a:cubicBezTo>
                    <a:cubicBezTo>
                      <a:pt x="30956" y="160325"/>
                      <a:pt x="32555" y="161925"/>
                      <a:pt x="34528" y="161925"/>
                    </a:cubicBezTo>
                    <a:moveTo>
                      <a:pt x="34528" y="161925"/>
                    </a:moveTo>
                    <a:cubicBezTo>
                      <a:pt x="36500" y="161925"/>
                      <a:pt x="38100" y="160325"/>
                      <a:pt x="38100" y="158353"/>
                    </a:cubicBezTo>
                    <a:cubicBezTo>
                      <a:pt x="38100" y="156380"/>
                      <a:pt x="36500" y="154781"/>
                      <a:pt x="34528" y="154781"/>
                    </a:cubicBezTo>
                    <a:moveTo>
                      <a:pt x="53578" y="69056"/>
                    </a:moveTo>
                    <a:cubicBezTo>
                      <a:pt x="51605" y="69056"/>
                      <a:pt x="50006" y="70655"/>
                      <a:pt x="50006" y="72628"/>
                    </a:cubicBezTo>
                    <a:cubicBezTo>
                      <a:pt x="50006" y="74600"/>
                      <a:pt x="51605" y="76200"/>
                      <a:pt x="53578" y="76200"/>
                    </a:cubicBezTo>
                    <a:moveTo>
                      <a:pt x="53578" y="76200"/>
                    </a:moveTo>
                    <a:cubicBezTo>
                      <a:pt x="55550" y="76200"/>
                      <a:pt x="57150" y="74600"/>
                      <a:pt x="57150" y="72628"/>
                    </a:cubicBezTo>
                    <a:cubicBezTo>
                      <a:pt x="57150" y="70655"/>
                      <a:pt x="55550" y="69056"/>
                      <a:pt x="53578" y="69056"/>
                    </a:cubicBezTo>
                    <a:moveTo>
                      <a:pt x="25003" y="107156"/>
                    </a:moveTo>
                    <a:cubicBezTo>
                      <a:pt x="23030" y="107156"/>
                      <a:pt x="21431" y="108755"/>
                      <a:pt x="21431" y="110728"/>
                    </a:cubicBezTo>
                    <a:cubicBezTo>
                      <a:pt x="21431" y="112700"/>
                      <a:pt x="23030" y="114300"/>
                      <a:pt x="25003" y="114300"/>
                    </a:cubicBezTo>
                    <a:moveTo>
                      <a:pt x="25003" y="114300"/>
                    </a:moveTo>
                    <a:cubicBezTo>
                      <a:pt x="26975" y="114300"/>
                      <a:pt x="28575" y="112700"/>
                      <a:pt x="28575" y="110728"/>
                    </a:cubicBezTo>
                    <a:cubicBezTo>
                      <a:pt x="28575" y="108755"/>
                      <a:pt x="26975" y="107156"/>
                      <a:pt x="25003" y="107156"/>
                    </a:cubicBezTo>
                    <a:moveTo>
                      <a:pt x="110728" y="38100"/>
                    </a:moveTo>
                    <a:cubicBezTo>
                      <a:pt x="108755" y="38100"/>
                      <a:pt x="107156" y="36500"/>
                      <a:pt x="107156" y="34528"/>
                    </a:cubicBezTo>
                    <a:cubicBezTo>
                      <a:pt x="107156" y="32555"/>
                      <a:pt x="108755" y="30956"/>
                      <a:pt x="110728" y="30956"/>
                    </a:cubicBezTo>
                    <a:moveTo>
                      <a:pt x="110728" y="30956"/>
                    </a:moveTo>
                    <a:cubicBezTo>
                      <a:pt x="112700" y="30956"/>
                      <a:pt x="114300" y="32555"/>
                      <a:pt x="114300" y="34528"/>
                    </a:cubicBezTo>
                    <a:cubicBezTo>
                      <a:pt x="114300" y="36500"/>
                      <a:pt x="112700" y="38100"/>
                      <a:pt x="110728" y="38100"/>
                    </a:cubicBezTo>
                    <a:moveTo>
                      <a:pt x="139303" y="133350"/>
                    </a:moveTo>
                    <a:cubicBezTo>
                      <a:pt x="137330" y="133350"/>
                      <a:pt x="135731" y="131750"/>
                      <a:pt x="135731" y="129778"/>
                    </a:cubicBezTo>
                    <a:cubicBezTo>
                      <a:pt x="135731" y="127805"/>
                      <a:pt x="137330" y="126206"/>
                      <a:pt x="139303" y="126206"/>
                    </a:cubicBezTo>
                    <a:moveTo>
                      <a:pt x="139303" y="126206"/>
                    </a:moveTo>
                    <a:cubicBezTo>
                      <a:pt x="141275" y="126206"/>
                      <a:pt x="142875" y="127805"/>
                      <a:pt x="142875" y="129778"/>
                    </a:cubicBezTo>
                    <a:cubicBezTo>
                      <a:pt x="142875" y="131750"/>
                      <a:pt x="141275" y="133350"/>
                      <a:pt x="139303" y="133350"/>
                    </a:cubicBezTo>
                    <a:moveTo>
                      <a:pt x="196453" y="104775"/>
                    </a:moveTo>
                    <a:cubicBezTo>
                      <a:pt x="194480" y="104775"/>
                      <a:pt x="192881" y="103175"/>
                      <a:pt x="192881" y="101203"/>
                    </a:cubicBezTo>
                    <a:cubicBezTo>
                      <a:pt x="192881" y="99230"/>
                      <a:pt x="194480" y="97631"/>
                      <a:pt x="196453" y="97631"/>
                    </a:cubicBezTo>
                    <a:moveTo>
                      <a:pt x="196453" y="97631"/>
                    </a:moveTo>
                    <a:cubicBezTo>
                      <a:pt x="198425" y="97631"/>
                      <a:pt x="200025" y="99230"/>
                      <a:pt x="200025" y="101203"/>
                    </a:cubicBezTo>
                    <a:cubicBezTo>
                      <a:pt x="200025" y="103175"/>
                      <a:pt x="198425" y="104775"/>
                      <a:pt x="196453" y="104775"/>
                    </a:cubicBezTo>
                    <a:moveTo>
                      <a:pt x="186928" y="9525"/>
                    </a:moveTo>
                    <a:cubicBezTo>
                      <a:pt x="184955" y="9525"/>
                      <a:pt x="183356" y="7925"/>
                      <a:pt x="183356" y="5953"/>
                    </a:cubicBezTo>
                    <a:cubicBezTo>
                      <a:pt x="183356" y="3980"/>
                      <a:pt x="184955" y="2381"/>
                      <a:pt x="186928" y="2381"/>
                    </a:cubicBezTo>
                    <a:moveTo>
                      <a:pt x="186928" y="2381"/>
                    </a:moveTo>
                    <a:cubicBezTo>
                      <a:pt x="188900" y="2381"/>
                      <a:pt x="190500" y="3980"/>
                      <a:pt x="190500" y="5953"/>
                    </a:cubicBezTo>
                    <a:cubicBezTo>
                      <a:pt x="190500" y="7925"/>
                      <a:pt x="188900" y="9525"/>
                      <a:pt x="186928" y="9525"/>
                    </a:cubicBezTo>
                    <a:moveTo>
                      <a:pt x="110728" y="173831"/>
                    </a:moveTo>
                    <a:cubicBezTo>
                      <a:pt x="108755" y="173831"/>
                      <a:pt x="107156" y="175430"/>
                      <a:pt x="107156" y="177403"/>
                    </a:cubicBezTo>
                    <a:cubicBezTo>
                      <a:pt x="107156" y="179375"/>
                      <a:pt x="108755" y="180975"/>
                      <a:pt x="110728" y="180975"/>
                    </a:cubicBezTo>
                    <a:moveTo>
                      <a:pt x="110728" y="180975"/>
                    </a:moveTo>
                    <a:cubicBezTo>
                      <a:pt x="112700" y="180975"/>
                      <a:pt x="114300" y="179375"/>
                      <a:pt x="114300" y="177403"/>
                    </a:cubicBezTo>
                    <a:cubicBezTo>
                      <a:pt x="114300" y="175430"/>
                      <a:pt x="112700" y="173831"/>
                      <a:pt x="110728" y="173831"/>
                    </a:cubicBezTo>
                    <a:moveTo>
                      <a:pt x="205978" y="171450"/>
                    </a:moveTo>
                    <a:cubicBezTo>
                      <a:pt x="204005" y="171450"/>
                      <a:pt x="202406" y="169850"/>
                      <a:pt x="202406" y="167878"/>
                    </a:cubicBezTo>
                    <a:cubicBezTo>
                      <a:pt x="202406" y="165905"/>
                      <a:pt x="204005" y="164306"/>
                      <a:pt x="205978" y="164306"/>
                    </a:cubicBezTo>
                    <a:moveTo>
                      <a:pt x="205978" y="164306"/>
                    </a:moveTo>
                    <a:cubicBezTo>
                      <a:pt x="207950" y="164306"/>
                      <a:pt x="209550" y="165905"/>
                      <a:pt x="209550" y="167878"/>
                    </a:cubicBezTo>
                    <a:cubicBezTo>
                      <a:pt x="209550" y="169850"/>
                      <a:pt x="207950" y="171450"/>
                      <a:pt x="205978" y="171450"/>
                    </a:cubicBezTo>
                    <a:moveTo>
                      <a:pt x="158353" y="57150"/>
                    </a:moveTo>
                    <a:cubicBezTo>
                      <a:pt x="156380" y="57150"/>
                      <a:pt x="154781" y="55550"/>
                      <a:pt x="154781" y="53578"/>
                    </a:cubicBezTo>
                    <a:cubicBezTo>
                      <a:pt x="154781" y="51605"/>
                      <a:pt x="156380" y="50006"/>
                      <a:pt x="158353" y="50006"/>
                    </a:cubicBezTo>
                    <a:moveTo>
                      <a:pt x="158353" y="50006"/>
                    </a:moveTo>
                    <a:cubicBezTo>
                      <a:pt x="160325" y="50006"/>
                      <a:pt x="161925" y="51605"/>
                      <a:pt x="161925" y="53578"/>
                    </a:cubicBezTo>
                    <a:cubicBezTo>
                      <a:pt x="161925" y="55550"/>
                      <a:pt x="160325" y="57150"/>
                      <a:pt x="158353" y="57150"/>
                    </a:cubicBezTo>
                    <a:moveTo>
                      <a:pt x="91678" y="107156"/>
                    </a:moveTo>
                    <a:cubicBezTo>
                      <a:pt x="89705" y="107156"/>
                      <a:pt x="88106" y="108755"/>
                      <a:pt x="88106" y="110728"/>
                    </a:cubicBezTo>
                    <a:cubicBezTo>
                      <a:pt x="88106" y="112700"/>
                      <a:pt x="89705" y="114300"/>
                      <a:pt x="91678" y="114300"/>
                    </a:cubicBezTo>
                    <a:moveTo>
                      <a:pt x="91678" y="114300"/>
                    </a:moveTo>
                    <a:cubicBezTo>
                      <a:pt x="93650" y="114300"/>
                      <a:pt x="95250" y="112700"/>
                      <a:pt x="95250" y="110728"/>
                    </a:cubicBezTo>
                    <a:cubicBezTo>
                      <a:pt x="95250" y="108755"/>
                      <a:pt x="93650" y="107156"/>
                      <a:pt x="91678" y="107156"/>
                    </a:cubicBezTo>
                  </a:path>
                </a:pathLst>
              </a:custGeom>
              <a:noFill/>
              <a:ln w="14287">
                <a:solidFill>
                  <a:srgbClr val="43DD93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0EBA48F-17B9-5EED-E1DB-1678DF65FF98}"/>
              </a:ext>
            </a:extLst>
          </p:cNvPr>
          <p:cNvSpPr txBox="1"/>
          <p:nvPr/>
        </p:nvSpPr>
        <p:spPr>
          <a:xfrm>
            <a:off x="642013" y="4567849"/>
            <a:ext cx="115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Proceso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90829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in a suit&#10;&#10;AI-generated content may be incorrect.">
            <a:extLst>
              <a:ext uri="{FF2B5EF4-FFF2-40B4-BE49-F238E27FC236}">
                <a16:creationId xmlns:a16="http://schemas.microsoft.com/office/drawing/2014/main" id="{ACFF7985-8903-DC54-9422-E7EF0F517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27603"/>
            <a:ext cx="4042297" cy="40728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3DE519-D1DA-D344-26A7-482C2DEC550F}"/>
              </a:ext>
            </a:extLst>
          </p:cNvPr>
          <p:cNvSpPr txBox="1"/>
          <p:nvPr/>
        </p:nvSpPr>
        <p:spPr>
          <a:xfrm>
            <a:off x="2250558" y="1959205"/>
            <a:ext cx="822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000" dirty="0"/>
              <a:t>¿Han escuchado acerca de la divergencia KL?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90666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F56A-57F8-160B-19EA-C2D794B7B3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Divergencia KL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E568BD-E787-4910-3969-9BD1EB53DE7A}"/>
              </a:ext>
            </a:extLst>
          </p:cNvPr>
          <p:cNvSpPr txBox="1"/>
          <p:nvPr/>
        </p:nvSpPr>
        <p:spPr>
          <a:xfrm>
            <a:off x="455427" y="1459284"/>
            <a:ext cx="11141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La </a:t>
            </a:r>
            <a:r>
              <a:rPr lang="es-ES" b="1" dirty="0"/>
              <a:t>Divergencia KL</a:t>
            </a:r>
            <a:r>
              <a:rPr lang="es-ES" dirty="0"/>
              <a:t>, o </a:t>
            </a:r>
            <a:r>
              <a:rPr lang="es-ES" b="1" dirty="0" err="1"/>
              <a:t>Kullback-Leibler</a:t>
            </a:r>
            <a:r>
              <a:rPr lang="es-ES" b="1" dirty="0"/>
              <a:t> </a:t>
            </a:r>
            <a:r>
              <a:rPr lang="es-ES" b="1" dirty="0" err="1"/>
              <a:t>divergence</a:t>
            </a:r>
            <a:r>
              <a:rPr lang="es-ES" dirty="0"/>
              <a:t>, es una medida que nos dice </a:t>
            </a:r>
            <a:r>
              <a:rPr lang="es-ES" b="1" dirty="0"/>
              <a:t>qué tan diferente es una distribución de probabilidades con respecto a otra</a:t>
            </a:r>
            <a:r>
              <a:rPr lang="es-ES" dirty="0"/>
              <a:t>.</a:t>
            </a:r>
            <a:endParaRPr lang="en-US" dirty="0"/>
          </a:p>
        </p:txBody>
      </p:sp>
      <p:pic>
        <p:nvPicPr>
          <p:cNvPr id="10" name="Picture 9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96234270-C26B-1E8D-AD3F-2A632772F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2433069"/>
            <a:ext cx="3853188" cy="35943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058B637-90B3-A595-1E70-5D89821632F5}"/>
              </a:ext>
            </a:extLst>
          </p:cNvPr>
          <p:cNvSpPr txBox="1"/>
          <p:nvPr/>
        </p:nvSpPr>
        <p:spPr>
          <a:xfrm>
            <a:off x="455427" y="2433069"/>
            <a:ext cx="65407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ES" dirty="0"/>
              <a:t>La Divergencia KL </a:t>
            </a:r>
            <a:r>
              <a:rPr lang="es-ES" dirty="0">
                <a:solidFill>
                  <a:srgbClr val="FF0000"/>
                </a:solidFill>
              </a:rPr>
              <a:t>no mide distancia como una regla o un metro</a:t>
            </a:r>
            <a:r>
              <a:rPr lang="es-ES" dirty="0"/>
              <a:t>, sino que mide </a:t>
            </a:r>
            <a:r>
              <a:rPr lang="es-ES" b="1" dirty="0"/>
              <a:t>"diferencia informativa"</a:t>
            </a:r>
            <a:r>
              <a:rPr lang="es-ES" dirty="0"/>
              <a:t> entre dos distribuciones:</a:t>
            </a:r>
          </a:p>
          <a:p>
            <a:pPr algn="just">
              <a:buNone/>
            </a:pPr>
            <a:endParaRPr lang="es-E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Si la distribución real es muy distinta a la que esperabas, la KL será </a:t>
            </a:r>
            <a:r>
              <a:rPr lang="es-ES" b="1" dirty="0"/>
              <a:t>alta</a:t>
            </a:r>
            <a:r>
              <a:rPr lang="es-ES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dirty="0"/>
              <a:t>Si son casi iguales, la KL será </a:t>
            </a:r>
            <a:r>
              <a:rPr lang="es-ES" b="1" dirty="0"/>
              <a:t>cerca de cero</a:t>
            </a:r>
            <a:r>
              <a:rPr lang="es-E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A01B10-4E79-4CE5-4A81-ECBE4C706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528" y="5087619"/>
            <a:ext cx="3886400" cy="8064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82836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1EDEC-EDCF-5A5B-4A2B-23319D42BD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6753961" cy="391824"/>
          </a:xfrm>
        </p:spPr>
        <p:txBody>
          <a:bodyPr/>
          <a:lstStyle/>
          <a:p>
            <a:r>
              <a:rPr lang="en-US" dirty="0" err="1"/>
              <a:t>Aplicaciones</a:t>
            </a:r>
            <a:r>
              <a:rPr lang="en-US" dirty="0"/>
              <a:t> de Autoencoder </a:t>
            </a:r>
            <a:r>
              <a:rPr lang="en-US" dirty="0" err="1"/>
              <a:t>variacional</a:t>
            </a:r>
            <a:endParaRPr lang="en-US" dirty="0"/>
          </a:p>
        </p:txBody>
      </p:sp>
      <p:pic>
        <p:nvPicPr>
          <p:cNvPr id="7" name="Picture 6" descr="A collage of different faces&#10;&#10;AI-generated content may be incorrect.">
            <a:extLst>
              <a:ext uri="{FF2B5EF4-FFF2-40B4-BE49-F238E27FC236}">
                <a16:creationId xmlns:a16="http://schemas.microsoft.com/office/drawing/2014/main" id="{CBB093EF-E2EB-86E3-39AF-41CD8C103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6" t="4622" r="8151" b="9329"/>
          <a:stretch>
            <a:fillRect/>
          </a:stretch>
        </p:blipFill>
        <p:spPr>
          <a:xfrm>
            <a:off x="4920588" y="1267053"/>
            <a:ext cx="6804091" cy="51461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9528ED-7692-3E94-AC9F-6F802DC8E9FB}"/>
              </a:ext>
            </a:extLst>
          </p:cNvPr>
          <p:cNvSpPr txBox="1"/>
          <p:nvPr/>
        </p:nvSpPr>
        <p:spPr>
          <a:xfrm>
            <a:off x="2020184" y="3218121"/>
            <a:ext cx="24951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Generación de imágenes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82961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37888-BD46-5C8F-0595-6138CCA9A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5A809-5B5D-0368-F533-EE90CE673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6753961" cy="391824"/>
          </a:xfrm>
        </p:spPr>
        <p:txBody>
          <a:bodyPr/>
          <a:lstStyle/>
          <a:p>
            <a:r>
              <a:rPr lang="en-US" dirty="0" err="1"/>
              <a:t>Aplicaciones</a:t>
            </a:r>
            <a:r>
              <a:rPr lang="en-US" dirty="0"/>
              <a:t> de Autoencoder </a:t>
            </a:r>
            <a:r>
              <a:rPr lang="en-US" dirty="0" err="1"/>
              <a:t>variacional</a:t>
            </a:r>
            <a:endParaRPr lang="en-US" dirty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6B6C0A9-EBB0-7889-B66E-B8CA967B8A69}"/>
              </a:ext>
            </a:extLst>
          </p:cNvPr>
          <p:cNvGrpSpPr>
            <a:grpSpLocks noChangeAspect="1"/>
          </p:cNvGrpSpPr>
          <p:nvPr/>
        </p:nvGrpSpPr>
        <p:grpSpPr>
          <a:xfrm>
            <a:off x="1818757" y="1630323"/>
            <a:ext cx="9963361" cy="4472015"/>
            <a:chOff x="2934031" y="2107031"/>
            <a:chExt cx="7434181" cy="333680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A6F2D4E-1968-7D87-E5BB-796868D56CA0}"/>
                </a:ext>
              </a:extLst>
            </p:cNvPr>
            <p:cNvGrpSpPr/>
            <p:nvPr/>
          </p:nvGrpSpPr>
          <p:grpSpPr>
            <a:xfrm>
              <a:off x="3045719" y="2107031"/>
              <a:ext cx="7187363" cy="1321969"/>
              <a:chOff x="514350" y="866273"/>
              <a:chExt cx="7187363" cy="1321969"/>
            </a:xfrm>
          </p:grpSpPr>
          <p:sp>
            <p:nvSpPr>
              <p:cNvPr id="4" name="Rounded Rectangle 1">
                <a:extLst>
                  <a:ext uri="{FF2B5EF4-FFF2-40B4-BE49-F238E27FC236}">
                    <a16:creationId xmlns:a16="http://schemas.microsoft.com/office/drawing/2014/main" id="{387A2E85-A08C-EB51-61E4-5C7905D394DE}"/>
                  </a:ext>
                </a:extLst>
              </p:cNvPr>
              <p:cNvSpPr/>
              <p:nvPr/>
            </p:nvSpPr>
            <p:spPr>
              <a:xfrm>
                <a:off x="514350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347411" y="139867"/>
                    </a:moveTo>
                    <a:lnTo>
                      <a:pt x="121819" y="378994"/>
                    </a:lnTo>
                    <a:lnTo>
                      <a:pt x="243639" y="609098"/>
                    </a:lnTo>
                    <a:lnTo>
                      <a:pt x="157914" y="658728"/>
                    </a:lnTo>
                    <a:lnTo>
                      <a:pt x="0" y="369971"/>
                    </a:lnTo>
                    <a:lnTo>
                      <a:pt x="347411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" name="Rounded Rectangle 2">
                <a:extLst>
                  <a:ext uri="{FF2B5EF4-FFF2-40B4-BE49-F238E27FC236}">
                    <a16:creationId xmlns:a16="http://schemas.microsoft.com/office/drawing/2014/main" id="{35201B07-2C03-2949-7377-78EBE9DC43DD}"/>
                  </a:ext>
                </a:extLst>
              </p:cNvPr>
              <p:cNvSpPr/>
              <p:nvPr/>
            </p:nvSpPr>
            <p:spPr>
              <a:xfrm>
                <a:off x="1294898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0" y="0"/>
                    </a:moveTo>
                    <a:lnTo>
                      <a:pt x="347411" y="369971"/>
                    </a:lnTo>
                    <a:lnTo>
                      <a:pt x="189497" y="658728"/>
                    </a:lnTo>
                    <a:lnTo>
                      <a:pt x="103772" y="609098"/>
                    </a:lnTo>
                    <a:lnTo>
                      <a:pt x="225592" y="378994"/>
                    </a:lnTo>
                    <a:lnTo>
                      <a:pt x="0" y="139867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Rounded Rectangle 3">
                <a:extLst>
                  <a:ext uri="{FF2B5EF4-FFF2-40B4-BE49-F238E27FC236}">
                    <a16:creationId xmlns:a16="http://schemas.microsoft.com/office/drawing/2014/main" id="{32A75DE4-D113-DB88-4D18-E86BE8C2EEB0}"/>
                  </a:ext>
                </a:extLst>
              </p:cNvPr>
              <p:cNvSpPr/>
              <p:nvPr/>
            </p:nvSpPr>
            <p:spPr>
              <a:xfrm>
                <a:off x="961022" y="1732547"/>
                <a:ext cx="234615" cy="117307"/>
              </a:xfrm>
              <a:custGeom>
                <a:avLst/>
                <a:gdLst/>
                <a:ahLst/>
                <a:cxnLst/>
                <a:rect l="0" t="0" r="0" b="0"/>
                <a:pathLst>
                  <a:path w="234615" h="117307">
                    <a:moveTo>
                      <a:pt x="63165" y="0"/>
                    </a:moveTo>
                    <a:cubicBezTo>
                      <a:pt x="63165" y="29901"/>
                      <a:pt x="87406" y="54142"/>
                      <a:pt x="117307" y="54142"/>
                    </a:cubicBezTo>
                    <a:cubicBezTo>
                      <a:pt x="147209" y="54142"/>
                      <a:pt x="171450" y="29901"/>
                      <a:pt x="171450" y="0"/>
                    </a:cubicBezTo>
                    <a:lnTo>
                      <a:pt x="234615" y="0"/>
                    </a:lnTo>
                    <a:cubicBezTo>
                      <a:pt x="234615" y="64787"/>
                      <a:pt x="182095" y="117307"/>
                      <a:pt x="117307" y="117307"/>
                    </a:cubicBezTo>
                    <a:cubicBezTo>
                      <a:pt x="52520" y="117307"/>
                      <a:pt x="0" y="64787"/>
                      <a:pt x="0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ounded Rectangle 4">
                <a:extLst>
                  <a:ext uri="{FF2B5EF4-FFF2-40B4-BE49-F238E27FC236}">
                    <a16:creationId xmlns:a16="http://schemas.microsoft.com/office/drawing/2014/main" id="{38DA6BEA-25B1-2100-F64D-06136B6D8209}"/>
                  </a:ext>
                </a:extLst>
              </p:cNvPr>
              <p:cNvSpPr/>
              <p:nvPr/>
            </p:nvSpPr>
            <p:spPr>
              <a:xfrm>
                <a:off x="2025817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347411" y="139867"/>
                    </a:moveTo>
                    <a:lnTo>
                      <a:pt x="121819" y="378994"/>
                    </a:lnTo>
                    <a:lnTo>
                      <a:pt x="243639" y="609098"/>
                    </a:lnTo>
                    <a:lnTo>
                      <a:pt x="157914" y="658728"/>
                    </a:lnTo>
                    <a:lnTo>
                      <a:pt x="0" y="369971"/>
                    </a:lnTo>
                    <a:lnTo>
                      <a:pt x="347411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ounded Rectangle 5">
                <a:extLst>
                  <a:ext uri="{FF2B5EF4-FFF2-40B4-BE49-F238E27FC236}">
                    <a16:creationId xmlns:a16="http://schemas.microsoft.com/office/drawing/2014/main" id="{664D2F89-4D17-CA0C-2B9F-E60D47A75FCD}"/>
                  </a:ext>
                </a:extLst>
              </p:cNvPr>
              <p:cNvSpPr/>
              <p:nvPr/>
            </p:nvSpPr>
            <p:spPr>
              <a:xfrm>
                <a:off x="2806365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0" y="0"/>
                    </a:moveTo>
                    <a:lnTo>
                      <a:pt x="347411" y="369971"/>
                    </a:lnTo>
                    <a:lnTo>
                      <a:pt x="189497" y="658728"/>
                    </a:lnTo>
                    <a:lnTo>
                      <a:pt x="103772" y="609098"/>
                    </a:lnTo>
                    <a:lnTo>
                      <a:pt x="225592" y="378994"/>
                    </a:lnTo>
                    <a:lnTo>
                      <a:pt x="0" y="139867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Rounded Rectangle 6">
                <a:extLst>
                  <a:ext uri="{FF2B5EF4-FFF2-40B4-BE49-F238E27FC236}">
                    <a16:creationId xmlns:a16="http://schemas.microsoft.com/office/drawing/2014/main" id="{3902006F-8F55-2E89-5633-82061C4DEB60}"/>
                  </a:ext>
                </a:extLst>
              </p:cNvPr>
              <p:cNvSpPr/>
              <p:nvPr/>
            </p:nvSpPr>
            <p:spPr>
              <a:xfrm>
                <a:off x="2472489" y="1732547"/>
                <a:ext cx="234615" cy="117307"/>
              </a:xfrm>
              <a:custGeom>
                <a:avLst/>
                <a:gdLst/>
                <a:ahLst/>
                <a:cxnLst/>
                <a:rect l="0" t="0" r="0" b="0"/>
                <a:pathLst>
                  <a:path w="234615" h="117307">
                    <a:moveTo>
                      <a:pt x="63165" y="0"/>
                    </a:moveTo>
                    <a:cubicBezTo>
                      <a:pt x="63165" y="29901"/>
                      <a:pt x="87406" y="54142"/>
                      <a:pt x="117307" y="54142"/>
                    </a:cubicBezTo>
                    <a:cubicBezTo>
                      <a:pt x="147209" y="54142"/>
                      <a:pt x="171450" y="29901"/>
                      <a:pt x="171450" y="0"/>
                    </a:cubicBezTo>
                    <a:lnTo>
                      <a:pt x="234615" y="0"/>
                    </a:lnTo>
                    <a:cubicBezTo>
                      <a:pt x="234615" y="64787"/>
                      <a:pt x="182095" y="117307"/>
                      <a:pt x="117307" y="117307"/>
                    </a:cubicBezTo>
                    <a:cubicBezTo>
                      <a:pt x="52520" y="117307"/>
                      <a:pt x="0" y="64787"/>
                      <a:pt x="0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Rounded Rectangle 7">
                <a:extLst>
                  <a:ext uri="{FF2B5EF4-FFF2-40B4-BE49-F238E27FC236}">
                    <a16:creationId xmlns:a16="http://schemas.microsoft.com/office/drawing/2014/main" id="{1BD44E57-3B68-0DED-FF5A-E9E0D4E9D702}"/>
                  </a:ext>
                </a:extLst>
              </p:cNvPr>
              <p:cNvSpPr/>
              <p:nvPr/>
            </p:nvSpPr>
            <p:spPr>
              <a:xfrm>
                <a:off x="6573753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347411" y="139867"/>
                    </a:moveTo>
                    <a:lnTo>
                      <a:pt x="121819" y="378994"/>
                    </a:lnTo>
                    <a:lnTo>
                      <a:pt x="243639" y="609098"/>
                    </a:lnTo>
                    <a:lnTo>
                      <a:pt x="157914" y="658728"/>
                    </a:lnTo>
                    <a:lnTo>
                      <a:pt x="0" y="369971"/>
                    </a:lnTo>
                    <a:lnTo>
                      <a:pt x="347411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ounded Rectangle 8">
                <a:extLst>
                  <a:ext uri="{FF2B5EF4-FFF2-40B4-BE49-F238E27FC236}">
                    <a16:creationId xmlns:a16="http://schemas.microsoft.com/office/drawing/2014/main" id="{33C9BB81-9542-9137-8C3D-0AA821CD3783}"/>
                  </a:ext>
                </a:extLst>
              </p:cNvPr>
              <p:cNvSpPr/>
              <p:nvPr/>
            </p:nvSpPr>
            <p:spPr>
              <a:xfrm>
                <a:off x="7354302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0" y="0"/>
                    </a:moveTo>
                    <a:lnTo>
                      <a:pt x="347411" y="369971"/>
                    </a:lnTo>
                    <a:lnTo>
                      <a:pt x="189497" y="658728"/>
                    </a:lnTo>
                    <a:lnTo>
                      <a:pt x="103772" y="609098"/>
                    </a:lnTo>
                    <a:lnTo>
                      <a:pt x="225592" y="378994"/>
                    </a:lnTo>
                    <a:lnTo>
                      <a:pt x="0" y="139867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Rounded Rectangle 9">
                <a:extLst>
                  <a:ext uri="{FF2B5EF4-FFF2-40B4-BE49-F238E27FC236}">
                    <a16:creationId xmlns:a16="http://schemas.microsoft.com/office/drawing/2014/main" id="{4EF14EEA-878C-5642-E1FF-590EFD4E3362}"/>
                  </a:ext>
                </a:extLst>
              </p:cNvPr>
              <p:cNvSpPr/>
              <p:nvPr/>
            </p:nvSpPr>
            <p:spPr>
              <a:xfrm>
                <a:off x="7020426" y="1732547"/>
                <a:ext cx="234615" cy="117307"/>
              </a:xfrm>
              <a:custGeom>
                <a:avLst/>
                <a:gdLst/>
                <a:ahLst/>
                <a:cxnLst/>
                <a:rect l="0" t="0" r="0" b="0"/>
                <a:pathLst>
                  <a:path w="234615" h="117307">
                    <a:moveTo>
                      <a:pt x="63165" y="0"/>
                    </a:moveTo>
                    <a:cubicBezTo>
                      <a:pt x="63165" y="29901"/>
                      <a:pt x="87406" y="54142"/>
                      <a:pt x="117307" y="54142"/>
                    </a:cubicBezTo>
                    <a:cubicBezTo>
                      <a:pt x="147209" y="54142"/>
                      <a:pt x="171450" y="29901"/>
                      <a:pt x="171450" y="0"/>
                    </a:cubicBezTo>
                    <a:lnTo>
                      <a:pt x="234615" y="0"/>
                    </a:lnTo>
                    <a:cubicBezTo>
                      <a:pt x="234615" y="64787"/>
                      <a:pt x="182095" y="117307"/>
                      <a:pt x="117307" y="117307"/>
                    </a:cubicBezTo>
                    <a:cubicBezTo>
                      <a:pt x="52520" y="117307"/>
                      <a:pt x="0" y="64787"/>
                      <a:pt x="0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ounded Rectangle 10">
                <a:extLst>
                  <a:ext uri="{FF2B5EF4-FFF2-40B4-BE49-F238E27FC236}">
                    <a16:creationId xmlns:a16="http://schemas.microsoft.com/office/drawing/2014/main" id="{B27A6AE0-5723-53BF-F18D-B03AD2E7E41A}"/>
                  </a:ext>
                </a:extLst>
              </p:cNvPr>
              <p:cNvSpPr/>
              <p:nvPr/>
            </p:nvSpPr>
            <p:spPr>
              <a:xfrm>
                <a:off x="5048751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347411" y="139867"/>
                    </a:moveTo>
                    <a:lnTo>
                      <a:pt x="121819" y="378994"/>
                    </a:lnTo>
                    <a:lnTo>
                      <a:pt x="243639" y="609098"/>
                    </a:lnTo>
                    <a:lnTo>
                      <a:pt x="157914" y="658728"/>
                    </a:lnTo>
                    <a:lnTo>
                      <a:pt x="0" y="369971"/>
                    </a:lnTo>
                    <a:lnTo>
                      <a:pt x="347411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ounded Rectangle 11">
                <a:extLst>
                  <a:ext uri="{FF2B5EF4-FFF2-40B4-BE49-F238E27FC236}">
                    <a16:creationId xmlns:a16="http://schemas.microsoft.com/office/drawing/2014/main" id="{C4744995-D45C-E0EC-6768-C6B7E7BC05B2}"/>
                  </a:ext>
                </a:extLst>
              </p:cNvPr>
              <p:cNvSpPr/>
              <p:nvPr/>
            </p:nvSpPr>
            <p:spPr>
              <a:xfrm>
                <a:off x="5829300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0" y="0"/>
                    </a:moveTo>
                    <a:lnTo>
                      <a:pt x="347411" y="369971"/>
                    </a:lnTo>
                    <a:lnTo>
                      <a:pt x="189497" y="658728"/>
                    </a:lnTo>
                    <a:lnTo>
                      <a:pt x="103772" y="609098"/>
                    </a:lnTo>
                    <a:lnTo>
                      <a:pt x="225592" y="378994"/>
                    </a:lnTo>
                    <a:lnTo>
                      <a:pt x="0" y="139867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Rounded Rectangle 12">
                <a:extLst>
                  <a:ext uri="{FF2B5EF4-FFF2-40B4-BE49-F238E27FC236}">
                    <a16:creationId xmlns:a16="http://schemas.microsoft.com/office/drawing/2014/main" id="{2E3B5F69-DF64-4A38-C0A2-1CDCF02FDE7C}"/>
                  </a:ext>
                </a:extLst>
              </p:cNvPr>
              <p:cNvSpPr/>
              <p:nvPr/>
            </p:nvSpPr>
            <p:spPr>
              <a:xfrm>
                <a:off x="5495423" y="1732547"/>
                <a:ext cx="234615" cy="117307"/>
              </a:xfrm>
              <a:custGeom>
                <a:avLst/>
                <a:gdLst/>
                <a:ahLst/>
                <a:cxnLst/>
                <a:rect l="0" t="0" r="0" b="0"/>
                <a:pathLst>
                  <a:path w="234615" h="117307">
                    <a:moveTo>
                      <a:pt x="63165" y="0"/>
                    </a:moveTo>
                    <a:cubicBezTo>
                      <a:pt x="63165" y="29901"/>
                      <a:pt x="87406" y="54142"/>
                      <a:pt x="117307" y="54142"/>
                    </a:cubicBezTo>
                    <a:cubicBezTo>
                      <a:pt x="147209" y="54142"/>
                      <a:pt x="171450" y="29901"/>
                      <a:pt x="171450" y="0"/>
                    </a:cubicBezTo>
                    <a:lnTo>
                      <a:pt x="234615" y="0"/>
                    </a:lnTo>
                    <a:cubicBezTo>
                      <a:pt x="234615" y="64787"/>
                      <a:pt x="182095" y="117307"/>
                      <a:pt x="117307" y="117307"/>
                    </a:cubicBezTo>
                    <a:cubicBezTo>
                      <a:pt x="52520" y="117307"/>
                      <a:pt x="0" y="64787"/>
                      <a:pt x="0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Rounded Rectangle 13">
                <a:extLst>
                  <a:ext uri="{FF2B5EF4-FFF2-40B4-BE49-F238E27FC236}">
                    <a16:creationId xmlns:a16="http://schemas.microsoft.com/office/drawing/2014/main" id="{418FB375-F171-1DD5-9089-34DD2AFD6B3C}"/>
                  </a:ext>
                </a:extLst>
              </p:cNvPr>
              <p:cNvSpPr/>
              <p:nvPr/>
            </p:nvSpPr>
            <p:spPr>
              <a:xfrm>
                <a:off x="3537284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347411" y="139867"/>
                    </a:moveTo>
                    <a:lnTo>
                      <a:pt x="121819" y="378994"/>
                    </a:lnTo>
                    <a:lnTo>
                      <a:pt x="243639" y="609098"/>
                    </a:lnTo>
                    <a:lnTo>
                      <a:pt x="157914" y="658728"/>
                    </a:lnTo>
                    <a:lnTo>
                      <a:pt x="0" y="369971"/>
                    </a:lnTo>
                    <a:lnTo>
                      <a:pt x="347411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Rounded Rectangle 14">
                <a:extLst>
                  <a:ext uri="{FF2B5EF4-FFF2-40B4-BE49-F238E27FC236}">
                    <a16:creationId xmlns:a16="http://schemas.microsoft.com/office/drawing/2014/main" id="{D6EDE771-F55D-330D-9538-EB9261908870}"/>
                  </a:ext>
                </a:extLst>
              </p:cNvPr>
              <p:cNvSpPr/>
              <p:nvPr/>
            </p:nvSpPr>
            <p:spPr>
              <a:xfrm>
                <a:off x="4317832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0" y="0"/>
                    </a:moveTo>
                    <a:lnTo>
                      <a:pt x="347411" y="369971"/>
                    </a:lnTo>
                    <a:lnTo>
                      <a:pt x="189497" y="658728"/>
                    </a:lnTo>
                    <a:lnTo>
                      <a:pt x="103772" y="609098"/>
                    </a:lnTo>
                    <a:lnTo>
                      <a:pt x="225592" y="378994"/>
                    </a:lnTo>
                    <a:lnTo>
                      <a:pt x="0" y="139867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Rounded Rectangle 15">
                <a:extLst>
                  <a:ext uri="{FF2B5EF4-FFF2-40B4-BE49-F238E27FC236}">
                    <a16:creationId xmlns:a16="http://schemas.microsoft.com/office/drawing/2014/main" id="{CC8704E0-1205-568C-63B6-E96F65B91525}"/>
                  </a:ext>
                </a:extLst>
              </p:cNvPr>
              <p:cNvSpPr/>
              <p:nvPr/>
            </p:nvSpPr>
            <p:spPr>
              <a:xfrm>
                <a:off x="3983956" y="1732547"/>
                <a:ext cx="234615" cy="117307"/>
              </a:xfrm>
              <a:custGeom>
                <a:avLst/>
                <a:gdLst/>
                <a:ahLst/>
                <a:cxnLst/>
                <a:rect l="0" t="0" r="0" b="0"/>
                <a:pathLst>
                  <a:path w="234615" h="117307">
                    <a:moveTo>
                      <a:pt x="63165" y="0"/>
                    </a:moveTo>
                    <a:cubicBezTo>
                      <a:pt x="63165" y="29901"/>
                      <a:pt x="87406" y="54142"/>
                      <a:pt x="117307" y="54142"/>
                    </a:cubicBezTo>
                    <a:cubicBezTo>
                      <a:pt x="147209" y="54142"/>
                      <a:pt x="171450" y="29901"/>
                      <a:pt x="171450" y="0"/>
                    </a:cubicBezTo>
                    <a:lnTo>
                      <a:pt x="234615" y="0"/>
                    </a:lnTo>
                    <a:cubicBezTo>
                      <a:pt x="234615" y="64787"/>
                      <a:pt x="182095" y="117307"/>
                      <a:pt x="117307" y="117307"/>
                    </a:cubicBezTo>
                    <a:cubicBezTo>
                      <a:pt x="52520" y="117307"/>
                      <a:pt x="0" y="64787"/>
                      <a:pt x="0" y="0"/>
                    </a:cubicBez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Rounded Rectangle 16">
                <a:extLst>
                  <a:ext uri="{FF2B5EF4-FFF2-40B4-BE49-F238E27FC236}">
                    <a16:creationId xmlns:a16="http://schemas.microsoft.com/office/drawing/2014/main" id="{B21244E8-EEB1-08DE-AD1D-652B8352C29C}"/>
                  </a:ext>
                </a:extLst>
              </p:cNvPr>
              <p:cNvSpPr/>
              <p:nvPr/>
            </p:nvSpPr>
            <p:spPr>
              <a:xfrm>
                <a:off x="514350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347411" y="139867"/>
                    </a:moveTo>
                    <a:lnTo>
                      <a:pt x="121819" y="378994"/>
                    </a:lnTo>
                    <a:lnTo>
                      <a:pt x="243639" y="609098"/>
                    </a:lnTo>
                    <a:lnTo>
                      <a:pt x="157914" y="658728"/>
                    </a:lnTo>
                    <a:lnTo>
                      <a:pt x="0" y="369971"/>
                    </a:lnTo>
                    <a:lnTo>
                      <a:pt x="347411" y="0"/>
                    </a:lnTo>
                    <a:close/>
                  </a:path>
                </a:pathLst>
              </a:custGeom>
              <a:noFill/>
              <a:ln w="1353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Rounded Rectangle 17">
                <a:extLst>
                  <a:ext uri="{FF2B5EF4-FFF2-40B4-BE49-F238E27FC236}">
                    <a16:creationId xmlns:a16="http://schemas.microsoft.com/office/drawing/2014/main" id="{E24D52B1-8621-1FC7-E793-617FF5B60F0B}"/>
                  </a:ext>
                </a:extLst>
              </p:cNvPr>
              <p:cNvSpPr/>
              <p:nvPr/>
            </p:nvSpPr>
            <p:spPr>
              <a:xfrm>
                <a:off x="1294898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0" y="0"/>
                    </a:moveTo>
                    <a:lnTo>
                      <a:pt x="347411" y="369971"/>
                    </a:lnTo>
                    <a:lnTo>
                      <a:pt x="189497" y="658728"/>
                    </a:lnTo>
                    <a:lnTo>
                      <a:pt x="103772" y="609098"/>
                    </a:lnTo>
                    <a:lnTo>
                      <a:pt x="225592" y="378994"/>
                    </a:lnTo>
                    <a:lnTo>
                      <a:pt x="0" y="139867"/>
                    </a:lnTo>
                    <a:close/>
                  </a:path>
                </a:pathLst>
              </a:custGeom>
              <a:noFill/>
              <a:ln w="1353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Rounded Rectangle 18">
                <a:extLst>
                  <a:ext uri="{FF2B5EF4-FFF2-40B4-BE49-F238E27FC236}">
                    <a16:creationId xmlns:a16="http://schemas.microsoft.com/office/drawing/2014/main" id="{50B3AF4E-8DEE-33CB-C643-DE928D1C9A83}"/>
                  </a:ext>
                </a:extLst>
              </p:cNvPr>
              <p:cNvSpPr/>
              <p:nvPr/>
            </p:nvSpPr>
            <p:spPr>
              <a:xfrm>
                <a:off x="961022" y="1732547"/>
                <a:ext cx="234615" cy="117307"/>
              </a:xfrm>
              <a:custGeom>
                <a:avLst/>
                <a:gdLst/>
                <a:ahLst/>
                <a:cxnLst/>
                <a:rect l="0" t="0" r="0" b="0"/>
                <a:pathLst>
                  <a:path w="234615" h="117307">
                    <a:moveTo>
                      <a:pt x="63165" y="0"/>
                    </a:moveTo>
                    <a:cubicBezTo>
                      <a:pt x="63165" y="29901"/>
                      <a:pt x="87406" y="54142"/>
                      <a:pt x="117307" y="54142"/>
                    </a:cubicBezTo>
                    <a:cubicBezTo>
                      <a:pt x="147209" y="54142"/>
                      <a:pt x="171450" y="29901"/>
                      <a:pt x="171450" y="0"/>
                    </a:cubicBezTo>
                    <a:lnTo>
                      <a:pt x="234615" y="0"/>
                    </a:lnTo>
                    <a:cubicBezTo>
                      <a:pt x="234615" y="64787"/>
                      <a:pt x="182095" y="117307"/>
                      <a:pt x="117307" y="117307"/>
                    </a:cubicBezTo>
                    <a:cubicBezTo>
                      <a:pt x="52520" y="117307"/>
                      <a:pt x="0" y="64787"/>
                      <a:pt x="0" y="0"/>
                    </a:cubicBezTo>
                    <a:close/>
                  </a:path>
                </a:pathLst>
              </a:custGeom>
              <a:noFill/>
              <a:ln w="1353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Rounded Rectangle 19">
                <a:extLst>
                  <a:ext uri="{FF2B5EF4-FFF2-40B4-BE49-F238E27FC236}">
                    <a16:creationId xmlns:a16="http://schemas.microsoft.com/office/drawing/2014/main" id="{ABC0DCFD-C420-3274-7B86-21DE9BA47A95}"/>
                  </a:ext>
                </a:extLst>
              </p:cNvPr>
              <p:cNvSpPr/>
              <p:nvPr/>
            </p:nvSpPr>
            <p:spPr>
              <a:xfrm>
                <a:off x="2025817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347411" y="139867"/>
                    </a:moveTo>
                    <a:lnTo>
                      <a:pt x="121819" y="378994"/>
                    </a:lnTo>
                    <a:lnTo>
                      <a:pt x="243639" y="609098"/>
                    </a:lnTo>
                    <a:lnTo>
                      <a:pt x="157914" y="658728"/>
                    </a:lnTo>
                    <a:lnTo>
                      <a:pt x="0" y="369971"/>
                    </a:lnTo>
                    <a:lnTo>
                      <a:pt x="347411" y="0"/>
                    </a:lnTo>
                    <a:close/>
                  </a:path>
                </a:pathLst>
              </a:custGeom>
              <a:noFill/>
              <a:ln w="1353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Rounded Rectangle 20">
                <a:extLst>
                  <a:ext uri="{FF2B5EF4-FFF2-40B4-BE49-F238E27FC236}">
                    <a16:creationId xmlns:a16="http://schemas.microsoft.com/office/drawing/2014/main" id="{7DBB32E2-516F-D951-B333-EDF8C97651FD}"/>
                  </a:ext>
                </a:extLst>
              </p:cNvPr>
              <p:cNvSpPr/>
              <p:nvPr/>
            </p:nvSpPr>
            <p:spPr>
              <a:xfrm>
                <a:off x="2806365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0" y="0"/>
                    </a:moveTo>
                    <a:lnTo>
                      <a:pt x="347411" y="369971"/>
                    </a:lnTo>
                    <a:lnTo>
                      <a:pt x="189497" y="658728"/>
                    </a:lnTo>
                    <a:lnTo>
                      <a:pt x="103772" y="609098"/>
                    </a:lnTo>
                    <a:lnTo>
                      <a:pt x="225592" y="378994"/>
                    </a:lnTo>
                    <a:lnTo>
                      <a:pt x="0" y="139867"/>
                    </a:lnTo>
                    <a:close/>
                  </a:path>
                </a:pathLst>
              </a:custGeom>
              <a:noFill/>
              <a:ln w="1353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Rounded Rectangle 21">
                <a:extLst>
                  <a:ext uri="{FF2B5EF4-FFF2-40B4-BE49-F238E27FC236}">
                    <a16:creationId xmlns:a16="http://schemas.microsoft.com/office/drawing/2014/main" id="{7C30B0A3-97B2-1EE5-BFFA-95CD28CE6528}"/>
                  </a:ext>
                </a:extLst>
              </p:cNvPr>
              <p:cNvSpPr/>
              <p:nvPr/>
            </p:nvSpPr>
            <p:spPr>
              <a:xfrm>
                <a:off x="2472489" y="1732547"/>
                <a:ext cx="234615" cy="117307"/>
              </a:xfrm>
              <a:custGeom>
                <a:avLst/>
                <a:gdLst/>
                <a:ahLst/>
                <a:cxnLst/>
                <a:rect l="0" t="0" r="0" b="0"/>
                <a:pathLst>
                  <a:path w="234615" h="117307">
                    <a:moveTo>
                      <a:pt x="63165" y="0"/>
                    </a:moveTo>
                    <a:cubicBezTo>
                      <a:pt x="63165" y="29901"/>
                      <a:pt x="87406" y="54142"/>
                      <a:pt x="117307" y="54142"/>
                    </a:cubicBezTo>
                    <a:cubicBezTo>
                      <a:pt x="147209" y="54142"/>
                      <a:pt x="171450" y="29901"/>
                      <a:pt x="171450" y="0"/>
                    </a:cubicBezTo>
                    <a:lnTo>
                      <a:pt x="234615" y="0"/>
                    </a:lnTo>
                    <a:cubicBezTo>
                      <a:pt x="234615" y="64787"/>
                      <a:pt x="182095" y="117307"/>
                      <a:pt x="117307" y="117307"/>
                    </a:cubicBezTo>
                    <a:cubicBezTo>
                      <a:pt x="52520" y="117307"/>
                      <a:pt x="0" y="64787"/>
                      <a:pt x="0" y="0"/>
                    </a:cubicBezTo>
                    <a:close/>
                  </a:path>
                </a:pathLst>
              </a:custGeom>
              <a:noFill/>
              <a:ln w="1353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Rounded Rectangle 22">
                <a:extLst>
                  <a:ext uri="{FF2B5EF4-FFF2-40B4-BE49-F238E27FC236}">
                    <a16:creationId xmlns:a16="http://schemas.microsoft.com/office/drawing/2014/main" id="{7E8F96A7-15A9-D9F1-AD42-3C441DEC4771}"/>
                  </a:ext>
                </a:extLst>
              </p:cNvPr>
              <p:cNvSpPr/>
              <p:nvPr/>
            </p:nvSpPr>
            <p:spPr>
              <a:xfrm>
                <a:off x="6573753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347411" y="139867"/>
                    </a:moveTo>
                    <a:lnTo>
                      <a:pt x="121819" y="378994"/>
                    </a:lnTo>
                    <a:lnTo>
                      <a:pt x="243639" y="609098"/>
                    </a:lnTo>
                    <a:lnTo>
                      <a:pt x="157914" y="658728"/>
                    </a:lnTo>
                    <a:lnTo>
                      <a:pt x="0" y="369971"/>
                    </a:lnTo>
                    <a:lnTo>
                      <a:pt x="347411" y="0"/>
                    </a:lnTo>
                    <a:close/>
                  </a:path>
                </a:pathLst>
              </a:custGeom>
              <a:noFill/>
              <a:ln w="1353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Rounded Rectangle 23">
                <a:extLst>
                  <a:ext uri="{FF2B5EF4-FFF2-40B4-BE49-F238E27FC236}">
                    <a16:creationId xmlns:a16="http://schemas.microsoft.com/office/drawing/2014/main" id="{B4649F28-437A-7F97-5D4E-DF2C39D086E6}"/>
                  </a:ext>
                </a:extLst>
              </p:cNvPr>
              <p:cNvSpPr/>
              <p:nvPr/>
            </p:nvSpPr>
            <p:spPr>
              <a:xfrm>
                <a:off x="7354302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0" y="0"/>
                    </a:moveTo>
                    <a:lnTo>
                      <a:pt x="347411" y="369971"/>
                    </a:lnTo>
                    <a:lnTo>
                      <a:pt x="189497" y="658728"/>
                    </a:lnTo>
                    <a:lnTo>
                      <a:pt x="103772" y="609098"/>
                    </a:lnTo>
                    <a:lnTo>
                      <a:pt x="225592" y="378994"/>
                    </a:lnTo>
                    <a:lnTo>
                      <a:pt x="0" y="139867"/>
                    </a:lnTo>
                    <a:close/>
                  </a:path>
                </a:pathLst>
              </a:custGeom>
              <a:noFill/>
              <a:ln w="1353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Rounded Rectangle 24">
                <a:extLst>
                  <a:ext uri="{FF2B5EF4-FFF2-40B4-BE49-F238E27FC236}">
                    <a16:creationId xmlns:a16="http://schemas.microsoft.com/office/drawing/2014/main" id="{7060E31B-5B73-7B2C-5963-5F003CCE2559}"/>
                  </a:ext>
                </a:extLst>
              </p:cNvPr>
              <p:cNvSpPr/>
              <p:nvPr/>
            </p:nvSpPr>
            <p:spPr>
              <a:xfrm>
                <a:off x="7020426" y="1732547"/>
                <a:ext cx="234615" cy="117307"/>
              </a:xfrm>
              <a:custGeom>
                <a:avLst/>
                <a:gdLst/>
                <a:ahLst/>
                <a:cxnLst/>
                <a:rect l="0" t="0" r="0" b="0"/>
                <a:pathLst>
                  <a:path w="234615" h="117307">
                    <a:moveTo>
                      <a:pt x="63165" y="0"/>
                    </a:moveTo>
                    <a:cubicBezTo>
                      <a:pt x="63165" y="29901"/>
                      <a:pt x="87406" y="54142"/>
                      <a:pt x="117307" y="54142"/>
                    </a:cubicBezTo>
                    <a:cubicBezTo>
                      <a:pt x="147209" y="54142"/>
                      <a:pt x="171450" y="29901"/>
                      <a:pt x="171450" y="0"/>
                    </a:cubicBezTo>
                    <a:lnTo>
                      <a:pt x="234615" y="0"/>
                    </a:lnTo>
                    <a:cubicBezTo>
                      <a:pt x="234615" y="64787"/>
                      <a:pt x="182095" y="117307"/>
                      <a:pt x="117307" y="117307"/>
                    </a:cubicBezTo>
                    <a:cubicBezTo>
                      <a:pt x="52520" y="117307"/>
                      <a:pt x="0" y="64787"/>
                      <a:pt x="0" y="0"/>
                    </a:cubicBezTo>
                    <a:close/>
                  </a:path>
                </a:pathLst>
              </a:custGeom>
              <a:noFill/>
              <a:ln w="1353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Rounded Rectangle 25">
                <a:extLst>
                  <a:ext uri="{FF2B5EF4-FFF2-40B4-BE49-F238E27FC236}">
                    <a16:creationId xmlns:a16="http://schemas.microsoft.com/office/drawing/2014/main" id="{11934529-9ACF-027B-9FC3-75FED07B20D3}"/>
                  </a:ext>
                </a:extLst>
              </p:cNvPr>
              <p:cNvSpPr/>
              <p:nvPr/>
            </p:nvSpPr>
            <p:spPr>
              <a:xfrm>
                <a:off x="5048751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347411" y="139867"/>
                    </a:moveTo>
                    <a:lnTo>
                      <a:pt x="121819" y="378994"/>
                    </a:lnTo>
                    <a:lnTo>
                      <a:pt x="243639" y="609098"/>
                    </a:lnTo>
                    <a:lnTo>
                      <a:pt x="157914" y="658728"/>
                    </a:lnTo>
                    <a:lnTo>
                      <a:pt x="0" y="369971"/>
                    </a:lnTo>
                    <a:lnTo>
                      <a:pt x="347411" y="0"/>
                    </a:lnTo>
                    <a:close/>
                  </a:path>
                </a:pathLst>
              </a:custGeom>
              <a:noFill/>
              <a:ln w="1353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Rounded Rectangle 26">
                <a:extLst>
                  <a:ext uri="{FF2B5EF4-FFF2-40B4-BE49-F238E27FC236}">
                    <a16:creationId xmlns:a16="http://schemas.microsoft.com/office/drawing/2014/main" id="{7D90C2F5-0911-97AE-3DA3-7B43607D160A}"/>
                  </a:ext>
                </a:extLst>
              </p:cNvPr>
              <p:cNvSpPr/>
              <p:nvPr/>
            </p:nvSpPr>
            <p:spPr>
              <a:xfrm>
                <a:off x="5829300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0" y="0"/>
                    </a:moveTo>
                    <a:lnTo>
                      <a:pt x="347411" y="369971"/>
                    </a:lnTo>
                    <a:lnTo>
                      <a:pt x="189497" y="658728"/>
                    </a:lnTo>
                    <a:lnTo>
                      <a:pt x="103772" y="609098"/>
                    </a:lnTo>
                    <a:lnTo>
                      <a:pt x="225592" y="378994"/>
                    </a:lnTo>
                    <a:lnTo>
                      <a:pt x="0" y="139867"/>
                    </a:lnTo>
                    <a:close/>
                  </a:path>
                </a:pathLst>
              </a:custGeom>
              <a:noFill/>
              <a:ln w="1353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Rounded Rectangle 27">
                <a:extLst>
                  <a:ext uri="{FF2B5EF4-FFF2-40B4-BE49-F238E27FC236}">
                    <a16:creationId xmlns:a16="http://schemas.microsoft.com/office/drawing/2014/main" id="{C5DF0966-0B31-E55C-0D1F-92B45AF2E044}"/>
                  </a:ext>
                </a:extLst>
              </p:cNvPr>
              <p:cNvSpPr/>
              <p:nvPr/>
            </p:nvSpPr>
            <p:spPr>
              <a:xfrm>
                <a:off x="5495423" y="1732547"/>
                <a:ext cx="234615" cy="117307"/>
              </a:xfrm>
              <a:custGeom>
                <a:avLst/>
                <a:gdLst/>
                <a:ahLst/>
                <a:cxnLst/>
                <a:rect l="0" t="0" r="0" b="0"/>
                <a:pathLst>
                  <a:path w="234615" h="117307">
                    <a:moveTo>
                      <a:pt x="63165" y="0"/>
                    </a:moveTo>
                    <a:cubicBezTo>
                      <a:pt x="63165" y="29901"/>
                      <a:pt x="87406" y="54142"/>
                      <a:pt x="117307" y="54142"/>
                    </a:cubicBezTo>
                    <a:cubicBezTo>
                      <a:pt x="147209" y="54142"/>
                      <a:pt x="171450" y="29901"/>
                      <a:pt x="171450" y="0"/>
                    </a:cubicBezTo>
                    <a:lnTo>
                      <a:pt x="234615" y="0"/>
                    </a:lnTo>
                    <a:cubicBezTo>
                      <a:pt x="234615" y="64787"/>
                      <a:pt x="182095" y="117307"/>
                      <a:pt x="117307" y="117307"/>
                    </a:cubicBezTo>
                    <a:cubicBezTo>
                      <a:pt x="52520" y="117307"/>
                      <a:pt x="0" y="64787"/>
                      <a:pt x="0" y="0"/>
                    </a:cubicBezTo>
                    <a:close/>
                  </a:path>
                </a:pathLst>
              </a:custGeom>
              <a:noFill/>
              <a:ln w="1353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Rounded Rectangle 28">
                <a:extLst>
                  <a:ext uri="{FF2B5EF4-FFF2-40B4-BE49-F238E27FC236}">
                    <a16:creationId xmlns:a16="http://schemas.microsoft.com/office/drawing/2014/main" id="{BAC9047B-7D5F-5FB0-5F49-4F49F5672531}"/>
                  </a:ext>
                </a:extLst>
              </p:cNvPr>
              <p:cNvSpPr/>
              <p:nvPr/>
            </p:nvSpPr>
            <p:spPr>
              <a:xfrm>
                <a:off x="3537284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347411" y="139867"/>
                    </a:moveTo>
                    <a:lnTo>
                      <a:pt x="121819" y="378994"/>
                    </a:lnTo>
                    <a:lnTo>
                      <a:pt x="243639" y="609098"/>
                    </a:lnTo>
                    <a:lnTo>
                      <a:pt x="157914" y="658728"/>
                    </a:lnTo>
                    <a:lnTo>
                      <a:pt x="0" y="369971"/>
                    </a:lnTo>
                    <a:lnTo>
                      <a:pt x="347411" y="0"/>
                    </a:lnTo>
                    <a:close/>
                  </a:path>
                </a:pathLst>
              </a:custGeom>
              <a:noFill/>
              <a:ln w="1353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Rounded Rectangle 29">
                <a:extLst>
                  <a:ext uri="{FF2B5EF4-FFF2-40B4-BE49-F238E27FC236}">
                    <a16:creationId xmlns:a16="http://schemas.microsoft.com/office/drawing/2014/main" id="{389244EF-BBC8-C1CB-7FA4-B1D77231CAF1}"/>
                  </a:ext>
                </a:extLst>
              </p:cNvPr>
              <p:cNvSpPr/>
              <p:nvPr/>
            </p:nvSpPr>
            <p:spPr>
              <a:xfrm>
                <a:off x="4317832" y="1529514"/>
                <a:ext cx="347411" cy="658728"/>
              </a:xfrm>
              <a:custGeom>
                <a:avLst/>
                <a:gdLst/>
                <a:ahLst/>
                <a:cxnLst/>
                <a:rect l="0" t="0" r="0" b="0"/>
                <a:pathLst>
                  <a:path w="347411" h="658728">
                    <a:moveTo>
                      <a:pt x="0" y="0"/>
                    </a:moveTo>
                    <a:lnTo>
                      <a:pt x="347411" y="369971"/>
                    </a:lnTo>
                    <a:lnTo>
                      <a:pt x="189497" y="658728"/>
                    </a:lnTo>
                    <a:lnTo>
                      <a:pt x="103772" y="609098"/>
                    </a:lnTo>
                    <a:lnTo>
                      <a:pt x="225592" y="378994"/>
                    </a:lnTo>
                    <a:lnTo>
                      <a:pt x="0" y="139867"/>
                    </a:lnTo>
                    <a:close/>
                  </a:path>
                </a:pathLst>
              </a:custGeom>
              <a:noFill/>
              <a:ln w="1353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Rounded Rectangle 30">
                <a:extLst>
                  <a:ext uri="{FF2B5EF4-FFF2-40B4-BE49-F238E27FC236}">
                    <a16:creationId xmlns:a16="http://schemas.microsoft.com/office/drawing/2014/main" id="{1D27E2CB-91FF-5542-46D2-5E9A19FE21CC}"/>
                  </a:ext>
                </a:extLst>
              </p:cNvPr>
              <p:cNvSpPr/>
              <p:nvPr/>
            </p:nvSpPr>
            <p:spPr>
              <a:xfrm>
                <a:off x="1078330" y="866273"/>
                <a:ext cx="6059403" cy="983581"/>
              </a:xfrm>
              <a:custGeom>
                <a:avLst/>
                <a:gdLst/>
                <a:ahLst/>
                <a:cxnLst/>
                <a:rect l="0" t="0" r="0" b="0"/>
                <a:pathLst>
                  <a:path w="6059403" h="983581">
                    <a:moveTo>
                      <a:pt x="2968792" y="866273"/>
                    </a:moveTo>
                    <a:cubicBezTo>
                      <a:pt x="2968792" y="896175"/>
                      <a:pt x="2993032" y="920415"/>
                      <a:pt x="3022934" y="920415"/>
                    </a:cubicBezTo>
                    <a:cubicBezTo>
                      <a:pt x="3052835" y="920415"/>
                      <a:pt x="3077076" y="896175"/>
                      <a:pt x="3077076" y="866273"/>
                    </a:cubicBezTo>
                    <a:lnTo>
                      <a:pt x="3140242" y="866273"/>
                    </a:lnTo>
                    <a:cubicBezTo>
                      <a:pt x="3140242" y="931061"/>
                      <a:pt x="3087721" y="983581"/>
                      <a:pt x="3022934" y="983581"/>
                    </a:cubicBezTo>
                    <a:cubicBezTo>
                      <a:pt x="2958146" y="983581"/>
                      <a:pt x="2905626" y="931061"/>
                      <a:pt x="2905626" y="866273"/>
                    </a:cubicBezTo>
                    <a:close/>
                    <a:moveTo>
                      <a:pt x="6059403" y="216568"/>
                    </a:moveTo>
                    <a:lnTo>
                      <a:pt x="6059403" y="0"/>
                    </a:lnTo>
                    <a:moveTo>
                      <a:pt x="4534401" y="0"/>
                    </a:moveTo>
                    <a:lnTo>
                      <a:pt x="4534401" y="216568"/>
                    </a:lnTo>
                    <a:moveTo>
                      <a:pt x="3022934" y="216568"/>
                    </a:moveTo>
                    <a:lnTo>
                      <a:pt x="3022934" y="0"/>
                    </a:lnTo>
                    <a:moveTo>
                      <a:pt x="1511467" y="216568"/>
                    </a:moveTo>
                    <a:lnTo>
                      <a:pt x="1511467" y="0"/>
                    </a:lnTo>
                    <a:moveTo>
                      <a:pt x="0" y="216568"/>
                    </a:moveTo>
                    <a:lnTo>
                      <a:pt x="0" y="0"/>
                    </a:lnTo>
                  </a:path>
                </a:pathLst>
              </a:custGeom>
              <a:noFill/>
              <a:ln w="13535">
                <a:solidFill>
                  <a:srgbClr val="484848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806C15A-EAE2-B0AC-14F4-DE2BEA70759C}"/>
                </a:ext>
              </a:extLst>
            </p:cNvPr>
            <p:cNvGrpSpPr/>
            <p:nvPr/>
          </p:nvGrpSpPr>
          <p:grpSpPr>
            <a:xfrm>
              <a:off x="3284846" y="2323600"/>
              <a:ext cx="649705" cy="1461836"/>
              <a:chOff x="753477" y="1082842"/>
              <a:chExt cx="649705" cy="1461836"/>
            </a:xfrm>
          </p:grpSpPr>
          <p:sp>
            <p:nvSpPr>
              <p:cNvPr id="37" name="Rounded Rectangle 32">
                <a:extLst>
                  <a:ext uri="{FF2B5EF4-FFF2-40B4-BE49-F238E27FC236}">
                    <a16:creationId xmlns:a16="http://schemas.microsoft.com/office/drawing/2014/main" id="{75016178-E7CD-C203-9496-84AD1CEDA3C1}"/>
                  </a:ext>
                </a:extLst>
              </p:cNvPr>
              <p:cNvSpPr/>
              <p:nvPr/>
            </p:nvSpPr>
            <p:spPr>
              <a:xfrm>
                <a:off x="753477" y="1082842"/>
                <a:ext cx="649705" cy="1461836"/>
              </a:xfrm>
              <a:custGeom>
                <a:avLst/>
                <a:gdLst/>
                <a:ahLst/>
                <a:cxnLst/>
                <a:rect l="0" t="0" r="0" b="0"/>
                <a:pathLst>
                  <a:path w="649705" h="1461836">
                    <a:moveTo>
                      <a:pt x="108284" y="0"/>
                    </a:moveTo>
                    <a:lnTo>
                      <a:pt x="541421" y="0"/>
                    </a:lnTo>
                    <a:lnTo>
                      <a:pt x="541421" y="649705"/>
                    </a:lnTo>
                    <a:lnTo>
                      <a:pt x="108284" y="649705"/>
                    </a:lnTo>
                    <a:close/>
                    <a:moveTo>
                      <a:pt x="0" y="1136984"/>
                    </a:moveTo>
                    <a:cubicBezTo>
                      <a:pt x="0" y="957573"/>
                      <a:pt x="145441" y="812131"/>
                      <a:pt x="324852" y="812131"/>
                    </a:cubicBezTo>
                    <a:cubicBezTo>
                      <a:pt x="504263" y="812131"/>
                      <a:pt x="649705" y="957573"/>
                      <a:pt x="649705" y="1136984"/>
                    </a:cubicBezTo>
                    <a:cubicBezTo>
                      <a:pt x="649705" y="1316395"/>
                      <a:pt x="504263" y="1461836"/>
                      <a:pt x="324852" y="1461836"/>
                    </a:cubicBezTo>
                    <a:cubicBezTo>
                      <a:pt x="145441" y="1461836"/>
                      <a:pt x="0" y="1316395"/>
                      <a:pt x="0" y="1136984"/>
                    </a:cubicBezTo>
                  </a:path>
                </a:pathLst>
              </a:custGeom>
              <a:solidFill>
                <a:srgbClr val="E0CB15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Rounded Rectangle 33">
                <a:extLst>
                  <a:ext uri="{FF2B5EF4-FFF2-40B4-BE49-F238E27FC236}">
                    <a16:creationId xmlns:a16="http://schemas.microsoft.com/office/drawing/2014/main" id="{1E8EEB66-81DE-A920-AF73-A19B04A6C1A9}"/>
                  </a:ext>
                </a:extLst>
              </p:cNvPr>
              <p:cNvSpPr/>
              <p:nvPr/>
            </p:nvSpPr>
            <p:spPr>
              <a:xfrm>
                <a:off x="1024188" y="1732547"/>
                <a:ext cx="108284" cy="54142"/>
              </a:xfrm>
              <a:custGeom>
                <a:avLst/>
                <a:gdLst/>
                <a:ahLst/>
                <a:cxnLst/>
                <a:rect l="0" t="0" r="0" b="0"/>
                <a:pathLst>
                  <a:path w="108284" h="54142">
                    <a:moveTo>
                      <a:pt x="108284" y="0"/>
                    </a:moveTo>
                    <a:cubicBezTo>
                      <a:pt x="108284" y="29901"/>
                      <a:pt x="84043" y="54142"/>
                      <a:pt x="54142" y="54142"/>
                    </a:cubicBezTo>
                    <a:cubicBezTo>
                      <a:pt x="24240" y="54142"/>
                      <a:pt x="0" y="29901"/>
                      <a:pt x="0" y="0"/>
                    </a:cubicBezTo>
                    <a:close/>
                  </a:path>
                </a:pathLst>
              </a:custGeom>
              <a:solidFill>
                <a:srgbClr val="E0CB15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Rounded Rectangle 34">
                <a:extLst>
                  <a:ext uri="{FF2B5EF4-FFF2-40B4-BE49-F238E27FC236}">
                    <a16:creationId xmlns:a16="http://schemas.microsoft.com/office/drawing/2014/main" id="{1B7CE1BA-A50D-F989-4100-E76D48C18BAF}"/>
                  </a:ext>
                </a:extLst>
              </p:cNvPr>
              <p:cNvSpPr/>
              <p:nvPr/>
            </p:nvSpPr>
            <p:spPr>
              <a:xfrm>
                <a:off x="753477" y="1082842"/>
                <a:ext cx="649705" cy="1461836"/>
              </a:xfrm>
              <a:custGeom>
                <a:avLst/>
                <a:gdLst/>
                <a:ahLst/>
                <a:cxnLst/>
                <a:rect l="0" t="0" r="0" b="0"/>
                <a:pathLst>
                  <a:path w="649705" h="1461836">
                    <a:moveTo>
                      <a:pt x="108284" y="0"/>
                    </a:moveTo>
                    <a:lnTo>
                      <a:pt x="541421" y="0"/>
                    </a:lnTo>
                    <a:lnTo>
                      <a:pt x="541421" y="649705"/>
                    </a:lnTo>
                    <a:lnTo>
                      <a:pt x="108284" y="649705"/>
                    </a:lnTo>
                    <a:close/>
                    <a:moveTo>
                      <a:pt x="0" y="1136984"/>
                    </a:moveTo>
                    <a:cubicBezTo>
                      <a:pt x="0" y="957573"/>
                      <a:pt x="145441" y="812131"/>
                      <a:pt x="324852" y="812131"/>
                    </a:cubicBezTo>
                    <a:cubicBezTo>
                      <a:pt x="504263" y="812131"/>
                      <a:pt x="649705" y="957573"/>
                      <a:pt x="649705" y="1136984"/>
                    </a:cubicBezTo>
                    <a:cubicBezTo>
                      <a:pt x="649705" y="1316395"/>
                      <a:pt x="504263" y="1461836"/>
                      <a:pt x="324852" y="1461836"/>
                    </a:cubicBezTo>
                    <a:cubicBezTo>
                      <a:pt x="145441" y="1461836"/>
                      <a:pt x="0" y="1316395"/>
                      <a:pt x="0" y="1136984"/>
                    </a:cubicBezTo>
                  </a:path>
                </a:pathLst>
              </a:custGeom>
              <a:noFill/>
              <a:ln w="1353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Rounded Rectangle 35">
                <a:extLst>
                  <a:ext uri="{FF2B5EF4-FFF2-40B4-BE49-F238E27FC236}">
                    <a16:creationId xmlns:a16="http://schemas.microsoft.com/office/drawing/2014/main" id="{7338035D-562C-10FE-C871-7A92CAEBD2F8}"/>
                  </a:ext>
                </a:extLst>
              </p:cNvPr>
              <p:cNvSpPr/>
              <p:nvPr/>
            </p:nvSpPr>
            <p:spPr>
              <a:xfrm>
                <a:off x="1024188" y="1732547"/>
                <a:ext cx="108284" cy="54142"/>
              </a:xfrm>
              <a:custGeom>
                <a:avLst/>
                <a:gdLst/>
                <a:ahLst/>
                <a:cxnLst/>
                <a:rect l="0" t="0" r="0" b="0"/>
                <a:pathLst>
                  <a:path w="108284" h="54142">
                    <a:moveTo>
                      <a:pt x="108284" y="0"/>
                    </a:moveTo>
                    <a:cubicBezTo>
                      <a:pt x="108284" y="29901"/>
                      <a:pt x="84043" y="54142"/>
                      <a:pt x="54142" y="54142"/>
                    </a:cubicBezTo>
                    <a:cubicBezTo>
                      <a:pt x="24240" y="54142"/>
                      <a:pt x="0" y="29901"/>
                      <a:pt x="0" y="0"/>
                    </a:cubicBezTo>
                    <a:close/>
                  </a:path>
                </a:pathLst>
              </a:custGeom>
              <a:noFill/>
              <a:ln w="1353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68E1CF2-FA7D-12B8-212E-3BC30F51D9A6}"/>
                </a:ext>
              </a:extLst>
            </p:cNvPr>
            <p:cNvGrpSpPr/>
            <p:nvPr/>
          </p:nvGrpSpPr>
          <p:grpSpPr>
            <a:xfrm>
              <a:off x="4796313" y="2323600"/>
              <a:ext cx="649705" cy="1461836"/>
              <a:chOff x="2264944" y="1082842"/>
              <a:chExt cx="649705" cy="1461836"/>
            </a:xfrm>
          </p:grpSpPr>
          <p:sp>
            <p:nvSpPr>
              <p:cNvPr id="42" name="Rounded Rectangle 37">
                <a:extLst>
                  <a:ext uri="{FF2B5EF4-FFF2-40B4-BE49-F238E27FC236}">
                    <a16:creationId xmlns:a16="http://schemas.microsoft.com/office/drawing/2014/main" id="{F2C58238-4721-FB39-A5F4-F63772BF23CF}"/>
                  </a:ext>
                </a:extLst>
              </p:cNvPr>
              <p:cNvSpPr/>
              <p:nvPr/>
            </p:nvSpPr>
            <p:spPr>
              <a:xfrm>
                <a:off x="2264944" y="1082842"/>
                <a:ext cx="649705" cy="1461836"/>
              </a:xfrm>
              <a:custGeom>
                <a:avLst/>
                <a:gdLst/>
                <a:ahLst/>
                <a:cxnLst/>
                <a:rect l="0" t="0" r="0" b="0"/>
                <a:pathLst>
                  <a:path w="649705" h="1461836">
                    <a:moveTo>
                      <a:pt x="108284" y="0"/>
                    </a:moveTo>
                    <a:lnTo>
                      <a:pt x="541421" y="0"/>
                    </a:lnTo>
                    <a:lnTo>
                      <a:pt x="541421" y="649705"/>
                    </a:lnTo>
                    <a:lnTo>
                      <a:pt x="108284" y="649705"/>
                    </a:lnTo>
                    <a:close/>
                    <a:moveTo>
                      <a:pt x="0" y="1136984"/>
                    </a:moveTo>
                    <a:cubicBezTo>
                      <a:pt x="0" y="957573"/>
                      <a:pt x="145441" y="812131"/>
                      <a:pt x="324852" y="812131"/>
                    </a:cubicBezTo>
                    <a:cubicBezTo>
                      <a:pt x="504263" y="812131"/>
                      <a:pt x="649705" y="957573"/>
                      <a:pt x="649705" y="1136984"/>
                    </a:cubicBezTo>
                    <a:cubicBezTo>
                      <a:pt x="649705" y="1316395"/>
                      <a:pt x="504263" y="1461836"/>
                      <a:pt x="324852" y="1461836"/>
                    </a:cubicBezTo>
                    <a:cubicBezTo>
                      <a:pt x="145441" y="1461836"/>
                      <a:pt x="0" y="1316395"/>
                      <a:pt x="0" y="1136984"/>
                    </a:cubicBezTo>
                  </a:path>
                </a:pathLst>
              </a:custGeom>
              <a:solidFill>
                <a:srgbClr val="DE8431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Rounded Rectangle 38">
                <a:extLst>
                  <a:ext uri="{FF2B5EF4-FFF2-40B4-BE49-F238E27FC236}">
                    <a16:creationId xmlns:a16="http://schemas.microsoft.com/office/drawing/2014/main" id="{2394F57A-C6BB-7EA4-84D2-C511731D0076}"/>
                  </a:ext>
                </a:extLst>
              </p:cNvPr>
              <p:cNvSpPr/>
              <p:nvPr/>
            </p:nvSpPr>
            <p:spPr>
              <a:xfrm>
                <a:off x="2535655" y="1732547"/>
                <a:ext cx="108284" cy="54142"/>
              </a:xfrm>
              <a:custGeom>
                <a:avLst/>
                <a:gdLst/>
                <a:ahLst/>
                <a:cxnLst/>
                <a:rect l="0" t="0" r="0" b="0"/>
                <a:pathLst>
                  <a:path w="108284" h="54142">
                    <a:moveTo>
                      <a:pt x="108284" y="0"/>
                    </a:moveTo>
                    <a:cubicBezTo>
                      <a:pt x="108284" y="29901"/>
                      <a:pt x="84043" y="54142"/>
                      <a:pt x="54142" y="54142"/>
                    </a:cubicBezTo>
                    <a:cubicBezTo>
                      <a:pt x="24240" y="54142"/>
                      <a:pt x="0" y="29901"/>
                      <a:pt x="0" y="0"/>
                    </a:cubicBezTo>
                    <a:close/>
                  </a:path>
                </a:pathLst>
              </a:custGeom>
              <a:solidFill>
                <a:srgbClr val="DE8431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Rounded Rectangle 39">
                <a:extLst>
                  <a:ext uri="{FF2B5EF4-FFF2-40B4-BE49-F238E27FC236}">
                    <a16:creationId xmlns:a16="http://schemas.microsoft.com/office/drawing/2014/main" id="{5C653619-7BC9-DB24-3926-3430B2CB0B29}"/>
                  </a:ext>
                </a:extLst>
              </p:cNvPr>
              <p:cNvSpPr/>
              <p:nvPr/>
            </p:nvSpPr>
            <p:spPr>
              <a:xfrm>
                <a:off x="2264944" y="1082842"/>
                <a:ext cx="649705" cy="1461836"/>
              </a:xfrm>
              <a:custGeom>
                <a:avLst/>
                <a:gdLst/>
                <a:ahLst/>
                <a:cxnLst/>
                <a:rect l="0" t="0" r="0" b="0"/>
                <a:pathLst>
                  <a:path w="649705" h="1461836">
                    <a:moveTo>
                      <a:pt x="108284" y="0"/>
                    </a:moveTo>
                    <a:lnTo>
                      <a:pt x="541421" y="0"/>
                    </a:lnTo>
                    <a:lnTo>
                      <a:pt x="541421" y="649705"/>
                    </a:lnTo>
                    <a:lnTo>
                      <a:pt x="108284" y="649705"/>
                    </a:lnTo>
                    <a:close/>
                    <a:moveTo>
                      <a:pt x="0" y="1136984"/>
                    </a:moveTo>
                    <a:cubicBezTo>
                      <a:pt x="0" y="957573"/>
                      <a:pt x="145441" y="812131"/>
                      <a:pt x="324852" y="812131"/>
                    </a:cubicBezTo>
                    <a:cubicBezTo>
                      <a:pt x="504263" y="812131"/>
                      <a:pt x="649705" y="957573"/>
                      <a:pt x="649705" y="1136984"/>
                    </a:cubicBezTo>
                    <a:cubicBezTo>
                      <a:pt x="649705" y="1316395"/>
                      <a:pt x="504263" y="1461836"/>
                      <a:pt x="324852" y="1461836"/>
                    </a:cubicBezTo>
                    <a:cubicBezTo>
                      <a:pt x="145441" y="1461836"/>
                      <a:pt x="0" y="1316395"/>
                      <a:pt x="0" y="1136984"/>
                    </a:cubicBezTo>
                  </a:path>
                </a:pathLst>
              </a:custGeom>
              <a:noFill/>
              <a:ln w="1353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Rounded Rectangle 40">
                <a:extLst>
                  <a:ext uri="{FF2B5EF4-FFF2-40B4-BE49-F238E27FC236}">
                    <a16:creationId xmlns:a16="http://schemas.microsoft.com/office/drawing/2014/main" id="{7161D052-CF7F-BE36-5EA2-5E122AC4A4D5}"/>
                  </a:ext>
                </a:extLst>
              </p:cNvPr>
              <p:cNvSpPr/>
              <p:nvPr/>
            </p:nvSpPr>
            <p:spPr>
              <a:xfrm>
                <a:off x="2535655" y="1732547"/>
                <a:ext cx="108284" cy="54142"/>
              </a:xfrm>
              <a:custGeom>
                <a:avLst/>
                <a:gdLst/>
                <a:ahLst/>
                <a:cxnLst/>
                <a:rect l="0" t="0" r="0" b="0"/>
                <a:pathLst>
                  <a:path w="108284" h="54142">
                    <a:moveTo>
                      <a:pt x="108284" y="0"/>
                    </a:moveTo>
                    <a:cubicBezTo>
                      <a:pt x="108284" y="29901"/>
                      <a:pt x="84043" y="54142"/>
                      <a:pt x="54142" y="54142"/>
                    </a:cubicBezTo>
                    <a:cubicBezTo>
                      <a:pt x="24240" y="54142"/>
                      <a:pt x="0" y="29901"/>
                      <a:pt x="0" y="0"/>
                    </a:cubicBezTo>
                    <a:close/>
                  </a:path>
                </a:pathLst>
              </a:custGeom>
              <a:noFill/>
              <a:ln w="1353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F122D5F-D28C-3EA3-220D-218C6C3110C9}"/>
                </a:ext>
              </a:extLst>
            </p:cNvPr>
            <p:cNvGrpSpPr/>
            <p:nvPr/>
          </p:nvGrpSpPr>
          <p:grpSpPr>
            <a:xfrm>
              <a:off x="6307780" y="2323600"/>
              <a:ext cx="649705" cy="1461836"/>
              <a:chOff x="3776411" y="1082842"/>
              <a:chExt cx="649705" cy="1461836"/>
            </a:xfrm>
          </p:grpSpPr>
          <p:sp>
            <p:nvSpPr>
              <p:cNvPr id="47" name="Rounded Rectangle 42">
                <a:extLst>
                  <a:ext uri="{FF2B5EF4-FFF2-40B4-BE49-F238E27FC236}">
                    <a16:creationId xmlns:a16="http://schemas.microsoft.com/office/drawing/2014/main" id="{2B038C78-AF82-20F5-1705-50AF1B5CBAB9}"/>
                  </a:ext>
                </a:extLst>
              </p:cNvPr>
              <p:cNvSpPr/>
              <p:nvPr/>
            </p:nvSpPr>
            <p:spPr>
              <a:xfrm>
                <a:off x="3776411" y="1082842"/>
                <a:ext cx="649705" cy="1461836"/>
              </a:xfrm>
              <a:custGeom>
                <a:avLst/>
                <a:gdLst/>
                <a:ahLst/>
                <a:cxnLst/>
                <a:rect l="0" t="0" r="0" b="0"/>
                <a:pathLst>
                  <a:path w="649705" h="1461836">
                    <a:moveTo>
                      <a:pt x="108284" y="0"/>
                    </a:moveTo>
                    <a:lnTo>
                      <a:pt x="541421" y="0"/>
                    </a:lnTo>
                    <a:lnTo>
                      <a:pt x="541421" y="649705"/>
                    </a:lnTo>
                    <a:lnTo>
                      <a:pt x="108284" y="649705"/>
                    </a:lnTo>
                    <a:close/>
                    <a:moveTo>
                      <a:pt x="0" y="1136984"/>
                    </a:moveTo>
                    <a:cubicBezTo>
                      <a:pt x="0" y="957573"/>
                      <a:pt x="145441" y="812131"/>
                      <a:pt x="324852" y="812131"/>
                    </a:cubicBezTo>
                    <a:cubicBezTo>
                      <a:pt x="504263" y="812131"/>
                      <a:pt x="649705" y="957573"/>
                      <a:pt x="649705" y="1136984"/>
                    </a:cubicBezTo>
                    <a:cubicBezTo>
                      <a:pt x="649705" y="1316395"/>
                      <a:pt x="504263" y="1461836"/>
                      <a:pt x="324852" y="1461836"/>
                    </a:cubicBezTo>
                    <a:cubicBezTo>
                      <a:pt x="145441" y="1461836"/>
                      <a:pt x="0" y="1316395"/>
                      <a:pt x="0" y="1136984"/>
                    </a:cubicBezTo>
                  </a:path>
                </a:pathLst>
              </a:custGeom>
              <a:solidFill>
                <a:srgbClr val="E5575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Rounded Rectangle 43">
                <a:extLst>
                  <a:ext uri="{FF2B5EF4-FFF2-40B4-BE49-F238E27FC236}">
                    <a16:creationId xmlns:a16="http://schemas.microsoft.com/office/drawing/2014/main" id="{BB05C790-259F-4EC8-23B2-66917FFBF44F}"/>
                  </a:ext>
                </a:extLst>
              </p:cNvPr>
              <p:cNvSpPr/>
              <p:nvPr/>
            </p:nvSpPr>
            <p:spPr>
              <a:xfrm>
                <a:off x="4047122" y="1732547"/>
                <a:ext cx="108284" cy="54142"/>
              </a:xfrm>
              <a:custGeom>
                <a:avLst/>
                <a:gdLst/>
                <a:ahLst/>
                <a:cxnLst/>
                <a:rect l="0" t="0" r="0" b="0"/>
                <a:pathLst>
                  <a:path w="108284" h="54142">
                    <a:moveTo>
                      <a:pt x="108284" y="0"/>
                    </a:moveTo>
                    <a:cubicBezTo>
                      <a:pt x="108284" y="29901"/>
                      <a:pt x="84043" y="54142"/>
                      <a:pt x="54142" y="54142"/>
                    </a:cubicBezTo>
                    <a:cubicBezTo>
                      <a:pt x="24240" y="54142"/>
                      <a:pt x="0" y="29901"/>
                      <a:pt x="0" y="0"/>
                    </a:cubicBezTo>
                    <a:close/>
                  </a:path>
                </a:pathLst>
              </a:custGeom>
              <a:solidFill>
                <a:srgbClr val="E5575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Rounded Rectangle 44">
                <a:extLst>
                  <a:ext uri="{FF2B5EF4-FFF2-40B4-BE49-F238E27FC236}">
                    <a16:creationId xmlns:a16="http://schemas.microsoft.com/office/drawing/2014/main" id="{0962664A-1141-AF64-5E61-F8C37A77BDF5}"/>
                  </a:ext>
                </a:extLst>
              </p:cNvPr>
              <p:cNvSpPr/>
              <p:nvPr/>
            </p:nvSpPr>
            <p:spPr>
              <a:xfrm>
                <a:off x="3776411" y="1082842"/>
                <a:ext cx="649705" cy="1461836"/>
              </a:xfrm>
              <a:custGeom>
                <a:avLst/>
                <a:gdLst/>
                <a:ahLst/>
                <a:cxnLst/>
                <a:rect l="0" t="0" r="0" b="0"/>
                <a:pathLst>
                  <a:path w="649705" h="1461836">
                    <a:moveTo>
                      <a:pt x="108284" y="0"/>
                    </a:moveTo>
                    <a:lnTo>
                      <a:pt x="541421" y="0"/>
                    </a:lnTo>
                    <a:lnTo>
                      <a:pt x="541421" y="649705"/>
                    </a:lnTo>
                    <a:lnTo>
                      <a:pt x="108284" y="649705"/>
                    </a:lnTo>
                    <a:close/>
                    <a:moveTo>
                      <a:pt x="0" y="1136984"/>
                    </a:moveTo>
                    <a:cubicBezTo>
                      <a:pt x="0" y="957573"/>
                      <a:pt x="145441" y="812131"/>
                      <a:pt x="324852" y="812131"/>
                    </a:cubicBezTo>
                    <a:cubicBezTo>
                      <a:pt x="504263" y="812131"/>
                      <a:pt x="649705" y="957573"/>
                      <a:pt x="649705" y="1136984"/>
                    </a:cubicBezTo>
                    <a:cubicBezTo>
                      <a:pt x="649705" y="1316395"/>
                      <a:pt x="504263" y="1461836"/>
                      <a:pt x="324852" y="1461836"/>
                    </a:cubicBezTo>
                    <a:cubicBezTo>
                      <a:pt x="145441" y="1461836"/>
                      <a:pt x="0" y="1316395"/>
                      <a:pt x="0" y="1136984"/>
                    </a:cubicBezTo>
                  </a:path>
                </a:pathLst>
              </a:custGeom>
              <a:noFill/>
              <a:ln w="1353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Rounded Rectangle 45">
                <a:extLst>
                  <a:ext uri="{FF2B5EF4-FFF2-40B4-BE49-F238E27FC236}">
                    <a16:creationId xmlns:a16="http://schemas.microsoft.com/office/drawing/2014/main" id="{9BD7233E-D2F4-4FA0-2381-69CBAE584F76}"/>
                  </a:ext>
                </a:extLst>
              </p:cNvPr>
              <p:cNvSpPr/>
              <p:nvPr/>
            </p:nvSpPr>
            <p:spPr>
              <a:xfrm>
                <a:off x="4047122" y="1732547"/>
                <a:ext cx="108284" cy="54142"/>
              </a:xfrm>
              <a:custGeom>
                <a:avLst/>
                <a:gdLst/>
                <a:ahLst/>
                <a:cxnLst/>
                <a:rect l="0" t="0" r="0" b="0"/>
                <a:pathLst>
                  <a:path w="108284" h="54142">
                    <a:moveTo>
                      <a:pt x="108284" y="0"/>
                    </a:moveTo>
                    <a:cubicBezTo>
                      <a:pt x="108284" y="29901"/>
                      <a:pt x="84043" y="54142"/>
                      <a:pt x="54142" y="54142"/>
                    </a:cubicBezTo>
                    <a:cubicBezTo>
                      <a:pt x="24240" y="54142"/>
                      <a:pt x="0" y="29901"/>
                      <a:pt x="0" y="0"/>
                    </a:cubicBezTo>
                    <a:close/>
                  </a:path>
                </a:pathLst>
              </a:custGeom>
              <a:noFill/>
              <a:ln w="1353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F320180-71A4-DAC0-976D-1881A8B53C19}"/>
                </a:ext>
              </a:extLst>
            </p:cNvPr>
            <p:cNvGrpSpPr/>
            <p:nvPr/>
          </p:nvGrpSpPr>
          <p:grpSpPr>
            <a:xfrm>
              <a:off x="7819247" y="2323600"/>
              <a:ext cx="649705" cy="1461836"/>
              <a:chOff x="5287878" y="1082842"/>
              <a:chExt cx="649705" cy="1461836"/>
            </a:xfrm>
          </p:grpSpPr>
          <p:sp>
            <p:nvSpPr>
              <p:cNvPr id="52" name="Rounded Rectangle 47">
                <a:extLst>
                  <a:ext uri="{FF2B5EF4-FFF2-40B4-BE49-F238E27FC236}">
                    <a16:creationId xmlns:a16="http://schemas.microsoft.com/office/drawing/2014/main" id="{E9D3A510-9421-0615-5121-185AB766E839}"/>
                  </a:ext>
                </a:extLst>
              </p:cNvPr>
              <p:cNvSpPr/>
              <p:nvPr/>
            </p:nvSpPr>
            <p:spPr>
              <a:xfrm>
                <a:off x="5287878" y="1082842"/>
                <a:ext cx="649705" cy="1461836"/>
              </a:xfrm>
              <a:custGeom>
                <a:avLst/>
                <a:gdLst/>
                <a:ahLst/>
                <a:cxnLst/>
                <a:rect l="0" t="0" r="0" b="0"/>
                <a:pathLst>
                  <a:path w="649705" h="1461836">
                    <a:moveTo>
                      <a:pt x="108284" y="0"/>
                    </a:moveTo>
                    <a:lnTo>
                      <a:pt x="541421" y="0"/>
                    </a:lnTo>
                    <a:lnTo>
                      <a:pt x="541421" y="649705"/>
                    </a:lnTo>
                    <a:lnTo>
                      <a:pt x="108284" y="649705"/>
                    </a:lnTo>
                    <a:close/>
                    <a:moveTo>
                      <a:pt x="0" y="1136984"/>
                    </a:moveTo>
                    <a:cubicBezTo>
                      <a:pt x="0" y="957573"/>
                      <a:pt x="145441" y="812131"/>
                      <a:pt x="324852" y="812131"/>
                    </a:cubicBezTo>
                    <a:cubicBezTo>
                      <a:pt x="504263" y="812131"/>
                      <a:pt x="649705" y="957573"/>
                      <a:pt x="649705" y="1136984"/>
                    </a:cubicBezTo>
                    <a:cubicBezTo>
                      <a:pt x="649705" y="1316395"/>
                      <a:pt x="504263" y="1461836"/>
                      <a:pt x="324852" y="1461836"/>
                    </a:cubicBezTo>
                    <a:cubicBezTo>
                      <a:pt x="145441" y="1461836"/>
                      <a:pt x="0" y="1316395"/>
                      <a:pt x="0" y="1136984"/>
                    </a:cubicBezTo>
                  </a:path>
                </a:pathLst>
              </a:custGeom>
              <a:solidFill>
                <a:srgbClr val="DE58A9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Rounded Rectangle 48">
                <a:extLst>
                  <a:ext uri="{FF2B5EF4-FFF2-40B4-BE49-F238E27FC236}">
                    <a16:creationId xmlns:a16="http://schemas.microsoft.com/office/drawing/2014/main" id="{D223DE73-32EC-71D3-B5D1-DE97E93EEEC4}"/>
                  </a:ext>
                </a:extLst>
              </p:cNvPr>
              <p:cNvSpPr/>
              <p:nvPr/>
            </p:nvSpPr>
            <p:spPr>
              <a:xfrm>
                <a:off x="5558589" y="1732547"/>
                <a:ext cx="108284" cy="54142"/>
              </a:xfrm>
              <a:custGeom>
                <a:avLst/>
                <a:gdLst/>
                <a:ahLst/>
                <a:cxnLst/>
                <a:rect l="0" t="0" r="0" b="0"/>
                <a:pathLst>
                  <a:path w="108284" h="54142">
                    <a:moveTo>
                      <a:pt x="108284" y="0"/>
                    </a:moveTo>
                    <a:cubicBezTo>
                      <a:pt x="108284" y="29901"/>
                      <a:pt x="84043" y="54142"/>
                      <a:pt x="54142" y="54142"/>
                    </a:cubicBezTo>
                    <a:cubicBezTo>
                      <a:pt x="24240" y="54142"/>
                      <a:pt x="0" y="29901"/>
                      <a:pt x="0" y="0"/>
                    </a:cubicBezTo>
                    <a:close/>
                  </a:path>
                </a:pathLst>
              </a:custGeom>
              <a:solidFill>
                <a:srgbClr val="DE58A9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Rounded Rectangle 49">
                <a:extLst>
                  <a:ext uri="{FF2B5EF4-FFF2-40B4-BE49-F238E27FC236}">
                    <a16:creationId xmlns:a16="http://schemas.microsoft.com/office/drawing/2014/main" id="{B438F9E6-DD60-4B0E-52EF-20880710FD83}"/>
                  </a:ext>
                </a:extLst>
              </p:cNvPr>
              <p:cNvSpPr/>
              <p:nvPr/>
            </p:nvSpPr>
            <p:spPr>
              <a:xfrm>
                <a:off x="5287878" y="1082842"/>
                <a:ext cx="649705" cy="1461836"/>
              </a:xfrm>
              <a:custGeom>
                <a:avLst/>
                <a:gdLst/>
                <a:ahLst/>
                <a:cxnLst/>
                <a:rect l="0" t="0" r="0" b="0"/>
                <a:pathLst>
                  <a:path w="649705" h="1461836">
                    <a:moveTo>
                      <a:pt x="108284" y="0"/>
                    </a:moveTo>
                    <a:lnTo>
                      <a:pt x="541421" y="0"/>
                    </a:lnTo>
                    <a:lnTo>
                      <a:pt x="541421" y="649705"/>
                    </a:lnTo>
                    <a:lnTo>
                      <a:pt x="108284" y="649705"/>
                    </a:lnTo>
                    <a:close/>
                    <a:moveTo>
                      <a:pt x="0" y="1136984"/>
                    </a:moveTo>
                    <a:cubicBezTo>
                      <a:pt x="0" y="957573"/>
                      <a:pt x="145441" y="812131"/>
                      <a:pt x="324852" y="812131"/>
                    </a:cubicBezTo>
                    <a:cubicBezTo>
                      <a:pt x="504263" y="812131"/>
                      <a:pt x="649705" y="957573"/>
                      <a:pt x="649705" y="1136984"/>
                    </a:cubicBezTo>
                    <a:cubicBezTo>
                      <a:pt x="649705" y="1316395"/>
                      <a:pt x="504263" y="1461836"/>
                      <a:pt x="324852" y="1461836"/>
                    </a:cubicBezTo>
                    <a:cubicBezTo>
                      <a:pt x="145441" y="1461836"/>
                      <a:pt x="0" y="1316395"/>
                      <a:pt x="0" y="1136984"/>
                    </a:cubicBezTo>
                  </a:path>
                </a:pathLst>
              </a:custGeom>
              <a:noFill/>
              <a:ln w="1353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Rounded Rectangle 50">
                <a:extLst>
                  <a:ext uri="{FF2B5EF4-FFF2-40B4-BE49-F238E27FC236}">
                    <a16:creationId xmlns:a16="http://schemas.microsoft.com/office/drawing/2014/main" id="{AA0CBF31-45FA-F167-47C4-A964810542B4}"/>
                  </a:ext>
                </a:extLst>
              </p:cNvPr>
              <p:cNvSpPr/>
              <p:nvPr/>
            </p:nvSpPr>
            <p:spPr>
              <a:xfrm>
                <a:off x="5558589" y="1732547"/>
                <a:ext cx="108284" cy="54142"/>
              </a:xfrm>
              <a:custGeom>
                <a:avLst/>
                <a:gdLst/>
                <a:ahLst/>
                <a:cxnLst/>
                <a:rect l="0" t="0" r="0" b="0"/>
                <a:pathLst>
                  <a:path w="108284" h="54142">
                    <a:moveTo>
                      <a:pt x="108284" y="0"/>
                    </a:moveTo>
                    <a:cubicBezTo>
                      <a:pt x="108284" y="29901"/>
                      <a:pt x="84043" y="54142"/>
                      <a:pt x="54142" y="54142"/>
                    </a:cubicBezTo>
                    <a:cubicBezTo>
                      <a:pt x="24240" y="54142"/>
                      <a:pt x="0" y="29901"/>
                      <a:pt x="0" y="0"/>
                    </a:cubicBezTo>
                    <a:close/>
                  </a:path>
                </a:pathLst>
              </a:custGeom>
              <a:noFill/>
              <a:ln w="1353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7A7B7B3-C966-C2DF-9D8D-B21AA8B4479F}"/>
                </a:ext>
              </a:extLst>
            </p:cNvPr>
            <p:cNvGrpSpPr/>
            <p:nvPr/>
          </p:nvGrpSpPr>
          <p:grpSpPr>
            <a:xfrm>
              <a:off x="9344250" y="2323600"/>
              <a:ext cx="649705" cy="1461836"/>
              <a:chOff x="6812881" y="1082842"/>
              <a:chExt cx="649705" cy="1461836"/>
            </a:xfrm>
          </p:grpSpPr>
          <p:sp>
            <p:nvSpPr>
              <p:cNvPr id="57" name="Rounded Rectangle 52">
                <a:extLst>
                  <a:ext uri="{FF2B5EF4-FFF2-40B4-BE49-F238E27FC236}">
                    <a16:creationId xmlns:a16="http://schemas.microsoft.com/office/drawing/2014/main" id="{9AB6D170-6020-677F-228E-6AFC513D109C}"/>
                  </a:ext>
                </a:extLst>
              </p:cNvPr>
              <p:cNvSpPr/>
              <p:nvPr/>
            </p:nvSpPr>
            <p:spPr>
              <a:xfrm>
                <a:off x="6812881" y="1082842"/>
                <a:ext cx="649705" cy="1461836"/>
              </a:xfrm>
              <a:custGeom>
                <a:avLst/>
                <a:gdLst/>
                <a:ahLst/>
                <a:cxnLst/>
                <a:rect l="0" t="0" r="0" b="0"/>
                <a:pathLst>
                  <a:path w="649705" h="1461836">
                    <a:moveTo>
                      <a:pt x="108284" y="0"/>
                    </a:moveTo>
                    <a:lnTo>
                      <a:pt x="541421" y="0"/>
                    </a:lnTo>
                    <a:lnTo>
                      <a:pt x="541421" y="649705"/>
                    </a:lnTo>
                    <a:lnTo>
                      <a:pt x="108284" y="649705"/>
                    </a:lnTo>
                    <a:close/>
                    <a:moveTo>
                      <a:pt x="0" y="1136984"/>
                    </a:moveTo>
                    <a:cubicBezTo>
                      <a:pt x="0" y="957573"/>
                      <a:pt x="145441" y="812131"/>
                      <a:pt x="324852" y="812131"/>
                    </a:cubicBezTo>
                    <a:cubicBezTo>
                      <a:pt x="504263" y="812131"/>
                      <a:pt x="649705" y="957573"/>
                      <a:pt x="649705" y="1136984"/>
                    </a:cubicBezTo>
                    <a:cubicBezTo>
                      <a:pt x="649705" y="1316395"/>
                      <a:pt x="504263" y="1461836"/>
                      <a:pt x="324852" y="1461836"/>
                    </a:cubicBezTo>
                    <a:cubicBezTo>
                      <a:pt x="145441" y="1461836"/>
                      <a:pt x="0" y="1316395"/>
                      <a:pt x="0" y="1136984"/>
                    </a:cubicBezTo>
                  </a:path>
                </a:pathLst>
              </a:custGeom>
              <a:solidFill>
                <a:srgbClr val="BA5DE5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Rounded Rectangle 53">
                <a:extLst>
                  <a:ext uri="{FF2B5EF4-FFF2-40B4-BE49-F238E27FC236}">
                    <a16:creationId xmlns:a16="http://schemas.microsoft.com/office/drawing/2014/main" id="{89AF21AF-D698-FFE9-8C39-B7A5FF86E3B1}"/>
                  </a:ext>
                </a:extLst>
              </p:cNvPr>
              <p:cNvSpPr/>
              <p:nvPr/>
            </p:nvSpPr>
            <p:spPr>
              <a:xfrm>
                <a:off x="7083592" y="1732547"/>
                <a:ext cx="108284" cy="54142"/>
              </a:xfrm>
              <a:custGeom>
                <a:avLst/>
                <a:gdLst/>
                <a:ahLst/>
                <a:cxnLst/>
                <a:rect l="0" t="0" r="0" b="0"/>
                <a:pathLst>
                  <a:path w="108284" h="54142">
                    <a:moveTo>
                      <a:pt x="108284" y="0"/>
                    </a:moveTo>
                    <a:cubicBezTo>
                      <a:pt x="108284" y="29901"/>
                      <a:pt x="84043" y="54142"/>
                      <a:pt x="54142" y="54142"/>
                    </a:cubicBezTo>
                    <a:cubicBezTo>
                      <a:pt x="24240" y="54142"/>
                      <a:pt x="0" y="29901"/>
                      <a:pt x="0" y="0"/>
                    </a:cubicBezTo>
                    <a:close/>
                  </a:path>
                </a:pathLst>
              </a:custGeom>
              <a:solidFill>
                <a:srgbClr val="BA5DE5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Rounded Rectangle 54">
                <a:extLst>
                  <a:ext uri="{FF2B5EF4-FFF2-40B4-BE49-F238E27FC236}">
                    <a16:creationId xmlns:a16="http://schemas.microsoft.com/office/drawing/2014/main" id="{D82398DB-05F3-FF99-124D-0764B3F3FE0E}"/>
                  </a:ext>
                </a:extLst>
              </p:cNvPr>
              <p:cNvSpPr/>
              <p:nvPr/>
            </p:nvSpPr>
            <p:spPr>
              <a:xfrm>
                <a:off x="6812881" y="1082842"/>
                <a:ext cx="649705" cy="1461836"/>
              </a:xfrm>
              <a:custGeom>
                <a:avLst/>
                <a:gdLst/>
                <a:ahLst/>
                <a:cxnLst/>
                <a:rect l="0" t="0" r="0" b="0"/>
                <a:pathLst>
                  <a:path w="649705" h="1461836">
                    <a:moveTo>
                      <a:pt x="108284" y="0"/>
                    </a:moveTo>
                    <a:lnTo>
                      <a:pt x="541421" y="0"/>
                    </a:lnTo>
                    <a:lnTo>
                      <a:pt x="541421" y="649705"/>
                    </a:lnTo>
                    <a:lnTo>
                      <a:pt x="108284" y="649705"/>
                    </a:lnTo>
                    <a:close/>
                    <a:moveTo>
                      <a:pt x="0" y="1136984"/>
                    </a:moveTo>
                    <a:cubicBezTo>
                      <a:pt x="0" y="957573"/>
                      <a:pt x="145441" y="812131"/>
                      <a:pt x="324852" y="812131"/>
                    </a:cubicBezTo>
                    <a:cubicBezTo>
                      <a:pt x="504263" y="812131"/>
                      <a:pt x="649705" y="957573"/>
                      <a:pt x="649705" y="1136984"/>
                    </a:cubicBezTo>
                    <a:cubicBezTo>
                      <a:pt x="649705" y="1316395"/>
                      <a:pt x="504263" y="1461836"/>
                      <a:pt x="324852" y="1461836"/>
                    </a:cubicBezTo>
                    <a:cubicBezTo>
                      <a:pt x="145441" y="1461836"/>
                      <a:pt x="0" y="1316395"/>
                      <a:pt x="0" y="1136984"/>
                    </a:cubicBezTo>
                  </a:path>
                </a:pathLst>
              </a:custGeom>
              <a:noFill/>
              <a:ln w="1353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Rounded Rectangle 55">
                <a:extLst>
                  <a:ext uri="{FF2B5EF4-FFF2-40B4-BE49-F238E27FC236}">
                    <a16:creationId xmlns:a16="http://schemas.microsoft.com/office/drawing/2014/main" id="{95544030-0367-126B-761C-515899EF3466}"/>
                  </a:ext>
                </a:extLst>
              </p:cNvPr>
              <p:cNvSpPr/>
              <p:nvPr/>
            </p:nvSpPr>
            <p:spPr>
              <a:xfrm>
                <a:off x="7083592" y="1732547"/>
                <a:ext cx="108284" cy="54142"/>
              </a:xfrm>
              <a:custGeom>
                <a:avLst/>
                <a:gdLst/>
                <a:ahLst/>
                <a:cxnLst/>
                <a:rect l="0" t="0" r="0" b="0"/>
                <a:pathLst>
                  <a:path w="108284" h="54142">
                    <a:moveTo>
                      <a:pt x="108284" y="0"/>
                    </a:moveTo>
                    <a:cubicBezTo>
                      <a:pt x="108284" y="29901"/>
                      <a:pt x="84043" y="54142"/>
                      <a:pt x="54142" y="54142"/>
                    </a:cubicBezTo>
                    <a:cubicBezTo>
                      <a:pt x="24240" y="54142"/>
                      <a:pt x="0" y="29901"/>
                      <a:pt x="0" y="0"/>
                    </a:cubicBezTo>
                    <a:close/>
                  </a:path>
                </a:pathLst>
              </a:custGeom>
              <a:noFill/>
              <a:ln w="1353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61" name="Rounded Rectangle 57">
              <a:extLst>
                <a:ext uri="{FF2B5EF4-FFF2-40B4-BE49-F238E27FC236}">
                  <a16:creationId xmlns:a16="http://schemas.microsoft.com/office/drawing/2014/main" id="{22AC9DDA-AFFB-FB53-3B57-42FFA818AA65}"/>
                </a:ext>
              </a:extLst>
            </p:cNvPr>
            <p:cNvSpPr/>
            <p:nvPr/>
          </p:nvSpPr>
          <p:spPr>
            <a:xfrm>
              <a:off x="9457046" y="3244015"/>
              <a:ext cx="433136" cy="433136"/>
            </a:xfrm>
            <a:custGeom>
              <a:avLst/>
              <a:gdLst/>
              <a:ahLst/>
              <a:cxnLst/>
              <a:rect l="0" t="0" r="0" b="0"/>
              <a:pathLst>
                <a:path w="433136" h="433136">
                  <a:moveTo>
                    <a:pt x="0" y="72189"/>
                  </a:moveTo>
                  <a:lnTo>
                    <a:pt x="0" y="36094"/>
                  </a:lnTo>
                  <a:cubicBezTo>
                    <a:pt x="0" y="16160"/>
                    <a:pt x="16160" y="0"/>
                    <a:pt x="36094" y="0"/>
                  </a:cubicBezTo>
                  <a:lnTo>
                    <a:pt x="72189" y="0"/>
                  </a:lnTo>
                  <a:cubicBezTo>
                    <a:pt x="82156" y="0"/>
                    <a:pt x="90236" y="8080"/>
                    <a:pt x="90236" y="18047"/>
                  </a:cubicBezTo>
                  <a:cubicBezTo>
                    <a:pt x="90236" y="28014"/>
                    <a:pt x="82156" y="36094"/>
                    <a:pt x="72189" y="36094"/>
                  </a:cubicBezTo>
                  <a:lnTo>
                    <a:pt x="45118" y="36094"/>
                  </a:lnTo>
                  <a:cubicBezTo>
                    <a:pt x="40134" y="36094"/>
                    <a:pt x="36094" y="40134"/>
                    <a:pt x="36094" y="45118"/>
                  </a:cubicBezTo>
                  <a:lnTo>
                    <a:pt x="36094" y="72189"/>
                  </a:lnTo>
                  <a:cubicBezTo>
                    <a:pt x="36094" y="82156"/>
                    <a:pt x="28014" y="90236"/>
                    <a:pt x="18047" y="90236"/>
                  </a:cubicBezTo>
                  <a:cubicBezTo>
                    <a:pt x="8080" y="90236"/>
                    <a:pt x="0" y="82156"/>
                    <a:pt x="0" y="72189"/>
                  </a:cubicBezTo>
                  <a:close/>
                  <a:moveTo>
                    <a:pt x="433136" y="72189"/>
                  </a:moveTo>
                  <a:cubicBezTo>
                    <a:pt x="433136" y="82156"/>
                    <a:pt x="425056" y="90236"/>
                    <a:pt x="415089" y="90236"/>
                  </a:cubicBezTo>
                  <a:cubicBezTo>
                    <a:pt x="405122" y="90236"/>
                    <a:pt x="397042" y="82156"/>
                    <a:pt x="397042" y="72189"/>
                  </a:cubicBezTo>
                  <a:lnTo>
                    <a:pt x="397042" y="45118"/>
                  </a:lnTo>
                  <a:cubicBezTo>
                    <a:pt x="397042" y="40134"/>
                    <a:pt x="393002" y="36094"/>
                    <a:pt x="388018" y="36094"/>
                  </a:cubicBezTo>
                  <a:lnTo>
                    <a:pt x="360947" y="36094"/>
                  </a:lnTo>
                  <a:cubicBezTo>
                    <a:pt x="350980" y="36094"/>
                    <a:pt x="342900" y="28014"/>
                    <a:pt x="342900" y="18047"/>
                  </a:cubicBezTo>
                  <a:cubicBezTo>
                    <a:pt x="342900" y="8080"/>
                    <a:pt x="350980" y="0"/>
                    <a:pt x="360947" y="0"/>
                  </a:cubicBezTo>
                  <a:lnTo>
                    <a:pt x="397042" y="0"/>
                  </a:lnTo>
                  <a:cubicBezTo>
                    <a:pt x="416976" y="0"/>
                    <a:pt x="433136" y="16160"/>
                    <a:pt x="433136" y="36094"/>
                  </a:cubicBezTo>
                  <a:close/>
                  <a:moveTo>
                    <a:pt x="72189" y="433136"/>
                  </a:moveTo>
                  <a:lnTo>
                    <a:pt x="36094" y="433136"/>
                  </a:lnTo>
                  <a:cubicBezTo>
                    <a:pt x="16160" y="433136"/>
                    <a:pt x="0" y="416976"/>
                    <a:pt x="0" y="397042"/>
                  </a:cubicBezTo>
                  <a:lnTo>
                    <a:pt x="0" y="360947"/>
                  </a:lnTo>
                  <a:cubicBezTo>
                    <a:pt x="0" y="350980"/>
                    <a:pt x="8080" y="342900"/>
                    <a:pt x="18047" y="342900"/>
                  </a:cubicBezTo>
                  <a:cubicBezTo>
                    <a:pt x="28014" y="342900"/>
                    <a:pt x="36094" y="350980"/>
                    <a:pt x="36094" y="360947"/>
                  </a:cubicBezTo>
                  <a:lnTo>
                    <a:pt x="36094" y="388018"/>
                  </a:lnTo>
                  <a:cubicBezTo>
                    <a:pt x="36094" y="393002"/>
                    <a:pt x="40134" y="397042"/>
                    <a:pt x="45118" y="397042"/>
                  </a:cubicBezTo>
                  <a:lnTo>
                    <a:pt x="72189" y="397042"/>
                  </a:lnTo>
                  <a:cubicBezTo>
                    <a:pt x="82156" y="397042"/>
                    <a:pt x="90236" y="405122"/>
                    <a:pt x="90236" y="415089"/>
                  </a:cubicBezTo>
                  <a:cubicBezTo>
                    <a:pt x="90236" y="425056"/>
                    <a:pt x="82156" y="433136"/>
                    <a:pt x="72189" y="433136"/>
                  </a:cubicBezTo>
                  <a:close/>
                  <a:moveTo>
                    <a:pt x="433136" y="360947"/>
                  </a:moveTo>
                  <a:lnTo>
                    <a:pt x="433136" y="397042"/>
                  </a:lnTo>
                  <a:cubicBezTo>
                    <a:pt x="433136" y="416976"/>
                    <a:pt x="416976" y="433136"/>
                    <a:pt x="397042" y="433136"/>
                  </a:cubicBezTo>
                  <a:lnTo>
                    <a:pt x="360947" y="433136"/>
                  </a:lnTo>
                  <a:cubicBezTo>
                    <a:pt x="350980" y="433136"/>
                    <a:pt x="342900" y="425056"/>
                    <a:pt x="342900" y="415089"/>
                  </a:cubicBezTo>
                  <a:cubicBezTo>
                    <a:pt x="342900" y="405122"/>
                    <a:pt x="350980" y="397042"/>
                    <a:pt x="360947" y="397042"/>
                  </a:cubicBezTo>
                  <a:lnTo>
                    <a:pt x="388018" y="397042"/>
                  </a:lnTo>
                  <a:cubicBezTo>
                    <a:pt x="393002" y="397042"/>
                    <a:pt x="397042" y="393002"/>
                    <a:pt x="397042" y="388018"/>
                  </a:cubicBezTo>
                  <a:lnTo>
                    <a:pt x="397042" y="360947"/>
                  </a:lnTo>
                  <a:cubicBezTo>
                    <a:pt x="397042" y="350980"/>
                    <a:pt x="405122" y="342900"/>
                    <a:pt x="415089" y="342900"/>
                  </a:cubicBezTo>
                  <a:cubicBezTo>
                    <a:pt x="425056" y="342900"/>
                    <a:pt x="433136" y="350980"/>
                    <a:pt x="433136" y="360947"/>
                  </a:cubicBezTo>
                  <a:close/>
                  <a:moveTo>
                    <a:pt x="349216" y="255911"/>
                  </a:moveTo>
                  <a:cubicBezTo>
                    <a:pt x="345846" y="260524"/>
                    <a:pt x="340491" y="263268"/>
                    <a:pt x="334778" y="263311"/>
                  </a:cubicBezTo>
                  <a:cubicBezTo>
                    <a:pt x="329976" y="263593"/>
                    <a:pt x="326201" y="267525"/>
                    <a:pt x="326115" y="272334"/>
                  </a:cubicBezTo>
                  <a:lnTo>
                    <a:pt x="326115" y="290382"/>
                  </a:lnTo>
                  <a:cubicBezTo>
                    <a:pt x="326016" y="308352"/>
                    <a:pt x="311420" y="322867"/>
                    <a:pt x="293450" y="322867"/>
                  </a:cubicBezTo>
                  <a:lnTo>
                    <a:pt x="282080" y="322867"/>
                  </a:lnTo>
                  <a:cubicBezTo>
                    <a:pt x="277096" y="322867"/>
                    <a:pt x="273056" y="326907"/>
                    <a:pt x="273056" y="331891"/>
                  </a:cubicBezTo>
                  <a:lnTo>
                    <a:pt x="273056" y="360947"/>
                  </a:lnTo>
                  <a:cubicBezTo>
                    <a:pt x="273056" y="365930"/>
                    <a:pt x="269016" y="369971"/>
                    <a:pt x="264032" y="369971"/>
                  </a:cubicBezTo>
                  <a:lnTo>
                    <a:pt x="146364" y="369971"/>
                  </a:lnTo>
                  <a:cubicBezTo>
                    <a:pt x="141380" y="369971"/>
                    <a:pt x="137340" y="365930"/>
                    <a:pt x="137340" y="360947"/>
                  </a:cubicBezTo>
                  <a:lnTo>
                    <a:pt x="137340" y="302834"/>
                  </a:lnTo>
                  <a:cubicBezTo>
                    <a:pt x="137328" y="299954"/>
                    <a:pt x="135913" y="297261"/>
                    <a:pt x="133550" y="295615"/>
                  </a:cubicBezTo>
                  <a:cubicBezTo>
                    <a:pt x="104326" y="274031"/>
                    <a:pt x="88023" y="239115"/>
                    <a:pt x="90236" y="202852"/>
                  </a:cubicBezTo>
                  <a:cubicBezTo>
                    <a:pt x="89701" y="170522"/>
                    <a:pt x="102233" y="139344"/>
                    <a:pt x="124994" y="116379"/>
                  </a:cubicBezTo>
                  <a:cubicBezTo>
                    <a:pt x="147756" y="93414"/>
                    <a:pt x="178821" y="80604"/>
                    <a:pt x="211154" y="80852"/>
                  </a:cubicBezTo>
                  <a:cubicBezTo>
                    <a:pt x="268003" y="80852"/>
                    <a:pt x="326837" y="119112"/>
                    <a:pt x="326837" y="183000"/>
                  </a:cubicBezTo>
                  <a:cubicBezTo>
                    <a:pt x="329089" y="188366"/>
                    <a:pt x="331744" y="193555"/>
                    <a:pt x="334778" y="198521"/>
                  </a:cubicBezTo>
                  <a:cubicBezTo>
                    <a:pt x="344619" y="212059"/>
                    <a:pt x="350550" y="228041"/>
                    <a:pt x="351923" y="244722"/>
                  </a:cubicBezTo>
                  <a:cubicBezTo>
                    <a:pt x="352168" y="248639"/>
                    <a:pt x="351225" y="252539"/>
                    <a:pt x="349216" y="255911"/>
                  </a:cubicBezTo>
                  <a:close/>
                  <a:moveTo>
                    <a:pt x="286592" y="176322"/>
                  </a:moveTo>
                  <a:cubicBezTo>
                    <a:pt x="278566" y="140458"/>
                    <a:pt x="246732" y="114961"/>
                    <a:pt x="209981" y="114961"/>
                  </a:cubicBezTo>
                  <a:cubicBezTo>
                    <a:pt x="173229" y="114961"/>
                    <a:pt x="141396" y="140458"/>
                    <a:pt x="133370" y="176322"/>
                  </a:cubicBezTo>
                  <a:cubicBezTo>
                    <a:pt x="132869" y="178339"/>
                    <a:pt x="133336" y="180474"/>
                    <a:pt x="134633" y="182097"/>
                  </a:cubicBezTo>
                  <a:cubicBezTo>
                    <a:pt x="135920" y="183791"/>
                    <a:pt x="137920" y="184791"/>
                    <a:pt x="140047" y="184805"/>
                  </a:cubicBezTo>
                  <a:lnTo>
                    <a:pt x="279734" y="184805"/>
                  </a:lnTo>
                  <a:cubicBezTo>
                    <a:pt x="281861" y="184791"/>
                    <a:pt x="283861" y="183791"/>
                    <a:pt x="285148" y="182097"/>
                  </a:cubicBezTo>
                  <a:cubicBezTo>
                    <a:pt x="286416" y="180459"/>
                    <a:pt x="286940" y="178365"/>
                    <a:pt x="286592" y="176322"/>
                  </a:cubicBez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ounded Rectangle 58">
              <a:extLst>
                <a:ext uri="{FF2B5EF4-FFF2-40B4-BE49-F238E27FC236}">
                  <a16:creationId xmlns:a16="http://schemas.microsoft.com/office/drawing/2014/main" id="{847696A4-5B4A-0719-E3DE-3FBC6D163954}"/>
                </a:ext>
              </a:extLst>
            </p:cNvPr>
            <p:cNvSpPr/>
            <p:nvPr/>
          </p:nvSpPr>
          <p:spPr>
            <a:xfrm>
              <a:off x="7957985" y="3243520"/>
              <a:ext cx="399407" cy="433632"/>
            </a:xfrm>
            <a:custGeom>
              <a:avLst/>
              <a:gdLst/>
              <a:ahLst/>
              <a:cxnLst/>
              <a:rect l="0" t="0" r="0" b="0"/>
              <a:pathLst>
                <a:path w="399407" h="433632">
                  <a:moveTo>
                    <a:pt x="217698" y="298277"/>
                  </a:moveTo>
                  <a:lnTo>
                    <a:pt x="217698" y="325348"/>
                  </a:lnTo>
                  <a:cubicBezTo>
                    <a:pt x="217698" y="335315"/>
                    <a:pt x="209618" y="343395"/>
                    <a:pt x="199650" y="343395"/>
                  </a:cubicBezTo>
                  <a:cubicBezTo>
                    <a:pt x="189683" y="343395"/>
                    <a:pt x="181603" y="335315"/>
                    <a:pt x="181603" y="325348"/>
                  </a:cubicBezTo>
                  <a:lnTo>
                    <a:pt x="181603" y="298277"/>
                  </a:lnTo>
                  <a:cubicBezTo>
                    <a:pt x="181603" y="288310"/>
                    <a:pt x="189683" y="280229"/>
                    <a:pt x="199650" y="280229"/>
                  </a:cubicBezTo>
                  <a:cubicBezTo>
                    <a:pt x="209618" y="280229"/>
                    <a:pt x="217698" y="288310"/>
                    <a:pt x="217698" y="298277"/>
                  </a:cubicBezTo>
                  <a:close/>
                  <a:moveTo>
                    <a:pt x="388245" y="409990"/>
                  </a:moveTo>
                  <a:cubicBezTo>
                    <a:pt x="390037" y="415483"/>
                    <a:pt x="389089" y="421502"/>
                    <a:pt x="385697" y="426180"/>
                  </a:cubicBezTo>
                  <a:cubicBezTo>
                    <a:pt x="382305" y="430857"/>
                    <a:pt x="376878" y="433628"/>
                    <a:pt x="371100" y="433632"/>
                  </a:cubicBezTo>
                  <a:lnTo>
                    <a:pt x="28200" y="433632"/>
                  </a:lnTo>
                  <a:cubicBezTo>
                    <a:pt x="22573" y="433481"/>
                    <a:pt x="17339" y="430712"/>
                    <a:pt x="14046" y="426145"/>
                  </a:cubicBezTo>
                  <a:cubicBezTo>
                    <a:pt x="10754" y="421579"/>
                    <a:pt x="9782" y="415738"/>
                    <a:pt x="11416" y="410351"/>
                  </a:cubicBezTo>
                  <a:cubicBezTo>
                    <a:pt x="18916" y="386053"/>
                    <a:pt x="30848" y="363352"/>
                    <a:pt x="46609" y="343395"/>
                  </a:cubicBezTo>
                  <a:cubicBezTo>
                    <a:pt x="59806" y="328593"/>
                    <a:pt x="66332" y="309013"/>
                    <a:pt x="64656" y="289253"/>
                  </a:cubicBezTo>
                  <a:cubicBezTo>
                    <a:pt x="64656" y="241428"/>
                    <a:pt x="25313" y="180969"/>
                    <a:pt x="21162" y="173389"/>
                  </a:cubicBezTo>
                  <a:cubicBezTo>
                    <a:pt x="7043" y="153189"/>
                    <a:pt x="0" y="128887"/>
                    <a:pt x="1129" y="104268"/>
                  </a:cubicBezTo>
                  <a:cubicBezTo>
                    <a:pt x="1129" y="44170"/>
                    <a:pt x="41194" y="495"/>
                    <a:pt x="96239" y="495"/>
                  </a:cubicBezTo>
                  <a:cubicBezTo>
                    <a:pt x="131342" y="0"/>
                    <a:pt x="165662" y="10890"/>
                    <a:pt x="194056" y="31537"/>
                  </a:cubicBezTo>
                  <a:cubicBezTo>
                    <a:pt x="197285" y="34269"/>
                    <a:pt x="202015" y="34269"/>
                    <a:pt x="205245" y="31537"/>
                  </a:cubicBezTo>
                  <a:cubicBezTo>
                    <a:pt x="233639" y="10890"/>
                    <a:pt x="267958" y="0"/>
                    <a:pt x="303062" y="495"/>
                  </a:cubicBezTo>
                  <a:cubicBezTo>
                    <a:pt x="358106" y="495"/>
                    <a:pt x="398171" y="44170"/>
                    <a:pt x="398171" y="104268"/>
                  </a:cubicBezTo>
                  <a:cubicBezTo>
                    <a:pt x="399407" y="128846"/>
                    <a:pt x="392491" y="153144"/>
                    <a:pt x="378500" y="173389"/>
                  </a:cubicBezTo>
                  <a:cubicBezTo>
                    <a:pt x="363340" y="200099"/>
                    <a:pt x="335006" y="247022"/>
                    <a:pt x="335006" y="289253"/>
                  </a:cubicBezTo>
                  <a:cubicBezTo>
                    <a:pt x="333329" y="309013"/>
                    <a:pt x="339856" y="328593"/>
                    <a:pt x="353053" y="343395"/>
                  </a:cubicBezTo>
                  <a:cubicBezTo>
                    <a:pt x="368775" y="363243"/>
                    <a:pt x="380705" y="385819"/>
                    <a:pt x="388245" y="409990"/>
                  </a:cubicBezTo>
                  <a:close/>
                  <a:moveTo>
                    <a:pt x="312627" y="222297"/>
                  </a:moveTo>
                  <a:cubicBezTo>
                    <a:pt x="313877" y="219079"/>
                    <a:pt x="313460" y="215451"/>
                    <a:pt x="311511" y="212601"/>
                  </a:cubicBezTo>
                  <a:cubicBezTo>
                    <a:pt x="309563" y="209750"/>
                    <a:pt x="306334" y="208044"/>
                    <a:pt x="302881" y="208040"/>
                  </a:cubicBezTo>
                  <a:cubicBezTo>
                    <a:pt x="278916" y="207739"/>
                    <a:pt x="255568" y="200395"/>
                    <a:pt x="235745" y="186925"/>
                  </a:cubicBezTo>
                  <a:cubicBezTo>
                    <a:pt x="225090" y="179390"/>
                    <a:pt x="212644" y="174785"/>
                    <a:pt x="199650" y="173570"/>
                  </a:cubicBezTo>
                  <a:cubicBezTo>
                    <a:pt x="186657" y="174785"/>
                    <a:pt x="174211" y="179390"/>
                    <a:pt x="163556" y="186925"/>
                  </a:cubicBezTo>
                  <a:cubicBezTo>
                    <a:pt x="143886" y="200295"/>
                    <a:pt x="120741" y="207633"/>
                    <a:pt x="96961" y="208040"/>
                  </a:cubicBezTo>
                  <a:cubicBezTo>
                    <a:pt x="93508" y="208044"/>
                    <a:pt x="90279" y="209750"/>
                    <a:pt x="88331" y="212601"/>
                  </a:cubicBezTo>
                  <a:cubicBezTo>
                    <a:pt x="86383" y="215451"/>
                    <a:pt x="85965" y="219079"/>
                    <a:pt x="87215" y="222297"/>
                  </a:cubicBezTo>
                  <a:cubicBezTo>
                    <a:pt x="95767" y="243635"/>
                    <a:pt x="100590" y="266283"/>
                    <a:pt x="101473" y="289253"/>
                  </a:cubicBezTo>
                  <a:cubicBezTo>
                    <a:pt x="101823" y="302693"/>
                    <a:pt x="99995" y="316102"/>
                    <a:pt x="96058" y="328957"/>
                  </a:cubicBezTo>
                  <a:cubicBezTo>
                    <a:pt x="95075" y="331263"/>
                    <a:pt x="95075" y="333870"/>
                    <a:pt x="96058" y="336176"/>
                  </a:cubicBezTo>
                  <a:cubicBezTo>
                    <a:pt x="97280" y="338376"/>
                    <a:pt x="99380" y="339951"/>
                    <a:pt x="101834" y="340508"/>
                  </a:cubicBezTo>
                  <a:cubicBezTo>
                    <a:pt x="111579" y="342854"/>
                    <a:pt x="120783" y="345741"/>
                    <a:pt x="129627" y="348629"/>
                  </a:cubicBezTo>
                  <a:cubicBezTo>
                    <a:pt x="152101" y="356733"/>
                    <a:pt x="175762" y="361063"/>
                    <a:pt x="199650" y="361443"/>
                  </a:cubicBezTo>
                  <a:cubicBezTo>
                    <a:pt x="223781" y="361143"/>
                    <a:pt x="247693" y="356812"/>
                    <a:pt x="270396" y="348629"/>
                  </a:cubicBezTo>
                  <a:cubicBezTo>
                    <a:pt x="279239" y="345741"/>
                    <a:pt x="288443" y="342854"/>
                    <a:pt x="298189" y="340508"/>
                  </a:cubicBezTo>
                  <a:cubicBezTo>
                    <a:pt x="300642" y="339951"/>
                    <a:pt x="302743" y="338376"/>
                    <a:pt x="303964" y="336176"/>
                  </a:cubicBezTo>
                  <a:cubicBezTo>
                    <a:pt x="304947" y="333870"/>
                    <a:pt x="304947" y="331263"/>
                    <a:pt x="303964" y="328957"/>
                  </a:cubicBezTo>
                  <a:cubicBezTo>
                    <a:pt x="300028" y="316102"/>
                    <a:pt x="298199" y="302693"/>
                    <a:pt x="298550" y="289253"/>
                  </a:cubicBezTo>
                  <a:cubicBezTo>
                    <a:pt x="299474" y="266405"/>
                    <a:pt x="304296" y="243882"/>
                    <a:pt x="312807" y="222658"/>
                  </a:cubicBez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ounded Rectangle 59">
              <a:extLst>
                <a:ext uri="{FF2B5EF4-FFF2-40B4-BE49-F238E27FC236}">
                  <a16:creationId xmlns:a16="http://schemas.microsoft.com/office/drawing/2014/main" id="{59B0187A-971C-E1DF-C8EE-ED9FF3239EFB}"/>
                </a:ext>
              </a:extLst>
            </p:cNvPr>
            <p:cNvSpPr/>
            <p:nvPr/>
          </p:nvSpPr>
          <p:spPr>
            <a:xfrm>
              <a:off x="3424713" y="3298011"/>
              <a:ext cx="387069" cy="324638"/>
            </a:xfrm>
            <a:custGeom>
              <a:avLst/>
              <a:gdLst/>
              <a:ahLst/>
              <a:cxnLst/>
              <a:rect l="0" t="0" r="0" b="0"/>
              <a:pathLst>
                <a:path w="387069" h="324638">
                  <a:moveTo>
                    <a:pt x="219574" y="5237"/>
                  </a:moveTo>
                  <a:cubicBezTo>
                    <a:pt x="223077" y="8637"/>
                    <a:pt x="225052" y="13312"/>
                    <a:pt x="225050" y="18193"/>
                  </a:cubicBezTo>
                  <a:lnTo>
                    <a:pt x="225050" y="306590"/>
                  </a:lnTo>
                  <a:cubicBezTo>
                    <a:pt x="225050" y="316558"/>
                    <a:pt x="216970" y="324638"/>
                    <a:pt x="207003" y="324638"/>
                  </a:cubicBezTo>
                  <a:cubicBezTo>
                    <a:pt x="185887" y="324638"/>
                    <a:pt x="101967" y="310922"/>
                    <a:pt x="62624" y="237108"/>
                  </a:cubicBezTo>
                  <a:cubicBezTo>
                    <a:pt x="61861" y="235628"/>
                    <a:pt x="60318" y="234716"/>
                    <a:pt x="58653" y="234762"/>
                  </a:cubicBezTo>
                  <a:lnTo>
                    <a:pt x="54142" y="234762"/>
                  </a:lnTo>
                  <a:cubicBezTo>
                    <a:pt x="24240" y="234762"/>
                    <a:pt x="0" y="210522"/>
                    <a:pt x="0" y="180620"/>
                  </a:cubicBezTo>
                  <a:lnTo>
                    <a:pt x="0" y="144525"/>
                  </a:lnTo>
                  <a:cubicBezTo>
                    <a:pt x="0" y="114623"/>
                    <a:pt x="24240" y="90383"/>
                    <a:pt x="54142" y="90383"/>
                  </a:cubicBezTo>
                  <a:lnTo>
                    <a:pt x="58653" y="90383"/>
                  </a:lnTo>
                  <a:cubicBezTo>
                    <a:pt x="60567" y="90745"/>
                    <a:pt x="62487" y="89785"/>
                    <a:pt x="63346" y="88037"/>
                  </a:cubicBezTo>
                  <a:cubicBezTo>
                    <a:pt x="93065" y="36371"/>
                    <a:pt x="146941" y="3284"/>
                    <a:pt x="206461" y="146"/>
                  </a:cubicBezTo>
                  <a:cubicBezTo>
                    <a:pt x="211341" y="0"/>
                    <a:pt x="216072" y="1836"/>
                    <a:pt x="219574" y="5237"/>
                  </a:cubicBezTo>
                  <a:close/>
                  <a:moveTo>
                    <a:pt x="317453" y="44362"/>
                  </a:moveTo>
                  <a:cubicBezTo>
                    <a:pt x="387069" y="114690"/>
                    <a:pt x="387069" y="227961"/>
                    <a:pt x="317453" y="298288"/>
                  </a:cubicBezTo>
                  <a:cubicBezTo>
                    <a:pt x="314064" y="301705"/>
                    <a:pt x="309451" y="303627"/>
                    <a:pt x="304639" y="303627"/>
                  </a:cubicBezTo>
                  <a:cubicBezTo>
                    <a:pt x="299827" y="303627"/>
                    <a:pt x="295214" y="301705"/>
                    <a:pt x="291825" y="298288"/>
                  </a:cubicBezTo>
                  <a:cubicBezTo>
                    <a:pt x="284828" y="291249"/>
                    <a:pt x="284828" y="279881"/>
                    <a:pt x="291825" y="272842"/>
                  </a:cubicBezTo>
                  <a:cubicBezTo>
                    <a:pt x="318760" y="245960"/>
                    <a:pt x="333897" y="209469"/>
                    <a:pt x="333897" y="171415"/>
                  </a:cubicBezTo>
                  <a:cubicBezTo>
                    <a:pt x="333897" y="133362"/>
                    <a:pt x="318760" y="96871"/>
                    <a:pt x="291825" y="69989"/>
                  </a:cubicBezTo>
                  <a:cubicBezTo>
                    <a:pt x="284749" y="62913"/>
                    <a:pt x="284749" y="51439"/>
                    <a:pt x="291825" y="44362"/>
                  </a:cubicBezTo>
                  <a:cubicBezTo>
                    <a:pt x="298902" y="37285"/>
                    <a:pt x="310376" y="37285"/>
                    <a:pt x="317453" y="44362"/>
                  </a:cubicBezTo>
                  <a:close/>
                  <a:moveTo>
                    <a:pt x="273237" y="252809"/>
                  </a:moveTo>
                  <a:cubicBezTo>
                    <a:pt x="266110" y="259886"/>
                    <a:pt x="254596" y="259846"/>
                    <a:pt x="247519" y="252719"/>
                  </a:cubicBezTo>
                  <a:cubicBezTo>
                    <a:pt x="240442" y="245592"/>
                    <a:pt x="240483" y="234078"/>
                    <a:pt x="247609" y="227001"/>
                  </a:cubicBezTo>
                  <a:cubicBezTo>
                    <a:pt x="278287" y="196223"/>
                    <a:pt x="278287" y="146428"/>
                    <a:pt x="247609" y="115649"/>
                  </a:cubicBezTo>
                  <a:cubicBezTo>
                    <a:pt x="241524" y="108446"/>
                    <a:pt x="242011" y="97772"/>
                    <a:pt x="248726" y="91152"/>
                  </a:cubicBezTo>
                  <a:cubicBezTo>
                    <a:pt x="255441" y="84531"/>
                    <a:pt x="266120" y="84196"/>
                    <a:pt x="273237" y="90383"/>
                  </a:cubicBezTo>
                  <a:cubicBezTo>
                    <a:pt x="317832" y="135342"/>
                    <a:pt x="317832" y="207850"/>
                    <a:pt x="273237" y="252809"/>
                  </a:cubicBez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ounded Rectangle 60">
              <a:extLst>
                <a:ext uri="{FF2B5EF4-FFF2-40B4-BE49-F238E27FC236}">
                  <a16:creationId xmlns:a16="http://schemas.microsoft.com/office/drawing/2014/main" id="{2C98AD0E-AF85-4F2B-0A5E-1F62573A6066}"/>
                </a:ext>
              </a:extLst>
            </p:cNvPr>
            <p:cNvSpPr/>
            <p:nvPr/>
          </p:nvSpPr>
          <p:spPr>
            <a:xfrm>
              <a:off x="4911240" y="3242379"/>
              <a:ext cx="426674" cy="437130"/>
            </a:xfrm>
            <a:custGeom>
              <a:avLst/>
              <a:gdLst/>
              <a:ahLst/>
              <a:cxnLst/>
              <a:rect l="0" t="0" r="0" b="0"/>
              <a:pathLst>
                <a:path w="426674" h="437130">
                  <a:moveTo>
                    <a:pt x="372532" y="227589"/>
                  </a:moveTo>
                  <a:cubicBezTo>
                    <a:pt x="402434" y="227589"/>
                    <a:pt x="426674" y="251830"/>
                    <a:pt x="426674" y="281731"/>
                  </a:cubicBezTo>
                  <a:cubicBezTo>
                    <a:pt x="426674" y="311633"/>
                    <a:pt x="402434" y="335873"/>
                    <a:pt x="372532" y="335873"/>
                  </a:cubicBezTo>
                  <a:cubicBezTo>
                    <a:pt x="342630" y="335873"/>
                    <a:pt x="318390" y="311633"/>
                    <a:pt x="318390" y="281731"/>
                  </a:cubicBezTo>
                  <a:cubicBezTo>
                    <a:pt x="318300" y="280108"/>
                    <a:pt x="318300" y="278482"/>
                    <a:pt x="318390" y="276859"/>
                  </a:cubicBezTo>
                  <a:cubicBezTo>
                    <a:pt x="318561" y="275025"/>
                    <a:pt x="317644" y="273260"/>
                    <a:pt x="316044" y="272347"/>
                  </a:cubicBezTo>
                  <a:lnTo>
                    <a:pt x="240425" y="231379"/>
                  </a:lnTo>
                  <a:cubicBezTo>
                    <a:pt x="238916" y="230295"/>
                    <a:pt x="236882" y="230295"/>
                    <a:pt x="235372" y="231379"/>
                  </a:cubicBezTo>
                  <a:cubicBezTo>
                    <a:pt x="229257" y="236418"/>
                    <a:pt x="222111" y="240053"/>
                    <a:pt x="214437" y="242027"/>
                  </a:cubicBezTo>
                  <a:cubicBezTo>
                    <a:pt x="212691" y="242522"/>
                    <a:pt x="211410" y="244015"/>
                    <a:pt x="211189" y="245817"/>
                  </a:cubicBezTo>
                  <a:lnTo>
                    <a:pt x="199277" y="328113"/>
                  </a:lnTo>
                  <a:cubicBezTo>
                    <a:pt x="199113" y="329901"/>
                    <a:pt x="199945" y="331635"/>
                    <a:pt x="201443" y="332625"/>
                  </a:cubicBezTo>
                  <a:cubicBezTo>
                    <a:pt x="223977" y="345986"/>
                    <a:pt x="233713" y="373563"/>
                    <a:pt x="224562" y="398110"/>
                  </a:cubicBezTo>
                  <a:cubicBezTo>
                    <a:pt x="215411" y="422656"/>
                    <a:pt x="189998" y="437130"/>
                    <a:pt x="164217" y="432478"/>
                  </a:cubicBezTo>
                  <a:cubicBezTo>
                    <a:pt x="138436" y="427827"/>
                    <a:pt x="119684" y="405384"/>
                    <a:pt x="119689" y="379187"/>
                  </a:cubicBezTo>
                  <a:cubicBezTo>
                    <a:pt x="119701" y="373027"/>
                    <a:pt x="120801" y="366917"/>
                    <a:pt x="122937" y="361140"/>
                  </a:cubicBezTo>
                  <a:cubicBezTo>
                    <a:pt x="123643" y="359450"/>
                    <a:pt x="123209" y="357499"/>
                    <a:pt x="121854" y="356267"/>
                  </a:cubicBezTo>
                  <a:lnTo>
                    <a:pt x="84135" y="321255"/>
                  </a:lnTo>
                  <a:cubicBezTo>
                    <a:pt x="82572" y="320352"/>
                    <a:pt x="80646" y="320352"/>
                    <a:pt x="79082" y="321255"/>
                  </a:cubicBezTo>
                  <a:cubicBezTo>
                    <a:pt x="72033" y="324600"/>
                    <a:pt x="64325" y="326327"/>
                    <a:pt x="56523" y="326308"/>
                  </a:cubicBezTo>
                  <a:cubicBezTo>
                    <a:pt x="26621" y="327156"/>
                    <a:pt x="1694" y="303602"/>
                    <a:pt x="847" y="273700"/>
                  </a:cubicBezTo>
                  <a:cubicBezTo>
                    <a:pt x="0" y="243798"/>
                    <a:pt x="23553" y="218871"/>
                    <a:pt x="53455" y="218024"/>
                  </a:cubicBezTo>
                  <a:cubicBezTo>
                    <a:pt x="55296" y="217950"/>
                    <a:pt x="56889" y="216719"/>
                    <a:pt x="57425" y="214956"/>
                  </a:cubicBezTo>
                  <a:lnTo>
                    <a:pt x="84857" y="136811"/>
                  </a:lnTo>
                  <a:cubicBezTo>
                    <a:pt x="85417" y="135079"/>
                    <a:pt x="84924" y="133180"/>
                    <a:pt x="83594" y="131938"/>
                  </a:cubicBezTo>
                  <a:cubicBezTo>
                    <a:pt x="67023" y="117099"/>
                    <a:pt x="61214" y="93634"/>
                    <a:pt x="68948" y="72778"/>
                  </a:cubicBezTo>
                  <a:cubicBezTo>
                    <a:pt x="76682" y="51922"/>
                    <a:pt x="96386" y="37919"/>
                    <a:pt x="118626" y="37472"/>
                  </a:cubicBezTo>
                  <a:cubicBezTo>
                    <a:pt x="140866" y="37026"/>
                    <a:pt x="161115" y="50228"/>
                    <a:pt x="169680" y="70757"/>
                  </a:cubicBezTo>
                  <a:cubicBezTo>
                    <a:pt x="170343" y="72478"/>
                    <a:pt x="171987" y="73621"/>
                    <a:pt x="173831" y="73645"/>
                  </a:cubicBezTo>
                  <a:lnTo>
                    <a:pt x="291680" y="73645"/>
                  </a:lnTo>
                  <a:cubicBezTo>
                    <a:pt x="292767" y="73602"/>
                    <a:pt x="293798" y="73151"/>
                    <a:pt x="294568" y="72382"/>
                  </a:cubicBezTo>
                  <a:lnTo>
                    <a:pt x="369825" y="6328"/>
                  </a:lnTo>
                  <a:cubicBezTo>
                    <a:pt x="377251" y="0"/>
                    <a:pt x="388363" y="719"/>
                    <a:pt x="394911" y="7953"/>
                  </a:cubicBezTo>
                  <a:cubicBezTo>
                    <a:pt x="401618" y="15286"/>
                    <a:pt x="401134" y="26662"/>
                    <a:pt x="393828" y="33399"/>
                  </a:cubicBezTo>
                  <a:lnTo>
                    <a:pt x="323985" y="94760"/>
                  </a:lnTo>
                  <a:cubicBezTo>
                    <a:pt x="322582" y="96035"/>
                    <a:pt x="322083" y="98029"/>
                    <a:pt x="322722" y="99814"/>
                  </a:cubicBezTo>
                  <a:lnTo>
                    <a:pt x="370547" y="225784"/>
                  </a:lnTo>
                  <a:cubicBezTo>
                    <a:pt x="370874" y="226503"/>
                    <a:pt x="371565" y="226987"/>
                    <a:pt x="372352" y="227048"/>
                  </a:cubicBezTo>
                  <a:close/>
                  <a:moveTo>
                    <a:pt x="288792" y="112808"/>
                  </a:moveTo>
                  <a:cubicBezTo>
                    <a:pt x="288129" y="111088"/>
                    <a:pt x="286485" y="109944"/>
                    <a:pt x="284642" y="109920"/>
                  </a:cubicBezTo>
                  <a:lnTo>
                    <a:pt x="173831" y="109920"/>
                  </a:lnTo>
                  <a:cubicBezTo>
                    <a:pt x="171987" y="109944"/>
                    <a:pt x="170343" y="111088"/>
                    <a:pt x="169680" y="112808"/>
                  </a:cubicBezTo>
                  <a:cubicBezTo>
                    <a:pt x="161692" y="131952"/>
                    <a:pt x="143468" y="144849"/>
                    <a:pt x="122757" y="146015"/>
                  </a:cubicBezTo>
                  <a:cubicBezTo>
                    <a:pt x="121036" y="146120"/>
                    <a:pt x="119512" y="147159"/>
                    <a:pt x="118786" y="148722"/>
                  </a:cubicBezTo>
                  <a:lnTo>
                    <a:pt x="91354" y="227048"/>
                  </a:lnTo>
                  <a:cubicBezTo>
                    <a:pt x="90765" y="228519"/>
                    <a:pt x="91204" y="230203"/>
                    <a:pt x="92437" y="231199"/>
                  </a:cubicBezTo>
                  <a:cubicBezTo>
                    <a:pt x="109142" y="245964"/>
                    <a:pt x="115088" y="269460"/>
                    <a:pt x="107416" y="290394"/>
                  </a:cubicBezTo>
                  <a:cubicBezTo>
                    <a:pt x="106594" y="292188"/>
                    <a:pt x="107033" y="294308"/>
                    <a:pt x="108499" y="295628"/>
                  </a:cubicBezTo>
                  <a:lnTo>
                    <a:pt x="146038" y="331181"/>
                  </a:lnTo>
                  <a:cubicBezTo>
                    <a:pt x="147578" y="332166"/>
                    <a:pt x="149550" y="332166"/>
                    <a:pt x="151091" y="331181"/>
                  </a:cubicBezTo>
                  <a:cubicBezTo>
                    <a:pt x="154028" y="329911"/>
                    <a:pt x="157042" y="328826"/>
                    <a:pt x="160115" y="327933"/>
                  </a:cubicBezTo>
                  <a:cubicBezTo>
                    <a:pt x="161921" y="327534"/>
                    <a:pt x="163246" y="325989"/>
                    <a:pt x="163363" y="324143"/>
                  </a:cubicBezTo>
                  <a:lnTo>
                    <a:pt x="175274" y="241847"/>
                  </a:lnTo>
                  <a:cubicBezTo>
                    <a:pt x="175439" y="240058"/>
                    <a:pt x="174607" y="238325"/>
                    <a:pt x="173109" y="237335"/>
                  </a:cubicBezTo>
                  <a:cubicBezTo>
                    <a:pt x="150555" y="223963"/>
                    <a:pt x="140825" y="196351"/>
                    <a:pt x="150011" y="171794"/>
                  </a:cubicBezTo>
                  <a:cubicBezTo>
                    <a:pt x="159198" y="147236"/>
                    <a:pt x="184661" y="132790"/>
                    <a:pt x="210454" y="137503"/>
                  </a:cubicBezTo>
                  <a:cubicBezTo>
                    <a:pt x="236246" y="142216"/>
                    <a:pt x="254955" y="164733"/>
                    <a:pt x="254863" y="190953"/>
                  </a:cubicBezTo>
                  <a:cubicBezTo>
                    <a:pt x="254957" y="192516"/>
                    <a:pt x="254957" y="194083"/>
                    <a:pt x="254863" y="195645"/>
                  </a:cubicBezTo>
                  <a:cubicBezTo>
                    <a:pt x="254692" y="197479"/>
                    <a:pt x="255610" y="199244"/>
                    <a:pt x="257209" y="200157"/>
                  </a:cubicBezTo>
                  <a:lnTo>
                    <a:pt x="333911" y="240042"/>
                  </a:lnTo>
                  <a:cubicBezTo>
                    <a:pt x="334609" y="240553"/>
                    <a:pt x="335559" y="240553"/>
                    <a:pt x="336257" y="240042"/>
                  </a:cubicBezTo>
                  <a:cubicBezTo>
                    <a:pt x="336768" y="239344"/>
                    <a:pt x="336768" y="238394"/>
                    <a:pt x="336257" y="237696"/>
                  </a:cubicBezTo>
                  <a:close/>
                  <a:moveTo>
                    <a:pt x="200902" y="209000"/>
                  </a:moveTo>
                  <a:cubicBezTo>
                    <a:pt x="210798" y="208901"/>
                    <a:pt x="218769" y="200850"/>
                    <a:pt x="218769" y="190953"/>
                  </a:cubicBezTo>
                  <a:cubicBezTo>
                    <a:pt x="218769" y="180986"/>
                    <a:pt x="210689" y="172906"/>
                    <a:pt x="200721" y="172906"/>
                  </a:cubicBezTo>
                  <a:cubicBezTo>
                    <a:pt x="190754" y="172906"/>
                    <a:pt x="182674" y="180986"/>
                    <a:pt x="182674" y="190953"/>
                  </a:cubicBezTo>
                  <a:cubicBezTo>
                    <a:pt x="182674" y="200920"/>
                    <a:pt x="190754" y="209000"/>
                    <a:pt x="200721" y="209000"/>
                  </a:cubicBezTo>
                  <a:close/>
                  <a:moveTo>
                    <a:pt x="101641" y="91873"/>
                  </a:moveTo>
                  <a:cubicBezTo>
                    <a:pt x="101641" y="101840"/>
                    <a:pt x="109721" y="109920"/>
                    <a:pt x="119689" y="109920"/>
                  </a:cubicBezTo>
                  <a:cubicBezTo>
                    <a:pt x="129656" y="109920"/>
                    <a:pt x="137736" y="101840"/>
                    <a:pt x="137736" y="91873"/>
                  </a:cubicBezTo>
                  <a:cubicBezTo>
                    <a:pt x="137736" y="81906"/>
                    <a:pt x="129656" y="73826"/>
                    <a:pt x="119689" y="73826"/>
                  </a:cubicBezTo>
                  <a:cubicBezTo>
                    <a:pt x="109721" y="73826"/>
                    <a:pt x="101641" y="81906"/>
                    <a:pt x="101641" y="91873"/>
                  </a:cubicBezTo>
                  <a:close/>
                  <a:moveTo>
                    <a:pt x="56523" y="290394"/>
                  </a:moveTo>
                  <a:cubicBezTo>
                    <a:pt x="66490" y="290394"/>
                    <a:pt x="74570" y="282314"/>
                    <a:pt x="74570" y="272347"/>
                  </a:cubicBezTo>
                  <a:cubicBezTo>
                    <a:pt x="74570" y="262379"/>
                    <a:pt x="66490" y="254299"/>
                    <a:pt x="56523" y="254299"/>
                  </a:cubicBezTo>
                  <a:cubicBezTo>
                    <a:pt x="46555" y="254299"/>
                    <a:pt x="38475" y="262379"/>
                    <a:pt x="38475" y="272347"/>
                  </a:cubicBezTo>
                  <a:cubicBezTo>
                    <a:pt x="38475" y="282314"/>
                    <a:pt x="46555" y="290394"/>
                    <a:pt x="56523" y="290394"/>
                  </a:cubicBezTo>
                  <a:close/>
                  <a:moveTo>
                    <a:pt x="191878" y="380631"/>
                  </a:moveTo>
                  <a:cubicBezTo>
                    <a:pt x="191878" y="370664"/>
                    <a:pt x="183798" y="362584"/>
                    <a:pt x="173831" y="362584"/>
                  </a:cubicBezTo>
                  <a:cubicBezTo>
                    <a:pt x="163863" y="362584"/>
                    <a:pt x="155783" y="370664"/>
                    <a:pt x="155783" y="380631"/>
                  </a:cubicBezTo>
                  <a:cubicBezTo>
                    <a:pt x="155783" y="390598"/>
                    <a:pt x="163863" y="398678"/>
                    <a:pt x="173831" y="398678"/>
                  </a:cubicBezTo>
                  <a:cubicBezTo>
                    <a:pt x="183798" y="398678"/>
                    <a:pt x="191878" y="390598"/>
                    <a:pt x="191878" y="380631"/>
                  </a:cubicBezTo>
                  <a:close/>
                  <a:moveTo>
                    <a:pt x="372352" y="299237"/>
                  </a:moveTo>
                  <a:cubicBezTo>
                    <a:pt x="382249" y="299238"/>
                    <a:pt x="390300" y="291267"/>
                    <a:pt x="390399" y="281370"/>
                  </a:cubicBezTo>
                  <a:cubicBezTo>
                    <a:pt x="390399" y="271403"/>
                    <a:pt x="382319" y="263323"/>
                    <a:pt x="372352" y="263323"/>
                  </a:cubicBezTo>
                  <a:cubicBezTo>
                    <a:pt x="362384" y="263323"/>
                    <a:pt x="354304" y="271403"/>
                    <a:pt x="354304" y="281370"/>
                  </a:cubicBezTo>
                  <a:cubicBezTo>
                    <a:pt x="354304" y="291338"/>
                    <a:pt x="362384" y="299418"/>
                    <a:pt x="372352" y="299418"/>
                  </a:cubicBez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ounded Rectangle 61">
              <a:extLst>
                <a:ext uri="{FF2B5EF4-FFF2-40B4-BE49-F238E27FC236}">
                  <a16:creationId xmlns:a16="http://schemas.microsoft.com/office/drawing/2014/main" id="{D6A51673-9040-B036-4984-D180A31E4289}"/>
                </a:ext>
              </a:extLst>
            </p:cNvPr>
            <p:cNvSpPr/>
            <p:nvPr/>
          </p:nvSpPr>
          <p:spPr>
            <a:xfrm>
              <a:off x="6425233" y="3249303"/>
              <a:ext cx="437540" cy="423343"/>
            </a:xfrm>
            <a:custGeom>
              <a:avLst/>
              <a:gdLst/>
              <a:ahLst/>
              <a:cxnLst/>
              <a:rect l="0" t="0" r="0" b="0"/>
              <a:pathLst>
                <a:path w="437540" h="423343">
                  <a:moveTo>
                    <a:pt x="234345" y="209349"/>
                  </a:moveTo>
                  <a:cubicBezTo>
                    <a:pt x="226512" y="209349"/>
                    <a:pt x="215250" y="202455"/>
                    <a:pt x="221711" y="189497"/>
                  </a:cubicBezTo>
                  <a:lnTo>
                    <a:pt x="248115" y="136708"/>
                  </a:lnTo>
                  <a:lnTo>
                    <a:pt x="311948" y="9023"/>
                  </a:lnTo>
                  <a:cubicBezTo>
                    <a:pt x="314655" y="4981"/>
                    <a:pt x="318391" y="1913"/>
                    <a:pt x="322362" y="649"/>
                  </a:cubicBezTo>
                  <a:cubicBezTo>
                    <a:pt x="323617" y="223"/>
                    <a:pt x="324934" y="4"/>
                    <a:pt x="326260" y="0"/>
                  </a:cubicBezTo>
                  <a:lnTo>
                    <a:pt x="326404" y="0"/>
                  </a:lnTo>
                  <a:cubicBezTo>
                    <a:pt x="331818" y="0"/>
                    <a:pt x="337233" y="3609"/>
                    <a:pt x="340842" y="9023"/>
                  </a:cubicBezTo>
                  <a:lnTo>
                    <a:pt x="431079" y="189497"/>
                  </a:lnTo>
                  <a:cubicBezTo>
                    <a:pt x="437540" y="202455"/>
                    <a:pt x="426278" y="209349"/>
                    <a:pt x="418446" y="209349"/>
                  </a:cubicBezTo>
                  <a:lnTo>
                    <a:pt x="283993" y="209349"/>
                  </a:lnTo>
                  <a:close/>
                  <a:moveTo>
                    <a:pt x="201534" y="179408"/>
                  </a:moveTo>
                  <a:cubicBezTo>
                    <a:pt x="198161" y="185898"/>
                    <a:pt x="196738" y="193225"/>
                    <a:pt x="197438" y="200506"/>
                  </a:cubicBezTo>
                  <a:lnTo>
                    <a:pt x="197474" y="200903"/>
                  </a:lnTo>
                  <a:lnTo>
                    <a:pt x="194316" y="200903"/>
                  </a:lnTo>
                  <a:lnTo>
                    <a:pt x="194316" y="112001"/>
                  </a:lnTo>
                  <a:cubicBezTo>
                    <a:pt x="206633" y="113689"/>
                    <a:pt x="218533" y="117635"/>
                    <a:pt x="229418" y="123642"/>
                  </a:cubicBezTo>
                  <a:close/>
                  <a:moveTo>
                    <a:pt x="209674" y="223011"/>
                  </a:moveTo>
                  <a:cubicBezTo>
                    <a:pt x="216638" y="228711"/>
                    <a:pt x="225345" y="231851"/>
                    <a:pt x="234345" y="231908"/>
                  </a:cubicBezTo>
                  <a:lnTo>
                    <a:pt x="282495" y="231908"/>
                  </a:lnTo>
                  <a:cubicBezTo>
                    <a:pt x="274717" y="275150"/>
                    <a:pt x="239326" y="310252"/>
                    <a:pt x="194316" y="316027"/>
                  </a:cubicBezTo>
                  <a:lnTo>
                    <a:pt x="194316" y="223462"/>
                  </a:lnTo>
                  <a:lnTo>
                    <a:pt x="206497" y="223462"/>
                  </a:lnTo>
                  <a:cubicBezTo>
                    <a:pt x="207572" y="223460"/>
                    <a:pt x="208641" y="223308"/>
                    <a:pt x="209674" y="223011"/>
                  </a:cubicBezTo>
                  <a:close/>
                  <a:moveTo>
                    <a:pt x="171756" y="111586"/>
                  </a:moveTo>
                  <a:lnTo>
                    <a:pt x="171756" y="200903"/>
                  </a:lnTo>
                  <a:lnTo>
                    <a:pt x="79245" y="200903"/>
                  </a:lnTo>
                  <a:cubicBezTo>
                    <a:pt x="85526" y="154341"/>
                    <a:pt x="124761" y="116152"/>
                    <a:pt x="171756" y="111568"/>
                  </a:cubicBezTo>
                  <a:close/>
                  <a:moveTo>
                    <a:pt x="171756" y="316424"/>
                  </a:moveTo>
                  <a:cubicBezTo>
                    <a:pt x="122108" y="311840"/>
                    <a:pt x="83342" y="271667"/>
                    <a:pt x="78812" y="223462"/>
                  </a:cubicBezTo>
                  <a:lnTo>
                    <a:pt x="171756" y="223462"/>
                  </a:lnTo>
                  <a:close/>
                  <a:moveTo>
                    <a:pt x="312147" y="407924"/>
                  </a:moveTo>
                  <a:cubicBezTo>
                    <a:pt x="314734" y="410505"/>
                    <a:pt x="315510" y="414392"/>
                    <a:pt x="314110" y="417768"/>
                  </a:cubicBezTo>
                  <a:cubicBezTo>
                    <a:pt x="312711" y="421144"/>
                    <a:pt x="309413" y="423343"/>
                    <a:pt x="305758" y="423337"/>
                  </a:cubicBezTo>
                  <a:lnTo>
                    <a:pt x="56704" y="423337"/>
                  </a:lnTo>
                  <a:cubicBezTo>
                    <a:pt x="53050" y="423343"/>
                    <a:pt x="49752" y="421144"/>
                    <a:pt x="48352" y="417768"/>
                  </a:cubicBezTo>
                  <a:cubicBezTo>
                    <a:pt x="46953" y="414392"/>
                    <a:pt x="47728" y="410505"/>
                    <a:pt x="50316" y="407924"/>
                  </a:cubicBezTo>
                  <a:cubicBezTo>
                    <a:pt x="84371" y="373887"/>
                    <a:pt x="129941" y="352952"/>
                    <a:pt x="181231" y="352952"/>
                  </a:cubicBezTo>
                  <a:cubicBezTo>
                    <a:pt x="232522" y="352952"/>
                    <a:pt x="278091" y="373887"/>
                    <a:pt x="312147" y="407924"/>
                  </a:cubicBezTo>
                  <a:close/>
                  <a:moveTo>
                    <a:pt x="334850" y="128154"/>
                  </a:moveTo>
                  <a:lnTo>
                    <a:pt x="341167" y="81231"/>
                  </a:lnTo>
                  <a:cubicBezTo>
                    <a:pt x="342539" y="71070"/>
                    <a:pt x="334850" y="63364"/>
                    <a:pt x="326404" y="63364"/>
                  </a:cubicBezTo>
                  <a:cubicBezTo>
                    <a:pt x="317958" y="63364"/>
                    <a:pt x="310270" y="71070"/>
                    <a:pt x="311623" y="81231"/>
                  </a:cubicBezTo>
                  <a:lnTo>
                    <a:pt x="317940" y="128154"/>
                  </a:lnTo>
                  <a:cubicBezTo>
                    <a:pt x="317940" y="131763"/>
                    <a:pt x="322181" y="135373"/>
                    <a:pt x="326404" y="135373"/>
                  </a:cubicBezTo>
                  <a:cubicBezTo>
                    <a:pt x="330627" y="135373"/>
                    <a:pt x="334850" y="131763"/>
                    <a:pt x="334850" y="128154"/>
                  </a:cubicBezTo>
                  <a:close/>
                  <a:moveTo>
                    <a:pt x="337738" y="152879"/>
                  </a:moveTo>
                  <a:cubicBezTo>
                    <a:pt x="334748" y="149827"/>
                    <a:pt x="330676" y="148076"/>
                    <a:pt x="326404" y="148006"/>
                  </a:cubicBezTo>
                  <a:cubicBezTo>
                    <a:pt x="322132" y="148076"/>
                    <a:pt x="318060" y="149827"/>
                    <a:pt x="315070" y="152879"/>
                  </a:cubicBezTo>
                  <a:cubicBezTo>
                    <a:pt x="311997" y="155872"/>
                    <a:pt x="310232" y="159959"/>
                    <a:pt x="310162" y="164249"/>
                  </a:cubicBezTo>
                  <a:cubicBezTo>
                    <a:pt x="310242" y="168526"/>
                    <a:pt x="312006" y="172598"/>
                    <a:pt x="315070" y="175582"/>
                  </a:cubicBezTo>
                  <a:cubicBezTo>
                    <a:pt x="318058" y="178641"/>
                    <a:pt x="322130" y="180398"/>
                    <a:pt x="326404" y="180473"/>
                  </a:cubicBezTo>
                  <a:cubicBezTo>
                    <a:pt x="330685" y="180403"/>
                    <a:pt x="334764" y="178645"/>
                    <a:pt x="337756" y="175582"/>
                  </a:cubicBezTo>
                  <a:cubicBezTo>
                    <a:pt x="340819" y="172591"/>
                    <a:pt x="342576" y="168511"/>
                    <a:pt x="342647" y="164231"/>
                  </a:cubicBezTo>
                  <a:cubicBezTo>
                    <a:pt x="342572" y="159956"/>
                    <a:pt x="340814" y="155884"/>
                    <a:pt x="337756" y="152897"/>
                  </a:cubicBezTo>
                  <a:close/>
                  <a:moveTo>
                    <a:pt x="18047" y="174283"/>
                  </a:moveTo>
                  <a:cubicBezTo>
                    <a:pt x="8080" y="174283"/>
                    <a:pt x="0" y="166203"/>
                    <a:pt x="0" y="156236"/>
                  </a:cubicBezTo>
                  <a:lnTo>
                    <a:pt x="0" y="98484"/>
                  </a:lnTo>
                  <a:cubicBezTo>
                    <a:pt x="0" y="88973"/>
                    <a:pt x="3248" y="79643"/>
                    <a:pt x="10250" y="72640"/>
                  </a:cubicBezTo>
                  <a:cubicBezTo>
                    <a:pt x="17253" y="65638"/>
                    <a:pt x="26583" y="62389"/>
                    <a:pt x="36094" y="62389"/>
                  </a:cubicBezTo>
                  <a:lnTo>
                    <a:pt x="93846" y="62389"/>
                  </a:lnTo>
                  <a:cubicBezTo>
                    <a:pt x="103813" y="62389"/>
                    <a:pt x="111893" y="70469"/>
                    <a:pt x="111893" y="80437"/>
                  </a:cubicBezTo>
                  <a:cubicBezTo>
                    <a:pt x="111893" y="90404"/>
                    <a:pt x="103813" y="98484"/>
                    <a:pt x="93846" y="98484"/>
                  </a:cubicBezTo>
                  <a:lnTo>
                    <a:pt x="36094" y="98484"/>
                  </a:lnTo>
                  <a:lnTo>
                    <a:pt x="36094" y="156236"/>
                  </a:lnTo>
                  <a:cubicBezTo>
                    <a:pt x="36094" y="166203"/>
                    <a:pt x="28014" y="174283"/>
                    <a:pt x="18047" y="174283"/>
                  </a:cubicBezTo>
                  <a:close/>
                  <a:moveTo>
                    <a:pt x="36094" y="313248"/>
                  </a:moveTo>
                  <a:lnTo>
                    <a:pt x="93846" y="313248"/>
                  </a:lnTo>
                  <a:cubicBezTo>
                    <a:pt x="103813" y="313248"/>
                    <a:pt x="111893" y="321328"/>
                    <a:pt x="111893" y="331295"/>
                  </a:cubicBezTo>
                  <a:cubicBezTo>
                    <a:pt x="111893" y="341262"/>
                    <a:pt x="103813" y="349342"/>
                    <a:pt x="93846" y="349342"/>
                  </a:cubicBezTo>
                  <a:lnTo>
                    <a:pt x="36094" y="349342"/>
                  </a:lnTo>
                  <a:cubicBezTo>
                    <a:pt x="26583" y="349342"/>
                    <a:pt x="17253" y="346094"/>
                    <a:pt x="10250" y="339092"/>
                  </a:cubicBezTo>
                  <a:cubicBezTo>
                    <a:pt x="3248" y="332089"/>
                    <a:pt x="0" y="322759"/>
                    <a:pt x="0" y="313248"/>
                  </a:cubicBezTo>
                  <a:lnTo>
                    <a:pt x="0" y="255496"/>
                  </a:lnTo>
                  <a:cubicBezTo>
                    <a:pt x="0" y="245529"/>
                    <a:pt x="8080" y="237449"/>
                    <a:pt x="18047" y="237449"/>
                  </a:cubicBezTo>
                  <a:cubicBezTo>
                    <a:pt x="28014" y="237449"/>
                    <a:pt x="36094" y="245529"/>
                    <a:pt x="36094" y="255496"/>
                  </a:cubicBezTo>
                  <a:close/>
                  <a:moveTo>
                    <a:pt x="349866" y="237449"/>
                  </a:moveTo>
                  <a:cubicBezTo>
                    <a:pt x="359833" y="237449"/>
                    <a:pt x="367913" y="245529"/>
                    <a:pt x="367913" y="255496"/>
                  </a:cubicBezTo>
                  <a:lnTo>
                    <a:pt x="367913" y="313248"/>
                  </a:lnTo>
                  <a:cubicBezTo>
                    <a:pt x="367913" y="322759"/>
                    <a:pt x="364665" y="332089"/>
                    <a:pt x="357662" y="339092"/>
                  </a:cubicBezTo>
                  <a:cubicBezTo>
                    <a:pt x="350660" y="346094"/>
                    <a:pt x="341329" y="349342"/>
                    <a:pt x="331818" y="349342"/>
                  </a:cubicBezTo>
                  <a:lnTo>
                    <a:pt x="272262" y="349342"/>
                  </a:lnTo>
                  <a:cubicBezTo>
                    <a:pt x="262295" y="349342"/>
                    <a:pt x="254215" y="341262"/>
                    <a:pt x="254215" y="331295"/>
                  </a:cubicBezTo>
                  <a:cubicBezTo>
                    <a:pt x="254215" y="321328"/>
                    <a:pt x="262295" y="313248"/>
                    <a:pt x="272262" y="313248"/>
                  </a:cubicBezTo>
                  <a:lnTo>
                    <a:pt x="331818" y="313248"/>
                  </a:lnTo>
                  <a:lnTo>
                    <a:pt x="331818" y="255496"/>
                  </a:lnTo>
                  <a:cubicBezTo>
                    <a:pt x="331818" y="245529"/>
                    <a:pt x="339898" y="237449"/>
                    <a:pt x="349866" y="237449"/>
                  </a:cubicBez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F31BF27-428C-2D2B-49E7-74F75AAF93B9}"/>
                </a:ext>
              </a:extLst>
            </p:cNvPr>
            <p:cNvSpPr txBox="1"/>
            <p:nvPr/>
          </p:nvSpPr>
          <p:spPr>
            <a:xfrm>
              <a:off x="2934031" y="3907712"/>
              <a:ext cx="1351336" cy="459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E0CB15"/>
                  </a:solidFill>
                  <a:latin typeface="+mj-lt"/>
                </a:rPr>
                <a:t>Producción</a:t>
              </a:r>
              <a:r>
                <a:rPr sz="2000" b="1" dirty="0">
                  <a:solidFill>
                    <a:srgbClr val="E0CB15"/>
                  </a:solidFill>
                  <a:latin typeface="+mj-lt"/>
                </a:rPr>
                <a:t> de
audios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72236E1-F1F0-FAF0-C2A2-3EAADDC90FCC}"/>
                </a:ext>
              </a:extLst>
            </p:cNvPr>
            <p:cNvSpPr txBox="1"/>
            <p:nvPr/>
          </p:nvSpPr>
          <p:spPr>
            <a:xfrm>
              <a:off x="4429261" y="3914746"/>
              <a:ext cx="1376454" cy="459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DE8431"/>
                  </a:solidFill>
                  <a:latin typeface="+mj-lt"/>
                </a:rPr>
                <a:t>Generación de
</a:t>
              </a:r>
              <a:r>
                <a:rPr sz="2000" b="1" dirty="0" err="1">
                  <a:solidFill>
                    <a:srgbClr val="DE8431"/>
                  </a:solidFill>
                  <a:latin typeface="+mj-lt"/>
                </a:rPr>
                <a:t>moléculas</a:t>
              </a:r>
              <a:endParaRPr sz="2000" b="1" dirty="0">
                <a:solidFill>
                  <a:srgbClr val="DE8431"/>
                </a:solidFill>
                <a:latin typeface="+mj-lt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33B1280-6021-37EB-14D7-0F8FCCF4009F}"/>
                </a:ext>
              </a:extLst>
            </p:cNvPr>
            <p:cNvSpPr txBox="1"/>
            <p:nvPr/>
          </p:nvSpPr>
          <p:spPr>
            <a:xfrm>
              <a:off x="6026697" y="3917167"/>
              <a:ext cx="1234359" cy="459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E55753"/>
                  </a:solidFill>
                  <a:latin typeface="+mj-lt"/>
                </a:rPr>
                <a:t>Detección</a:t>
              </a:r>
              <a:r>
                <a:rPr sz="2000" b="1" dirty="0">
                  <a:solidFill>
                    <a:srgbClr val="E55753"/>
                  </a:solidFill>
                  <a:latin typeface="+mj-lt"/>
                </a:rPr>
                <a:t> de
</a:t>
              </a:r>
              <a:r>
                <a:rPr sz="2000" b="1" dirty="0" err="1">
                  <a:solidFill>
                    <a:srgbClr val="E55753"/>
                  </a:solidFill>
                  <a:latin typeface="+mj-lt"/>
                </a:rPr>
                <a:t>anomalías</a:t>
              </a:r>
              <a:endParaRPr sz="2000" b="1" dirty="0">
                <a:solidFill>
                  <a:srgbClr val="E55753"/>
                </a:solidFill>
                <a:latin typeface="+mj-lt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82F82BD-60F7-B32B-D594-29193364B16A}"/>
                </a:ext>
              </a:extLst>
            </p:cNvPr>
            <p:cNvSpPr txBox="1"/>
            <p:nvPr/>
          </p:nvSpPr>
          <p:spPr>
            <a:xfrm>
              <a:off x="7459783" y="3919221"/>
              <a:ext cx="1376454" cy="688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DE58A9"/>
                  </a:solidFill>
                  <a:latin typeface="+mj-lt"/>
                </a:rPr>
                <a:t>Generación de
</a:t>
              </a:r>
              <a:r>
                <a:rPr sz="2000" b="1" dirty="0" err="1">
                  <a:solidFill>
                    <a:srgbClr val="DE58A9"/>
                  </a:solidFill>
                  <a:latin typeface="+mj-lt"/>
                </a:rPr>
                <a:t>imágenes</a:t>
              </a:r>
              <a:r>
                <a:rPr sz="2000" b="1" dirty="0">
                  <a:solidFill>
                    <a:srgbClr val="DE58A9"/>
                  </a:solidFill>
                  <a:latin typeface="+mj-lt"/>
                </a:rPr>
                <a:t>
</a:t>
              </a:r>
              <a:r>
                <a:rPr sz="2000" b="1" dirty="0" err="1">
                  <a:solidFill>
                    <a:srgbClr val="DE58A9"/>
                  </a:solidFill>
                  <a:latin typeface="+mj-lt"/>
                </a:rPr>
                <a:t>médicas</a:t>
              </a:r>
              <a:endParaRPr sz="2000" b="1" dirty="0">
                <a:solidFill>
                  <a:srgbClr val="DE58A9"/>
                </a:solidFill>
                <a:latin typeface="+mj-lt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1A7EA96-51B0-298F-8F56-798904AD4103}"/>
                </a:ext>
              </a:extLst>
            </p:cNvPr>
            <p:cNvSpPr txBox="1"/>
            <p:nvPr/>
          </p:nvSpPr>
          <p:spPr>
            <a:xfrm>
              <a:off x="7567585" y="4640065"/>
              <a:ext cx="1153026" cy="643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 err="1">
                  <a:solidFill>
                    <a:srgbClr val="573E4D"/>
                  </a:solidFill>
                  <a:latin typeface="+mj-lt"/>
                </a:rPr>
                <a:t>Producción</a:t>
              </a:r>
              <a:r>
                <a:rPr sz="1400" b="0" dirty="0">
                  <a:solidFill>
                    <a:srgbClr val="573E4D"/>
                  </a:solidFill>
                  <a:latin typeface="+mj-lt"/>
                </a:rPr>
                <a:t> de
</a:t>
              </a:r>
              <a:r>
                <a:rPr sz="1400" b="0" dirty="0" err="1">
                  <a:solidFill>
                    <a:srgbClr val="573E4D"/>
                  </a:solidFill>
                  <a:latin typeface="+mj-lt"/>
                </a:rPr>
                <a:t>imágenes</a:t>
              </a:r>
              <a:r>
                <a:rPr sz="1400" b="0" dirty="0">
                  <a:solidFill>
                    <a:srgbClr val="573E4D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573E4D"/>
                  </a:solidFill>
                  <a:latin typeface="+mj-lt"/>
                </a:rPr>
                <a:t>médicas</a:t>
              </a:r>
              <a:r>
                <a:rPr sz="1400" b="0" dirty="0">
                  <a:solidFill>
                    <a:srgbClr val="573E4D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573E4D"/>
                  </a:solidFill>
                  <a:latin typeface="+mj-lt"/>
                </a:rPr>
                <a:t>sintéticas</a:t>
              </a:r>
              <a:r>
                <a:rPr sz="1400" b="0" dirty="0">
                  <a:solidFill>
                    <a:srgbClr val="573E4D"/>
                  </a:solidFill>
                  <a:latin typeface="+mj-lt"/>
                </a:rPr>
                <a:t> para
</a:t>
              </a:r>
              <a:r>
                <a:rPr sz="1400" b="0" dirty="0" err="1">
                  <a:solidFill>
                    <a:srgbClr val="573E4D"/>
                  </a:solidFill>
                  <a:latin typeface="+mj-lt"/>
                </a:rPr>
                <a:t>investigación</a:t>
              </a:r>
              <a:r>
                <a:rPr sz="1400" b="0" dirty="0">
                  <a:solidFill>
                    <a:srgbClr val="573E4D"/>
                  </a:solidFill>
                  <a:latin typeface="+mj-lt"/>
                </a:rPr>
                <a:t>.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D652EAD-2356-3D98-718F-FAE587294747}"/>
                </a:ext>
              </a:extLst>
            </p:cNvPr>
            <p:cNvSpPr txBox="1"/>
            <p:nvPr/>
          </p:nvSpPr>
          <p:spPr>
            <a:xfrm>
              <a:off x="2978308" y="4612356"/>
              <a:ext cx="1262778" cy="4822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 err="1">
                  <a:solidFill>
                    <a:srgbClr val="46432D"/>
                  </a:solidFill>
                  <a:latin typeface="+mj-lt"/>
                </a:rPr>
                <a:t>Creación</a:t>
              </a:r>
              <a:r>
                <a:rPr sz="1400" b="0" dirty="0">
                  <a:solidFill>
                    <a:srgbClr val="46432D"/>
                  </a:solidFill>
                  <a:latin typeface="+mj-lt"/>
                </a:rPr>
                <a:t> de </a:t>
              </a:r>
              <a:r>
                <a:rPr sz="1400" b="0" dirty="0" err="1">
                  <a:solidFill>
                    <a:srgbClr val="46432D"/>
                  </a:solidFill>
                  <a:latin typeface="+mj-lt"/>
                </a:rPr>
                <a:t>sonidos</a:t>
              </a:r>
              <a:r>
                <a:rPr sz="1400" b="0" dirty="0">
                  <a:solidFill>
                    <a:srgbClr val="46432D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46432D"/>
                  </a:solidFill>
                  <a:latin typeface="+mj-lt"/>
                </a:rPr>
                <a:t>artificiales</a:t>
              </a:r>
              <a:r>
                <a:rPr sz="1400" b="0" dirty="0">
                  <a:solidFill>
                    <a:srgbClr val="46432D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6432D"/>
                  </a:solidFill>
                  <a:latin typeface="+mj-lt"/>
                </a:rPr>
                <a:t>como</a:t>
              </a:r>
              <a:r>
                <a:rPr sz="1400" b="0" dirty="0">
                  <a:solidFill>
                    <a:srgbClr val="46432D"/>
                  </a:solidFill>
                  <a:latin typeface="+mj-lt"/>
                </a:rPr>
                <a:t>
voces o </a:t>
              </a:r>
              <a:r>
                <a:rPr sz="1400" b="0" dirty="0" err="1">
                  <a:solidFill>
                    <a:srgbClr val="46432D"/>
                  </a:solidFill>
                  <a:latin typeface="+mj-lt"/>
                </a:rPr>
                <a:t>música</a:t>
              </a:r>
              <a:r>
                <a:rPr sz="1400" b="0" dirty="0">
                  <a:solidFill>
                    <a:srgbClr val="46432D"/>
                  </a:solidFill>
                  <a:latin typeface="+mj-lt"/>
                </a:rPr>
                <a:t>.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6B219BE-F81F-F11C-B460-25F14953A2CE}"/>
                </a:ext>
              </a:extLst>
            </p:cNvPr>
            <p:cNvSpPr txBox="1"/>
            <p:nvPr/>
          </p:nvSpPr>
          <p:spPr>
            <a:xfrm>
              <a:off x="4644349" y="4608165"/>
              <a:ext cx="960456" cy="803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 err="1">
                  <a:solidFill>
                    <a:srgbClr val="4C4034"/>
                  </a:solidFill>
                  <a:latin typeface="+mj-lt"/>
                </a:rPr>
                <a:t>Generando</a:t>
              </a:r>
              <a:r>
                <a:rPr sz="1400" b="0" dirty="0">
                  <a:solidFill>
                    <a:srgbClr val="4C4034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4C4034"/>
                  </a:solidFill>
                  <a:latin typeface="+mj-lt"/>
                </a:rPr>
                <a:t>moléculas</a:t>
              </a:r>
              <a:r>
                <a:rPr sz="1400" b="0" dirty="0">
                  <a:solidFill>
                    <a:srgbClr val="4C4034"/>
                  </a:solidFill>
                  <a:latin typeface="+mj-lt"/>
                </a:rPr>
                <a:t> para
</a:t>
              </a:r>
              <a:r>
                <a:rPr sz="1400" b="0" dirty="0" err="1">
                  <a:solidFill>
                    <a:srgbClr val="4C4034"/>
                  </a:solidFill>
                  <a:latin typeface="+mj-lt"/>
                </a:rPr>
                <a:t>propósitos</a:t>
              </a:r>
              <a:r>
                <a:rPr sz="1400" b="0" dirty="0">
                  <a:solidFill>
                    <a:srgbClr val="4C4034"/>
                  </a:solidFill>
                  <a:latin typeface="+mj-lt"/>
                </a:rPr>
                <a:t> de
</a:t>
              </a:r>
              <a:r>
                <a:rPr sz="1400" b="0" dirty="0" err="1">
                  <a:solidFill>
                    <a:srgbClr val="4C4034"/>
                  </a:solidFill>
                  <a:latin typeface="+mj-lt"/>
                </a:rPr>
                <a:t>química</a:t>
              </a:r>
              <a:r>
                <a:rPr sz="1400" b="0" dirty="0">
                  <a:solidFill>
                    <a:srgbClr val="4C4034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4C4034"/>
                  </a:solidFill>
                  <a:latin typeface="+mj-lt"/>
                </a:rPr>
                <a:t>computacional</a:t>
              </a:r>
              <a:r>
                <a:rPr sz="1400" b="0" dirty="0">
                  <a:solidFill>
                    <a:srgbClr val="4C4034"/>
                  </a:solidFill>
                  <a:latin typeface="+mj-lt"/>
                </a:rPr>
                <a:t>.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A39F9A2-CB4E-3B31-CDF7-858D42998073}"/>
                </a:ext>
              </a:extLst>
            </p:cNvPr>
            <p:cNvSpPr txBox="1"/>
            <p:nvPr/>
          </p:nvSpPr>
          <p:spPr>
            <a:xfrm>
              <a:off x="5982106" y="4640065"/>
              <a:ext cx="1301052" cy="6430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 err="1">
                  <a:solidFill>
                    <a:srgbClr val="543A3A"/>
                  </a:solidFill>
                  <a:latin typeface="+mj-lt"/>
                </a:rPr>
                <a:t>Identificación</a:t>
              </a:r>
              <a:r>
                <a:rPr sz="1400" b="0" dirty="0">
                  <a:solidFill>
                    <a:srgbClr val="543A3A"/>
                  </a:solidFill>
                  <a:latin typeface="+mj-lt"/>
                </a:rPr>
                <a:t> de
</a:t>
              </a:r>
              <a:r>
                <a:rPr sz="1400" b="0" dirty="0" err="1">
                  <a:solidFill>
                    <a:srgbClr val="543A3A"/>
                  </a:solidFill>
                  <a:latin typeface="+mj-lt"/>
                </a:rPr>
                <a:t>patrones</a:t>
              </a:r>
              <a:r>
                <a:rPr sz="1400" b="0" dirty="0">
                  <a:solidFill>
                    <a:srgbClr val="543A3A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543A3A"/>
                  </a:solidFill>
                  <a:latin typeface="+mj-lt"/>
                </a:rPr>
                <a:t>inusuales</a:t>
              </a:r>
              <a:r>
                <a:rPr sz="1400" b="0" dirty="0">
                  <a:solidFill>
                    <a:srgbClr val="543A3A"/>
                  </a:solidFill>
                  <a:latin typeface="+mj-lt"/>
                </a:rPr>
                <a:t> o
</a:t>
              </a:r>
              <a:r>
                <a:rPr sz="1400" b="0" dirty="0" err="1">
                  <a:solidFill>
                    <a:srgbClr val="543A3A"/>
                  </a:solidFill>
                  <a:latin typeface="+mj-lt"/>
                </a:rPr>
                <a:t>valores</a:t>
              </a:r>
              <a:r>
                <a:rPr sz="1400" b="0" dirty="0">
                  <a:solidFill>
                    <a:srgbClr val="543A3A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543A3A"/>
                  </a:solidFill>
                  <a:latin typeface="+mj-lt"/>
                </a:rPr>
                <a:t>atípicos</a:t>
              </a:r>
              <a:r>
                <a:rPr sz="1400" b="0" dirty="0">
                  <a:solidFill>
                    <a:srgbClr val="543A3A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543A3A"/>
                  </a:solidFill>
                  <a:latin typeface="+mj-lt"/>
                </a:rPr>
                <a:t>en</a:t>
              </a:r>
              <a:r>
                <a:rPr sz="1400" b="0" dirty="0">
                  <a:solidFill>
                    <a:srgbClr val="543A3A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543A3A"/>
                  </a:solidFill>
                  <a:latin typeface="+mj-lt"/>
                </a:rPr>
                <a:t>los</a:t>
              </a:r>
              <a:r>
                <a:rPr sz="1400" b="0" dirty="0">
                  <a:solidFill>
                    <a:srgbClr val="543A3A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543A3A"/>
                  </a:solidFill>
                  <a:latin typeface="+mj-lt"/>
                </a:rPr>
                <a:t>datos</a:t>
              </a:r>
              <a:r>
                <a:rPr sz="1400" b="0" dirty="0">
                  <a:solidFill>
                    <a:srgbClr val="543A3A"/>
                  </a:solidFill>
                  <a:latin typeface="+mj-lt"/>
                </a:rPr>
                <a:t>.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B7A5EF3-BF0F-02B5-7640-8D98AE85C3D8}"/>
                </a:ext>
              </a:extLst>
            </p:cNvPr>
            <p:cNvSpPr txBox="1"/>
            <p:nvPr/>
          </p:nvSpPr>
          <p:spPr>
            <a:xfrm>
              <a:off x="9029793" y="4640065"/>
              <a:ext cx="1278614" cy="803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 err="1">
                  <a:solidFill>
                    <a:srgbClr val="4F3D58"/>
                  </a:solidFill>
                  <a:latin typeface="+mj-lt"/>
                </a:rPr>
                <a:t>Eliminación</a:t>
              </a:r>
              <a:r>
                <a:rPr sz="1400" b="0" dirty="0">
                  <a:solidFill>
                    <a:srgbClr val="4F3D58"/>
                  </a:solidFill>
                  <a:latin typeface="+mj-lt"/>
                </a:rPr>
                <a:t> de </a:t>
              </a:r>
              <a:r>
                <a:rPr sz="1400" b="0" dirty="0" err="1">
                  <a:solidFill>
                    <a:srgbClr val="4F3D58"/>
                  </a:solidFill>
                  <a:latin typeface="+mj-lt"/>
                </a:rPr>
                <a:t>ruido</a:t>
              </a:r>
              <a:r>
                <a:rPr sz="1400" b="0" dirty="0">
                  <a:solidFill>
                    <a:srgbClr val="4F3D58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4F3D58"/>
                  </a:solidFill>
                  <a:latin typeface="+mj-lt"/>
                </a:rPr>
                <a:t>en</a:t>
              </a:r>
              <a:r>
                <a:rPr sz="1400" b="0" dirty="0">
                  <a:solidFill>
                    <a:srgbClr val="4F3D5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F3D58"/>
                  </a:solidFill>
                  <a:latin typeface="+mj-lt"/>
                </a:rPr>
                <a:t>escaneos</a:t>
              </a:r>
              <a:r>
                <a:rPr sz="1400" b="0" dirty="0">
                  <a:solidFill>
                    <a:srgbClr val="4F3D58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4F3D58"/>
                  </a:solidFill>
                  <a:latin typeface="+mj-lt"/>
                </a:rPr>
                <a:t>médicos</a:t>
              </a:r>
              <a:r>
                <a:rPr sz="1400" b="0" dirty="0">
                  <a:solidFill>
                    <a:srgbClr val="4F3D58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4F3D58"/>
                  </a:solidFill>
                  <a:latin typeface="+mj-lt"/>
                </a:rPr>
                <a:t>como</a:t>
              </a:r>
              <a:r>
                <a:rPr sz="1400" b="0" dirty="0">
                  <a:solidFill>
                    <a:srgbClr val="4F3D58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4F3D58"/>
                  </a:solidFill>
                  <a:latin typeface="+mj-lt"/>
                </a:rPr>
                <a:t>resonancias</a:t>
              </a:r>
              <a:r>
                <a:rPr sz="1400" b="0" dirty="0">
                  <a:solidFill>
                    <a:srgbClr val="4F3D58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4F3D58"/>
                  </a:solidFill>
                  <a:latin typeface="+mj-lt"/>
                </a:rPr>
                <a:t>magnéticas</a:t>
              </a:r>
              <a:r>
                <a:rPr sz="1400" b="0" dirty="0">
                  <a:solidFill>
                    <a:srgbClr val="4F3D58"/>
                  </a:solidFill>
                  <a:latin typeface="+mj-lt"/>
                </a:rPr>
                <a:t>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084CE1B-CB95-FFCC-D36F-1BBA6E3EE8F5}"/>
                </a:ext>
              </a:extLst>
            </p:cNvPr>
            <p:cNvSpPr txBox="1"/>
            <p:nvPr/>
          </p:nvSpPr>
          <p:spPr>
            <a:xfrm>
              <a:off x="8969990" y="3914746"/>
              <a:ext cx="1398222" cy="459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BA5DE5"/>
                  </a:solidFill>
                  <a:latin typeface="+mj-lt"/>
                </a:rPr>
                <a:t>Eliminación</a:t>
              </a:r>
              <a:r>
                <a:rPr sz="2000" b="1" dirty="0">
                  <a:solidFill>
                    <a:srgbClr val="BA5DE5"/>
                  </a:solidFill>
                  <a:latin typeface="+mj-lt"/>
                </a:rPr>
                <a:t> de
</a:t>
              </a:r>
              <a:r>
                <a:rPr sz="2000" b="1" dirty="0" err="1">
                  <a:solidFill>
                    <a:srgbClr val="BA5DE5"/>
                  </a:solidFill>
                  <a:latin typeface="+mj-lt"/>
                </a:rPr>
                <a:t>ruido</a:t>
              </a:r>
              <a:endParaRPr sz="2000" b="1" dirty="0">
                <a:solidFill>
                  <a:srgbClr val="BA5DE5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8515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EE3E3-54FA-9D09-CAB2-891F5E25D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B73EA-9C4B-C7C3-872D-50A14ED92E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Ventajas</a:t>
            </a:r>
            <a:endParaRPr lang="en-US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9E22609-4748-E8F8-061B-9D3D9E5066CF}"/>
              </a:ext>
            </a:extLst>
          </p:cNvPr>
          <p:cNvGrpSpPr/>
          <p:nvPr/>
        </p:nvGrpSpPr>
        <p:grpSpPr>
          <a:xfrm>
            <a:off x="1049079" y="1623237"/>
            <a:ext cx="10349023" cy="4789973"/>
            <a:chOff x="2106504" y="2066210"/>
            <a:chExt cx="7385539" cy="28487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EE98144-8F18-10F3-EC92-421D1FBD4381}"/>
                </a:ext>
              </a:extLst>
            </p:cNvPr>
            <p:cNvGrpSpPr/>
            <p:nvPr/>
          </p:nvGrpSpPr>
          <p:grpSpPr>
            <a:xfrm>
              <a:off x="2106504" y="2066210"/>
              <a:ext cx="1688123" cy="2426676"/>
              <a:chOff x="422030" y="1160584"/>
              <a:chExt cx="1688123" cy="2426676"/>
            </a:xfrm>
          </p:grpSpPr>
          <p:sp>
            <p:nvSpPr>
              <p:cNvPr id="4" name="Rounded Rectangle 1">
                <a:extLst>
                  <a:ext uri="{FF2B5EF4-FFF2-40B4-BE49-F238E27FC236}">
                    <a16:creationId xmlns:a16="http://schemas.microsoft.com/office/drawing/2014/main" id="{DFC03EB6-A75F-688E-3020-6C95564BAE14}"/>
                  </a:ext>
                </a:extLst>
              </p:cNvPr>
              <p:cNvSpPr/>
              <p:nvPr/>
            </p:nvSpPr>
            <p:spPr>
              <a:xfrm>
                <a:off x="422030" y="1160584"/>
                <a:ext cx="1688123" cy="2426676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2426676">
                    <a:moveTo>
                      <a:pt x="1688123" y="422030"/>
                    </a:moveTo>
                    <a:lnTo>
                      <a:pt x="0" y="422030"/>
                    </a:lnTo>
                    <a:cubicBezTo>
                      <a:pt x="0" y="188949"/>
                      <a:pt x="0" y="0"/>
                      <a:pt x="0" y="0"/>
                    </a:cubicBezTo>
                    <a:lnTo>
                      <a:pt x="1688123" y="0"/>
                    </a:lnTo>
                    <a:close/>
                    <a:moveTo>
                      <a:pt x="0" y="2004646"/>
                    </a:moveTo>
                    <a:lnTo>
                      <a:pt x="0" y="422030"/>
                    </a:lnTo>
                    <a:lnTo>
                      <a:pt x="1688123" y="422030"/>
                    </a:lnTo>
                    <a:lnTo>
                      <a:pt x="1688123" y="2004646"/>
                    </a:lnTo>
                    <a:close/>
                    <a:moveTo>
                      <a:pt x="1688123" y="2004646"/>
                    </a:moveTo>
                    <a:cubicBezTo>
                      <a:pt x="1688123" y="2294792"/>
                      <a:pt x="1626576" y="2373923"/>
                      <a:pt x="1626576" y="2373923"/>
                    </a:cubicBezTo>
                    <a:cubicBezTo>
                      <a:pt x="1406769" y="2426676"/>
                      <a:pt x="1166906" y="2426676"/>
                      <a:pt x="941374" y="2426676"/>
                    </a:cubicBezTo>
                    <a:lnTo>
                      <a:pt x="0" y="2426676"/>
                    </a:lnTo>
                    <a:lnTo>
                      <a:pt x="0" y="2004646"/>
                    </a:lnTo>
                    <a:close/>
                  </a:path>
                </a:pathLst>
              </a:custGeom>
              <a:solidFill>
                <a:srgbClr val="E0CB15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" name="Rounded Rectangle 2">
                <a:extLst>
                  <a:ext uri="{FF2B5EF4-FFF2-40B4-BE49-F238E27FC236}">
                    <a16:creationId xmlns:a16="http://schemas.microsoft.com/office/drawing/2014/main" id="{260FBEEA-1FAA-CB8B-8239-002FB97B2886}"/>
                  </a:ext>
                </a:extLst>
              </p:cNvPr>
              <p:cNvSpPr/>
              <p:nvPr/>
            </p:nvSpPr>
            <p:spPr>
              <a:xfrm>
                <a:off x="422030" y="1160584"/>
                <a:ext cx="1688123" cy="2426676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2426676">
                    <a:moveTo>
                      <a:pt x="0" y="422029"/>
                    </a:moveTo>
                    <a:lnTo>
                      <a:pt x="0" y="0"/>
                    </a:lnTo>
                    <a:lnTo>
                      <a:pt x="1688123" y="0"/>
                    </a:lnTo>
                    <a:lnTo>
                      <a:pt x="1688123" y="422030"/>
                    </a:lnTo>
                    <a:moveTo>
                      <a:pt x="1688122" y="2004646"/>
                    </a:moveTo>
                    <a:lnTo>
                      <a:pt x="1688122" y="422030"/>
                    </a:lnTo>
                    <a:moveTo>
                      <a:pt x="0" y="2004646"/>
                    </a:moveTo>
                    <a:lnTo>
                      <a:pt x="0" y="422030"/>
                    </a:lnTo>
                    <a:moveTo>
                      <a:pt x="1688123" y="2004646"/>
                    </a:moveTo>
                    <a:cubicBezTo>
                      <a:pt x="1688123" y="2294792"/>
                      <a:pt x="1626576" y="2373923"/>
                      <a:pt x="1626576" y="2373923"/>
                    </a:cubicBezTo>
                    <a:cubicBezTo>
                      <a:pt x="1406769" y="2426676"/>
                      <a:pt x="1166907" y="2426676"/>
                      <a:pt x="941377" y="2426676"/>
                    </a:cubicBezTo>
                    <a:lnTo>
                      <a:pt x="0" y="2426676"/>
                    </a:lnTo>
                    <a:lnTo>
                      <a:pt x="0" y="2004646"/>
                    </a:lnTo>
                  </a:path>
                </a:pathLst>
              </a:custGeom>
              <a:noFill/>
              <a:ln w="1318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0FEEB83-F136-AF6E-C8F5-3D64A3D12278}"/>
                </a:ext>
              </a:extLst>
            </p:cNvPr>
            <p:cNvGrpSpPr/>
            <p:nvPr/>
          </p:nvGrpSpPr>
          <p:grpSpPr>
            <a:xfrm>
              <a:off x="4005643" y="2171718"/>
              <a:ext cx="1688123" cy="2743200"/>
              <a:chOff x="2321169" y="1266092"/>
              <a:chExt cx="1688123" cy="2743200"/>
            </a:xfrm>
          </p:grpSpPr>
          <p:sp>
            <p:nvSpPr>
              <p:cNvPr id="37" name="Rounded Rectangle 4">
                <a:extLst>
                  <a:ext uri="{FF2B5EF4-FFF2-40B4-BE49-F238E27FC236}">
                    <a16:creationId xmlns:a16="http://schemas.microsoft.com/office/drawing/2014/main" id="{404E6E10-4E3D-98ED-6278-3B43F2A8D336}"/>
                  </a:ext>
                </a:extLst>
              </p:cNvPr>
              <p:cNvSpPr/>
              <p:nvPr/>
            </p:nvSpPr>
            <p:spPr>
              <a:xfrm>
                <a:off x="2321169" y="1266092"/>
                <a:ext cx="1688123" cy="2743200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2743200">
                    <a:moveTo>
                      <a:pt x="1688123" y="422030"/>
                    </a:moveTo>
                    <a:lnTo>
                      <a:pt x="0" y="422030"/>
                    </a:lnTo>
                    <a:cubicBezTo>
                      <a:pt x="0" y="188949"/>
                      <a:pt x="0" y="0"/>
                      <a:pt x="0" y="0"/>
                    </a:cubicBezTo>
                    <a:lnTo>
                      <a:pt x="1688123" y="0"/>
                    </a:lnTo>
                    <a:close/>
                    <a:moveTo>
                      <a:pt x="0" y="2321169"/>
                    </a:moveTo>
                    <a:lnTo>
                      <a:pt x="0" y="422030"/>
                    </a:lnTo>
                    <a:lnTo>
                      <a:pt x="1688123" y="422030"/>
                    </a:lnTo>
                    <a:lnTo>
                      <a:pt x="1688123" y="2321169"/>
                    </a:lnTo>
                    <a:close/>
                    <a:moveTo>
                      <a:pt x="1688123" y="2321169"/>
                    </a:moveTo>
                    <a:lnTo>
                      <a:pt x="1688123" y="2743200"/>
                    </a:lnTo>
                    <a:lnTo>
                      <a:pt x="479180" y="2743200"/>
                    </a:lnTo>
                    <a:cubicBezTo>
                      <a:pt x="389199" y="2743200"/>
                      <a:pt x="231795" y="2737640"/>
                      <a:pt x="167053" y="2690446"/>
                    </a:cubicBezTo>
                    <a:lnTo>
                      <a:pt x="65942" y="2606919"/>
                    </a:lnTo>
                    <a:cubicBezTo>
                      <a:pt x="35169" y="2576146"/>
                      <a:pt x="6902" y="2540174"/>
                      <a:pt x="3965" y="2477800"/>
                    </a:cubicBezTo>
                    <a:cubicBezTo>
                      <a:pt x="1886" y="2433663"/>
                      <a:pt x="0" y="2382951"/>
                      <a:pt x="0" y="2344299"/>
                    </a:cubicBezTo>
                    <a:lnTo>
                      <a:pt x="0" y="2321169"/>
                    </a:lnTo>
                    <a:close/>
                  </a:path>
                </a:pathLst>
              </a:custGeom>
              <a:solidFill>
                <a:srgbClr val="DE8431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Rounded Rectangle 5">
                <a:extLst>
                  <a:ext uri="{FF2B5EF4-FFF2-40B4-BE49-F238E27FC236}">
                    <a16:creationId xmlns:a16="http://schemas.microsoft.com/office/drawing/2014/main" id="{CFDF176B-6CD7-B411-DF31-C19C881E1DC9}"/>
                  </a:ext>
                </a:extLst>
              </p:cNvPr>
              <p:cNvSpPr/>
              <p:nvPr/>
            </p:nvSpPr>
            <p:spPr>
              <a:xfrm>
                <a:off x="2321169" y="1266092"/>
                <a:ext cx="1688123" cy="2743200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2743200">
                    <a:moveTo>
                      <a:pt x="0" y="422029"/>
                    </a:moveTo>
                    <a:lnTo>
                      <a:pt x="0" y="0"/>
                    </a:lnTo>
                    <a:lnTo>
                      <a:pt x="1688123" y="0"/>
                    </a:lnTo>
                    <a:lnTo>
                      <a:pt x="1688123" y="422030"/>
                    </a:lnTo>
                    <a:moveTo>
                      <a:pt x="1688122" y="2321169"/>
                    </a:moveTo>
                    <a:lnTo>
                      <a:pt x="1688122" y="422030"/>
                    </a:lnTo>
                    <a:moveTo>
                      <a:pt x="0" y="2321169"/>
                    </a:moveTo>
                    <a:lnTo>
                      <a:pt x="0" y="422030"/>
                    </a:lnTo>
                    <a:moveTo>
                      <a:pt x="1688123" y="2321169"/>
                    </a:moveTo>
                    <a:lnTo>
                      <a:pt x="1688123" y="2743200"/>
                    </a:lnTo>
                    <a:lnTo>
                      <a:pt x="479180" y="2743200"/>
                    </a:lnTo>
                    <a:cubicBezTo>
                      <a:pt x="389199" y="2743200"/>
                      <a:pt x="231795" y="2737640"/>
                      <a:pt x="167053" y="2690446"/>
                    </a:cubicBezTo>
                    <a:lnTo>
                      <a:pt x="65942" y="2606919"/>
                    </a:lnTo>
                    <a:cubicBezTo>
                      <a:pt x="35169" y="2576146"/>
                      <a:pt x="6902" y="2540174"/>
                      <a:pt x="3965" y="2477800"/>
                    </a:cubicBezTo>
                    <a:cubicBezTo>
                      <a:pt x="1886" y="2433663"/>
                      <a:pt x="0" y="2382951"/>
                      <a:pt x="0" y="2344299"/>
                    </a:cubicBezTo>
                    <a:lnTo>
                      <a:pt x="0" y="2321169"/>
                    </a:lnTo>
                    <a:moveTo>
                      <a:pt x="4396" y="2488223"/>
                    </a:moveTo>
                    <a:cubicBezTo>
                      <a:pt x="17584" y="2602523"/>
                      <a:pt x="153865" y="2589334"/>
                      <a:pt x="153865" y="2589334"/>
                    </a:cubicBezTo>
                    <a:cubicBezTo>
                      <a:pt x="184638" y="2668465"/>
                      <a:pt x="206619" y="2716823"/>
                      <a:pt x="320919" y="2734407"/>
                    </a:cubicBezTo>
                  </a:path>
                </a:pathLst>
              </a:custGeom>
              <a:noFill/>
              <a:ln w="1318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3A5B93-D8BA-F339-89E3-65978AFD9D34}"/>
                </a:ext>
              </a:extLst>
            </p:cNvPr>
            <p:cNvGrpSpPr/>
            <p:nvPr/>
          </p:nvGrpSpPr>
          <p:grpSpPr>
            <a:xfrm>
              <a:off x="5904781" y="2066210"/>
              <a:ext cx="1688123" cy="2215661"/>
              <a:chOff x="4220307" y="1160584"/>
              <a:chExt cx="1688123" cy="2215661"/>
            </a:xfrm>
          </p:grpSpPr>
          <p:sp>
            <p:nvSpPr>
              <p:cNvPr id="40" name="Rounded Rectangle 7">
                <a:extLst>
                  <a:ext uri="{FF2B5EF4-FFF2-40B4-BE49-F238E27FC236}">
                    <a16:creationId xmlns:a16="http://schemas.microsoft.com/office/drawing/2014/main" id="{58D86054-A095-1DA1-E4D5-9BACE67B63C0}"/>
                  </a:ext>
                </a:extLst>
              </p:cNvPr>
              <p:cNvSpPr/>
              <p:nvPr/>
            </p:nvSpPr>
            <p:spPr>
              <a:xfrm>
                <a:off x="4220307" y="1160584"/>
                <a:ext cx="1688123" cy="2215661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2215661">
                    <a:moveTo>
                      <a:pt x="0" y="1793630"/>
                    </a:moveTo>
                    <a:lnTo>
                      <a:pt x="1688123" y="1793631"/>
                    </a:lnTo>
                    <a:cubicBezTo>
                      <a:pt x="1688123" y="2026712"/>
                      <a:pt x="1688123" y="2215661"/>
                      <a:pt x="1688123" y="2215661"/>
                    </a:cubicBezTo>
                    <a:lnTo>
                      <a:pt x="0" y="2215661"/>
                    </a:lnTo>
                    <a:close/>
                    <a:moveTo>
                      <a:pt x="0" y="1793630"/>
                    </a:moveTo>
                    <a:lnTo>
                      <a:pt x="0" y="422030"/>
                    </a:lnTo>
                    <a:lnTo>
                      <a:pt x="1688123" y="422030"/>
                    </a:lnTo>
                    <a:lnTo>
                      <a:pt x="1688123" y="1793630"/>
                    </a:lnTo>
                    <a:close/>
                    <a:moveTo>
                      <a:pt x="0" y="422030"/>
                    </a:moveTo>
                    <a:lnTo>
                      <a:pt x="0" y="187885"/>
                    </a:lnTo>
                    <a:cubicBezTo>
                      <a:pt x="0" y="139471"/>
                      <a:pt x="32950" y="97270"/>
                      <a:pt x="79918" y="85528"/>
                    </a:cubicBezTo>
                    <a:lnTo>
                      <a:pt x="107011" y="78754"/>
                    </a:lnTo>
                    <a:cubicBezTo>
                      <a:pt x="316234" y="26449"/>
                      <a:pt x="531083" y="0"/>
                      <a:pt x="746745" y="0"/>
                    </a:cubicBezTo>
                    <a:lnTo>
                      <a:pt x="1688123" y="0"/>
                    </a:lnTo>
                    <a:lnTo>
                      <a:pt x="1688123" y="422030"/>
                    </a:lnTo>
                    <a:close/>
                  </a:path>
                </a:pathLst>
              </a:custGeom>
              <a:solidFill>
                <a:srgbClr val="E5575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Rounded Rectangle 8">
                <a:extLst>
                  <a:ext uri="{FF2B5EF4-FFF2-40B4-BE49-F238E27FC236}">
                    <a16:creationId xmlns:a16="http://schemas.microsoft.com/office/drawing/2014/main" id="{A80CD89E-4C41-92EA-DE40-45A454CBD084}"/>
                  </a:ext>
                </a:extLst>
              </p:cNvPr>
              <p:cNvSpPr/>
              <p:nvPr/>
            </p:nvSpPr>
            <p:spPr>
              <a:xfrm>
                <a:off x="4220307" y="1160584"/>
                <a:ext cx="1688123" cy="2215661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2215661">
                    <a:moveTo>
                      <a:pt x="1688123" y="1793631"/>
                    </a:moveTo>
                    <a:lnTo>
                      <a:pt x="1688123" y="2215661"/>
                    </a:lnTo>
                    <a:lnTo>
                      <a:pt x="0" y="2215661"/>
                    </a:lnTo>
                    <a:lnTo>
                      <a:pt x="0" y="1793630"/>
                    </a:lnTo>
                    <a:moveTo>
                      <a:pt x="1688123" y="422030"/>
                    </a:moveTo>
                    <a:lnTo>
                      <a:pt x="1688123" y="1793630"/>
                    </a:lnTo>
                    <a:moveTo>
                      <a:pt x="0" y="1793630"/>
                    </a:moveTo>
                    <a:lnTo>
                      <a:pt x="0" y="422030"/>
                    </a:lnTo>
                    <a:moveTo>
                      <a:pt x="0" y="422030"/>
                    </a:moveTo>
                    <a:lnTo>
                      <a:pt x="0" y="187885"/>
                    </a:lnTo>
                    <a:cubicBezTo>
                      <a:pt x="0" y="139471"/>
                      <a:pt x="32950" y="97270"/>
                      <a:pt x="79918" y="85528"/>
                    </a:cubicBezTo>
                    <a:lnTo>
                      <a:pt x="107011" y="78754"/>
                    </a:lnTo>
                    <a:cubicBezTo>
                      <a:pt x="316234" y="26449"/>
                      <a:pt x="531083" y="0"/>
                      <a:pt x="746745" y="0"/>
                    </a:cubicBezTo>
                    <a:lnTo>
                      <a:pt x="1688123" y="0"/>
                    </a:lnTo>
                    <a:lnTo>
                      <a:pt x="1688123" y="422030"/>
                    </a:lnTo>
                    <a:moveTo>
                      <a:pt x="61546" y="92319"/>
                    </a:moveTo>
                    <a:cubicBezTo>
                      <a:pt x="145073" y="61546"/>
                      <a:pt x="171450" y="149469"/>
                      <a:pt x="171450" y="149469"/>
                    </a:cubicBezTo>
                    <a:cubicBezTo>
                      <a:pt x="342411" y="43394"/>
                      <a:pt x="562924" y="22501"/>
                      <a:pt x="712176" y="1"/>
                    </a:cubicBezTo>
                  </a:path>
                </a:pathLst>
              </a:custGeom>
              <a:noFill/>
              <a:ln w="1318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0EA6040-6645-688E-28DB-7C1BA06E7032}"/>
                </a:ext>
              </a:extLst>
            </p:cNvPr>
            <p:cNvGrpSpPr/>
            <p:nvPr/>
          </p:nvGrpSpPr>
          <p:grpSpPr>
            <a:xfrm>
              <a:off x="7803920" y="2171718"/>
              <a:ext cx="1688123" cy="2215661"/>
              <a:chOff x="6119446" y="1266092"/>
              <a:chExt cx="1688123" cy="2215661"/>
            </a:xfrm>
          </p:grpSpPr>
          <p:sp>
            <p:nvSpPr>
              <p:cNvPr id="43" name="Rounded Rectangle 10">
                <a:extLst>
                  <a:ext uri="{FF2B5EF4-FFF2-40B4-BE49-F238E27FC236}">
                    <a16:creationId xmlns:a16="http://schemas.microsoft.com/office/drawing/2014/main" id="{EE30A732-97A2-5788-2609-A617467D27D1}"/>
                  </a:ext>
                </a:extLst>
              </p:cNvPr>
              <p:cNvSpPr/>
              <p:nvPr/>
            </p:nvSpPr>
            <p:spPr>
              <a:xfrm>
                <a:off x="6119446" y="1266092"/>
                <a:ext cx="1688123" cy="2215661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2215661">
                    <a:moveTo>
                      <a:pt x="0" y="1793630"/>
                    </a:moveTo>
                    <a:lnTo>
                      <a:pt x="1688123" y="1793631"/>
                    </a:lnTo>
                    <a:cubicBezTo>
                      <a:pt x="1688123" y="2026712"/>
                      <a:pt x="1688123" y="2215661"/>
                      <a:pt x="1688123" y="2215661"/>
                    </a:cubicBezTo>
                    <a:lnTo>
                      <a:pt x="0" y="2215661"/>
                    </a:lnTo>
                    <a:close/>
                    <a:moveTo>
                      <a:pt x="0" y="1793630"/>
                    </a:moveTo>
                    <a:lnTo>
                      <a:pt x="0" y="422030"/>
                    </a:lnTo>
                    <a:lnTo>
                      <a:pt x="1688123" y="422030"/>
                    </a:lnTo>
                    <a:lnTo>
                      <a:pt x="1688123" y="1793630"/>
                    </a:lnTo>
                    <a:close/>
                    <a:moveTo>
                      <a:pt x="0" y="422030"/>
                    </a:moveTo>
                    <a:lnTo>
                      <a:pt x="0" y="0"/>
                    </a:lnTo>
                    <a:lnTo>
                      <a:pt x="941374" y="0"/>
                    </a:lnTo>
                    <a:cubicBezTo>
                      <a:pt x="1166906" y="0"/>
                      <a:pt x="1406769" y="0"/>
                      <a:pt x="1626576" y="52753"/>
                    </a:cubicBezTo>
                    <a:cubicBezTo>
                      <a:pt x="1626576" y="52753"/>
                      <a:pt x="1688123" y="131884"/>
                      <a:pt x="1688123" y="422030"/>
                    </a:cubicBezTo>
                    <a:close/>
                  </a:path>
                </a:pathLst>
              </a:custGeom>
              <a:solidFill>
                <a:srgbClr val="DE58A9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Rounded Rectangle 11">
                <a:extLst>
                  <a:ext uri="{FF2B5EF4-FFF2-40B4-BE49-F238E27FC236}">
                    <a16:creationId xmlns:a16="http://schemas.microsoft.com/office/drawing/2014/main" id="{ED697C54-6A29-BE63-92EF-855E0CAEE755}"/>
                  </a:ext>
                </a:extLst>
              </p:cNvPr>
              <p:cNvSpPr/>
              <p:nvPr/>
            </p:nvSpPr>
            <p:spPr>
              <a:xfrm>
                <a:off x="6119446" y="1266092"/>
                <a:ext cx="1688123" cy="2215661"/>
              </a:xfrm>
              <a:custGeom>
                <a:avLst/>
                <a:gdLst/>
                <a:ahLst/>
                <a:cxnLst/>
                <a:rect l="0" t="0" r="0" b="0"/>
                <a:pathLst>
                  <a:path w="1688123" h="2215661">
                    <a:moveTo>
                      <a:pt x="1688123" y="1793631"/>
                    </a:moveTo>
                    <a:lnTo>
                      <a:pt x="1688123" y="2215661"/>
                    </a:lnTo>
                    <a:lnTo>
                      <a:pt x="0" y="2215661"/>
                    </a:lnTo>
                    <a:lnTo>
                      <a:pt x="0" y="1793630"/>
                    </a:lnTo>
                    <a:moveTo>
                      <a:pt x="1688123" y="422030"/>
                    </a:moveTo>
                    <a:lnTo>
                      <a:pt x="1688123" y="1793630"/>
                    </a:lnTo>
                    <a:moveTo>
                      <a:pt x="0" y="1793630"/>
                    </a:moveTo>
                    <a:lnTo>
                      <a:pt x="0" y="422030"/>
                    </a:lnTo>
                    <a:moveTo>
                      <a:pt x="0" y="422030"/>
                    </a:moveTo>
                    <a:lnTo>
                      <a:pt x="0" y="0"/>
                    </a:lnTo>
                    <a:lnTo>
                      <a:pt x="941377" y="0"/>
                    </a:lnTo>
                    <a:cubicBezTo>
                      <a:pt x="1166907" y="0"/>
                      <a:pt x="1406769" y="0"/>
                      <a:pt x="1626576" y="52753"/>
                    </a:cubicBezTo>
                    <a:cubicBezTo>
                      <a:pt x="1626576" y="52753"/>
                      <a:pt x="1688123" y="131884"/>
                      <a:pt x="1688123" y="422030"/>
                    </a:cubicBezTo>
                  </a:path>
                </a:pathLst>
              </a:custGeom>
              <a:noFill/>
              <a:ln w="1318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C9DC2B9-24CB-5ADD-3794-8058AA50DE83}"/>
                </a:ext>
              </a:extLst>
            </p:cNvPr>
            <p:cNvGrpSpPr/>
            <p:nvPr/>
          </p:nvGrpSpPr>
          <p:grpSpPr>
            <a:xfrm>
              <a:off x="4596900" y="2392811"/>
              <a:ext cx="506081" cy="507176"/>
              <a:chOff x="2912426" y="1487185"/>
              <a:chExt cx="506081" cy="507176"/>
            </a:xfrm>
          </p:grpSpPr>
          <p:sp>
            <p:nvSpPr>
              <p:cNvPr id="46" name="Rounded Rectangle 13">
                <a:extLst>
                  <a:ext uri="{FF2B5EF4-FFF2-40B4-BE49-F238E27FC236}">
                    <a16:creationId xmlns:a16="http://schemas.microsoft.com/office/drawing/2014/main" id="{A78601EC-42C0-232E-A301-B1772B8442E3}"/>
                  </a:ext>
                </a:extLst>
              </p:cNvPr>
              <p:cNvSpPr/>
              <p:nvPr/>
            </p:nvSpPr>
            <p:spPr>
              <a:xfrm>
                <a:off x="3079066" y="1797807"/>
                <a:ext cx="54292" cy="16925"/>
              </a:xfrm>
              <a:custGeom>
                <a:avLst/>
                <a:gdLst/>
                <a:ahLst/>
                <a:cxnLst/>
                <a:rect l="0" t="0" r="0" b="0"/>
                <a:pathLst>
                  <a:path w="54292" h="16925">
                    <a:moveTo>
                      <a:pt x="0" y="0"/>
                    </a:moveTo>
                    <a:lnTo>
                      <a:pt x="54292" y="1692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Rounded Rectangle 14">
                <a:extLst>
                  <a:ext uri="{FF2B5EF4-FFF2-40B4-BE49-F238E27FC236}">
                    <a16:creationId xmlns:a16="http://schemas.microsoft.com/office/drawing/2014/main" id="{F3BED4F3-73F2-CDA0-EF8A-B4CEDC7508FD}"/>
                  </a:ext>
                </a:extLst>
              </p:cNvPr>
              <p:cNvSpPr/>
              <p:nvPr/>
            </p:nvSpPr>
            <p:spPr>
              <a:xfrm>
                <a:off x="2912426" y="1487185"/>
                <a:ext cx="506081" cy="507176"/>
              </a:xfrm>
              <a:custGeom>
                <a:avLst/>
                <a:gdLst/>
                <a:ahLst/>
                <a:cxnLst/>
                <a:rect l="0" t="0" r="0" b="0"/>
                <a:pathLst>
                  <a:path w="506081" h="507176">
                    <a:moveTo>
                      <a:pt x="505582" y="252372"/>
                    </a:moveTo>
                    <a:cubicBezTo>
                      <a:pt x="506081" y="260568"/>
                      <a:pt x="502348" y="268448"/>
                      <a:pt x="495691" y="273254"/>
                    </a:cubicBezTo>
                    <a:cubicBezTo>
                      <a:pt x="455107" y="299005"/>
                      <a:pt x="410544" y="317869"/>
                      <a:pt x="363806" y="329085"/>
                    </a:cubicBezTo>
                    <a:cubicBezTo>
                      <a:pt x="358059" y="330495"/>
                      <a:pt x="353776" y="335303"/>
                      <a:pt x="353036" y="341174"/>
                    </a:cubicBezTo>
                    <a:cubicBezTo>
                      <a:pt x="352416" y="347124"/>
                      <a:pt x="355456" y="352857"/>
                      <a:pt x="360729" y="355682"/>
                    </a:cubicBezTo>
                    <a:lnTo>
                      <a:pt x="376335" y="363595"/>
                    </a:lnTo>
                    <a:cubicBezTo>
                      <a:pt x="382956" y="367676"/>
                      <a:pt x="386760" y="375100"/>
                      <a:pt x="386206" y="382858"/>
                    </a:cubicBezTo>
                    <a:cubicBezTo>
                      <a:pt x="385652" y="390616"/>
                      <a:pt x="380832" y="397423"/>
                      <a:pt x="373698" y="400522"/>
                    </a:cubicBezTo>
                    <a:lnTo>
                      <a:pt x="318746" y="422503"/>
                    </a:lnTo>
                    <a:cubicBezTo>
                      <a:pt x="313332" y="424530"/>
                      <a:pt x="309453" y="429347"/>
                      <a:pt x="308629" y="435069"/>
                    </a:cubicBezTo>
                    <a:cubicBezTo>
                      <a:pt x="307805" y="440791"/>
                      <a:pt x="310167" y="446507"/>
                      <a:pt x="314789" y="449979"/>
                    </a:cubicBezTo>
                    <a:cubicBezTo>
                      <a:pt x="320962" y="454491"/>
                      <a:pt x="324610" y="461677"/>
                      <a:pt x="324610" y="469322"/>
                    </a:cubicBezTo>
                    <a:cubicBezTo>
                      <a:pt x="324610" y="476968"/>
                      <a:pt x="320962" y="484154"/>
                      <a:pt x="314789" y="488665"/>
                    </a:cubicBezTo>
                    <a:cubicBezTo>
                      <a:pt x="296422" y="500820"/>
                      <a:pt x="274827" y="507176"/>
                      <a:pt x="252803" y="506909"/>
                    </a:cubicBezTo>
                    <a:cubicBezTo>
                      <a:pt x="220931" y="506909"/>
                      <a:pt x="215436" y="493941"/>
                      <a:pt x="215436" y="482071"/>
                    </a:cubicBezTo>
                    <a:cubicBezTo>
                      <a:pt x="216360" y="470020"/>
                      <a:pt x="208768" y="458951"/>
                      <a:pt x="197192" y="455474"/>
                    </a:cubicBezTo>
                    <a:lnTo>
                      <a:pt x="184223" y="451518"/>
                    </a:lnTo>
                    <a:cubicBezTo>
                      <a:pt x="176374" y="449191"/>
                      <a:pt x="170468" y="442694"/>
                      <a:pt x="168898" y="434659"/>
                    </a:cubicBezTo>
                    <a:cubicBezTo>
                      <a:pt x="167328" y="426624"/>
                      <a:pt x="170354" y="418382"/>
                      <a:pt x="176750" y="413271"/>
                    </a:cubicBezTo>
                    <a:cubicBezTo>
                      <a:pt x="179332" y="411230"/>
                      <a:pt x="180596" y="407944"/>
                      <a:pt x="180047" y="404699"/>
                    </a:cubicBezTo>
                    <a:cubicBezTo>
                      <a:pt x="179575" y="401433"/>
                      <a:pt x="177396" y="398668"/>
                      <a:pt x="174332" y="397445"/>
                    </a:cubicBezTo>
                    <a:lnTo>
                      <a:pt x="71023" y="356121"/>
                    </a:lnTo>
                    <a:cubicBezTo>
                      <a:pt x="63692" y="353208"/>
                      <a:pt x="58758" y="346257"/>
                      <a:pt x="58426" y="338376"/>
                    </a:cubicBezTo>
                    <a:cubicBezTo>
                      <a:pt x="58094" y="330495"/>
                      <a:pt x="62425" y="323154"/>
                      <a:pt x="69484" y="319633"/>
                    </a:cubicBezTo>
                    <a:lnTo>
                      <a:pt x="88168" y="309522"/>
                    </a:lnTo>
                    <a:cubicBezTo>
                      <a:pt x="92179" y="307638"/>
                      <a:pt x="94496" y="303361"/>
                      <a:pt x="93883" y="298971"/>
                    </a:cubicBezTo>
                    <a:cubicBezTo>
                      <a:pt x="93344" y="294552"/>
                      <a:pt x="90090" y="290947"/>
                      <a:pt x="85750" y="289959"/>
                    </a:cubicBezTo>
                    <a:cubicBezTo>
                      <a:pt x="60987" y="284627"/>
                      <a:pt x="36608" y="277651"/>
                      <a:pt x="12773" y="269077"/>
                    </a:cubicBezTo>
                    <a:cubicBezTo>
                      <a:pt x="5100" y="266295"/>
                      <a:pt x="0" y="258995"/>
                      <a:pt x="25" y="250833"/>
                    </a:cubicBezTo>
                    <a:cubicBezTo>
                      <a:pt x="47" y="245174"/>
                      <a:pt x="2252" y="239741"/>
                      <a:pt x="6179" y="235667"/>
                    </a:cubicBezTo>
                    <a:lnTo>
                      <a:pt x="215656" y="15859"/>
                    </a:lnTo>
                    <a:cubicBezTo>
                      <a:pt x="225358" y="5728"/>
                      <a:pt x="238777" y="0"/>
                      <a:pt x="252803" y="0"/>
                    </a:cubicBezTo>
                    <a:cubicBezTo>
                      <a:pt x="266830" y="0"/>
                      <a:pt x="280249" y="5728"/>
                      <a:pt x="289951" y="15859"/>
                    </a:cubicBezTo>
                    <a:lnTo>
                      <a:pt x="498988" y="235667"/>
                    </a:lnTo>
                    <a:cubicBezTo>
                      <a:pt x="503175" y="240229"/>
                      <a:pt x="505524" y="246180"/>
                      <a:pt x="505582" y="252372"/>
                    </a:cubicBezTo>
                    <a:close/>
                    <a:moveTo>
                      <a:pt x="120919" y="433494"/>
                    </a:moveTo>
                    <a:cubicBezTo>
                      <a:pt x="122546" y="447528"/>
                      <a:pt x="116811" y="461408"/>
                      <a:pt x="105752" y="470201"/>
                    </a:cubicBezTo>
                    <a:cubicBezTo>
                      <a:pt x="95676" y="477000"/>
                      <a:pt x="81997" y="474342"/>
                      <a:pt x="75199" y="464267"/>
                    </a:cubicBezTo>
                    <a:cubicBezTo>
                      <a:pt x="68401" y="454191"/>
                      <a:pt x="71058" y="440512"/>
                      <a:pt x="81134" y="433713"/>
                    </a:cubicBezTo>
                    <a:cubicBezTo>
                      <a:pt x="93463" y="426757"/>
                      <a:pt x="108513" y="426674"/>
                      <a:pt x="120919" y="433494"/>
                    </a:cubicBezTo>
                    <a:close/>
                    <a:moveTo>
                      <a:pt x="434145" y="411513"/>
                    </a:moveTo>
                    <a:cubicBezTo>
                      <a:pt x="434274" y="397405"/>
                      <a:pt x="441669" y="384360"/>
                      <a:pt x="453708" y="377003"/>
                    </a:cubicBezTo>
                    <a:cubicBezTo>
                      <a:pt x="460768" y="372755"/>
                      <a:pt x="469610" y="372812"/>
                      <a:pt x="476615" y="377150"/>
                    </a:cubicBezTo>
                    <a:cubicBezTo>
                      <a:pt x="483619" y="381489"/>
                      <a:pt x="487609" y="389380"/>
                      <a:pt x="486951" y="397593"/>
                    </a:cubicBezTo>
                    <a:cubicBezTo>
                      <a:pt x="486293" y="405806"/>
                      <a:pt x="481097" y="412961"/>
                      <a:pt x="473490" y="416129"/>
                    </a:cubicBezTo>
                    <a:cubicBezTo>
                      <a:pt x="460456" y="421471"/>
                      <a:pt x="445589" y="419727"/>
                      <a:pt x="434145" y="411513"/>
                    </a:cubicBezTo>
                    <a:close/>
                    <a:moveTo>
                      <a:pt x="395678" y="462508"/>
                    </a:moveTo>
                    <a:cubicBezTo>
                      <a:pt x="395678" y="456438"/>
                      <a:pt x="400599" y="451518"/>
                      <a:pt x="406669" y="451518"/>
                    </a:cubicBezTo>
                    <a:cubicBezTo>
                      <a:pt x="412739" y="451518"/>
                      <a:pt x="417659" y="456438"/>
                      <a:pt x="417659" y="462508"/>
                    </a:cubicBezTo>
                    <a:cubicBezTo>
                      <a:pt x="417659" y="468578"/>
                      <a:pt x="412739" y="473499"/>
                      <a:pt x="406669" y="473499"/>
                    </a:cubicBezTo>
                    <a:cubicBezTo>
                      <a:pt x="400599" y="473499"/>
                      <a:pt x="395678" y="468578"/>
                      <a:pt x="395678" y="462508"/>
                    </a:cubicBezTo>
                    <a:moveTo>
                      <a:pt x="289951" y="16738"/>
                    </a:moveTo>
                    <a:cubicBezTo>
                      <a:pt x="280249" y="6608"/>
                      <a:pt x="266831" y="879"/>
                      <a:pt x="252803" y="879"/>
                    </a:cubicBezTo>
                    <a:cubicBezTo>
                      <a:pt x="238777" y="879"/>
                      <a:pt x="225358" y="6608"/>
                      <a:pt x="215656" y="16738"/>
                    </a:cubicBezTo>
                    <a:lnTo>
                      <a:pt x="119380" y="117630"/>
                    </a:lnTo>
                    <a:cubicBezTo>
                      <a:pt x="113387" y="124006"/>
                      <a:pt x="111746" y="133330"/>
                      <a:pt x="115204" y="141369"/>
                    </a:cubicBezTo>
                    <a:cubicBezTo>
                      <a:pt x="118644" y="149491"/>
                      <a:pt x="126606" y="154770"/>
                      <a:pt x="135426" y="154777"/>
                    </a:cubicBezTo>
                    <a:lnTo>
                      <a:pt x="175871" y="154777"/>
                    </a:lnTo>
                    <a:lnTo>
                      <a:pt x="208842" y="99825"/>
                    </a:lnTo>
                    <a:lnTo>
                      <a:pt x="241813" y="154777"/>
                    </a:lnTo>
                    <a:lnTo>
                      <a:pt x="307755" y="154777"/>
                    </a:lnTo>
                    <a:lnTo>
                      <a:pt x="329736" y="121806"/>
                    </a:lnTo>
                    <a:lnTo>
                      <a:pt x="351717" y="154777"/>
                    </a:lnTo>
                    <a:lnTo>
                      <a:pt x="370181" y="154777"/>
                    </a:lnTo>
                    <a:cubicBezTo>
                      <a:pt x="379001" y="154770"/>
                      <a:pt x="386963" y="149491"/>
                      <a:pt x="390403" y="141369"/>
                    </a:cubicBezTo>
                    <a:cubicBezTo>
                      <a:pt x="393861" y="133330"/>
                      <a:pt x="392220" y="124006"/>
                      <a:pt x="386227" y="117630"/>
                    </a:cubicBezTo>
                    <a:close/>
                  </a:path>
                </a:pathLst>
              </a:custGeom>
              <a:noFill/>
              <a:ln w="1318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Rounded Rectangle 15">
                <a:extLst>
                  <a:ext uri="{FF2B5EF4-FFF2-40B4-BE49-F238E27FC236}">
                    <a16:creationId xmlns:a16="http://schemas.microsoft.com/office/drawing/2014/main" id="{9D0A4A1F-88C2-C894-707A-A2D71E2404B6}"/>
                  </a:ext>
                </a:extLst>
              </p:cNvPr>
              <p:cNvSpPr/>
              <p:nvPr/>
            </p:nvSpPr>
            <p:spPr>
              <a:xfrm>
                <a:off x="3079066" y="1797807"/>
                <a:ext cx="54292" cy="16925"/>
              </a:xfrm>
              <a:custGeom>
                <a:avLst/>
                <a:gdLst/>
                <a:ahLst/>
                <a:cxnLst/>
                <a:rect l="0" t="0" r="0" b="0"/>
                <a:pathLst>
                  <a:path w="54292" h="16925">
                    <a:moveTo>
                      <a:pt x="0" y="0"/>
                    </a:moveTo>
                    <a:lnTo>
                      <a:pt x="54292" y="16925"/>
                    </a:lnTo>
                  </a:path>
                </a:pathLst>
              </a:custGeom>
              <a:noFill/>
              <a:ln w="13188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8CC16AA-AAEA-25B4-C679-870FFA208735}"/>
                </a:ext>
              </a:extLst>
            </p:cNvPr>
            <p:cNvSpPr txBox="1"/>
            <p:nvPr/>
          </p:nvSpPr>
          <p:spPr>
            <a:xfrm>
              <a:off x="2324924" y="2934916"/>
              <a:ext cx="1251282" cy="3660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latin typeface="+mj-lt"/>
                </a:rPr>
                <a:t>Generativo</a:t>
              </a:r>
              <a:r>
                <a:rPr sz="2000" b="1" dirty="0">
                  <a:latin typeface="+mj-lt"/>
                </a:rPr>
                <a:t> y
</a:t>
              </a:r>
              <a:r>
                <a:rPr sz="2000" b="1" dirty="0" err="1">
                  <a:latin typeface="+mj-lt"/>
                </a:rPr>
                <a:t>Probabilístico</a:t>
              </a:r>
              <a:endParaRPr sz="2000" b="1" dirty="0">
                <a:latin typeface="+mj-lt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A52EA23-C329-0312-D647-3A121E17CB02}"/>
                </a:ext>
              </a:extLst>
            </p:cNvPr>
            <p:cNvSpPr txBox="1"/>
            <p:nvPr/>
          </p:nvSpPr>
          <p:spPr>
            <a:xfrm>
              <a:off x="4204775" y="3030981"/>
              <a:ext cx="1226115" cy="5491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+mj-lt"/>
                </a:rPr>
                <a:t>Espacio
</a:t>
              </a:r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Latente</a:t>
              </a:r>
              <a:r>
                <a:rPr sz="2000" b="1" dirty="0">
                  <a:solidFill>
                    <a:srgbClr val="FFFFFF"/>
                  </a:solidFill>
                  <a:latin typeface="+mj-lt"/>
                </a:rPr>
                <a:t>
Interpretable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C5F40F0-FB28-2F42-1D33-1EEBD4A8BD3C}"/>
                </a:ext>
              </a:extLst>
            </p:cNvPr>
            <p:cNvSpPr txBox="1"/>
            <p:nvPr/>
          </p:nvSpPr>
          <p:spPr>
            <a:xfrm>
              <a:off x="6102616" y="2930758"/>
              <a:ext cx="1378263" cy="3660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Entrenamiento</a:t>
              </a:r>
              <a:r>
                <a:rPr sz="2000" b="1" dirty="0">
                  <a:solidFill>
                    <a:srgbClr val="FFFFFF"/>
                  </a:solidFill>
                  <a:latin typeface="+mj-lt"/>
                </a:rPr>
                <a:t>
</a:t>
              </a:r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Estable</a:t>
              </a:r>
              <a:endParaRPr sz="2000" b="1" dirty="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E185AEE-9AB1-C4BF-7EBC-3B9708FEF402}"/>
                </a:ext>
              </a:extLst>
            </p:cNvPr>
            <p:cNvSpPr txBox="1"/>
            <p:nvPr/>
          </p:nvSpPr>
          <p:spPr>
            <a:xfrm>
              <a:off x="8127518" y="3036265"/>
              <a:ext cx="1094557" cy="3660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Compresión</a:t>
              </a:r>
              <a:r>
                <a:rPr sz="2000" b="1" dirty="0">
                  <a:solidFill>
                    <a:srgbClr val="FFFFFF"/>
                  </a:solidFill>
                  <a:latin typeface="+mj-lt"/>
                </a:rPr>
                <a:t>
</a:t>
              </a:r>
              <a:r>
                <a:rPr sz="2000" b="1" dirty="0" err="1">
                  <a:solidFill>
                    <a:srgbClr val="FFFFFF"/>
                  </a:solidFill>
                  <a:latin typeface="+mj-lt"/>
                </a:rPr>
                <a:t>Controlada</a:t>
              </a:r>
              <a:endParaRPr sz="2000" b="1" dirty="0">
                <a:solidFill>
                  <a:srgbClr val="FFFFFF"/>
                </a:solidFill>
                <a:latin typeface="+mj-lt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9196094-5F0F-8909-AE7B-E9A7353D2EE8}"/>
                </a:ext>
              </a:extLst>
            </p:cNvPr>
            <p:cNvSpPr txBox="1"/>
            <p:nvPr/>
          </p:nvSpPr>
          <p:spPr>
            <a:xfrm>
              <a:off x="2360846" y="3465409"/>
              <a:ext cx="1179441" cy="640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>
                  <a:latin typeface="+mj-lt"/>
                </a:rPr>
                <a:t>Genera </a:t>
              </a:r>
              <a:r>
                <a:rPr sz="1400" b="0" dirty="0" err="1">
                  <a:latin typeface="+mj-lt"/>
                </a:rPr>
                <a:t>nuevos</a:t>
              </a:r>
              <a:r>
                <a:rPr sz="1400" b="0" dirty="0">
                  <a:latin typeface="+mj-lt"/>
                </a:rPr>
                <a:t>
</a:t>
              </a:r>
              <a:r>
                <a:rPr sz="1400" b="0" dirty="0" err="1">
                  <a:latin typeface="+mj-lt"/>
                </a:rPr>
                <a:t>datos</a:t>
              </a:r>
              <a:r>
                <a:rPr sz="1400" b="0" dirty="0">
                  <a:latin typeface="+mj-lt"/>
                </a:rPr>
                <a:t> a </a:t>
              </a:r>
              <a:r>
                <a:rPr sz="1400" b="0" dirty="0" err="1">
                  <a:latin typeface="+mj-lt"/>
                </a:rPr>
                <a:t>partir</a:t>
              </a:r>
              <a:r>
                <a:rPr sz="1400" b="0" dirty="0">
                  <a:latin typeface="+mj-lt"/>
                </a:rPr>
                <a:t> de un
</a:t>
              </a:r>
              <a:r>
                <a:rPr sz="1400" b="0" dirty="0" err="1">
                  <a:latin typeface="+mj-lt"/>
                </a:rPr>
                <a:t>espacio</a:t>
              </a:r>
              <a:r>
                <a:rPr sz="1400" b="0" dirty="0">
                  <a:latin typeface="+mj-lt"/>
                </a:rPr>
                <a:t> </a:t>
              </a:r>
              <a:r>
                <a:rPr sz="1400" b="0" dirty="0" err="1">
                  <a:latin typeface="+mj-lt"/>
                </a:rPr>
                <a:t>latente</a:t>
              </a:r>
              <a:r>
                <a:rPr sz="1400" b="0" dirty="0">
                  <a:latin typeface="+mj-lt"/>
                </a:rPr>
                <a:t>
continuo y
</a:t>
              </a:r>
              <a:r>
                <a:rPr sz="1400" b="0" dirty="0" err="1">
                  <a:latin typeface="+mj-lt"/>
                </a:rPr>
                <a:t>estructurado</a:t>
              </a:r>
              <a:r>
                <a:rPr sz="1400" b="0" dirty="0">
                  <a:latin typeface="+mj-lt"/>
                </a:rPr>
                <a:t>.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DD4700F-64EA-D9C5-30D4-323876283F80}"/>
                </a:ext>
              </a:extLst>
            </p:cNvPr>
            <p:cNvSpPr txBox="1"/>
            <p:nvPr/>
          </p:nvSpPr>
          <p:spPr>
            <a:xfrm>
              <a:off x="6189712" y="3454519"/>
              <a:ext cx="1118260" cy="5125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FFFFFF"/>
                  </a:solidFill>
                  <a:latin typeface="+mj-lt"/>
                </a:rPr>
                <a:t>Los VAEs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tienden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a
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entrenar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de forma
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más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estable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y
reproducible.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C49A9A1-0471-7EC7-3A36-7686679EC642}"/>
                </a:ext>
              </a:extLst>
            </p:cNvPr>
            <p:cNvSpPr txBox="1"/>
            <p:nvPr/>
          </p:nvSpPr>
          <p:spPr>
            <a:xfrm>
              <a:off x="8095372" y="3574385"/>
              <a:ext cx="1158848" cy="5125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>
                  <a:solidFill>
                    <a:srgbClr val="FFFFFF"/>
                  </a:solidFill>
                  <a:latin typeface="+mj-lt"/>
                </a:rPr>
                <a:t>Se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puede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regular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el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tamaño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y la forma
del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espacio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latente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según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la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aplicación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.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AAD2745-5037-E336-90EF-64B0599EC135}"/>
                </a:ext>
              </a:extLst>
            </p:cNvPr>
            <p:cNvSpPr txBox="1"/>
            <p:nvPr/>
          </p:nvSpPr>
          <p:spPr>
            <a:xfrm>
              <a:off x="4232344" y="3721668"/>
              <a:ext cx="1236365" cy="768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Aprende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distribuciones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gaussianas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con
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significado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
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geométrico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,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útil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 para
la </a:t>
              </a:r>
              <a:r>
                <a:rPr sz="1400" b="0" dirty="0" err="1">
                  <a:solidFill>
                    <a:srgbClr val="FFFFFF"/>
                  </a:solidFill>
                  <a:latin typeface="+mj-lt"/>
                </a:rPr>
                <a:t>interpolación</a:t>
              </a:r>
              <a:r>
                <a:rPr sz="1400" b="0" dirty="0">
                  <a:solidFill>
                    <a:srgbClr val="FFFFFF"/>
                  </a:solidFill>
                  <a:latin typeface="+mj-lt"/>
                </a:rPr>
                <a:t>.</a:t>
              </a:r>
            </a:p>
          </p:txBody>
        </p:sp>
        <p:sp>
          <p:nvSpPr>
            <p:cNvPr id="57" name="Rounded Rectangle 26">
              <a:extLst>
                <a:ext uri="{FF2B5EF4-FFF2-40B4-BE49-F238E27FC236}">
                  <a16:creationId xmlns:a16="http://schemas.microsoft.com/office/drawing/2014/main" id="{1BBF6338-7FE0-1B0B-C03A-22A88090021F}"/>
                </a:ext>
              </a:extLst>
            </p:cNvPr>
            <p:cNvSpPr/>
            <p:nvPr/>
          </p:nvSpPr>
          <p:spPr>
            <a:xfrm>
              <a:off x="2697787" y="2288216"/>
              <a:ext cx="505557" cy="505557"/>
            </a:xfrm>
            <a:custGeom>
              <a:avLst/>
              <a:gdLst/>
              <a:ahLst/>
              <a:cxnLst/>
              <a:rect l="0" t="0" r="0" b="0"/>
              <a:pathLst>
                <a:path w="505557" h="505557">
                  <a:moveTo>
                    <a:pt x="259065" y="482016"/>
                  </a:moveTo>
                  <a:cubicBezTo>
                    <a:pt x="259053" y="495021"/>
                    <a:pt x="248507" y="505557"/>
                    <a:pt x="235501" y="505557"/>
                  </a:cubicBezTo>
                  <a:lnTo>
                    <a:pt x="23541" y="505557"/>
                  </a:lnTo>
                  <a:cubicBezTo>
                    <a:pt x="10544" y="505545"/>
                    <a:pt x="12" y="495012"/>
                    <a:pt x="0" y="482016"/>
                  </a:cubicBezTo>
                  <a:lnTo>
                    <a:pt x="0" y="423129"/>
                  </a:lnTo>
                  <a:cubicBezTo>
                    <a:pt x="0" y="351590"/>
                    <a:pt x="57993" y="293597"/>
                    <a:pt x="129532" y="293597"/>
                  </a:cubicBezTo>
                  <a:cubicBezTo>
                    <a:pt x="201071" y="293597"/>
                    <a:pt x="259065" y="351590"/>
                    <a:pt x="259065" y="423129"/>
                  </a:cubicBezTo>
                  <a:close/>
                  <a:moveTo>
                    <a:pt x="80075" y="373673"/>
                  </a:moveTo>
                  <a:cubicBezTo>
                    <a:pt x="80075" y="376708"/>
                    <a:pt x="82536" y="379168"/>
                    <a:pt x="85571" y="379168"/>
                  </a:cubicBezTo>
                  <a:cubicBezTo>
                    <a:pt x="88606" y="379168"/>
                    <a:pt x="91066" y="376708"/>
                    <a:pt x="91066" y="373673"/>
                  </a:cubicBezTo>
                  <a:cubicBezTo>
                    <a:pt x="91066" y="370638"/>
                    <a:pt x="88606" y="368177"/>
                    <a:pt x="85571" y="368177"/>
                  </a:cubicBezTo>
                  <a:cubicBezTo>
                    <a:pt x="82536" y="368177"/>
                    <a:pt x="80075" y="370638"/>
                    <a:pt x="80075" y="373673"/>
                  </a:cubicBezTo>
                  <a:moveTo>
                    <a:pt x="167999" y="373541"/>
                  </a:moveTo>
                  <a:cubicBezTo>
                    <a:pt x="167999" y="376576"/>
                    <a:pt x="170459" y="379036"/>
                    <a:pt x="173494" y="379036"/>
                  </a:cubicBezTo>
                  <a:cubicBezTo>
                    <a:pt x="176529" y="379036"/>
                    <a:pt x="178989" y="376576"/>
                    <a:pt x="178989" y="373541"/>
                  </a:cubicBezTo>
                  <a:cubicBezTo>
                    <a:pt x="178989" y="370506"/>
                    <a:pt x="176529" y="368046"/>
                    <a:pt x="173494" y="368046"/>
                  </a:cubicBezTo>
                  <a:cubicBezTo>
                    <a:pt x="170459" y="368046"/>
                    <a:pt x="167999" y="370506"/>
                    <a:pt x="167999" y="373541"/>
                  </a:cubicBezTo>
                  <a:moveTo>
                    <a:pt x="129532" y="293597"/>
                  </a:moveTo>
                  <a:lnTo>
                    <a:pt x="129532" y="246492"/>
                  </a:lnTo>
                  <a:moveTo>
                    <a:pt x="94209" y="211169"/>
                  </a:moveTo>
                  <a:cubicBezTo>
                    <a:pt x="94209" y="191660"/>
                    <a:pt x="110024" y="175846"/>
                    <a:pt x="129532" y="175846"/>
                  </a:cubicBezTo>
                  <a:cubicBezTo>
                    <a:pt x="149041" y="175846"/>
                    <a:pt x="164855" y="191660"/>
                    <a:pt x="164855" y="211169"/>
                  </a:cubicBezTo>
                  <a:cubicBezTo>
                    <a:pt x="164855" y="230677"/>
                    <a:pt x="149041" y="246492"/>
                    <a:pt x="129532" y="246492"/>
                  </a:cubicBezTo>
                  <a:cubicBezTo>
                    <a:pt x="110024" y="246492"/>
                    <a:pt x="94209" y="230677"/>
                    <a:pt x="94209" y="211169"/>
                  </a:cubicBezTo>
                  <a:moveTo>
                    <a:pt x="0" y="446539"/>
                  </a:moveTo>
                  <a:lnTo>
                    <a:pt x="259065" y="446539"/>
                  </a:lnTo>
                  <a:moveTo>
                    <a:pt x="331909" y="329711"/>
                  </a:moveTo>
                  <a:lnTo>
                    <a:pt x="371475" y="329711"/>
                  </a:lnTo>
                  <a:moveTo>
                    <a:pt x="395653" y="285750"/>
                  </a:moveTo>
                  <a:lnTo>
                    <a:pt x="307730" y="285750"/>
                  </a:lnTo>
                  <a:moveTo>
                    <a:pt x="351692" y="0"/>
                  </a:moveTo>
                  <a:lnTo>
                    <a:pt x="351692" y="32971"/>
                  </a:lnTo>
                  <a:moveTo>
                    <a:pt x="197826" y="153865"/>
                  </a:moveTo>
                  <a:lnTo>
                    <a:pt x="230798" y="153865"/>
                  </a:lnTo>
                  <a:moveTo>
                    <a:pt x="505557" y="153865"/>
                  </a:moveTo>
                  <a:lnTo>
                    <a:pt x="472586" y="153865"/>
                  </a:lnTo>
                  <a:moveTo>
                    <a:pt x="224797" y="48951"/>
                  </a:moveTo>
                  <a:lnTo>
                    <a:pt x="252778" y="76932"/>
                  </a:lnTo>
                  <a:moveTo>
                    <a:pt x="450605" y="76932"/>
                  </a:moveTo>
                  <a:lnTo>
                    <a:pt x="478587" y="48951"/>
                  </a:lnTo>
                  <a:moveTo>
                    <a:pt x="428625" y="153865"/>
                  </a:moveTo>
                  <a:cubicBezTo>
                    <a:pt x="431121" y="180337"/>
                    <a:pt x="418329" y="205921"/>
                    <a:pt x="395653" y="219807"/>
                  </a:cubicBezTo>
                  <a:lnTo>
                    <a:pt x="395653" y="230798"/>
                  </a:lnTo>
                  <a:cubicBezTo>
                    <a:pt x="395653" y="236867"/>
                    <a:pt x="390733" y="241788"/>
                    <a:pt x="384663" y="241788"/>
                  </a:cubicBezTo>
                  <a:lnTo>
                    <a:pt x="318721" y="241788"/>
                  </a:lnTo>
                  <a:cubicBezTo>
                    <a:pt x="312651" y="241788"/>
                    <a:pt x="307730" y="236867"/>
                    <a:pt x="307730" y="230798"/>
                  </a:cubicBezTo>
                  <a:lnTo>
                    <a:pt x="307730" y="220115"/>
                  </a:lnTo>
                  <a:cubicBezTo>
                    <a:pt x="285029" y="206105"/>
                    <a:pt x="272248" y="180423"/>
                    <a:pt x="274759" y="153865"/>
                  </a:cubicBezTo>
                  <a:cubicBezTo>
                    <a:pt x="274759" y="111376"/>
                    <a:pt x="309203" y="76932"/>
                    <a:pt x="351692" y="76932"/>
                  </a:cubicBezTo>
                  <a:cubicBezTo>
                    <a:pt x="394181" y="76932"/>
                    <a:pt x="428625" y="111376"/>
                    <a:pt x="428625" y="153865"/>
                  </a:cubicBezTo>
                  <a:close/>
                </a:path>
              </a:pathLst>
            </a:custGeom>
            <a:noFill/>
            <a:ln w="13188"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ounded Rectangle 27">
              <a:extLst>
                <a:ext uri="{FF2B5EF4-FFF2-40B4-BE49-F238E27FC236}">
                  <a16:creationId xmlns:a16="http://schemas.microsoft.com/office/drawing/2014/main" id="{451C4061-8DA4-A86C-2238-33A65CA5A336}"/>
                </a:ext>
              </a:extLst>
            </p:cNvPr>
            <p:cNvSpPr/>
            <p:nvPr/>
          </p:nvSpPr>
          <p:spPr>
            <a:xfrm>
              <a:off x="6496064" y="2288216"/>
              <a:ext cx="505557" cy="505557"/>
            </a:xfrm>
            <a:custGeom>
              <a:avLst/>
              <a:gdLst/>
              <a:ahLst/>
              <a:cxnLst/>
              <a:rect l="0" t="0" r="0" b="0"/>
              <a:pathLst>
                <a:path w="505557" h="505557">
                  <a:moveTo>
                    <a:pt x="21980" y="252778"/>
                  </a:moveTo>
                  <a:cubicBezTo>
                    <a:pt x="9841" y="252778"/>
                    <a:pt x="0" y="242937"/>
                    <a:pt x="0" y="230798"/>
                  </a:cubicBezTo>
                  <a:lnTo>
                    <a:pt x="0" y="21980"/>
                  </a:lnTo>
                  <a:cubicBezTo>
                    <a:pt x="0" y="9841"/>
                    <a:pt x="9841" y="0"/>
                    <a:pt x="21980" y="0"/>
                  </a:cubicBezTo>
                  <a:lnTo>
                    <a:pt x="117289" y="0"/>
                  </a:lnTo>
                  <a:cubicBezTo>
                    <a:pt x="123118" y="1"/>
                    <a:pt x="128708" y="2317"/>
                    <a:pt x="132829" y="6440"/>
                  </a:cubicBezTo>
                  <a:lnTo>
                    <a:pt x="180396" y="54006"/>
                  </a:lnTo>
                  <a:cubicBezTo>
                    <a:pt x="184518" y="58127"/>
                    <a:pt x="186835" y="63717"/>
                    <a:pt x="186836" y="69547"/>
                  </a:cubicBezTo>
                  <a:lnTo>
                    <a:pt x="186836" y="230798"/>
                  </a:lnTo>
                  <a:cubicBezTo>
                    <a:pt x="186836" y="242937"/>
                    <a:pt x="176995" y="252778"/>
                    <a:pt x="164855" y="252778"/>
                  </a:cubicBezTo>
                  <a:close/>
                  <a:moveTo>
                    <a:pt x="274759" y="505557"/>
                  </a:moveTo>
                  <a:lnTo>
                    <a:pt x="428625" y="505557"/>
                  </a:lnTo>
                  <a:lnTo>
                    <a:pt x="428625" y="351692"/>
                  </a:lnTo>
                  <a:lnTo>
                    <a:pt x="274759" y="351692"/>
                  </a:lnTo>
                  <a:close/>
                  <a:moveTo>
                    <a:pt x="274759" y="351692"/>
                  </a:moveTo>
                  <a:lnTo>
                    <a:pt x="351692" y="274759"/>
                  </a:lnTo>
                  <a:lnTo>
                    <a:pt x="505557" y="274759"/>
                  </a:lnTo>
                  <a:lnTo>
                    <a:pt x="505557" y="428625"/>
                  </a:lnTo>
                  <a:lnTo>
                    <a:pt x="428625" y="505557"/>
                  </a:lnTo>
                  <a:moveTo>
                    <a:pt x="505557" y="274759"/>
                  </a:moveTo>
                  <a:lnTo>
                    <a:pt x="428625" y="351692"/>
                  </a:lnTo>
                  <a:moveTo>
                    <a:pt x="259087" y="57150"/>
                  </a:moveTo>
                  <a:lnTo>
                    <a:pt x="293135" y="57150"/>
                  </a:lnTo>
                  <a:cubicBezTo>
                    <a:pt x="356787" y="57089"/>
                    <a:pt x="416107" y="89382"/>
                    <a:pt x="450605" y="142875"/>
                  </a:cubicBezTo>
                  <a:moveTo>
                    <a:pt x="310170" y="108167"/>
                  </a:moveTo>
                  <a:lnTo>
                    <a:pt x="259087" y="57084"/>
                  </a:lnTo>
                  <a:lnTo>
                    <a:pt x="310170" y="5978"/>
                  </a:lnTo>
                  <a:moveTo>
                    <a:pt x="202508" y="426426"/>
                  </a:moveTo>
                  <a:lnTo>
                    <a:pt x="168460" y="426426"/>
                  </a:lnTo>
                  <a:cubicBezTo>
                    <a:pt x="104808" y="426487"/>
                    <a:pt x="45488" y="394194"/>
                    <a:pt x="10990" y="340701"/>
                  </a:cubicBezTo>
                  <a:moveTo>
                    <a:pt x="151425" y="375409"/>
                  </a:moveTo>
                  <a:lnTo>
                    <a:pt x="202508" y="426492"/>
                  </a:lnTo>
                  <a:lnTo>
                    <a:pt x="151425" y="477598"/>
                  </a:lnTo>
                </a:path>
              </a:pathLst>
            </a:custGeom>
            <a:noFill/>
            <a:ln w="1318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ounded Rectangle 28">
              <a:extLst>
                <a:ext uri="{FF2B5EF4-FFF2-40B4-BE49-F238E27FC236}">
                  <a16:creationId xmlns:a16="http://schemas.microsoft.com/office/drawing/2014/main" id="{3D15CE18-9DDA-A2EC-63D4-7F0612D9DD00}"/>
                </a:ext>
              </a:extLst>
            </p:cNvPr>
            <p:cNvSpPr/>
            <p:nvPr/>
          </p:nvSpPr>
          <p:spPr>
            <a:xfrm>
              <a:off x="8384212" y="2382733"/>
              <a:ext cx="511052" cy="503359"/>
            </a:xfrm>
            <a:custGeom>
              <a:avLst/>
              <a:gdLst/>
              <a:ahLst/>
              <a:cxnLst/>
              <a:rect l="0" t="0" r="0" b="0"/>
              <a:pathLst>
                <a:path w="511052" h="503359">
                  <a:moveTo>
                    <a:pt x="302235" y="21986"/>
                  </a:moveTo>
                  <a:cubicBezTo>
                    <a:pt x="326414" y="21986"/>
                    <a:pt x="346197" y="41768"/>
                    <a:pt x="346197" y="65947"/>
                  </a:cubicBezTo>
                  <a:lnTo>
                    <a:pt x="346197" y="120899"/>
                  </a:lnTo>
                  <a:lnTo>
                    <a:pt x="16485" y="120899"/>
                  </a:lnTo>
                  <a:lnTo>
                    <a:pt x="16485" y="65947"/>
                  </a:lnTo>
                  <a:cubicBezTo>
                    <a:pt x="16485" y="41768"/>
                    <a:pt x="36268" y="21986"/>
                    <a:pt x="60447" y="21986"/>
                  </a:cubicBezTo>
                  <a:close/>
                  <a:moveTo>
                    <a:pt x="126389" y="120896"/>
                  </a:moveTo>
                  <a:lnTo>
                    <a:pt x="126389" y="336307"/>
                  </a:lnTo>
                  <a:lnTo>
                    <a:pt x="60447" y="336307"/>
                  </a:lnTo>
                  <a:cubicBezTo>
                    <a:pt x="36268" y="336307"/>
                    <a:pt x="16485" y="316525"/>
                    <a:pt x="16485" y="292346"/>
                  </a:cubicBezTo>
                  <a:lnTo>
                    <a:pt x="16485" y="120896"/>
                  </a:lnTo>
                  <a:close/>
                  <a:moveTo>
                    <a:pt x="126389" y="230800"/>
                  </a:moveTo>
                  <a:lnTo>
                    <a:pt x="16485" y="230800"/>
                  </a:lnTo>
                  <a:moveTo>
                    <a:pt x="236293" y="336307"/>
                  </a:moveTo>
                  <a:lnTo>
                    <a:pt x="126389" y="336307"/>
                  </a:lnTo>
                  <a:lnTo>
                    <a:pt x="126389" y="120896"/>
                  </a:lnTo>
                  <a:lnTo>
                    <a:pt x="236293" y="120896"/>
                  </a:lnTo>
                  <a:close/>
                  <a:moveTo>
                    <a:pt x="126389" y="230800"/>
                  </a:moveTo>
                  <a:lnTo>
                    <a:pt x="236293" y="230800"/>
                  </a:lnTo>
                  <a:moveTo>
                    <a:pt x="346197" y="120896"/>
                  </a:moveTo>
                  <a:lnTo>
                    <a:pt x="346197" y="292346"/>
                  </a:lnTo>
                  <a:cubicBezTo>
                    <a:pt x="346197" y="316525"/>
                    <a:pt x="326414" y="336307"/>
                    <a:pt x="302235" y="336307"/>
                  </a:cubicBezTo>
                  <a:lnTo>
                    <a:pt x="236293" y="336307"/>
                  </a:lnTo>
                  <a:lnTo>
                    <a:pt x="236293" y="120896"/>
                  </a:lnTo>
                  <a:close/>
                  <a:moveTo>
                    <a:pt x="346197" y="230800"/>
                  </a:moveTo>
                  <a:lnTo>
                    <a:pt x="236293" y="230800"/>
                  </a:lnTo>
                  <a:moveTo>
                    <a:pt x="0" y="0"/>
                  </a:moveTo>
                  <a:moveTo>
                    <a:pt x="462695" y="76937"/>
                  </a:moveTo>
                  <a:lnTo>
                    <a:pt x="462695" y="274761"/>
                  </a:lnTo>
                  <a:moveTo>
                    <a:pt x="0" y="0"/>
                  </a:moveTo>
                  <a:moveTo>
                    <a:pt x="511052" y="274761"/>
                  </a:moveTo>
                  <a:lnTo>
                    <a:pt x="462695" y="325317"/>
                  </a:lnTo>
                  <a:lnTo>
                    <a:pt x="412139" y="274761"/>
                  </a:lnTo>
                  <a:moveTo>
                    <a:pt x="0" y="0"/>
                  </a:moveTo>
                  <a:moveTo>
                    <a:pt x="412139" y="76936"/>
                  </a:moveTo>
                  <a:lnTo>
                    <a:pt x="462695" y="26381"/>
                  </a:lnTo>
                  <a:lnTo>
                    <a:pt x="511052" y="76936"/>
                  </a:lnTo>
                  <a:moveTo>
                    <a:pt x="0" y="0"/>
                  </a:moveTo>
                  <a:moveTo>
                    <a:pt x="80230" y="452806"/>
                  </a:moveTo>
                  <a:lnTo>
                    <a:pt x="280254" y="452806"/>
                  </a:lnTo>
                  <a:moveTo>
                    <a:pt x="0" y="0"/>
                  </a:moveTo>
                  <a:moveTo>
                    <a:pt x="280254" y="402248"/>
                  </a:moveTo>
                  <a:lnTo>
                    <a:pt x="328612" y="452803"/>
                  </a:lnTo>
                  <a:lnTo>
                    <a:pt x="280254" y="503359"/>
                  </a:lnTo>
                  <a:moveTo>
                    <a:pt x="0" y="0"/>
                  </a:moveTo>
                  <a:moveTo>
                    <a:pt x="80230" y="503359"/>
                  </a:moveTo>
                  <a:lnTo>
                    <a:pt x="31872" y="452803"/>
                  </a:lnTo>
                  <a:lnTo>
                    <a:pt x="80230" y="402248"/>
                  </a:lnTo>
                </a:path>
              </a:pathLst>
            </a:custGeom>
            <a:noFill/>
            <a:ln w="1318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80417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88363-059F-A869-C8E7-D214EB078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43000-1992-92AD-3FF8-4EE50F93824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Desventajas</a:t>
            </a:r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ED79FC7-39B7-C547-0737-88B303695587}"/>
              </a:ext>
            </a:extLst>
          </p:cNvPr>
          <p:cNvGrpSpPr>
            <a:grpSpLocks noChangeAspect="1"/>
          </p:cNvGrpSpPr>
          <p:nvPr/>
        </p:nvGrpSpPr>
        <p:grpSpPr>
          <a:xfrm>
            <a:off x="232146" y="959733"/>
            <a:ext cx="11717341" cy="5898267"/>
            <a:chOff x="1297452" y="2147186"/>
            <a:chExt cx="6401723" cy="322249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820860C-4868-54A7-B585-00BEEFE4A82C}"/>
                </a:ext>
              </a:extLst>
            </p:cNvPr>
            <p:cNvGrpSpPr/>
            <p:nvPr/>
          </p:nvGrpSpPr>
          <p:grpSpPr>
            <a:xfrm>
              <a:off x="4152283" y="2910352"/>
              <a:ext cx="474886" cy="469580"/>
              <a:chOff x="3876030" y="1822609"/>
              <a:chExt cx="474886" cy="469580"/>
            </a:xfrm>
          </p:grpSpPr>
          <p:sp>
            <p:nvSpPr>
              <p:cNvPr id="8" name="Rounded Rectangle 1">
                <a:extLst>
                  <a:ext uri="{FF2B5EF4-FFF2-40B4-BE49-F238E27FC236}">
                    <a16:creationId xmlns:a16="http://schemas.microsoft.com/office/drawing/2014/main" id="{D118D464-9092-6870-C1F4-E1BC9B6A1616}"/>
                  </a:ext>
                </a:extLst>
              </p:cNvPr>
              <p:cNvSpPr/>
              <p:nvPr/>
            </p:nvSpPr>
            <p:spPr>
              <a:xfrm>
                <a:off x="3876030" y="1822609"/>
                <a:ext cx="474886" cy="469580"/>
              </a:xfrm>
              <a:custGeom>
                <a:avLst/>
                <a:gdLst/>
                <a:ahLst/>
                <a:cxnLst/>
                <a:rect l="0" t="0" r="0" b="0"/>
                <a:pathLst>
                  <a:path w="474886" h="469580">
                    <a:moveTo>
                      <a:pt x="474886" y="234790"/>
                    </a:moveTo>
                    <a:cubicBezTo>
                      <a:pt x="474886" y="364461"/>
                      <a:pt x="368579" y="469580"/>
                      <a:pt x="237443" y="469580"/>
                    </a:cubicBezTo>
                    <a:cubicBezTo>
                      <a:pt x="106306" y="469580"/>
                      <a:pt x="0" y="364461"/>
                      <a:pt x="0" y="234790"/>
                    </a:cubicBezTo>
                    <a:cubicBezTo>
                      <a:pt x="0" y="105119"/>
                      <a:pt x="106306" y="0"/>
                      <a:pt x="237443" y="0"/>
                    </a:cubicBezTo>
                    <a:cubicBezTo>
                      <a:pt x="368579" y="0"/>
                      <a:pt x="474886" y="105119"/>
                      <a:pt x="474886" y="234790"/>
                    </a:cubicBezTo>
                    <a:close/>
                    <a:moveTo>
                      <a:pt x="470767" y="278564"/>
                    </a:moveTo>
                    <a:cubicBezTo>
                      <a:pt x="473881" y="263392"/>
                      <a:pt x="474886" y="250871"/>
                      <a:pt x="474886" y="234790"/>
                    </a:cubicBezTo>
                    <a:cubicBezTo>
                      <a:pt x="474886" y="218709"/>
                      <a:pt x="472218" y="198229"/>
                      <a:pt x="469103" y="183056"/>
                    </a:cubicBezTo>
                  </a:path>
                </a:pathLst>
              </a:custGeom>
              <a:solidFill>
                <a:srgbClr val="E5575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ounded Rectangle 2">
                <a:extLst>
                  <a:ext uri="{FF2B5EF4-FFF2-40B4-BE49-F238E27FC236}">
                    <a16:creationId xmlns:a16="http://schemas.microsoft.com/office/drawing/2014/main" id="{4C8E8ED8-A463-D2E0-D024-A1ACD5D20F66}"/>
                  </a:ext>
                </a:extLst>
              </p:cNvPr>
              <p:cNvSpPr/>
              <p:nvPr/>
            </p:nvSpPr>
            <p:spPr>
              <a:xfrm>
                <a:off x="3876030" y="1822609"/>
                <a:ext cx="474886" cy="469580"/>
              </a:xfrm>
              <a:custGeom>
                <a:avLst/>
                <a:gdLst/>
                <a:ahLst/>
                <a:cxnLst/>
                <a:rect l="0" t="0" r="0" b="0"/>
                <a:pathLst>
                  <a:path w="474886" h="469580">
                    <a:moveTo>
                      <a:pt x="474886" y="234790"/>
                    </a:moveTo>
                    <a:cubicBezTo>
                      <a:pt x="474886" y="364461"/>
                      <a:pt x="368579" y="469580"/>
                      <a:pt x="237443" y="469580"/>
                    </a:cubicBezTo>
                    <a:cubicBezTo>
                      <a:pt x="106306" y="469580"/>
                      <a:pt x="0" y="364461"/>
                      <a:pt x="0" y="234790"/>
                    </a:cubicBezTo>
                    <a:cubicBezTo>
                      <a:pt x="0" y="105119"/>
                      <a:pt x="106306" y="0"/>
                      <a:pt x="237443" y="0"/>
                    </a:cubicBezTo>
                    <a:cubicBezTo>
                      <a:pt x="368579" y="0"/>
                      <a:pt x="474886" y="105119"/>
                      <a:pt x="474886" y="234790"/>
                    </a:cubicBezTo>
                    <a:close/>
                    <a:moveTo>
                      <a:pt x="470767" y="278564"/>
                    </a:moveTo>
                    <a:cubicBezTo>
                      <a:pt x="473881" y="263392"/>
                      <a:pt x="474886" y="250871"/>
                      <a:pt x="474886" y="234790"/>
                    </a:cubicBezTo>
                    <a:cubicBezTo>
                      <a:pt x="474886" y="218709"/>
                      <a:pt x="472218" y="198229"/>
                      <a:pt x="469103" y="183056"/>
                    </a:cubicBezTo>
                  </a:path>
                </a:pathLst>
              </a:custGeom>
              <a:noFill/>
              <a:ln w="1193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83C6C89-5E89-5FAF-5DAC-330C8F63B74A}"/>
                </a:ext>
              </a:extLst>
            </p:cNvPr>
            <p:cNvGrpSpPr/>
            <p:nvPr/>
          </p:nvGrpSpPr>
          <p:grpSpPr>
            <a:xfrm>
              <a:off x="2815172" y="3865431"/>
              <a:ext cx="1424659" cy="477539"/>
              <a:chOff x="2538919" y="2777688"/>
              <a:chExt cx="1424659" cy="477539"/>
            </a:xfrm>
          </p:grpSpPr>
          <p:sp>
            <p:nvSpPr>
              <p:cNvPr id="11" name="Rounded Rectangle 4">
                <a:extLst>
                  <a:ext uri="{FF2B5EF4-FFF2-40B4-BE49-F238E27FC236}">
                    <a16:creationId xmlns:a16="http://schemas.microsoft.com/office/drawing/2014/main" id="{DCF82167-159F-36D0-9414-605B7B1D9E62}"/>
                  </a:ext>
                </a:extLst>
              </p:cNvPr>
              <p:cNvSpPr/>
              <p:nvPr/>
            </p:nvSpPr>
            <p:spPr>
              <a:xfrm>
                <a:off x="2538919" y="2777688"/>
                <a:ext cx="1424659" cy="477539"/>
              </a:xfrm>
              <a:custGeom>
                <a:avLst/>
                <a:gdLst/>
                <a:ahLst/>
                <a:cxnLst/>
                <a:rect l="0" t="0" r="0" b="0"/>
                <a:pathLst>
                  <a:path w="1424659" h="477539">
                    <a:moveTo>
                      <a:pt x="477539" y="238769"/>
                    </a:moveTo>
                    <a:cubicBezTo>
                      <a:pt x="477539" y="370638"/>
                      <a:pt x="370638" y="477539"/>
                      <a:pt x="238769" y="477539"/>
                    </a:cubicBezTo>
                    <a:cubicBezTo>
                      <a:pt x="106901" y="477539"/>
                      <a:pt x="0" y="370638"/>
                      <a:pt x="0" y="238769"/>
                    </a:cubicBezTo>
                    <a:cubicBezTo>
                      <a:pt x="0" y="106901"/>
                      <a:pt x="106901" y="0"/>
                      <a:pt x="238769" y="0"/>
                    </a:cubicBezTo>
                    <a:cubicBezTo>
                      <a:pt x="370638" y="0"/>
                      <a:pt x="477539" y="106901"/>
                      <a:pt x="477539" y="238769"/>
                    </a:cubicBezTo>
                    <a:close/>
                    <a:moveTo>
                      <a:pt x="473396" y="283286"/>
                    </a:moveTo>
                    <a:cubicBezTo>
                      <a:pt x="476529" y="267856"/>
                      <a:pt x="477539" y="255123"/>
                      <a:pt x="477539" y="238769"/>
                    </a:cubicBezTo>
                    <a:cubicBezTo>
                      <a:pt x="477539" y="222415"/>
                      <a:pt x="474856" y="201589"/>
                      <a:pt x="471724" y="186159"/>
                    </a:cubicBezTo>
                    <a:moveTo>
                      <a:pt x="469580" y="183056"/>
                    </a:moveTo>
                    <a:lnTo>
                      <a:pt x="1139561" y="183056"/>
                    </a:lnTo>
                    <a:cubicBezTo>
                      <a:pt x="1297017" y="183056"/>
                      <a:pt x="1424659" y="311338"/>
                      <a:pt x="1424659" y="469580"/>
                    </a:cubicBezTo>
                    <a:lnTo>
                      <a:pt x="1377143" y="469580"/>
                    </a:lnTo>
                    <a:lnTo>
                      <a:pt x="1329627" y="469580"/>
                    </a:lnTo>
                    <a:cubicBezTo>
                      <a:pt x="1329627" y="364085"/>
                      <a:pt x="1244532" y="278564"/>
                      <a:pt x="1139561" y="278564"/>
                    </a:cubicBezTo>
                    <a:lnTo>
                      <a:pt x="469580" y="278564"/>
                    </a:lnTo>
                    <a:cubicBezTo>
                      <a:pt x="472697" y="263134"/>
                      <a:pt x="474332" y="247164"/>
                      <a:pt x="474332" y="230810"/>
                    </a:cubicBezTo>
                    <a:cubicBezTo>
                      <a:pt x="474332" y="214456"/>
                      <a:pt x="472697" y="198486"/>
                      <a:pt x="469580" y="183056"/>
                    </a:cubicBezTo>
                    <a:close/>
                  </a:path>
                </a:pathLst>
              </a:custGeom>
              <a:solidFill>
                <a:srgbClr val="3CC58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Rounded Rectangle 5">
                <a:extLst>
                  <a:ext uri="{FF2B5EF4-FFF2-40B4-BE49-F238E27FC236}">
                    <a16:creationId xmlns:a16="http://schemas.microsoft.com/office/drawing/2014/main" id="{2B4FAFA6-3801-22F3-B430-0ED0138AB891}"/>
                  </a:ext>
                </a:extLst>
              </p:cNvPr>
              <p:cNvSpPr/>
              <p:nvPr/>
            </p:nvSpPr>
            <p:spPr>
              <a:xfrm>
                <a:off x="2538919" y="2777688"/>
                <a:ext cx="1424659" cy="469580"/>
              </a:xfrm>
              <a:custGeom>
                <a:avLst/>
                <a:gdLst/>
                <a:ahLst/>
                <a:cxnLst/>
                <a:rect l="0" t="0" r="0" b="0"/>
                <a:pathLst>
                  <a:path w="1424659" h="469580">
                    <a:moveTo>
                      <a:pt x="474886" y="234790"/>
                    </a:moveTo>
                    <a:cubicBezTo>
                      <a:pt x="474886" y="364461"/>
                      <a:pt x="368579" y="469580"/>
                      <a:pt x="237443" y="469580"/>
                    </a:cubicBezTo>
                    <a:cubicBezTo>
                      <a:pt x="106306" y="469580"/>
                      <a:pt x="0" y="364461"/>
                      <a:pt x="0" y="234790"/>
                    </a:cubicBezTo>
                    <a:cubicBezTo>
                      <a:pt x="0" y="105119"/>
                      <a:pt x="106306" y="0"/>
                      <a:pt x="237443" y="0"/>
                    </a:cubicBezTo>
                    <a:cubicBezTo>
                      <a:pt x="368579" y="0"/>
                      <a:pt x="474886" y="105119"/>
                      <a:pt x="474886" y="234790"/>
                    </a:cubicBezTo>
                    <a:close/>
                    <a:moveTo>
                      <a:pt x="1329152" y="469580"/>
                    </a:moveTo>
                    <a:cubicBezTo>
                      <a:pt x="1329152" y="365843"/>
                      <a:pt x="1243045" y="278564"/>
                      <a:pt x="1138136" y="278564"/>
                    </a:cubicBezTo>
                    <a:lnTo>
                      <a:pt x="470767" y="278564"/>
                    </a:lnTo>
                    <a:cubicBezTo>
                      <a:pt x="473881" y="263392"/>
                      <a:pt x="474886" y="250871"/>
                      <a:pt x="474886" y="234790"/>
                    </a:cubicBezTo>
                    <a:cubicBezTo>
                      <a:pt x="474886" y="218709"/>
                      <a:pt x="472218" y="198229"/>
                      <a:pt x="469103" y="183056"/>
                    </a:cubicBezTo>
                    <a:lnTo>
                      <a:pt x="1138136" y="183056"/>
                    </a:lnTo>
                    <a:cubicBezTo>
                      <a:pt x="1295499" y="183056"/>
                      <a:pt x="1424659" y="313975"/>
                      <a:pt x="1424659" y="469580"/>
                    </a:cubicBezTo>
                  </a:path>
                </a:pathLst>
              </a:custGeom>
              <a:noFill/>
              <a:ln w="1193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4B6F5E3-F604-7BC1-91CC-3DAED7E11518}"/>
                </a:ext>
              </a:extLst>
            </p:cNvPr>
            <p:cNvGrpSpPr/>
            <p:nvPr/>
          </p:nvGrpSpPr>
          <p:grpSpPr>
            <a:xfrm>
              <a:off x="2807213" y="4621536"/>
              <a:ext cx="1241603" cy="477539"/>
              <a:chOff x="2530960" y="3533793"/>
              <a:chExt cx="1241603" cy="477539"/>
            </a:xfrm>
          </p:grpSpPr>
          <p:sp>
            <p:nvSpPr>
              <p:cNvPr id="14" name="Rounded Rectangle 7">
                <a:extLst>
                  <a:ext uri="{FF2B5EF4-FFF2-40B4-BE49-F238E27FC236}">
                    <a16:creationId xmlns:a16="http://schemas.microsoft.com/office/drawing/2014/main" id="{F2E02695-6A9C-B535-4438-7EB0F656AEE4}"/>
                  </a:ext>
                </a:extLst>
              </p:cNvPr>
              <p:cNvSpPr/>
              <p:nvPr/>
            </p:nvSpPr>
            <p:spPr>
              <a:xfrm>
                <a:off x="2530960" y="3533793"/>
                <a:ext cx="1241603" cy="477539"/>
              </a:xfrm>
              <a:custGeom>
                <a:avLst/>
                <a:gdLst/>
                <a:ahLst/>
                <a:cxnLst/>
                <a:rect l="0" t="0" r="0" b="0"/>
                <a:pathLst>
                  <a:path w="1241603" h="477539">
                    <a:moveTo>
                      <a:pt x="477539" y="238769"/>
                    </a:moveTo>
                    <a:cubicBezTo>
                      <a:pt x="477539" y="370638"/>
                      <a:pt x="370638" y="477539"/>
                      <a:pt x="238769" y="477539"/>
                    </a:cubicBezTo>
                    <a:cubicBezTo>
                      <a:pt x="106901" y="477539"/>
                      <a:pt x="0" y="370638"/>
                      <a:pt x="0" y="238769"/>
                    </a:cubicBezTo>
                    <a:cubicBezTo>
                      <a:pt x="0" y="106901"/>
                      <a:pt x="106901" y="0"/>
                      <a:pt x="238769" y="0"/>
                    </a:cubicBezTo>
                    <a:cubicBezTo>
                      <a:pt x="370638" y="0"/>
                      <a:pt x="477539" y="106901"/>
                      <a:pt x="477539" y="238769"/>
                    </a:cubicBezTo>
                    <a:close/>
                    <a:moveTo>
                      <a:pt x="473396" y="283286"/>
                    </a:moveTo>
                    <a:cubicBezTo>
                      <a:pt x="476529" y="267856"/>
                      <a:pt x="477539" y="255123"/>
                      <a:pt x="477539" y="238769"/>
                    </a:cubicBezTo>
                    <a:cubicBezTo>
                      <a:pt x="477539" y="222415"/>
                      <a:pt x="474856" y="201589"/>
                      <a:pt x="471724" y="186159"/>
                    </a:cubicBezTo>
                    <a:moveTo>
                      <a:pt x="477539" y="183056"/>
                    </a:moveTo>
                    <a:lnTo>
                      <a:pt x="956504" y="183056"/>
                    </a:lnTo>
                    <a:cubicBezTo>
                      <a:pt x="1113960" y="183056"/>
                      <a:pt x="1241603" y="314901"/>
                      <a:pt x="1241603" y="477539"/>
                    </a:cubicBezTo>
                    <a:lnTo>
                      <a:pt x="1194087" y="477539"/>
                    </a:lnTo>
                    <a:lnTo>
                      <a:pt x="1146570" y="477539"/>
                    </a:lnTo>
                    <a:cubicBezTo>
                      <a:pt x="1146570" y="369114"/>
                      <a:pt x="1061475" y="281217"/>
                      <a:pt x="956504" y="281217"/>
                    </a:cubicBezTo>
                    <a:lnTo>
                      <a:pt x="477539" y="281217"/>
                    </a:lnTo>
                    <a:cubicBezTo>
                      <a:pt x="480656" y="265359"/>
                      <a:pt x="482291" y="248945"/>
                      <a:pt x="482291" y="232137"/>
                    </a:cubicBezTo>
                    <a:cubicBezTo>
                      <a:pt x="482291" y="215328"/>
                      <a:pt x="480656" y="198915"/>
                      <a:pt x="477539" y="183056"/>
                    </a:cubicBezTo>
                    <a:close/>
                  </a:path>
                </a:pathLst>
              </a:custGeom>
              <a:solidFill>
                <a:srgbClr val="4E88E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ounded Rectangle 8">
                <a:extLst>
                  <a:ext uri="{FF2B5EF4-FFF2-40B4-BE49-F238E27FC236}">
                    <a16:creationId xmlns:a16="http://schemas.microsoft.com/office/drawing/2014/main" id="{4FA4FDC3-96AB-93C5-6B2F-7347C84EBD01}"/>
                  </a:ext>
                </a:extLst>
              </p:cNvPr>
              <p:cNvSpPr/>
              <p:nvPr/>
            </p:nvSpPr>
            <p:spPr>
              <a:xfrm>
                <a:off x="2530960" y="3533793"/>
                <a:ext cx="1241603" cy="477539"/>
              </a:xfrm>
              <a:custGeom>
                <a:avLst/>
                <a:gdLst/>
                <a:ahLst/>
                <a:cxnLst/>
                <a:rect l="0" t="0" r="0" b="0"/>
                <a:pathLst>
                  <a:path w="1241603" h="477539">
                    <a:moveTo>
                      <a:pt x="477950" y="234790"/>
                    </a:moveTo>
                    <a:cubicBezTo>
                      <a:pt x="477950" y="364461"/>
                      <a:pt x="370957" y="469580"/>
                      <a:pt x="238975" y="469580"/>
                    </a:cubicBezTo>
                    <a:cubicBezTo>
                      <a:pt x="106992" y="469580"/>
                      <a:pt x="0" y="364461"/>
                      <a:pt x="0" y="234790"/>
                    </a:cubicBezTo>
                    <a:cubicBezTo>
                      <a:pt x="0" y="105119"/>
                      <a:pt x="106992" y="0"/>
                      <a:pt x="238975" y="0"/>
                    </a:cubicBezTo>
                    <a:cubicBezTo>
                      <a:pt x="370957" y="0"/>
                      <a:pt x="477950" y="105119"/>
                      <a:pt x="477950" y="234790"/>
                    </a:cubicBezTo>
                    <a:close/>
                    <a:moveTo>
                      <a:pt x="1145479" y="477539"/>
                    </a:moveTo>
                    <a:cubicBezTo>
                      <a:pt x="1145479" y="373802"/>
                      <a:pt x="1058816" y="278564"/>
                      <a:pt x="953230" y="278564"/>
                    </a:cubicBezTo>
                    <a:lnTo>
                      <a:pt x="473804" y="278564"/>
                    </a:lnTo>
                    <a:cubicBezTo>
                      <a:pt x="476939" y="263392"/>
                      <a:pt x="477950" y="250871"/>
                      <a:pt x="477950" y="234790"/>
                    </a:cubicBezTo>
                    <a:cubicBezTo>
                      <a:pt x="477950" y="218709"/>
                      <a:pt x="475264" y="198229"/>
                      <a:pt x="472130" y="183056"/>
                    </a:cubicBezTo>
                    <a:lnTo>
                      <a:pt x="953230" y="183056"/>
                    </a:lnTo>
                    <a:cubicBezTo>
                      <a:pt x="1111609" y="183056"/>
                      <a:pt x="1241603" y="321934"/>
                      <a:pt x="1241603" y="477539"/>
                    </a:cubicBezTo>
                  </a:path>
                </a:pathLst>
              </a:custGeom>
              <a:noFill/>
              <a:ln w="1193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6082ED8-7694-DF78-075F-BA06E6251DB4}"/>
                </a:ext>
              </a:extLst>
            </p:cNvPr>
            <p:cNvGrpSpPr/>
            <p:nvPr/>
          </p:nvGrpSpPr>
          <p:grpSpPr>
            <a:xfrm>
              <a:off x="3953308" y="5099076"/>
              <a:ext cx="95507" cy="270605"/>
              <a:chOff x="3677055" y="4011333"/>
              <a:chExt cx="95507" cy="270605"/>
            </a:xfrm>
          </p:grpSpPr>
          <p:sp>
            <p:nvSpPr>
              <p:cNvPr id="17" name="Rounded Rectangle 10">
                <a:extLst>
                  <a:ext uri="{FF2B5EF4-FFF2-40B4-BE49-F238E27FC236}">
                    <a16:creationId xmlns:a16="http://schemas.microsoft.com/office/drawing/2014/main" id="{F1C5BDEC-7642-003D-A3D4-858D8C68B9EC}"/>
                  </a:ext>
                </a:extLst>
              </p:cNvPr>
              <p:cNvSpPr/>
              <p:nvPr/>
            </p:nvSpPr>
            <p:spPr>
              <a:xfrm>
                <a:off x="3677055" y="4011333"/>
                <a:ext cx="95507" cy="270605"/>
              </a:xfrm>
              <a:custGeom>
                <a:avLst/>
                <a:gdLst/>
                <a:ahLst/>
                <a:cxnLst/>
                <a:rect l="0" t="0" r="0" b="0"/>
                <a:pathLst>
                  <a:path w="95507" h="270605">
                    <a:moveTo>
                      <a:pt x="0" y="0"/>
                    </a:moveTo>
                    <a:lnTo>
                      <a:pt x="95507" y="0"/>
                    </a:lnTo>
                    <a:lnTo>
                      <a:pt x="95507" y="270605"/>
                    </a:lnTo>
                    <a:lnTo>
                      <a:pt x="0" y="270605"/>
                    </a:lnTo>
                    <a:close/>
                  </a:path>
                </a:pathLst>
              </a:custGeom>
              <a:solidFill>
                <a:srgbClr val="4E88E7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Rounded Rectangle 11">
                <a:extLst>
                  <a:ext uri="{FF2B5EF4-FFF2-40B4-BE49-F238E27FC236}">
                    <a16:creationId xmlns:a16="http://schemas.microsoft.com/office/drawing/2014/main" id="{9C9038EC-8B10-F34A-583C-48988089724D}"/>
                  </a:ext>
                </a:extLst>
              </p:cNvPr>
              <p:cNvSpPr/>
              <p:nvPr/>
            </p:nvSpPr>
            <p:spPr>
              <a:xfrm>
                <a:off x="3677055" y="4011333"/>
                <a:ext cx="95507" cy="270605"/>
              </a:xfrm>
              <a:custGeom>
                <a:avLst/>
                <a:gdLst/>
                <a:ahLst/>
                <a:cxnLst/>
                <a:rect l="0" t="0" r="0" b="0"/>
                <a:pathLst>
                  <a:path w="95507" h="270605">
                    <a:moveTo>
                      <a:pt x="95507" y="0"/>
                    </a:moveTo>
                    <a:lnTo>
                      <a:pt x="95507" y="270605"/>
                    </a:lnTo>
                    <a:lnTo>
                      <a:pt x="0" y="270605"/>
                    </a:lnTo>
                    <a:lnTo>
                      <a:pt x="0" y="0"/>
                    </a:lnTo>
                  </a:path>
                </a:pathLst>
              </a:custGeom>
              <a:noFill/>
              <a:ln w="1193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7D02C68-44FC-A894-AC31-69AA14A9C605}"/>
                </a:ext>
              </a:extLst>
            </p:cNvPr>
            <p:cNvGrpSpPr/>
            <p:nvPr/>
          </p:nvGrpSpPr>
          <p:grpSpPr>
            <a:xfrm>
              <a:off x="4144324" y="4335012"/>
              <a:ext cx="95507" cy="1034669"/>
              <a:chOff x="3868071" y="3247269"/>
              <a:chExt cx="95507" cy="1034669"/>
            </a:xfrm>
          </p:grpSpPr>
          <p:sp>
            <p:nvSpPr>
              <p:cNvPr id="20" name="Rounded Rectangle 13">
                <a:extLst>
                  <a:ext uri="{FF2B5EF4-FFF2-40B4-BE49-F238E27FC236}">
                    <a16:creationId xmlns:a16="http://schemas.microsoft.com/office/drawing/2014/main" id="{F7B5267F-FEFC-F8DE-9A4B-73CDE8F9865E}"/>
                  </a:ext>
                </a:extLst>
              </p:cNvPr>
              <p:cNvSpPr/>
              <p:nvPr/>
            </p:nvSpPr>
            <p:spPr>
              <a:xfrm>
                <a:off x="3868071" y="3247269"/>
                <a:ext cx="95507" cy="1034669"/>
              </a:xfrm>
              <a:custGeom>
                <a:avLst/>
                <a:gdLst/>
                <a:ahLst/>
                <a:cxnLst/>
                <a:rect l="0" t="0" r="0" b="0"/>
                <a:pathLst>
                  <a:path w="95507" h="1034669">
                    <a:moveTo>
                      <a:pt x="0" y="0"/>
                    </a:moveTo>
                    <a:lnTo>
                      <a:pt x="95507" y="0"/>
                    </a:lnTo>
                    <a:lnTo>
                      <a:pt x="95507" y="1034669"/>
                    </a:lnTo>
                    <a:lnTo>
                      <a:pt x="0" y="1034669"/>
                    </a:lnTo>
                    <a:close/>
                  </a:path>
                </a:pathLst>
              </a:custGeom>
              <a:solidFill>
                <a:srgbClr val="3CC58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Rounded Rectangle 14">
                <a:extLst>
                  <a:ext uri="{FF2B5EF4-FFF2-40B4-BE49-F238E27FC236}">
                    <a16:creationId xmlns:a16="http://schemas.microsoft.com/office/drawing/2014/main" id="{1A931C60-EE57-8694-AD33-AD88D89E2C89}"/>
                  </a:ext>
                </a:extLst>
              </p:cNvPr>
              <p:cNvSpPr/>
              <p:nvPr/>
            </p:nvSpPr>
            <p:spPr>
              <a:xfrm>
                <a:off x="3868071" y="3247269"/>
                <a:ext cx="95507" cy="1034669"/>
              </a:xfrm>
              <a:custGeom>
                <a:avLst/>
                <a:gdLst/>
                <a:ahLst/>
                <a:cxnLst/>
                <a:rect l="0" t="0" r="0" b="0"/>
                <a:pathLst>
                  <a:path w="95507" h="1034669">
                    <a:moveTo>
                      <a:pt x="95507" y="0"/>
                    </a:moveTo>
                    <a:lnTo>
                      <a:pt x="95507" y="1034669"/>
                    </a:lnTo>
                    <a:cubicBezTo>
                      <a:pt x="58209" y="1034669"/>
                      <a:pt x="37298" y="1034669"/>
                      <a:pt x="0" y="1034669"/>
                    </a:cubicBezTo>
                    <a:lnTo>
                      <a:pt x="0" y="0"/>
                    </a:lnTo>
                  </a:path>
                </a:pathLst>
              </a:custGeom>
              <a:noFill/>
              <a:ln w="1193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8296294-DA38-BE98-5AEF-8BDC4439B14B}"/>
                </a:ext>
              </a:extLst>
            </p:cNvPr>
            <p:cNvGrpSpPr/>
            <p:nvPr/>
          </p:nvGrpSpPr>
          <p:grpSpPr>
            <a:xfrm>
              <a:off x="4542273" y="3570949"/>
              <a:ext cx="1424659" cy="477539"/>
              <a:chOff x="4266020" y="2483206"/>
              <a:chExt cx="1424659" cy="477539"/>
            </a:xfrm>
          </p:grpSpPr>
          <p:sp>
            <p:nvSpPr>
              <p:cNvPr id="23" name="Rounded Rectangle 16">
                <a:extLst>
                  <a:ext uri="{FF2B5EF4-FFF2-40B4-BE49-F238E27FC236}">
                    <a16:creationId xmlns:a16="http://schemas.microsoft.com/office/drawing/2014/main" id="{34BF861B-6A67-C5A7-69E9-92245F11C356}"/>
                  </a:ext>
                </a:extLst>
              </p:cNvPr>
              <p:cNvSpPr/>
              <p:nvPr/>
            </p:nvSpPr>
            <p:spPr>
              <a:xfrm>
                <a:off x="4266020" y="2483206"/>
                <a:ext cx="1424659" cy="477539"/>
              </a:xfrm>
              <a:custGeom>
                <a:avLst/>
                <a:gdLst/>
                <a:ahLst/>
                <a:cxnLst/>
                <a:rect l="0" t="0" r="0" b="0"/>
                <a:pathLst>
                  <a:path w="1424659" h="477539">
                    <a:moveTo>
                      <a:pt x="1424659" y="238769"/>
                    </a:moveTo>
                    <a:cubicBezTo>
                      <a:pt x="1424659" y="370638"/>
                      <a:pt x="1317758" y="477539"/>
                      <a:pt x="1185890" y="477539"/>
                    </a:cubicBezTo>
                    <a:cubicBezTo>
                      <a:pt x="1054021" y="477539"/>
                      <a:pt x="947120" y="370638"/>
                      <a:pt x="947120" y="238769"/>
                    </a:cubicBezTo>
                    <a:cubicBezTo>
                      <a:pt x="947120" y="106901"/>
                      <a:pt x="1054021" y="0"/>
                      <a:pt x="1185890" y="0"/>
                    </a:cubicBezTo>
                    <a:cubicBezTo>
                      <a:pt x="1317758" y="0"/>
                      <a:pt x="1424659" y="106901"/>
                      <a:pt x="1424659" y="238769"/>
                    </a:cubicBezTo>
                    <a:close/>
                    <a:moveTo>
                      <a:pt x="1420517" y="283286"/>
                    </a:moveTo>
                    <a:cubicBezTo>
                      <a:pt x="1423649" y="267856"/>
                      <a:pt x="1424659" y="255123"/>
                      <a:pt x="1424659" y="238769"/>
                    </a:cubicBezTo>
                    <a:cubicBezTo>
                      <a:pt x="1424659" y="222415"/>
                      <a:pt x="1421976" y="201589"/>
                      <a:pt x="1418845" y="186159"/>
                    </a:cubicBezTo>
                    <a:moveTo>
                      <a:pt x="950326" y="230810"/>
                    </a:moveTo>
                    <a:cubicBezTo>
                      <a:pt x="950326" y="247164"/>
                      <a:pt x="951962" y="263134"/>
                      <a:pt x="955079" y="278564"/>
                    </a:cubicBezTo>
                    <a:lnTo>
                      <a:pt x="285098" y="278564"/>
                    </a:lnTo>
                    <a:cubicBezTo>
                      <a:pt x="180127" y="278564"/>
                      <a:pt x="95032" y="372044"/>
                      <a:pt x="95032" y="477539"/>
                    </a:cubicBezTo>
                    <a:lnTo>
                      <a:pt x="0" y="477539"/>
                    </a:lnTo>
                    <a:cubicBezTo>
                      <a:pt x="0" y="319297"/>
                      <a:pt x="127642" y="183056"/>
                      <a:pt x="285098" y="183056"/>
                    </a:cubicBezTo>
                    <a:lnTo>
                      <a:pt x="955079" y="183056"/>
                    </a:lnTo>
                    <a:cubicBezTo>
                      <a:pt x="951962" y="198486"/>
                      <a:pt x="950326" y="214456"/>
                      <a:pt x="950326" y="230810"/>
                    </a:cubicBezTo>
                    <a:close/>
                  </a:path>
                </a:pathLst>
              </a:custGeom>
              <a:solidFill>
                <a:srgbClr val="DE8431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Rounded Rectangle 17">
                <a:extLst>
                  <a:ext uri="{FF2B5EF4-FFF2-40B4-BE49-F238E27FC236}">
                    <a16:creationId xmlns:a16="http://schemas.microsoft.com/office/drawing/2014/main" id="{23A81B85-A9F0-8A90-87D7-36E4A43889ED}"/>
                  </a:ext>
                </a:extLst>
              </p:cNvPr>
              <p:cNvSpPr/>
              <p:nvPr/>
            </p:nvSpPr>
            <p:spPr>
              <a:xfrm>
                <a:off x="4266020" y="2483206"/>
                <a:ext cx="1424659" cy="477539"/>
              </a:xfrm>
              <a:custGeom>
                <a:avLst/>
                <a:gdLst/>
                <a:ahLst/>
                <a:cxnLst/>
                <a:rect l="0" t="0" r="0" b="0"/>
                <a:pathLst>
                  <a:path w="1424659" h="477539">
                    <a:moveTo>
                      <a:pt x="1187216" y="0"/>
                    </a:moveTo>
                    <a:cubicBezTo>
                      <a:pt x="1318353" y="0"/>
                      <a:pt x="1424659" y="105119"/>
                      <a:pt x="1424659" y="234790"/>
                    </a:cubicBezTo>
                    <a:cubicBezTo>
                      <a:pt x="1424659" y="364461"/>
                      <a:pt x="1318353" y="469580"/>
                      <a:pt x="1187216" y="469580"/>
                    </a:cubicBezTo>
                    <a:cubicBezTo>
                      <a:pt x="1056080" y="469580"/>
                      <a:pt x="949773" y="364461"/>
                      <a:pt x="949773" y="234790"/>
                    </a:cubicBezTo>
                    <a:cubicBezTo>
                      <a:pt x="949773" y="105119"/>
                      <a:pt x="1056080" y="0"/>
                      <a:pt x="1187216" y="0"/>
                    </a:cubicBezTo>
                    <a:close/>
                    <a:moveTo>
                      <a:pt x="0" y="477539"/>
                    </a:moveTo>
                    <a:lnTo>
                      <a:pt x="0" y="469580"/>
                    </a:lnTo>
                    <a:cubicBezTo>
                      <a:pt x="0" y="313975"/>
                      <a:pt x="129160" y="183056"/>
                      <a:pt x="286523" y="183056"/>
                    </a:cubicBezTo>
                    <a:lnTo>
                      <a:pt x="955556" y="183056"/>
                    </a:lnTo>
                    <a:cubicBezTo>
                      <a:pt x="952441" y="198229"/>
                      <a:pt x="949773" y="218709"/>
                      <a:pt x="949773" y="234790"/>
                    </a:cubicBezTo>
                    <a:cubicBezTo>
                      <a:pt x="949773" y="250871"/>
                      <a:pt x="950778" y="263392"/>
                      <a:pt x="953892" y="278564"/>
                    </a:cubicBezTo>
                    <a:lnTo>
                      <a:pt x="286523" y="278564"/>
                    </a:lnTo>
                    <a:cubicBezTo>
                      <a:pt x="181614" y="278564"/>
                      <a:pt x="95507" y="365843"/>
                      <a:pt x="95507" y="469580"/>
                    </a:cubicBezTo>
                    <a:lnTo>
                      <a:pt x="95507" y="477539"/>
                    </a:lnTo>
                  </a:path>
                </a:pathLst>
              </a:custGeom>
              <a:noFill/>
              <a:ln w="1193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F4F4616-D2C9-CE5B-1420-EAAE2490277C}"/>
                </a:ext>
              </a:extLst>
            </p:cNvPr>
            <p:cNvGrpSpPr/>
            <p:nvPr/>
          </p:nvGrpSpPr>
          <p:grpSpPr>
            <a:xfrm>
              <a:off x="4733289" y="4621536"/>
              <a:ext cx="1233644" cy="477539"/>
              <a:chOff x="4457036" y="3533793"/>
              <a:chExt cx="1233644" cy="477539"/>
            </a:xfrm>
          </p:grpSpPr>
          <p:sp>
            <p:nvSpPr>
              <p:cNvPr id="26" name="Rounded Rectangle 19">
                <a:extLst>
                  <a:ext uri="{FF2B5EF4-FFF2-40B4-BE49-F238E27FC236}">
                    <a16:creationId xmlns:a16="http://schemas.microsoft.com/office/drawing/2014/main" id="{A8C14D1D-4A75-54FA-3E9F-4550D34DD875}"/>
                  </a:ext>
                </a:extLst>
              </p:cNvPr>
              <p:cNvSpPr/>
              <p:nvPr/>
            </p:nvSpPr>
            <p:spPr>
              <a:xfrm>
                <a:off x="4457036" y="3533793"/>
                <a:ext cx="1233644" cy="477539"/>
              </a:xfrm>
              <a:custGeom>
                <a:avLst/>
                <a:gdLst/>
                <a:ahLst/>
                <a:cxnLst/>
                <a:rect l="0" t="0" r="0" b="0"/>
                <a:pathLst>
                  <a:path w="1233644" h="477539">
                    <a:moveTo>
                      <a:pt x="1233644" y="238769"/>
                    </a:moveTo>
                    <a:cubicBezTo>
                      <a:pt x="1233644" y="370638"/>
                      <a:pt x="1126742" y="477539"/>
                      <a:pt x="994874" y="477539"/>
                    </a:cubicBezTo>
                    <a:cubicBezTo>
                      <a:pt x="863005" y="477539"/>
                      <a:pt x="756104" y="370638"/>
                      <a:pt x="756104" y="238769"/>
                    </a:cubicBezTo>
                    <a:cubicBezTo>
                      <a:pt x="756104" y="106901"/>
                      <a:pt x="863005" y="0"/>
                      <a:pt x="994874" y="0"/>
                    </a:cubicBezTo>
                    <a:cubicBezTo>
                      <a:pt x="1126742" y="0"/>
                      <a:pt x="1233644" y="106901"/>
                      <a:pt x="1233644" y="238769"/>
                    </a:cubicBezTo>
                    <a:close/>
                    <a:moveTo>
                      <a:pt x="1229501" y="283286"/>
                    </a:moveTo>
                    <a:cubicBezTo>
                      <a:pt x="1232634" y="267856"/>
                      <a:pt x="1233644" y="255123"/>
                      <a:pt x="1233644" y="238769"/>
                    </a:cubicBezTo>
                    <a:cubicBezTo>
                      <a:pt x="1233644" y="222415"/>
                      <a:pt x="1230961" y="201589"/>
                      <a:pt x="1227829" y="186159"/>
                    </a:cubicBezTo>
                    <a:moveTo>
                      <a:pt x="759311" y="234785"/>
                    </a:moveTo>
                    <a:cubicBezTo>
                      <a:pt x="759311" y="251140"/>
                      <a:pt x="760946" y="267109"/>
                      <a:pt x="764063" y="282539"/>
                    </a:cubicBezTo>
                    <a:lnTo>
                      <a:pt x="285098" y="282539"/>
                    </a:lnTo>
                    <a:cubicBezTo>
                      <a:pt x="180127" y="282539"/>
                      <a:pt x="95032" y="372044"/>
                      <a:pt x="95032" y="477539"/>
                    </a:cubicBezTo>
                    <a:lnTo>
                      <a:pt x="0" y="477539"/>
                    </a:lnTo>
                    <a:cubicBezTo>
                      <a:pt x="0" y="319296"/>
                      <a:pt x="127642" y="187031"/>
                      <a:pt x="285098" y="187031"/>
                    </a:cubicBezTo>
                    <a:lnTo>
                      <a:pt x="764063" y="187031"/>
                    </a:lnTo>
                    <a:cubicBezTo>
                      <a:pt x="760946" y="202462"/>
                      <a:pt x="759311" y="218431"/>
                      <a:pt x="759311" y="234785"/>
                    </a:cubicBezTo>
                    <a:close/>
                  </a:path>
                </a:pathLst>
              </a:custGeom>
              <a:solidFill>
                <a:srgbClr val="7F64EA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Rounded Rectangle 20">
                <a:extLst>
                  <a:ext uri="{FF2B5EF4-FFF2-40B4-BE49-F238E27FC236}">
                    <a16:creationId xmlns:a16="http://schemas.microsoft.com/office/drawing/2014/main" id="{4F670B22-E325-C8E3-2A3F-BF10E6FC01B9}"/>
                  </a:ext>
                </a:extLst>
              </p:cNvPr>
              <p:cNvSpPr/>
              <p:nvPr/>
            </p:nvSpPr>
            <p:spPr>
              <a:xfrm>
                <a:off x="4457036" y="3533793"/>
                <a:ext cx="1233644" cy="477539"/>
              </a:xfrm>
              <a:custGeom>
                <a:avLst/>
                <a:gdLst/>
                <a:ahLst/>
                <a:cxnLst/>
                <a:rect l="0" t="0" r="0" b="0"/>
                <a:pathLst>
                  <a:path w="1233644" h="477539">
                    <a:moveTo>
                      <a:pt x="996201" y="0"/>
                    </a:moveTo>
                    <a:cubicBezTo>
                      <a:pt x="1127337" y="0"/>
                      <a:pt x="1233644" y="106901"/>
                      <a:pt x="1233644" y="238769"/>
                    </a:cubicBezTo>
                    <a:cubicBezTo>
                      <a:pt x="1233644" y="370638"/>
                      <a:pt x="1127337" y="477539"/>
                      <a:pt x="996201" y="477539"/>
                    </a:cubicBezTo>
                    <a:cubicBezTo>
                      <a:pt x="865064" y="477539"/>
                      <a:pt x="758757" y="370638"/>
                      <a:pt x="758757" y="238769"/>
                    </a:cubicBezTo>
                    <a:cubicBezTo>
                      <a:pt x="758757" y="106901"/>
                      <a:pt x="865064" y="0"/>
                      <a:pt x="996201" y="0"/>
                    </a:cubicBezTo>
                    <a:close/>
                    <a:moveTo>
                      <a:pt x="0" y="477539"/>
                    </a:moveTo>
                    <a:cubicBezTo>
                      <a:pt x="0" y="319297"/>
                      <a:pt x="129160" y="186159"/>
                      <a:pt x="286523" y="186159"/>
                    </a:cubicBezTo>
                    <a:lnTo>
                      <a:pt x="764540" y="186159"/>
                    </a:lnTo>
                    <a:cubicBezTo>
                      <a:pt x="761425" y="201589"/>
                      <a:pt x="758757" y="222415"/>
                      <a:pt x="758757" y="238769"/>
                    </a:cubicBezTo>
                    <a:cubicBezTo>
                      <a:pt x="758757" y="255123"/>
                      <a:pt x="759762" y="267856"/>
                      <a:pt x="762876" y="283286"/>
                    </a:cubicBezTo>
                    <a:lnTo>
                      <a:pt x="286523" y="283286"/>
                    </a:lnTo>
                    <a:cubicBezTo>
                      <a:pt x="181614" y="283286"/>
                      <a:pt x="95507" y="372044"/>
                      <a:pt x="95507" y="477539"/>
                    </a:cubicBezTo>
                  </a:path>
                </a:pathLst>
              </a:custGeom>
              <a:noFill/>
              <a:ln w="1193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6DD3589-7583-65FC-565F-6F05F2D87068}"/>
                </a:ext>
              </a:extLst>
            </p:cNvPr>
            <p:cNvGrpSpPr/>
            <p:nvPr/>
          </p:nvGrpSpPr>
          <p:grpSpPr>
            <a:xfrm>
              <a:off x="4733289" y="5099076"/>
              <a:ext cx="95507" cy="270605"/>
              <a:chOff x="4457036" y="4011333"/>
              <a:chExt cx="95507" cy="270605"/>
            </a:xfrm>
          </p:grpSpPr>
          <p:sp>
            <p:nvSpPr>
              <p:cNvPr id="29" name="Rounded Rectangle 22">
                <a:extLst>
                  <a:ext uri="{FF2B5EF4-FFF2-40B4-BE49-F238E27FC236}">
                    <a16:creationId xmlns:a16="http://schemas.microsoft.com/office/drawing/2014/main" id="{B32B0211-A27F-9794-DA62-5C4B5726E912}"/>
                  </a:ext>
                </a:extLst>
              </p:cNvPr>
              <p:cNvSpPr/>
              <p:nvPr/>
            </p:nvSpPr>
            <p:spPr>
              <a:xfrm>
                <a:off x="4457036" y="4011333"/>
                <a:ext cx="95507" cy="270605"/>
              </a:xfrm>
              <a:custGeom>
                <a:avLst/>
                <a:gdLst/>
                <a:ahLst/>
                <a:cxnLst/>
                <a:rect l="0" t="0" r="0" b="0"/>
                <a:pathLst>
                  <a:path w="95507" h="270605">
                    <a:moveTo>
                      <a:pt x="0" y="0"/>
                    </a:moveTo>
                    <a:lnTo>
                      <a:pt x="95507" y="0"/>
                    </a:lnTo>
                    <a:lnTo>
                      <a:pt x="95507" y="270605"/>
                    </a:lnTo>
                    <a:lnTo>
                      <a:pt x="0" y="270605"/>
                    </a:lnTo>
                    <a:close/>
                  </a:path>
                </a:pathLst>
              </a:custGeom>
              <a:solidFill>
                <a:srgbClr val="7F64EA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Rounded Rectangle 23">
                <a:extLst>
                  <a:ext uri="{FF2B5EF4-FFF2-40B4-BE49-F238E27FC236}">
                    <a16:creationId xmlns:a16="http://schemas.microsoft.com/office/drawing/2014/main" id="{FE7A97AE-5887-1934-DE93-C15D49309CDA}"/>
                  </a:ext>
                </a:extLst>
              </p:cNvPr>
              <p:cNvSpPr/>
              <p:nvPr/>
            </p:nvSpPr>
            <p:spPr>
              <a:xfrm>
                <a:off x="4457036" y="4011333"/>
                <a:ext cx="95507" cy="270605"/>
              </a:xfrm>
              <a:custGeom>
                <a:avLst/>
                <a:gdLst/>
                <a:ahLst/>
                <a:cxnLst/>
                <a:rect l="0" t="0" r="0" b="0"/>
                <a:pathLst>
                  <a:path w="95507" h="270605">
                    <a:moveTo>
                      <a:pt x="95507" y="0"/>
                    </a:moveTo>
                    <a:lnTo>
                      <a:pt x="95507" y="270605"/>
                    </a:lnTo>
                    <a:lnTo>
                      <a:pt x="0" y="270605"/>
                    </a:lnTo>
                    <a:lnTo>
                      <a:pt x="0" y="0"/>
                    </a:lnTo>
                  </a:path>
                </a:pathLst>
              </a:custGeom>
              <a:noFill/>
              <a:ln w="1193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8237E90-DDC9-51B7-C982-C25AD7FAD74F}"/>
                </a:ext>
              </a:extLst>
            </p:cNvPr>
            <p:cNvGrpSpPr/>
            <p:nvPr/>
          </p:nvGrpSpPr>
          <p:grpSpPr>
            <a:xfrm>
              <a:off x="4542273" y="4048488"/>
              <a:ext cx="95507" cy="1321193"/>
              <a:chOff x="4266020" y="2960745"/>
              <a:chExt cx="95507" cy="1321193"/>
            </a:xfrm>
          </p:grpSpPr>
          <p:sp>
            <p:nvSpPr>
              <p:cNvPr id="32" name="Rounded Rectangle 25">
                <a:extLst>
                  <a:ext uri="{FF2B5EF4-FFF2-40B4-BE49-F238E27FC236}">
                    <a16:creationId xmlns:a16="http://schemas.microsoft.com/office/drawing/2014/main" id="{B36F8B1E-B64D-108A-3B83-8BB7093F1B30}"/>
                  </a:ext>
                </a:extLst>
              </p:cNvPr>
              <p:cNvSpPr/>
              <p:nvPr/>
            </p:nvSpPr>
            <p:spPr>
              <a:xfrm>
                <a:off x="4266020" y="2960745"/>
                <a:ext cx="95507" cy="1321193"/>
              </a:xfrm>
              <a:custGeom>
                <a:avLst/>
                <a:gdLst/>
                <a:ahLst/>
                <a:cxnLst/>
                <a:rect l="0" t="0" r="0" b="0"/>
                <a:pathLst>
                  <a:path w="95507" h="1321193">
                    <a:moveTo>
                      <a:pt x="0" y="0"/>
                    </a:moveTo>
                    <a:lnTo>
                      <a:pt x="95507" y="0"/>
                    </a:lnTo>
                    <a:lnTo>
                      <a:pt x="95507" y="1321193"/>
                    </a:lnTo>
                    <a:lnTo>
                      <a:pt x="0" y="1321193"/>
                    </a:lnTo>
                    <a:close/>
                  </a:path>
                </a:pathLst>
              </a:custGeom>
              <a:solidFill>
                <a:srgbClr val="DE8431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Rounded Rectangle 26">
                <a:extLst>
                  <a:ext uri="{FF2B5EF4-FFF2-40B4-BE49-F238E27FC236}">
                    <a16:creationId xmlns:a16="http://schemas.microsoft.com/office/drawing/2014/main" id="{BAA8F9D0-8595-6286-5131-61E2BB55C3DD}"/>
                  </a:ext>
                </a:extLst>
              </p:cNvPr>
              <p:cNvSpPr/>
              <p:nvPr/>
            </p:nvSpPr>
            <p:spPr>
              <a:xfrm>
                <a:off x="4266020" y="2960745"/>
                <a:ext cx="95507" cy="1321193"/>
              </a:xfrm>
              <a:custGeom>
                <a:avLst/>
                <a:gdLst/>
                <a:ahLst/>
                <a:cxnLst/>
                <a:rect l="0" t="0" r="0" b="0"/>
                <a:pathLst>
                  <a:path w="95507" h="1321193">
                    <a:moveTo>
                      <a:pt x="95507" y="0"/>
                    </a:moveTo>
                    <a:lnTo>
                      <a:pt x="95507" y="1321193"/>
                    </a:lnTo>
                    <a:lnTo>
                      <a:pt x="0" y="1321193"/>
                    </a:lnTo>
                    <a:lnTo>
                      <a:pt x="0" y="0"/>
                    </a:lnTo>
                  </a:path>
                </a:pathLst>
              </a:custGeom>
              <a:noFill/>
              <a:ln w="1193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2D9B094-C2FF-0C8D-1337-C988AED7FFF9}"/>
                </a:ext>
              </a:extLst>
            </p:cNvPr>
            <p:cNvGrpSpPr/>
            <p:nvPr/>
          </p:nvGrpSpPr>
          <p:grpSpPr>
            <a:xfrm>
              <a:off x="4343299" y="3379933"/>
              <a:ext cx="95507" cy="1989748"/>
              <a:chOff x="4067046" y="2292190"/>
              <a:chExt cx="95507" cy="1989748"/>
            </a:xfrm>
          </p:grpSpPr>
          <p:sp>
            <p:nvSpPr>
              <p:cNvPr id="35" name="Rounded Rectangle 28">
                <a:extLst>
                  <a:ext uri="{FF2B5EF4-FFF2-40B4-BE49-F238E27FC236}">
                    <a16:creationId xmlns:a16="http://schemas.microsoft.com/office/drawing/2014/main" id="{8578F161-AFB4-D042-569C-69EB2731FCE1}"/>
                  </a:ext>
                </a:extLst>
              </p:cNvPr>
              <p:cNvSpPr/>
              <p:nvPr/>
            </p:nvSpPr>
            <p:spPr>
              <a:xfrm>
                <a:off x="4067046" y="2292190"/>
                <a:ext cx="95507" cy="1989748"/>
              </a:xfrm>
              <a:custGeom>
                <a:avLst/>
                <a:gdLst/>
                <a:ahLst/>
                <a:cxnLst/>
                <a:rect l="0" t="0" r="0" b="0"/>
                <a:pathLst>
                  <a:path w="95507" h="1989748">
                    <a:moveTo>
                      <a:pt x="0" y="0"/>
                    </a:moveTo>
                    <a:lnTo>
                      <a:pt x="95507" y="0"/>
                    </a:lnTo>
                    <a:lnTo>
                      <a:pt x="95507" y="1989748"/>
                    </a:lnTo>
                    <a:lnTo>
                      <a:pt x="0" y="1989748"/>
                    </a:lnTo>
                    <a:close/>
                  </a:path>
                </a:pathLst>
              </a:custGeom>
              <a:solidFill>
                <a:srgbClr val="E5575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Rounded Rectangle 29">
                <a:extLst>
                  <a:ext uri="{FF2B5EF4-FFF2-40B4-BE49-F238E27FC236}">
                    <a16:creationId xmlns:a16="http://schemas.microsoft.com/office/drawing/2014/main" id="{A4CA3C4C-B7A5-BD1C-D693-8BDFF6D38790}"/>
                  </a:ext>
                </a:extLst>
              </p:cNvPr>
              <p:cNvSpPr/>
              <p:nvPr/>
            </p:nvSpPr>
            <p:spPr>
              <a:xfrm>
                <a:off x="4067046" y="2292190"/>
                <a:ext cx="95507" cy="1989748"/>
              </a:xfrm>
              <a:custGeom>
                <a:avLst/>
                <a:gdLst/>
                <a:ahLst/>
                <a:cxnLst/>
                <a:rect l="0" t="0" r="0" b="0"/>
                <a:pathLst>
                  <a:path w="95507" h="1989748">
                    <a:moveTo>
                      <a:pt x="0" y="0"/>
                    </a:moveTo>
                    <a:lnTo>
                      <a:pt x="95507" y="0"/>
                    </a:lnTo>
                    <a:lnTo>
                      <a:pt x="95507" y="1989748"/>
                    </a:lnTo>
                    <a:lnTo>
                      <a:pt x="0" y="1989748"/>
                    </a:lnTo>
                    <a:close/>
                  </a:path>
                </a:pathLst>
              </a:custGeom>
              <a:noFill/>
              <a:ln w="11937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52" name="Rounded Rectangle 31">
              <a:extLst>
                <a:ext uri="{FF2B5EF4-FFF2-40B4-BE49-F238E27FC236}">
                  <a16:creationId xmlns:a16="http://schemas.microsoft.com/office/drawing/2014/main" id="{149A1650-B634-CA20-3FE7-794206CCC291}"/>
                </a:ext>
              </a:extLst>
            </p:cNvPr>
            <p:cNvSpPr/>
            <p:nvPr/>
          </p:nvSpPr>
          <p:spPr>
            <a:xfrm>
              <a:off x="5592861" y="4717044"/>
              <a:ext cx="286533" cy="286506"/>
            </a:xfrm>
            <a:custGeom>
              <a:avLst/>
              <a:gdLst/>
              <a:ahLst/>
              <a:cxnLst/>
              <a:rect l="0" t="0" r="0" b="0"/>
              <a:pathLst>
                <a:path w="286533" h="286506">
                  <a:moveTo>
                    <a:pt x="155200" y="83569"/>
                  </a:moveTo>
                  <a:lnTo>
                    <a:pt x="214892" y="83569"/>
                  </a:lnTo>
                  <a:cubicBezTo>
                    <a:pt x="221486" y="83569"/>
                    <a:pt x="226831" y="88914"/>
                    <a:pt x="226831" y="95507"/>
                  </a:cubicBezTo>
                  <a:cubicBezTo>
                    <a:pt x="226831" y="102101"/>
                    <a:pt x="221486" y="107446"/>
                    <a:pt x="214892" y="107446"/>
                  </a:cubicBezTo>
                  <a:lnTo>
                    <a:pt x="155200" y="107446"/>
                  </a:lnTo>
                  <a:cubicBezTo>
                    <a:pt x="148606" y="107446"/>
                    <a:pt x="143261" y="102101"/>
                    <a:pt x="143261" y="95507"/>
                  </a:cubicBezTo>
                  <a:cubicBezTo>
                    <a:pt x="143261" y="88914"/>
                    <a:pt x="148606" y="83569"/>
                    <a:pt x="155200" y="83569"/>
                  </a:cubicBezTo>
                  <a:close/>
                  <a:moveTo>
                    <a:pt x="173108" y="59692"/>
                  </a:moveTo>
                  <a:cubicBezTo>
                    <a:pt x="173108" y="53098"/>
                    <a:pt x="178453" y="47753"/>
                    <a:pt x="185046" y="47753"/>
                  </a:cubicBezTo>
                  <a:cubicBezTo>
                    <a:pt x="191640" y="47753"/>
                    <a:pt x="196985" y="53098"/>
                    <a:pt x="196985" y="59692"/>
                  </a:cubicBezTo>
                  <a:cubicBezTo>
                    <a:pt x="196985" y="66285"/>
                    <a:pt x="191640" y="71630"/>
                    <a:pt x="185046" y="71630"/>
                  </a:cubicBezTo>
                  <a:cubicBezTo>
                    <a:pt x="178453" y="71630"/>
                    <a:pt x="173108" y="66285"/>
                    <a:pt x="173108" y="59692"/>
                  </a:cubicBezTo>
                  <a:moveTo>
                    <a:pt x="173108" y="131323"/>
                  </a:moveTo>
                  <a:cubicBezTo>
                    <a:pt x="173108" y="124729"/>
                    <a:pt x="178453" y="119384"/>
                    <a:pt x="185046" y="119384"/>
                  </a:cubicBezTo>
                  <a:cubicBezTo>
                    <a:pt x="191640" y="119384"/>
                    <a:pt x="196985" y="124729"/>
                    <a:pt x="196985" y="131323"/>
                  </a:cubicBezTo>
                  <a:cubicBezTo>
                    <a:pt x="196985" y="137916"/>
                    <a:pt x="191640" y="143261"/>
                    <a:pt x="185046" y="143261"/>
                  </a:cubicBezTo>
                  <a:cubicBezTo>
                    <a:pt x="178453" y="143261"/>
                    <a:pt x="173108" y="137916"/>
                    <a:pt x="173108" y="131323"/>
                  </a:cubicBezTo>
                  <a:moveTo>
                    <a:pt x="77600" y="41784"/>
                  </a:moveTo>
                  <a:cubicBezTo>
                    <a:pt x="77600" y="35191"/>
                    <a:pt x="82945" y="29846"/>
                    <a:pt x="89538" y="29846"/>
                  </a:cubicBezTo>
                  <a:lnTo>
                    <a:pt x="101477" y="29846"/>
                  </a:lnTo>
                  <a:cubicBezTo>
                    <a:pt x="104773" y="29846"/>
                    <a:pt x="107446" y="27173"/>
                    <a:pt x="107446" y="23876"/>
                  </a:cubicBezTo>
                  <a:lnTo>
                    <a:pt x="107446" y="11938"/>
                  </a:lnTo>
                  <a:cubicBezTo>
                    <a:pt x="107446" y="5345"/>
                    <a:pt x="112791" y="0"/>
                    <a:pt x="119384" y="0"/>
                  </a:cubicBezTo>
                  <a:cubicBezTo>
                    <a:pt x="125978" y="0"/>
                    <a:pt x="131323" y="5345"/>
                    <a:pt x="131323" y="11938"/>
                  </a:cubicBezTo>
                  <a:lnTo>
                    <a:pt x="131323" y="23876"/>
                  </a:lnTo>
                  <a:cubicBezTo>
                    <a:pt x="131323" y="27173"/>
                    <a:pt x="133995" y="29846"/>
                    <a:pt x="137292" y="29846"/>
                  </a:cubicBezTo>
                  <a:lnTo>
                    <a:pt x="149231" y="29846"/>
                  </a:lnTo>
                  <a:cubicBezTo>
                    <a:pt x="155824" y="29846"/>
                    <a:pt x="161169" y="35191"/>
                    <a:pt x="161169" y="41784"/>
                  </a:cubicBezTo>
                  <a:cubicBezTo>
                    <a:pt x="161169" y="48378"/>
                    <a:pt x="155824" y="53723"/>
                    <a:pt x="149231" y="53723"/>
                  </a:cubicBezTo>
                  <a:lnTo>
                    <a:pt x="137292" y="53723"/>
                  </a:lnTo>
                  <a:cubicBezTo>
                    <a:pt x="133995" y="53723"/>
                    <a:pt x="131323" y="56395"/>
                    <a:pt x="131323" y="59692"/>
                  </a:cubicBezTo>
                  <a:lnTo>
                    <a:pt x="131323" y="71630"/>
                  </a:lnTo>
                  <a:cubicBezTo>
                    <a:pt x="131323" y="78224"/>
                    <a:pt x="125978" y="83569"/>
                    <a:pt x="119384" y="83569"/>
                  </a:cubicBezTo>
                  <a:cubicBezTo>
                    <a:pt x="112791" y="83569"/>
                    <a:pt x="107446" y="78224"/>
                    <a:pt x="107446" y="71630"/>
                  </a:cubicBezTo>
                  <a:lnTo>
                    <a:pt x="107446" y="59692"/>
                  </a:lnTo>
                  <a:cubicBezTo>
                    <a:pt x="107446" y="56395"/>
                    <a:pt x="104773" y="53723"/>
                    <a:pt x="101477" y="53723"/>
                  </a:cubicBezTo>
                  <a:lnTo>
                    <a:pt x="89538" y="53723"/>
                  </a:lnTo>
                  <a:cubicBezTo>
                    <a:pt x="82945" y="53723"/>
                    <a:pt x="77600" y="48378"/>
                    <a:pt x="77600" y="41784"/>
                  </a:cubicBezTo>
                  <a:close/>
                  <a:moveTo>
                    <a:pt x="281151" y="76883"/>
                  </a:moveTo>
                  <a:cubicBezTo>
                    <a:pt x="284595" y="80240"/>
                    <a:pt x="286533" y="84848"/>
                    <a:pt x="286523" y="89658"/>
                  </a:cubicBezTo>
                  <a:lnTo>
                    <a:pt x="286523" y="226831"/>
                  </a:lnTo>
                  <a:cubicBezTo>
                    <a:pt x="286398" y="236576"/>
                    <a:pt x="278597" y="244483"/>
                    <a:pt x="268854" y="244739"/>
                  </a:cubicBezTo>
                  <a:cubicBezTo>
                    <a:pt x="212982" y="245574"/>
                    <a:pt x="181465" y="260020"/>
                    <a:pt x="165825" y="270526"/>
                  </a:cubicBezTo>
                  <a:cubicBezTo>
                    <a:pt x="160779" y="273884"/>
                    <a:pt x="156202" y="277898"/>
                    <a:pt x="152215" y="282464"/>
                  </a:cubicBezTo>
                  <a:cubicBezTo>
                    <a:pt x="149949" y="285034"/>
                    <a:pt x="146688" y="286506"/>
                    <a:pt x="143261" y="286506"/>
                  </a:cubicBezTo>
                  <a:cubicBezTo>
                    <a:pt x="139835" y="286506"/>
                    <a:pt x="136574" y="285034"/>
                    <a:pt x="134308" y="282464"/>
                  </a:cubicBezTo>
                  <a:cubicBezTo>
                    <a:pt x="130321" y="277898"/>
                    <a:pt x="125744" y="273884"/>
                    <a:pt x="120698" y="270526"/>
                  </a:cubicBezTo>
                  <a:cubicBezTo>
                    <a:pt x="105058" y="260020"/>
                    <a:pt x="73541" y="245574"/>
                    <a:pt x="17668" y="244739"/>
                  </a:cubicBezTo>
                  <a:cubicBezTo>
                    <a:pt x="7925" y="244483"/>
                    <a:pt x="124" y="236576"/>
                    <a:pt x="0" y="226831"/>
                  </a:cubicBezTo>
                  <a:lnTo>
                    <a:pt x="0" y="89658"/>
                  </a:lnTo>
                  <a:cubicBezTo>
                    <a:pt x="116" y="84752"/>
                    <a:pt x="2281" y="80120"/>
                    <a:pt x="5969" y="76883"/>
                  </a:cubicBezTo>
                  <a:cubicBezTo>
                    <a:pt x="9351" y="73579"/>
                    <a:pt x="13895" y="71735"/>
                    <a:pt x="18624" y="71750"/>
                  </a:cubicBezTo>
                  <a:cubicBezTo>
                    <a:pt x="42826" y="71979"/>
                    <a:pt x="66899" y="75310"/>
                    <a:pt x="90254" y="81659"/>
                  </a:cubicBezTo>
                  <a:cubicBezTo>
                    <a:pt x="96584" y="83505"/>
                    <a:pt x="100219" y="90133"/>
                    <a:pt x="98373" y="96463"/>
                  </a:cubicBezTo>
                  <a:cubicBezTo>
                    <a:pt x="96526" y="102792"/>
                    <a:pt x="89899" y="106427"/>
                    <a:pt x="83569" y="104581"/>
                  </a:cubicBezTo>
                  <a:cubicBezTo>
                    <a:pt x="66191" y="99504"/>
                    <a:pt x="48283" y="96459"/>
                    <a:pt x="30204" y="95507"/>
                  </a:cubicBezTo>
                  <a:cubicBezTo>
                    <a:pt x="28479" y="95507"/>
                    <a:pt x="26851" y="96299"/>
                    <a:pt x="25787" y="97656"/>
                  </a:cubicBezTo>
                  <a:cubicBezTo>
                    <a:pt x="24564" y="98750"/>
                    <a:pt x="23869" y="100314"/>
                    <a:pt x="23876" y="101954"/>
                  </a:cubicBezTo>
                  <a:lnTo>
                    <a:pt x="23876" y="214892"/>
                  </a:lnTo>
                  <a:cubicBezTo>
                    <a:pt x="23779" y="216508"/>
                    <a:pt x="24328" y="218096"/>
                    <a:pt x="25403" y="219305"/>
                  </a:cubicBezTo>
                  <a:cubicBezTo>
                    <a:pt x="26479" y="220515"/>
                    <a:pt x="27991" y="221247"/>
                    <a:pt x="29607" y="221339"/>
                  </a:cubicBezTo>
                  <a:cubicBezTo>
                    <a:pt x="61855" y="221897"/>
                    <a:pt x="93578" y="229603"/>
                    <a:pt x="122488" y="243903"/>
                  </a:cubicBezTo>
                  <a:cubicBezTo>
                    <a:pt x="124348" y="244922"/>
                    <a:pt x="126598" y="244922"/>
                    <a:pt x="128458" y="243903"/>
                  </a:cubicBezTo>
                  <a:cubicBezTo>
                    <a:pt x="130248" y="242813"/>
                    <a:pt x="131335" y="240865"/>
                    <a:pt x="131323" y="238769"/>
                  </a:cubicBezTo>
                  <a:lnTo>
                    <a:pt x="131323" y="155200"/>
                  </a:lnTo>
                  <a:cubicBezTo>
                    <a:pt x="131323" y="148606"/>
                    <a:pt x="136668" y="143261"/>
                    <a:pt x="143261" y="143261"/>
                  </a:cubicBezTo>
                  <a:cubicBezTo>
                    <a:pt x="149855" y="143261"/>
                    <a:pt x="155200" y="148606"/>
                    <a:pt x="155200" y="155200"/>
                  </a:cubicBezTo>
                  <a:lnTo>
                    <a:pt x="155200" y="238769"/>
                  </a:lnTo>
                  <a:cubicBezTo>
                    <a:pt x="155346" y="240693"/>
                    <a:pt x="156414" y="242428"/>
                    <a:pt x="158065" y="243425"/>
                  </a:cubicBezTo>
                  <a:cubicBezTo>
                    <a:pt x="159924" y="244445"/>
                    <a:pt x="162175" y="244445"/>
                    <a:pt x="164034" y="243425"/>
                  </a:cubicBezTo>
                  <a:cubicBezTo>
                    <a:pt x="192944" y="229126"/>
                    <a:pt x="224667" y="221419"/>
                    <a:pt x="256916" y="220862"/>
                  </a:cubicBezTo>
                  <a:cubicBezTo>
                    <a:pt x="260092" y="220675"/>
                    <a:pt x="262589" y="218074"/>
                    <a:pt x="262646" y="214892"/>
                  </a:cubicBezTo>
                  <a:lnTo>
                    <a:pt x="262646" y="100522"/>
                  </a:lnTo>
                  <a:cubicBezTo>
                    <a:pt x="262621" y="99170"/>
                    <a:pt x="262063" y="97883"/>
                    <a:pt x="261094" y="96940"/>
                  </a:cubicBezTo>
                  <a:cubicBezTo>
                    <a:pt x="260109" y="95900"/>
                    <a:pt x="258700" y="95372"/>
                    <a:pt x="257274" y="95507"/>
                  </a:cubicBezTo>
                  <a:cubicBezTo>
                    <a:pt x="254046" y="95604"/>
                    <a:pt x="250917" y="94389"/>
                    <a:pt x="248600" y="92140"/>
                  </a:cubicBezTo>
                  <a:cubicBezTo>
                    <a:pt x="246283" y="89890"/>
                    <a:pt x="244976" y="86798"/>
                    <a:pt x="244977" y="83569"/>
                  </a:cubicBezTo>
                  <a:cubicBezTo>
                    <a:pt x="244969" y="77202"/>
                    <a:pt x="249960" y="71949"/>
                    <a:pt x="256319" y="71630"/>
                  </a:cubicBezTo>
                  <a:lnTo>
                    <a:pt x="268257" y="71630"/>
                  </a:lnTo>
                  <a:cubicBezTo>
                    <a:pt x="273078" y="71623"/>
                    <a:pt x="277708" y="73510"/>
                    <a:pt x="281151" y="76883"/>
                  </a:cubicBez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ounded Rectangle 32">
              <a:extLst>
                <a:ext uri="{FF2B5EF4-FFF2-40B4-BE49-F238E27FC236}">
                  <a16:creationId xmlns:a16="http://schemas.microsoft.com/office/drawing/2014/main" id="{A376D424-1041-4145-1C5F-FBA65243DD2B}"/>
                </a:ext>
              </a:extLst>
            </p:cNvPr>
            <p:cNvSpPr/>
            <p:nvPr/>
          </p:nvSpPr>
          <p:spPr>
            <a:xfrm>
              <a:off x="4232643" y="3004644"/>
              <a:ext cx="303125" cy="287739"/>
            </a:xfrm>
            <a:custGeom>
              <a:avLst/>
              <a:gdLst/>
              <a:ahLst/>
              <a:cxnLst/>
              <a:rect l="0" t="0" r="0" b="0"/>
              <a:pathLst>
                <a:path w="303125" h="287739">
                  <a:moveTo>
                    <a:pt x="15147" y="1215"/>
                  </a:moveTo>
                  <a:moveTo>
                    <a:pt x="291523" y="215750"/>
                  </a:moveTo>
                  <a:cubicBezTo>
                    <a:pt x="299679" y="224259"/>
                    <a:pt x="303125" y="236236"/>
                    <a:pt x="300741" y="247779"/>
                  </a:cubicBezTo>
                  <a:cubicBezTo>
                    <a:pt x="298356" y="259322"/>
                    <a:pt x="290445" y="268952"/>
                    <a:pt x="279585" y="273532"/>
                  </a:cubicBezTo>
                  <a:cubicBezTo>
                    <a:pt x="256573" y="282901"/>
                    <a:pt x="231964" y="287726"/>
                    <a:pt x="207118" y="287739"/>
                  </a:cubicBezTo>
                  <a:cubicBezTo>
                    <a:pt x="156275" y="287390"/>
                    <a:pt x="107574" y="267216"/>
                    <a:pt x="71377" y="231509"/>
                  </a:cubicBezTo>
                  <a:cubicBezTo>
                    <a:pt x="16699" y="177024"/>
                    <a:pt x="0" y="95077"/>
                    <a:pt x="28996" y="23540"/>
                  </a:cubicBezTo>
                  <a:cubicBezTo>
                    <a:pt x="33576" y="12680"/>
                    <a:pt x="43207" y="4769"/>
                    <a:pt x="54749" y="2384"/>
                  </a:cubicBezTo>
                  <a:cubicBezTo>
                    <a:pt x="66292" y="0"/>
                    <a:pt x="78269" y="3446"/>
                    <a:pt x="86778" y="11602"/>
                  </a:cubicBezTo>
                  <a:lnTo>
                    <a:pt x="137755" y="62579"/>
                  </a:lnTo>
                  <a:cubicBezTo>
                    <a:pt x="146723" y="71536"/>
                    <a:pt x="151761" y="83691"/>
                    <a:pt x="151761" y="96365"/>
                  </a:cubicBezTo>
                  <a:cubicBezTo>
                    <a:pt x="151761" y="109039"/>
                    <a:pt x="146723" y="121194"/>
                    <a:pt x="137755" y="130151"/>
                  </a:cubicBezTo>
                  <a:lnTo>
                    <a:pt x="125817" y="142089"/>
                  </a:lnTo>
                  <a:cubicBezTo>
                    <a:pt x="111019" y="159179"/>
                    <a:pt x="88458" y="167436"/>
                    <a:pt x="66124" y="163937"/>
                  </a:cubicBezTo>
                  <a:cubicBezTo>
                    <a:pt x="81445" y="195933"/>
                    <a:pt x="107217" y="221748"/>
                    <a:pt x="139188" y="237120"/>
                  </a:cubicBezTo>
                  <a:cubicBezTo>
                    <a:pt x="138199" y="232090"/>
                    <a:pt x="137918" y="226946"/>
                    <a:pt x="138352" y="221839"/>
                  </a:cubicBezTo>
                  <a:cubicBezTo>
                    <a:pt x="140308" y="204757"/>
                    <a:pt x="148413" y="188971"/>
                    <a:pt x="161155" y="177427"/>
                  </a:cubicBezTo>
                  <a:lnTo>
                    <a:pt x="173093" y="165489"/>
                  </a:lnTo>
                  <a:cubicBezTo>
                    <a:pt x="182051" y="156522"/>
                    <a:pt x="194205" y="151483"/>
                    <a:pt x="206879" y="151483"/>
                  </a:cubicBezTo>
                  <a:cubicBezTo>
                    <a:pt x="219554" y="151483"/>
                    <a:pt x="231708" y="156522"/>
                    <a:pt x="240665" y="165489"/>
                  </a:cubicBezTo>
                  <a:lnTo>
                    <a:pt x="291284" y="216108"/>
                  </a:ln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ounded Rectangle 33">
              <a:extLst>
                <a:ext uri="{FF2B5EF4-FFF2-40B4-BE49-F238E27FC236}">
                  <a16:creationId xmlns:a16="http://schemas.microsoft.com/office/drawing/2014/main" id="{B9C33E98-0E3B-1C83-D7DD-E042DE81FC4E}"/>
                </a:ext>
              </a:extLst>
            </p:cNvPr>
            <p:cNvSpPr/>
            <p:nvPr/>
          </p:nvSpPr>
          <p:spPr>
            <a:xfrm>
              <a:off x="5592861" y="3666457"/>
              <a:ext cx="285329" cy="285270"/>
            </a:xfrm>
            <a:custGeom>
              <a:avLst/>
              <a:gdLst/>
              <a:ahLst/>
              <a:cxnLst/>
              <a:rect l="0" t="0" r="0" b="0"/>
              <a:pathLst>
                <a:path w="285329" h="285270">
                  <a:moveTo>
                    <a:pt x="0" y="0"/>
                  </a:moveTo>
                  <a:moveTo>
                    <a:pt x="203563" y="167628"/>
                  </a:moveTo>
                  <a:cubicBezTo>
                    <a:pt x="211704" y="171209"/>
                    <a:pt x="221019" y="170973"/>
                    <a:pt x="228968" y="166983"/>
                  </a:cubicBezTo>
                  <a:lnTo>
                    <a:pt x="246076" y="158411"/>
                  </a:lnTo>
                  <a:lnTo>
                    <a:pt x="246076" y="258599"/>
                  </a:lnTo>
                  <a:cubicBezTo>
                    <a:pt x="246076" y="273331"/>
                    <a:pt x="234137" y="285270"/>
                    <a:pt x="219405" y="285270"/>
                  </a:cubicBezTo>
                  <a:lnTo>
                    <a:pt x="27864" y="285270"/>
                  </a:lnTo>
                  <a:cubicBezTo>
                    <a:pt x="13132" y="285270"/>
                    <a:pt x="1193" y="273331"/>
                    <a:pt x="1193" y="258599"/>
                  </a:cubicBezTo>
                  <a:lnTo>
                    <a:pt x="1193" y="140730"/>
                  </a:lnTo>
                  <a:cubicBezTo>
                    <a:pt x="1193" y="125998"/>
                    <a:pt x="13132" y="114060"/>
                    <a:pt x="27864" y="114060"/>
                  </a:cubicBezTo>
                  <a:lnTo>
                    <a:pt x="128076" y="114060"/>
                  </a:lnTo>
                  <a:cubicBezTo>
                    <a:pt x="129009" y="124269"/>
                    <a:pt x="135117" y="133284"/>
                    <a:pt x="144252" y="137937"/>
                  </a:cubicBezTo>
                  <a:lnTo>
                    <a:pt x="38716" y="137937"/>
                  </a:lnTo>
                  <a:lnTo>
                    <a:pt x="38716" y="261393"/>
                  </a:lnTo>
                  <a:lnTo>
                    <a:pt x="203563" y="261393"/>
                  </a:lnTo>
                  <a:lnTo>
                    <a:pt x="203563" y="167616"/>
                  </a:lnTo>
                  <a:close/>
                  <a:moveTo>
                    <a:pt x="246064" y="138390"/>
                  </a:moveTo>
                  <a:lnTo>
                    <a:pt x="224455" y="149231"/>
                  </a:lnTo>
                  <a:lnTo>
                    <a:pt x="224455" y="77791"/>
                  </a:lnTo>
                  <a:lnTo>
                    <a:pt x="285329" y="46225"/>
                  </a:lnTo>
                  <a:lnTo>
                    <a:pt x="285329" y="111326"/>
                  </a:lnTo>
                  <a:cubicBezTo>
                    <a:pt x="285329" y="115844"/>
                    <a:pt x="282779" y="119975"/>
                    <a:pt x="278739" y="121999"/>
                  </a:cubicBezTo>
                  <a:lnTo>
                    <a:pt x="246064" y="138379"/>
                  </a:lnTo>
                  <a:close/>
                  <a:moveTo>
                    <a:pt x="276770" y="30490"/>
                  </a:moveTo>
                  <a:lnTo>
                    <a:pt x="215883" y="62056"/>
                  </a:lnTo>
                  <a:lnTo>
                    <a:pt x="154567" y="30419"/>
                  </a:lnTo>
                  <a:lnTo>
                    <a:pt x="210248" y="2507"/>
                  </a:lnTo>
                  <a:cubicBezTo>
                    <a:pt x="213614" y="820"/>
                    <a:pt x="217579" y="820"/>
                    <a:pt x="220945" y="2507"/>
                  </a:cubicBezTo>
                  <a:lnTo>
                    <a:pt x="276758" y="30502"/>
                  </a:lnTo>
                  <a:close/>
                  <a:moveTo>
                    <a:pt x="206547" y="77385"/>
                  </a:moveTo>
                  <a:lnTo>
                    <a:pt x="206547" y="149135"/>
                  </a:lnTo>
                  <a:lnTo>
                    <a:pt x="203563" y="147631"/>
                  </a:lnTo>
                  <a:lnTo>
                    <a:pt x="184222" y="137937"/>
                  </a:lnTo>
                  <a:lnTo>
                    <a:pt x="152442" y="121999"/>
                  </a:lnTo>
                  <a:cubicBezTo>
                    <a:pt x="148403" y="119975"/>
                    <a:pt x="145852" y="115844"/>
                    <a:pt x="145852" y="111326"/>
                  </a:cubicBezTo>
                  <a:lnTo>
                    <a:pt x="145852" y="46082"/>
                  </a:ln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ounded Rectangle 35">
              <a:extLst>
                <a:ext uri="{FF2B5EF4-FFF2-40B4-BE49-F238E27FC236}">
                  <a16:creationId xmlns:a16="http://schemas.microsoft.com/office/drawing/2014/main" id="{F6F5F1D5-5D93-E639-7F76-6163702E27CD}"/>
                </a:ext>
              </a:extLst>
            </p:cNvPr>
            <p:cNvSpPr/>
            <p:nvPr/>
          </p:nvSpPr>
          <p:spPr>
            <a:xfrm>
              <a:off x="2902721" y="3957214"/>
              <a:ext cx="286523" cy="276321"/>
            </a:xfrm>
            <a:custGeom>
              <a:avLst/>
              <a:gdLst/>
              <a:ahLst/>
              <a:cxnLst/>
              <a:rect l="0" t="0" r="0" b="0"/>
              <a:pathLst>
                <a:path w="286523" h="276321">
                  <a:moveTo>
                    <a:pt x="286523" y="119926"/>
                  </a:moveTo>
                  <a:cubicBezTo>
                    <a:pt x="286523" y="149597"/>
                    <a:pt x="262471" y="173650"/>
                    <a:pt x="232800" y="173650"/>
                  </a:cubicBezTo>
                  <a:cubicBezTo>
                    <a:pt x="203130" y="173650"/>
                    <a:pt x="179077" y="149597"/>
                    <a:pt x="179077" y="119926"/>
                  </a:cubicBezTo>
                  <a:cubicBezTo>
                    <a:pt x="179161" y="118272"/>
                    <a:pt x="179567" y="116650"/>
                    <a:pt x="180271" y="115151"/>
                  </a:cubicBezTo>
                  <a:lnTo>
                    <a:pt x="208684" y="49609"/>
                  </a:lnTo>
                  <a:cubicBezTo>
                    <a:pt x="209136" y="48471"/>
                    <a:pt x="208905" y="47177"/>
                    <a:pt x="208087" y="46266"/>
                  </a:cubicBezTo>
                  <a:cubicBezTo>
                    <a:pt x="207226" y="45453"/>
                    <a:pt x="205988" y="45178"/>
                    <a:pt x="204864" y="45550"/>
                  </a:cubicBezTo>
                  <a:lnTo>
                    <a:pt x="157110" y="64651"/>
                  </a:lnTo>
                  <a:cubicBezTo>
                    <a:pt x="155972" y="65090"/>
                    <a:pt x="155216" y="66177"/>
                    <a:pt x="155200" y="67397"/>
                  </a:cubicBezTo>
                  <a:lnTo>
                    <a:pt x="155200" y="249459"/>
                  </a:lnTo>
                  <a:cubicBezTo>
                    <a:pt x="155200" y="251107"/>
                    <a:pt x="156536" y="252444"/>
                    <a:pt x="158185" y="252444"/>
                  </a:cubicBezTo>
                  <a:lnTo>
                    <a:pt x="195671" y="252444"/>
                  </a:lnTo>
                  <a:cubicBezTo>
                    <a:pt x="202265" y="252444"/>
                    <a:pt x="207610" y="257789"/>
                    <a:pt x="207610" y="264382"/>
                  </a:cubicBezTo>
                  <a:cubicBezTo>
                    <a:pt x="207610" y="270976"/>
                    <a:pt x="202265" y="276321"/>
                    <a:pt x="195671" y="276321"/>
                  </a:cubicBezTo>
                  <a:lnTo>
                    <a:pt x="90493" y="276321"/>
                  </a:lnTo>
                  <a:cubicBezTo>
                    <a:pt x="83900" y="276321"/>
                    <a:pt x="78555" y="270976"/>
                    <a:pt x="78555" y="264382"/>
                  </a:cubicBezTo>
                  <a:cubicBezTo>
                    <a:pt x="78555" y="257789"/>
                    <a:pt x="83900" y="252444"/>
                    <a:pt x="90493" y="252444"/>
                  </a:cubicBezTo>
                  <a:lnTo>
                    <a:pt x="128338" y="252444"/>
                  </a:lnTo>
                  <a:cubicBezTo>
                    <a:pt x="129987" y="252444"/>
                    <a:pt x="131323" y="251107"/>
                    <a:pt x="131323" y="249459"/>
                  </a:cubicBezTo>
                  <a:lnTo>
                    <a:pt x="131323" y="79335"/>
                  </a:lnTo>
                  <a:cubicBezTo>
                    <a:pt x="131493" y="78258"/>
                    <a:pt x="131085" y="77170"/>
                    <a:pt x="130248" y="76470"/>
                  </a:cubicBezTo>
                  <a:cubicBezTo>
                    <a:pt x="129393" y="76003"/>
                    <a:pt x="128358" y="76003"/>
                    <a:pt x="127503" y="76470"/>
                  </a:cubicBezTo>
                  <a:lnTo>
                    <a:pt x="71630" y="98437"/>
                  </a:lnTo>
                  <a:cubicBezTo>
                    <a:pt x="70822" y="98760"/>
                    <a:pt x="70148" y="99350"/>
                    <a:pt x="69720" y="100108"/>
                  </a:cubicBezTo>
                  <a:cubicBezTo>
                    <a:pt x="69356" y="100863"/>
                    <a:pt x="69356" y="101742"/>
                    <a:pt x="69720" y="102496"/>
                  </a:cubicBezTo>
                  <a:lnTo>
                    <a:pt x="106252" y="184633"/>
                  </a:lnTo>
                  <a:cubicBezTo>
                    <a:pt x="106951" y="186176"/>
                    <a:pt x="107356" y="187836"/>
                    <a:pt x="107446" y="189528"/>
                  </a:cubicBezTo>
                  <a:cubicBezTo>
                    <a:pt x="107446" y="219198"/>
                    <a:pt x="83393" y="243251"/>
                    <a:pt x="53723" y="243251"/>
                  </a:cubicBezTo>
                  <a:cubicBezTo>
                    <a:pt x="24052" y="243251"/>
                    <a:pt x="0" y="219198"/>
                    <a:pt x="0" y="189528"/>
                  </a:cubicBezTo>
                  <a:cubicBezTo>
                    <a:pt x="12" y="187916"/>
                    <a:pt x="378" y="186326"/>
                    <a:pt x="1074" y="184872"/>
                  </a:cubicBezTo>
                  <a:lnTo>
                    <a:pt x="29488" y="119329"/>
                  </a:lnTo>
                  <a:cubicBezTo>
                    <a:pt x="29901" y="118419"/>
                    <a:pt x="29901" y="117374"/>
                    <a:pt x="29488" y="116464"/>
                  </a:cubicBezTo>
                  <a:cubicBezTo>
                    <a:pt x="28874" y="115630"/>
                    <a:pt x="27897" y="115141"/>
                    <a:pt x="26861" y="115151"/>
                  </a:cubicBezTo>
                  <a:cubicBezTo>
                    <a:pt x="21027" y="115414"/>
                    <a:pt x="15859" y="111418"/>
                    <a:pt x="14646" y="105705"/>
                  </a:cubicBezTo>
                  <a:cubicBezTo>
                    <a:pt x="13432" y="99993"/>
                    <a:pt x="16529" y="94241"/>
                    <a:pt x="21966" y="92110"/>
                  </a:cubicBezTo>
                  <a:lnTo>
                    <a:pt x="129413" y="49847"/>
                  </a:lnTo>
                  <a:cubicBezTo>
                    <a:pt x="130551" y="49408"/>
                    <a:pt x="131307" y="48321"/>
                    <a:pt x="131323" y="47102"/>
                  </a:cubicBezTo>
                  <a:lnTo>
                    <a:pt x="131323" y="19643"/>
                  </a:lnTo>
                  <a:cubicBezTo>
                    <a:pt x="131323" y="13050"/>
                    <a:pt x="136668" y="7705"/>
                    <a:pt x="143261" y="7705"/>
                  </a:cubicBezTo>
                  <a:cubicBezTo>
                    <a:pt x="149855" y="7705"/>
                    <a:pt x="155200" y="13050"/>
                    <a:pt x="155200" y="19643"/>
                  </a:cubicBezTo>
                  <a:lnTo>
                    <a:pt x="155200" y="35282"/>
                  </a:lnTo>
                  <a:cubicBezTo>
                    <a:pt x="154956" y="36489"/>
                    <a:pt x="155477" y="37722"/>
                    <a:pt x="156513" y="38386"/>
                  </a:cubicBezTo>
                  <a:cubicBezTo>
                    <a:pt x="157369" y="38854"/>
                    <a:pt x="158403" y="38854"/>
                    <a:pt x="159259" y="38386"/>
                  </a:cubicBezTo>
                  <a:lnTo>
                    <a:pt x="249275" y="2571"/>
                  </a:lnTo>
                  <a:cubicBezTo>
                    <a:pt x="255407" y="0"/>
                    <a:pt x="262463" y="2886"/>
                    <a:pt x="265034" y="9018"/>
                  </a:cubicBezTo>
                  <a:cubicBezTo>
                    <a:pt x="267605" y="15150"/>
                    <a:pt x="264719" y="22205"/>
                    <a:pt x="258587" y="24777"/>
                  </a:cubicBezTo>
                  <a:lnTo>
                    <a:pt x="250708" y="27881"/>
                  </a:lnTo>
                  <a:cubicBezTo>
                    <a:pt x="249849" y="28025"/>
                    <a:pt x="249102" y="28552"/>
                    <a:pt x="248678" y="29313"/>
                  </a:cubicBezTo>
                  <a:cubicBezTo>
                    <a:pt x="248380" y="30040"/>
                    <a:pt x="248380" y="30855"/>
                    <a:pt x="248678" y="31582"/>
                  </a:cubicBezTo>
                  <a:lnTo>
                    <a:pt x="285449" y="114793"/>
                  </a:lnTo>
                  <a:cubicBezTo>
                    <a:pt x="286156" y="116243"/>
                    <a:pt x="286523" y="117835"/>
                    <a:pt x="286523" y="119449"/>
                  </a:cubicBezTo>
                  <a:close/>
                  <a:moveTo>
                    <a:pt x="74257" y="180813"/>
                  </a:moveTo>
                  <a:cubicBezTo>
                    <a:pt x="75255" y="180803"/>
                    <a:pt x="76188" y="180315"/>
                    <a:pt x="76764" y="179499"/>
                  </a:cubicBezTo>
                  <a:cubicBezTo>
                    <a:pt x="77178" y="178589"/>
                    <a:pt x="77178" y="177544"/>
                    <a:pt x="76764" y="176634"/>
                  </a:cubicBezTo>
                  <a:lnTo>
                    <a:pt x="56707" y="131387"/>
                  </a:lnTo>
                  <a:cubicBezTo>
                    <a:pt x="56238" y="130287"/>
                    <a:pt x="55158" y="129572"/>
                    <a:pt x="53961" y="129572"/>
                  </a:cubicBezTo>
                  <a:cubicBezTo>
                    <a:pt x="52765" y="129572"/>
                    <a:pt x="51684" y="130287"/>
                    <a:pt x="51216" y="131387"/>
                  </a:cubicBezTo>
                  <a:lnTo>
                    <a:pt x="31040" y="176634"/>
                  </a:lnTo>
                  <a:cubicBezTo>
                    <a:pt x="30626" y="177544"/>
                    <a:pt x="30626" y="178589"/>
                    <a:pt x="31040" y="179499"/>
                  </a:cubicBezTo>
                  <a:cubicBezTo>
                    <a:pt x="31615" y="180315"/>
                    <a:pt x="32548" y="180803"/>
                    <a:pt x="33547" y="180813"/>
                  </a:cubicBezTo>
                  <a:close/>
                  <a:moveTo>
                    <a:pt x="253334" y="110614"/>
                  </a:moveTo>
                  <a:cubicBezTo>
                    <a:pt x="254333" y="110605"/>
                    <a:pt x="255265" y="110117"/>
                    <a:pt x="255841" y="109301"/>
                  </a:cubicBezTo>
                  <a:cubicBezTo>
                    <a:pt x="256255" y="108391"/>
                    <a:pt x="256255" y="107346"/>
                    <a:pt x="255841" y="106436"/>
                  </a:cubicBezTo>
                  <a:lnTo>
                    <a:pt x="235665" y="61189"/>
                  </a:lnTo>
                  <a:cubicBezTo>
                    <a:pt x="235196" y="60088"/>
                    <a:pt x="234116" y="59374"/>
                    <a:pt x="232919" y="59374"/>
                  </a:cubicBezTo>
                  <a:cubicBezTo>
                    <a:pt x="231723" y="59374"/>
                    <a:pt x="230642" y="60088"/>
                    <a:pt x="230174" y="61189"/>
                  </a:cubicBezTo>
                  <a:lnTo>
                    <a:pt x="210117" y="106436"/>
                  </a:lnTo>
                  <a:cubicBezTo>
                    <a:pt x="209703" y="107346"/>
                    <a:pt x="209703" y="108391"/>
                    <a:pt x="210117" y="109301"/>
                  </a:cubicBezTo>
                  <a:cubicBezTo>
                    <a:pt x="210693" y="110117"/>
                    <a:pt x="211626" y="110605"/>
                    <a:pt x="212624" y="110614"/>
                  </a:cubicBez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4F861C3-56AC-69A4-51F9-1984362041E1}"/>
                </a:ext>
              </a:extLst>
            </p:cNvPr>
            <p:cNvSpPr txBox="1"/>
            <p:nvPr/>
          </p:nvSpPr>
          <p:spPr>
            <a:xfrm>
              <a:off x="6001314" y="3971722"/>
              <a:ext cx="1601042" cy="353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r>
                <a:rPr lang="es-ES" sz="1400" dirty="0">
                  <a:latin typeface="+mj-lt"/>
                </a:rPr>
                <a:t>La regularización hace que algunas dimensiones del espacio latente se "colapsen" si no se ajusta bien. 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76B65CD-6FF5-33D6-B41F-C1D751363D0F}"/>
                </a:ext>
              </a:extLst>
            </p:cNvPr>
            <p:cNvSpPr txBox="1"/>
            <p:nvPr/>
          </p:nvSpPr>
          <p:spPr>
            <a:xfrm>
              <a:off x="1430577" y="4621536"/>
              <a:ext cx="1324902" cy="1681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2000" b="1" dirty="0" err="1">
                  <a:solidFill>
                    <a:srgbClr val="4E88E7"/>
                  </a:solidFill>
                  <a:latin typeface="+mj-lt"/>
                </a:rPr>
                <a:t>Imágenes</a:t>
              </a:r>
              <a:r>
                <a:rPr sz="2000" b="1" dirty="0">
                  <a:solidFill>
                    <a:srgbClr val="4E88E7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4E88E7"/>
                  </a:solidFill>
                  <a:latin typeface="+mj-lt"/>
                </a:rPr>
                <a:t>borrosas</a:t>
              </a:r>
              <a:endParaRPr sz="2000" b="1" dirty="0">
                <a:solidFill>
                  <a:srgbClr val="4E88E7"/>
                </a:solidFill>
                <a:latin typeface="+mj-lt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E8603DA-123C-3D8D-6A6F-A201A64DD739}"/>
                </a:ext>
              </a:extLst>
            </p:cNvPr>
            <p:cNvSpPr txBox="1"/>
            <p:nvPr/>
          </p:nvSpPr>
          <p:spPr>
            <a:xfrm>
              <a:off x="1330634" y="4062177"/>
              <a:ext cx="1451360" cy="4708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es-ES" sz="1400" dirty="0">
                  <a:latin typeface="+mj-lt"/>
                </a:rPr>
                <a:t>Requiere ajustar correctamente el balance entre el término de reconstrucción y la divergencia KL. 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EE3C355-A62D-C0A1-367F-A27CC983F1C2}"/>
                </a:ext>
              </a:extLst>
            </p:cNvPr>
            <p:cNvSpPr txBox="1"/>
            <p:nvPr/>
          </p:nvSpPr>
          <p:spPr>
            <a:xfrm>
              <a:off x="1484616" y="3865140"/>
              <a:ext cx="1296175" cy="1681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2000" b="1" dirty="0" err="1">
                  <a:solidFill>
                    <a:srgbClr val="3CC583"/>
                  </a:solidFill>
                  <a:latin typeface="+mj-lt"/>
                </a:rPr>
                <a:t>Equilibrio</a:t>
              </a:r>
              <a:r>
                <a:rPr sz="2000" b="1" dirty="0">
                  <a:solidFill>
                    <a:srgbClr val="3CC583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3CC583"/>
                  </a:solidFill>
                  <a:latin typeface="+mj-lt"/>
                </a:rPr>
                <a:t>delicado</a:t>
              </a:r>
              <a:endParaRPr sz="2000" b="1" dirty="0">
                <a:solidFill>
                  <a:srgbClr val="3CC583"/>
                </a:solidFill>
                <a:latin typeface="+mj-lt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E07888E-843B-7F9C-A783-4CAE982A9CFE}"/>
                </a:ext>
              </a:extLst>
            </p:cNvPr>
            <p:cNvSpPr txBox="1"/>
            <p:nvPr/>
          </p:nvSpPr>
          <p:spPr>
            <a:xfrm>
              <a:off x="6001315" y="3589493"/>
              <a:ext cx="1697860" cy="3363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DE8431"/>
                  </a:solidFill>
                  <a:latin typeface="+mj-lt"/>
                </a:rPr>
                <a:t>Espacio </a:t>
              </a:r>
              <a:r>
                <a:rPr sz="2000" b="1" dirty="0" err="1">
                  <a:solidFill>
                    <a:srgbClr val="DE8431"/>
                  </a:solidFill>
                  <a:latin typeface="+mj-lt"/>
                </a:rPr>
                <a:t>latente</a:t>
              </a:r>
              <a:r>
                <a:rPr sz="2000" b="1" dirty="0">
                  <a:solidFill>
                    <a:srgbClr val="DE8431"/>
                  </a:solidFill>
                  <a:latin typeface="+mj-lt"/>
                </a:rPr>
                <a:t> </a:t>
              </a:r>
              <a:r>
                <a:rPr sz="2000" b="1" dirty="0" err="1">
                  <a:solidFill>
                    <a:srgbClr val="DE8431"/>
                  </a:solidFill>
                  <a:latin typeface="+mj-lt"/>
                </a:rPr>
                <a:t>menos</a:t>
              </a:r>
              <a:r>
                <a:rPr sz="2000" b="1" dirty="0">
                  <a:solidFill>
                    <a:srgbClr val="DE8431"/>
                  </a:solidFill>
                  <a:latin typeface="+mj-lt"/>
                </a:rPr>
                <a:t>
</a:t>
              </a:r>
              <a:r>
                <a:rPr sz="2000" b="1" dirty="0" err="1">
                  <a:solidFill>
                    <a:srgbClr val="DE8431"/>
                  </a:solidFill>
                  <a:latin typeface="+mj-lt"/>
                </a:rPr>
                <a:t>expresivo</a:t>
              </a:r>
              <a:endParaRPr sz="2000" b="1" dirty="0">
                <a:solidFill>
                  <a:srgbClr val="DE8431"/>
                </a:solidFill>
                <a:latin typeface="+mj-lt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4DDDB2F-7A00-1D7A-26F0-8E0EDC8AB8E4}"/>
                </a:ext>
              </a:extLst>
            </p:cNvPr>
            <p:cNvSpPr txBox="1"/>
            <p:nvPr/>
          </p:nvSpPr>
          <p:spPr>
            <a:xfrm>
              <a:off x="3500393" y="2520361"/>
              <a:ext cx="1811916" cy="353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r>
                <a:rPr lang="es-ES" sz="1400" dirty="0"/>
                <a:t>Limita la flexibilidad del espacio latente en comparación con modelos que no imponen esta restricción. 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CFDB6F7-C9B0-46D6-7FD0-C140DF9BD672}"/>
                </a:ext>
              </a:extLst>
            </p:cNvPr>
            <p:cNvSpPr txBox="1"/>
            <p:nvPr/>
          </p:nvSpPr>
          <p:spPr>
            <a:xfrm>
              <a:off x="6068560" y="4621535"/>
              <a:ext cx="996479" cy="1681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1" dirty="0" err="1">
                  <a:solidFill>
                    <a:srgbClr val="7F64EA"/>
                  </a:solidFill>
                  <a:latin typeface="+mj-lt"/>
                </a:rPr>
                <a:t>Interpretar</a:t>
              </a:r>
              <a:r>
                <a:rPr sz="2000" b="1" dirty="0">
                  <a:solidFill>
                    <a:srgbClr val="7F64EA"/>
                  </a:solidFill>
                  <a:latin typeface="+mj-lt"/>
                </a:rPr>
                <a:t> KL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531C3DE-915F-9092-5449-98763D6F9676}"/>
                </a:ext>
              </a:extLst>
            </p:cNvPr>
            <p:cNvSpPr txBox="1"/>
            <p:nvPr/>
          </p:nvSpPr>
          <p:spPr>
            <a:xfrm>
              <a:off x="1297452" y="4835921"/>
              <a:ext cx="1457014" cy="4708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es-ES" sz="1400" dirty="0"/>
                <a:t>Tienden a generar muestras menos nítidas debido a la función de pérdida basada en reconstrucción + KL. 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38E860D-8A43-B0D6-2AA5-771FB86805AD}"/>
                </a:ext>
              </a:extLst>
            </p:cNvPr>
            <p:cNvSpPr txBox="1"/>
            <p:nvPr/>
          </p:nvSpPr>
          <p:spPr>
            <a:xfrm>
              <a:off x="6062442" y="4835921"/>
              <a:ext cx="1420530" cy="4708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r>
                <a:rPr lang="es-ES" sz="1400" dirty="0">
                  <a:latin typeface="+mj-lt"/>
                </a:rPr>
                <a:t>Entender y controlar el comportamiento del término de regularización requiere conocimiento más avanzado.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8B3F650-5925-7330-42DC-B311275526D7}"/>
                </a:ext>
              </a:extLst>
            </p:cNvPr>
            <p:cNvSpPr txBox="1"/>
            <p:nvPr/>
          </p:nvSpPr>
          <p:spPr>
            <a:xfrm>
              <a:off x="3652772" y="2147186"/>
              <a:ext cx="1462865" cy="3363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000" b="1" dirty="0" err="1">
                  <a:solidFill>
                    <a:srgbClr val="E55753"/>
                  </a:solidFill>
                  <a:latin typeface="+mj-lt"/>
                </a:rPr>
                <a:t>Asume</a:t>
              </a:r>
              <a:r>
                <a:rPr sz="2000" b="1" dirty="0">
                  <a:solidFill>
                    <a:srgbClr val="E55753"/>
                  </a:solidFill>
                  <a:latin typeface="+mj-lt"/>
                </a:rPr>
                <a:t> </a:t>
              </a:r>
              <a:r>
                <a:rPr lang="es-CL" sz="2000" b="1" dirty="0">
                  <a:solidFill>
                    <a:srgbClr val="E55753"/>
                  </a:solidFill>
                  <a:latin typeface="+mj-lt"/>
                </a:rPr>
                <a:t>distribución </a:t>
              </a:r>
              <a:r>
                <a:rPr sz="2000" b="1" dirty="0" err="1">
                  <a:solidFill>
                    <a:srgbClr val="E55753"/>
                  </a:solidFill>
                  <a:latin typeface="+mj-lt"/>
                </a:rPr>
                <a:t>gaussiana</a:t>
              </a:r>
              <a:endParaRPr sz="2000" b="1" dirty="0">
                <a:solidFill>
                  <a:srgbClr val="E55753"/>
                </a:solidFill>
                <a:latin typeface="+mj-lt"/>
              </a:endParaRPr>
            </a:p>
          </p:txBody>
        </p:sp>
      </p:grpSp>
      <p:pic>
        <p:nvPicPr>
          <p:cNvPr id="69" name="Picture 68">
            <a:extLst>
              <a:ext uri="{FF2B5EF4-FFF2-40B4-BE49-F238E27FC236}">
                <a16:creationId xmlns:a16="http://schemas.microsoft.com/office/drawing/2014/main" id="{AE8C31F2-EA37-9CAA-EC96-B46E61E26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189" y="5631576"/>
            <a:ext cx="564496" cy="564496"/>
          </a:xfrm>
          <a:prstGeom prst="rect">
            <a:avLst/>
          </a:prstGeom>
          <a:noFill/>
          <a:ln w="34925">
            <a:noFill/>
          </a:ln>
        </p:spPr>
      </p:pic>
    </p:spTree>
    <p:extLst>
      <p:ext uri="{BB962C8B-B14F-4D97-AF65-F5344CB8AC3E}">
        <p14:creationId xmlns:p14="http://schemas.microsoft.com/office/powerpoint/2010/main" val="3704652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ABFB7-3E4B-3DAD-4221-3808835A1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C6412-C912-BB62-F977-455018F4D8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4" y="444789"/>
            <a:ext cx="4980096" cy="391824"/>
          </a:xfrm>
        </p:spPr>
        <p:txBody>
          <a:bodyPr/>
          <a:lstStyle/>
          <a:p>
            <a:r>
              <a:rPr lang="es-CL" dirty="0"/>
              <a:t>Comparación </a:t>
            </a:r>
            <a:r>
              <a:rPr lang="es-CL" dirty="0" err="1"/>
              <a:t>Vanilla</a:t>
            </a:r>
            <a:r>
              <a:rPr lang="es-CL" dirty="0"/>
              <a:t> vs VAE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E23EB5-8D5D-50CA-3FE0-01C2FD8D3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496058"/>
              </p:ext>
            </p:extLst>
          </p:nvPr>
        </p:nvGraphicFramePr>
        <p:xfrm>
          <a:off x="715925" y="1183757"/>
          <a:ext cx="10540410" cy="5423780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3513470">
                  <a:extLst>
                    <a:ext uri="{9D8B030D-6E8A-4147-A177-3AD203B41FA5}">
                      <a16:colId xmlns:a16="http://schemas.microsoft.com/office/drawing/2014/main" val="2217861658"/>
                    </a:ext>
                  </a:extLst>
                </a:gridCol>
                <a:gridCol w="3513470">
                  <a:extLst>
                    <a:ext uri="{9D8B030D-6E8A-4147-A177-3AD203B41FA5}">
                      <a16:colId xmlns:a16="http://schemas.microsoft.com/office/drawing/2014/main" val="1763287796"/>
                    </a:ext>
                  </a:extLst>
                </a:gridCol>
                <a:gridCol w="3513470">
                  <a:extLst>
                    <a:ext uri="{9D8B030D-6E8A-4147-A177-3AD203B41FA5}">
                      <a16:colId xmlns:a16="http://schemas.microsoft.com/office/drawing/2014/main" val="583452711"/>
                    </a:ext>
                  </a:extLst>
                </a:gridCol>
              </a:tblGrid>
              <a:tr h="435579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Aspecto</a:t>
                      </a:r>
                      <a:endParaRPr lang="en-US" sz="1400" b="1" dirty="0"/>
                    </a:p>
                  </a:txBody>
                  <a:tcPr marL="50597" marR="50597" marT="25298" marB="25298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Autoencoder Vanilla</a:t>
                      </a:r>
                    </a:p>
                  </a:txBody>
                  <a:tcPr marL="50597" marR="50597" marT="25298" marB="25298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Autoencoder </a:t>
                      </a:r>
                      <a:r>
                        <a:rPr lang="en-US" sz="1400" b="1" dirty="0" err="1"/>
                        <a:t>Variacional</a:t>
                      </a:r>
                      <a:r>
                        <a:rPr lang="en-US" sz="1400" b="1" dirty="0"/>
                        <a:t> (VAE)</a:t>
                      </a:r>
                    </a:p>
                  </a:txBody>
                  <a:tcPr marL="50597" marR="50597" marT="25298" marB="25298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011461"/>
                  </a:ext>
                </a:extLst>
              </a:tr>
              <a:tr h="248794">
                <a:tc>
                  <a:txBody>
                    <a:bodyPr/>
                    <a:lstStyle/>
                    <a:p>
                      <a:r>
                        <a:rPr lang="en-US" sz="1400"/>
                        <a:t>Tipo de modelo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Determinista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Probabilístico</a:t>
                      </a:r>
                      <a:r>
                        <a:rPr lang="en-US" sz="1400" dirty="0"/>
                        <a:t> / </a:t>
                      </a:r>
                      <a:r>
                        <a:rPr lang="en-US" sz="1400" dirty="0" err="1"/>
                        <a:t>Generativo</a:t>
                      </a:r>
                      <a:endParaRPr lang="en-US" sz="1400" dirty="0"/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2203198970"/>
                  </a:ext>
                </a:extLst>
              </a:tr>
              <a:tr h="622363">
                <a:tc>
                  <a:txBody>
                    <a:bodyPr/>
                    <a:lstStyle/>
                    <a:p>
                      <a:r>
                        <a:rPr lang="en-US" sz="1400"/>
                        <a:t>Salida del encoder</a:t>
                      </a:r>
                    </a:p>
                  </a:txBody>
                  <a:tcPr marL="50597" marR="50597" marT="25298" marB="2529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Vector </a:t>
                      </a:r>
                      <a:r>
                        <a:rPr lang="en-US" sz="1400" dirty="0" err="1"/>
                        <a:t>latente</a:t>
                      </a:r>
                      <a:r>
                        <a:rPr lang="en-US" sz="1400" dirty="0"/>
                        <a:t> de </a:t>
                      </a:r>
                      <a:r>
                        <a:rPr lang="en-US" sz="1400" dirty="0" err="1"/>
                        <a:t>características</a:t>
                      </a:r>
                      <a:r>
                        <a:rPr lang="en-US" sz="1400" dirty="0"/>
                        <a:t>.</a:t>
                      </a:r>
                    </a:p>
                  </a:txBody>
                  <a:tcPr marL="50597" marR="50597" marT="25298" marB="2529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Parámetros de una distribución (media y varianza de una Gaussiana)</a:t>
                      </a:r>
                    </a:p>
                  </a:txBody>
                  <a:tcPr marL="50597" marR="50597" marT="25298" marB="2529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254189"/>
                  </a:ext>
                </a:extLst>
              </a:tr>
              <a:tr h="435579">
                <a:tc>
                  <a:txBody>
                    <a:bodyPr/>
                    <a:lstStyle/>
                    <a:p>
                      <a:r>
                        <a:rPr lang="en-US" sz="1400" dirty="0"/>
                        <a:t>Espacio </a:t>
                      </a:r>
                      <a:r>
                        <a:rPr lang="en-US" sz="1400" dirty="0" err="1"/>
                        <a:t>latente</a:t>
                      </a:r>
                      <a:endParaRPr lang="en-US" sz="1400" dirty="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</a:t>
                      </a:r>
                      <a:r>
                        <a:rPr lang="en-US" sz="1400" dirty="0" err="1"/>
                        <a:t>estructurado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ni</a:t>
                      </a:r>
                      <a:r>
                        <a:rPr lang="en-US" sz="1400" dirty="0"/>
                        <a:t> continuo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Continuo, </a:t>
                      </a:r>
                      <a:r>
                        <a:rPr lang="en-US" sz="1400" dirty="0" err="1"/>
                        <a:t>estructurado</a:t>
                      </a:r>
                      <a:r>
                        <a:rPr lang="en-US" sz="1400" dirty="0"/>
                        <a:t>, y </a:t>
                      </a:r>
                      <a:r>
                        <a:rPr lang="en-US" sz="1400" dirty="0" err="1"/>
                        <a:t>regularizado</a:t>
                      </a:r>
                      <a:endParaRPr lang="en-US" sz="1400" dirty="0"/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2683976373"/>
                  </a:ext>
                </a:extLst>
              </a:tr>
              <a:tr h="622363">
                <a:tc>
                  <a:txBody>
                    <a:bodyPr/>
                    <a:lstStyle/>
                    <a:p>
                      <a:r>
                        <a:rPr lang="en-US" sz="1400"/>
                        <a:t>Capacidad generativa</a:t>
                      </a:r>
                    </a:p>
                  </a:txBody>
                  <a:tcPr marL="50597" marR="50597" marT="25298" marB="2529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Limitada: no genera datos nuevos naturalmente</a:t>
                      </a:r>
                    </a:p>
                  </a:txBody>
                  <a:tcPr marL="50597" marR="50597" marT="25298" marB="2529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Alta: puede generar datos nuevos desde la distribución latente</a:t>
                      </a:r>
                    </a:p>
                  </a:txBody>
                  <a:tcPr marL="50597" marR="50597" marT="25298" marB="2529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977843"/>
                  </a:ext>
                </a:extLst>
              </a:tr>
              <a:tr h="248794">
                <a:tc>
                  <a:txBody>
                    <a:bodyPr/>
                    <a:lstStyle/>
                    <a:p>
                      <a:r>
                        <a:rPr lang="en-US" sz="1400" dirty="0" err="1"/>
                        <a:t>Interpolación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en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el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latente</a:t>
                      </a:r>
                      <a:endParaRPr lang="en-US" sz="1400" dirty="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Difícil</a:t>
                      </a:r>
                      <a:r>
                        <a:rPr lang="en-US" sz="1400" dirty="0"/>
                        <a:t> o no </a:t>
                      </a:r>
                      <a:r>
                        <a:rPr lang="en-US" sz="1400" dirty="0" err="1"/>
                        <a:t>significativo</a:t>
                      </a:r>
                      <a:endParaRPr lang="en-US" sz="1400" dirty="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Suave e interpretable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1099137051"/>
                  </a:ext>
                </a:extLst>
              </a:tr>
              <a:tr h="435579">
                <a:tc>
                  <a:txBody>
                    <a:bodyPr/>
                    <a:lstStyle/>
                    <a:p>
                      <a:r>
                        <a:rPr lang="en-US" sz="1400" dirty="0" err="1"/>
                        <a:t>Función</a:t>
                      </a:r>
                      <a:r>
                        <a:rPr lang="en-US" sz="1400" dirty="0"/>
                        <a:t> de </a:t>
                      </a:r>
                      <a:r>
                        <a:rPr lang="en-US" sz="1400" dirty="0" err="1"/>
                        <a:t>pérdida</a:t>
                      </a:r>
                      <a:endParaRPr lang="en-US" sz="1400" dirty="0"/>
                    </a:p>
                  </a:txBody>
                  <a:tcPr marL="50597" marR="50597" marT="25298" marB="2529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Error de reconstrucción (e.g., MSE)</a:t>
                      </a:r>
                    </a:p>
                  </a:txBody>
                  <a:tcPr marL="50597" marR="50597" marT="25298" marB="2529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Error de reconstrucción + Divergencia KL</a:t>
                      </a:r>
                    </a:p>
                  </a:txBody>
                  <a:tcPr marL="50597" marR="50597" marT="25298" marB="2529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507353"/>
                  </a:ext>
                </a:extLst>
              </a:tr>
              <a:tr h="435579">
                <a:tc>
                  <a:txBody>
                    <a:bodyPr/>
                    <a:lstStyle/>
                    <a:p>
                      <a:r>
                        <a:rPr lang="en-US" sz="1400" dirty="0" err="1"/>
                        <a:t>Estabilidad</a:t>
                      </a:r>
                      <a:r>
                        <a:rPr lang="en-US" sz="1400" dirty="0"/>
                        <a:t> del </a:t>
                      </a:r>
                      <a:r>
                        <a:rPr lang="en-US" sz="1400" dirty="0" err="1"/>
                        <a:t>entrenamiento</a:t>
                      </a:r>
                      <a:endParaRPr lang="en-US" sz="1400" dirty="0"/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Alta (modelo simple)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Generalmente estable, aunque más compleja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2907180507"/>
                  </a:ext>
                </a:extLst>
              </a:tr>
              <a:tr h="622363">
                <a:tc>
                  <a:txBody>
                    <a:bodyPr/>
                    <a:lstStyle/>
                    <a:p>
                      <a:r>
                        <a:rPr lang="en-US" sz="1400"/>
                        <a:t>Calidad de la reconstrucción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Más precisa, menos regularizada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Reconstrucción más difusa (borrosa), pero útil para generalización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3783019260"/>
                  </a:ext>
                </a:extLst>
              </a:tr>
              <a:tr h="622363">
                <a:tc>
                  <a:txBody>
                    <a:bodyPr/>
                    <a:lstStyle/>
                    <a:p>
                      <a:r>
                        <a:rPr lang="en-US" sz="1400"/>
                        <a:t>Aplicaciones comunes</a:t>
                      </a:r>
                    </a:p>
                  </a:txBody>
                  <a:tcPr marL="50597" marR="50597" marT="25298" marB="2529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Compresión, detección de anomalías, reducción de dimensionalidad</a:t>
                      </a:r>
                    </a:p>
                  </a:txBody>
                  <a:tcPr marL="50597" marR="50597" marT="25298" marB="2529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Generación de datos, interpolación, análisis probabilístico de datos</a:t>
                      </a:r>
                    </a:p>
                  </a:txBody>
                  <a:tcPr marL="50597" marR="50597" marT="25298" marB="25298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65444"/>
                  </a:ext>
                </a:extLst>
              </a:tr>
              <a:tr h="622363">
                <a:tc>
                  <a:txBody>
                    <a:bodyPr/>
                    <a:lstStyle/>
                    <a:p>
                      <a:r>
                        <a:rPr lang="en-US" sz="1400"/>
                        <a:t>Limitaciones principales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No puede generar ni controlar muestras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Requiere buen ajuste del balance entre reconstrucción y regularización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182812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72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erson in a suit&#10;&#10;AI-generated content may be incorrect.">
            <a:extLst>
              <a:ext uri="{FF2B5EF4-FFF2-40B4-BE49-F238E27FC236}">
                <a16:creationId xmlns:a16="http://schemas.microsoft.com/office/drawing/2014/main" id="{5CCCF676-2BD3-1AB2-8E50-957CFD426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7" r="12012"/>
          <a:stretch>
            <a:fillRect/>
          </a:stretch>
        </p:blipFill>
        <p:spPr>
          <a:xfrm>
            <a:off x="1593476" y="2785156"/>
            <a:ext cx="2763371" cy="40728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ED2074-09E7-CB40-D118-11345F253FD6}"/>
              </a:ext>
            </a:extLst>
          </p:cNvPr>
          <p:cNvSpPr txBox="1"/>
          <p:nvPr/>
        </p:nvSpPr>
        <p:spPr>
          <a:xfrm>
            <a:off x="3218746" y="2332764"/>
            <a:ext cx="822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000" dirty="0"/>
              <a:t>¿Han escuchado acerca de la convolución transpuesta?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18449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8282-A028-4429-89B9-6ACB2E4EF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79B7E-A8C9-9779-83AF-F1FB35BE2E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4361531" cy="391824"/>
          </a:xfrm>
        </p:spPr>
        <p:txBody>
          <a:bodyPr/>
          <a:lstStyle/>
          <a:p>
            <a:r>
              <a:rPr lang="es-CL" dirty="0"/>
              <a:t>Convolución transpuesta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73573A-A1F9-3A7F-A140-CD1FC1978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333" y="1473092"/>
            <a:ext cx="9989063" cy="414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773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9CB5C-EDC4-86C3-B383-3ABCB7B0B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D96AD-0C84-2994-CCA6-B855000D96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4361531" cy="391824"/>
          </a:xfrm>
        </p:spPr>
        <p:txBody>
          <a:bodyPr/>
          <a:lstStyle/>
          <a:p>
            <a:r>
              <a:rPr lang="es-CL" dirty="0"/>
              <a:t>Convolución transpuesta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72F55-A2A7-563C-1C88-A21A32DA7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4333" y="1528478"/>
            <a:ext cx="9989063" cy="402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42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128FE-6F64-0578-959A-D9E4D88D1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0B01C-266F-D579-5A34-32FA5D2160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4361531" cy="391824"/>
          </a:xfrm>
        </p:spPr>
        <p:txBody>
          <a:bodyPr/>
          <a:lstStyle/>
          <a:p>
            <a:r>
              <a:rPr lang="es-CL" dirty="0"/>
              <a:t>Convolución transpuesta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09BEAA-B1D7-09C5-4979-638082FA1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1558" y="1528478"/>
            <a:ext cx="9654613" cy="402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50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10F9D-4C71-B048-9F04-031C905A8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FDAD3-702A-6090-CC9C-71C8C11592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4361531" cy="391824"/>
          </a:xfrm>
        </p:spPr>
        <p:txBody>
          <a:bodyPr/>
          <a:lstStyle/>
          <a:p>
            <a:r>
              <a:rPr lang="es-CL" dirty="0"/>
              <a:t>Convolución transpuesta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090D0-72CD-9AA5-CD05-BBFCFE9A9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06503" y="1528478"/>
            <a:ext cx="9487662" cy="417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389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FD715-6AD3-D72F-3B57-05E24ECD2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2688-0875-5698-363E-A7F34725CF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4361531" cy="391824"/>
          </a:xfrm>
        </p:spPr>
        <p:txBody>
          <a:bodyPr/>
          <a:lstStyle/>
          <a:p>
            <a:r>
              <a:rPr lang="es-CL" dirty="0"/>
              <a:t>Convolución transpuesta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8122F4-CD3B-7639-7168-661F0571D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4058" y="1667085"/>
            <a:ext cx="9792114" cy="380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940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B479D-C072-9145-B329-692A2406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18181-C484-9662-CF3D-905B2157F1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06503" y="444789"/>
            <a:ext cx="4361531" cy="391824"/>
          </a:xfrm>
        </p:spPr>
        <p:txBody>
          <a:bodyPr/>
          <a:lstStyle/>
          <a:p>
            <a:r>
              <a:rPr lang="es-CL" dirty="0"/>
              <a:t>Convolución transpuesta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51D0C-DFDF-38D0-F2DE-CC02FAF46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7697" y="1528478"/>
            <a:ext cx="9222335" cy="402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433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89648-BC7F-050B-C9BD-7CA6A40D0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code and a square&#10;&#10;AI-generated content may be incorrect.">
            <a:extLst>
              <a:ext uri="{FF2B5EF4-FFF2-40B4-BE49-F238E27FC236}">
                <a16:creationId xmlns:a16="http://schemas.microsoft.com/office/drawing/2014/main" id="{B046DED4-D3E3-E930-4960-F755D6C53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102" y="1586023"/>
            <a:ext cx="3948223" cy="39482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FDA757-25E0-48AB-0735-71E9142F151E}"/>
              </a:ext>
            </a:extLst>
          </p:cNvPr>
          <p:cNvSpPr txBox="1"/>
          <p:nvPr/>
        </p:nvSpPr>
        <p:spPr>
          <a:xfrm>
            <a:off x="6096000" y="3298524"/>
            <a:ext cx="4848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Veamos cómo funciona…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79599436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FIC">
  <a:themeElements>
    <a:clrScheme name="UAI_SS">
      <a:dk1>
        <a:srgbClr val="14171A"/>
      </a:dk1>
      <a:lt1>
        <a:srgbClr val="FFFFFF"/>
      </a:lt1>
      <a:dk2>
        <a:srgbClr val="616160"/>
      </a:dk2>
      <a:lt2>
        <a:srgbClr val="FFFFFF"/>
      </a:lt2>
      <a:accent1>
        <a:srgbClr val="00B2D2"/>
      </a:accent1>
      <a:accent2>
        <a:srgbClr val="00B2D2"/>
      </a:accent2>
      <a:accent3>
        <a:srgbClr val="0087A4"/>
      </a:accent3>
      <a:accent4>
        <a:srgbClr val="0087A4"/>
      </a:accent4>
      <a:accent5>
        <a:srgbClr val="4DCAE3"/>
      </a:accent5>
      <a:accent6>
        <a:srgbClr val="47439B"/>
      </a:accent6>
      <a:hlink>
        <a:srgbClr val="47439B"/>
      </a:hlink>
      <a:folHlink>
        <a:srgbClr val="47439B"/>
      </a:folHlink>
    </a:clrScheme>
    <a:fontScheme name="UAI_S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90BC3CC53EEC4C9015B90AA36096B3" ma:contentTypeVersion="9" ma:contentTypeDescription="Crear nuevo documento." ma:contentTypeScope="" ma:versionID="9f10472c8f8b99be31b94b7f73cef107">
  <xsd:schema xmlns:xsd="http://www.w3.org/2001/XMLSchema" xmlns:xs="http://www.w3.org/2001/XMLSchema" xmlns:p="http://schemas.microsoft.com/office/2006/metadata/properties" xmlns:ns2="61d81613-76fc-45e3-a341-dadc20207370" xmlns:ns3="603a40d3-fd4a-4c6f-a49a-28a881649ee8" targetNamespace="http://schemas.microsoft.com/office/2006/metadata/properties" ma:root="true" ma:fieldsID="bea72b84122da3bba7627bf41f982d13" ns2:_="" ns3:_="">
    <xsd:import namespace="61d81613-76fc-45e3-a341-dadc20207370"/>
    <xsd:import namespace="603a40d3-fd4a-4c6f-a49a-28a881649e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81613-76fc-45e3-a341-dadc202073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3a40d3-fd4a-4c6f-a49a-28a881649e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76299E-B770-467C-9E7C-3DDBE65CFD8D}">
  <ds:schemaRefs>
    <ds:schemaRef ds:uri="61d81613-76fc-45e3-a341-dadc20207370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603a40d3-fd4a-4c6f-a49a-28a881649ee8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BBA9AD7-A4D6-41CA-81EE-EFC1CAE4EB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d81613-76fc-45e3-a341-dadc20207370"/>
    <ds:schemaRef ds:uri="603a40d3-fd4a-4c6f-a49a-28a881649e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3F1F7B-209E-470C-8BF9-4C92361D9F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6006</TotalTime>
  <Words>1344</Words>
  <Application>Microsoft Office PowerPoint</Application>
  <PresentationFormat>Panorámica</PresentationFormat>
  <Paragraphs>172</Paragraphs>
  <Slides>30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8" baseType="lpstr">
      <vt:lpstr>Bitter</vt:lpstr>
      <vt:lpstr>Arial</vt:lpstr>
      <vt:lpstr>Calibri</vt:lpstr>
      <vt:lpstr>Cambria</vt:lpstr>
      <vt:lpstr>Open Sans</vt:lpstr>
      <vt:lpstr>Roboto</vt:lpstr>
      <vt:lpstr>Segoe UI Light</vt:lpstr>
      <vt:lpstr>Template FIC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Carolina Cuervo</dc:creator>
  <cp:lastModifiedBy>Anthony Douglas Cho Lo</cp:lastModifiedBy>
  <cp:revision>628</cp:revision>
  <dcterms:created xsi:type="dcterms:W3CDTF">2020-06-07T00:37:01Z</dcterms:created>
  <dcterms:modified xsi:type="dcterms:W3CDTF">2026-05-29T04:43:55Z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0x0101005990BC3CC53EEC4C9015B90AA36096B3</vt:lpwstr>
  </property>
</Properties>
</file>