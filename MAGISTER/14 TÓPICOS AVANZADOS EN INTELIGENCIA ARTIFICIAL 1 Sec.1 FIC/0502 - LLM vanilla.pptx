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64" r:id="rId5"/>
    <p:sldId id="357" r:id="rId6"/>
    <p:sldId id="468" r:id="rId7"/>
    <p:sldId id="365" r:id="rId8"/>
    <p:sldId id="449" r:id="rId9"/>
    <p:sldId id="430" r:id="rId10"/>
    <p:sldId id="492" r:id="rId11"/>
    <p:sldId id="493" r:id="rId12"/>
    <p:sldId id="494" r:id="rId13"/>
    <p:sldId id="412" r:id="rId14"/>
    <p:sldId id="455" r:id="rId15"/>
    <p:sldId id="415" r:id="rId16"/>
    <p:sldId id="416" r:id="rId17"/>
    <p:sldId id="469" r:id="rId18"/>
    <p:sldId id="467" r:id="rId19"/>
    <p:sldId id="409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9991CA-E404-4645-BAC6-815AAED2CAC3}">
          <p14:sldIdLst>
            <p14:sldId id="364"/>
            <p14:sldId id="357"/>
            <p14:sldId id="468"/>
            <p14:sldId id="365"/>
            <p14:sldId id="449"/>
            <p14:sldId id="430"/>
            <p14:sldId id="492"/>
            <p14:sldId id="493"/>
            <p14:sldId id="494"/>
            <p14:sldId id="412"/>
            <p14:sldId id="455"/>
            <p14:sldId id="415"/>
            <p14:sldId id="416"/>
            <p14:sldId id="469"/>
            <p14:sldId id="467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B613"/>
    <a:srgbClr val="06070C"/>
    <a:srgbClr val="8CBB23"/>
    <a:srgbClr val="24C679"/>
    <a:srgbClr val="353274"/>
    <a:srgbClr val="00B2D2"/>
    <a:srgbClr val="FFFFFF"/>
    <a:srgbClr val="00CAF2"/>
    <a:srgbClr val="00AACC"/>
    <a:srgbClr val="4DCA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9A64D-7C55-2840-C072-F9058C5698AE}" v="1" dt="2024-08-16T20:21:03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78069" autoAdjust="0"/>
  </p:normalViewPr>
  <p:slideViewPr>
    <p:cSldViewPr snapToGrid="0" showGuides="1">
      <p:cViewPr varScale="1">
        <p:scale>
          <a:sx n="86" d="100"/>
          <a:sy n="86" d="100"/>
        </p:scale>
        <p:origin x="956" y="44"/>
      </p:cViewPr>
      <p:guideLst>
        <p:guide orient="horz" pos="2183"/>
        <p:guide pos="3545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945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29D98-06D5-AA5C-BEFF-20737B9E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49511-2D89-7B0F-9D6F-60475102A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A337D-20B9-9B66-DA18-A87356FF0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s-ES" dirty="0"/>
              <a:t>Se alimenta al modelo con </a:t>
            </a:r>
            <a:r>
              <a:rPr lang="es-ES" b="1" dirty="0"/>
              <a:t>enormes cantidades de texto</a:t>
            </a:r>
            <a:r>
              <a:rPr lang="es-ES" dirty="0"/>
              <a:t>: libros, artículos, sitios web, redes sociales, conversaciones...</a:t>
            </a:r>
          </a:p>
          <a:p>
            <a:pPr marL="228600" indent="-228600">
              <a:buFont typeface="+mj-lt"/>
              <a:buAutoNum type="arabicPeriod"/>
            </a:pPr>
            <a:r>
              <a:rPr lang="es-ES" dirty="0"/>
              <a:t>El modelo </a:t>
            </a:r>
            <a:r>
              <a:rPr lang="es-ES" b="1" dirty="0"/>
              <a:t>aprende patrones</a:t>
            </a:r>
            <a:r>
              <a:rPr lang="es-ES" dirty="0"/>
              <a:t> en el lenguaje, como estructuras gramaticales, significados de palabras según el contexto, y relaciones entre conceptos.</a:t>
            </a:r>
          </a:p>
          <a:p>
            <a:pPr marL="228600" indent="-228600">
              <a:buFont typeface="+mj-lt"/>
              <a:buAutoNum type="arabicPeriod"/>
            </a:pPr>
            <a:r>
              <a:rPr lang="es-ES" dirty="0"/>
              <a:t>El entrenamiento consiste en hacer que el modelo </a:t>
            </a:r>
            <a:r>
              <a:rPr lang="es-ES" b="1" dirty="0"/>
              <a:t>prediga la siguiente palabra</a:t>
            </a:r>
            <a:r>
              <a:rPr lang="es-ES" dirty="0"/>
              <a:t> en una frase, una y otra vez, millones o billones de veces.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F12B-89B7-7C31-736D-6779C9EA9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9416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5F4F-A8B3-0CCF-FA8F-51E3F050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D4875-C256-DBF8-B834-C8BD7D1B3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FD307-BFCD-78A6-F674-2F88AA54C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E60B2-D271-E207-2355-70795D125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7948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7079-9337-DDE1-7847-93F3566E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33400-A8C4-9D83-58B6-4DC94F98B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E1B1C-60FB-26A9-E1F6-86D2A0E7A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3B54F-615C-2F70-2F70-C1D17ABFD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9686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9EC7-3675-2057-8A18-9A0A85DB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6DF15-5368-B9D8-C8A2-238A9435C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8B9D0-ABA8-F403-28E5-EE2318CCC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https://towardsdatascience-com.translate.goog/a-comprehensive-guide-to-llm-temperature/?_x_tr_sl=en&amp;_x_tr_tl=es&amp;_x_tr_hl=es&amp;_x_tr_pto=tc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9E82A-0832-4C12-38F2-A428F7E9B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3928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FF83-11E2-87FA-E0BA-1E03543D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0AAF5-D384-4E7F-4CFB-F83FFC4FA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22D9C-8DBF-656E-DAA4-8220A30CD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https://towardsdatascience-com.translate.goog/a-comprehensive-guide-to-llm-temperature/?_x_tr_sl=en&amp;_x_tr_tl=es&amp;_x_tr_hl=es&amp;_x_tr_pto=tc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8FD35-005D-1CCE-403E-41FD583D0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2108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757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7D08-E727-BA51-BD98-3859E9EF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DDD59-4DA4-19DF-1CBA-A2CFCE8EC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39123-8CF7-C034-4BBA-F6C93853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https://machinelearningmastery.com/impressive-applications-of-generative-adversarial-networks/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501A-BD1E-D288-35A2-5E96E3A3A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510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Ventajas de los LLM</a:t>
            </a:r>
          </a:p>
          <a:p>
            <a:endParaRPr lang="es-ES" b="1" dirty="0"/>
          </a:p>
          <a:p>
            <a:r>
              <a:rPr lang="es-ES" b="1" dirty="0"/>
              <a:t>Versatilidad</a:t>
            </a:r>
            <a:br>
              <a:rPr lang="es-ES" dirty="0"/>
            </a:br>
            <a:r>
              <a:rPr lang="es-ES" dirty="0"/>
              <a:t>Los LLM pueden realizar muchas tareas sin necesidad de ser entrenados específicamente para cada una: responder preguntas, traducir, resumir, escribir, programar, etc.</a:t>
            </a:r>
          </a:p>
          <a:p>
            <a:endParaRPr lang="es-ES" b="1" dirty="0"/>
          </a:p>
          <a:p>
            <a:r>
              <a:rPr lang="es-ES" b="1" dirty="0"/>
              <a:t>Acceso rápido al conocimiento</a:t>
            </a:r>
            <a:br>
              <a:rPr lang="es-ES" dirty="0"/>
            </a:br>
            <a:r>
              <a:rPr lang="es-ES" dirty="0"/>
              <a:t>Pueden entregar información compleja de manera clara y rápida, ayudando en educación, investigación y soporte técnico.</a:t>
            </a:r>
          </a:p>
          <a:p>
            <a:endParaRPr lang="es-ES" b="1" dirty="0"/>
          </a:p>
          <a:p>
            <a:r>
              <a:rPr lang="es-ES" b="1" dirty="0"/>
              <a:t>Capacidad de generar lenguaje natural</a:t>
            </a:r>
            <a:br>
              <a:rPr lang="es-ES" dirty="0"/>
            </a:br>
            <a:r>
              <a:rPr lang="es-ES" dirty="0"/>
              <a:t>Su capacidad para generar texto coherente y fluido permite crear contenido de alta calidad en segundos, útil para redacción, comunicación y creatividad.</a:t>
            </a:r>
          </a:p>
          <a:p>
            <a:endParaRPr lang="es-ES" b="1" dirty="0"/>
          </a:p>
          <a:p>
            <a:r>
              <a:rPr lang="es-ES" b="1" dirty="0"/>
              <a:t>Aumento de productividad</a:t>
            </a:r>
            <a:br>
              <a:rPr lang="es-ES" dirty="0"/>
            </a:br>
            <a:r>
              <a:rPr lang="es-ES" dirty="0"/>
              <a:t>Ayudan a automatizar tareas repetitivas (resúmenes, correos, análisis de texto), permitiendo a profesionales enfocarse en actividades de mayor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6759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Desventajas de los LLM</a:t>
            </a:r>
          </a:p>
          <a:p>
            <a:endParaRPr lang="es-ES" b="1" dirty="0"/>
          </a:p>
          <a:p>
            <a:r>
              <a:rPr lang="es-ES" b="1" dirty="0"/>
              <a:t>Alucinaciones (información falsa)</a:t>
            </a:r>
            <a:br>
              <a:rPr lang="es-ES" dirty="0"/>
            </a:br>
            <a:r>
              <a:rPr lang="es-ES" dirty="0"/>
              <a:t>A veces generan respuestas incorrectas o inventadas, pero presentadas de forma muy convincente, lo que puede inducir a error si no se verifica.</a:t>
            </a:r>
          </a:p>
          <a:p>
            <a:endParaRPr lang="es-ES" b="1" dirty="0"/>
          </a:p>
          <a:p>
            <a:r>
              <a:rPr lang="es-ES" b="1" dirty="0"/>
              <a:t>Falta de comprensión real</a:t>
            </a:r>
            <a:br>
              <a:rPr lang="es-ES" dirty="0"/>
            </a:br>
            <a:r>
              <a:rPr lang="es-ES" dirty="0"/>
              <a:t>No entienden el mundo como un ser humano; solo predicen palabras con base en patrones estadísticos, sin tener "intención" ni "conciencia".</a:t>
            </a:r>
          </a:p>
          <a:p>
            <a:endParaRPr lang="es-ES" b="1" dirty="0"/>
          </a:p>
          <a:p>
            <a:r>
              <a:rPr lang="es-ES" b="1" dirty="0"/>
              <a:t>Riesgos éticos y de sesgo</a:t>
            </a:r>
            <a:br>
              <a:rPr lang="es-ES" dirty="0"/>
            </a:br>
            <a:r>
              <a:rPr lang="es-ES" dirty="0"/>
              <a:t>Pueden reflejar y amplificar prejuicios presentes en los datos con los que fueron entrenados (por ejemplo, estereotipos culturales o de género).</a:t>
            </a:r>
          </a:p>
          <a:p>
            <a:endParaRPr lang="es-ES" b="1" dirty="0"/>
          </a:p>
          <a:p>
            <a:r>
              <a:rPr lang="es-ES" b="1" dirty="0"/>
              <a:t>Preocupaciones sobre privacidad y uso indebido</a:t>
            </a:r>
            <a:br>
              <a:rPr lang="es-ES" dirty="0"/>
            </a:br>
            <a:r>
              <a:rPr lang="es-ES" dirty="0"/>
              <a:t>Si no se controlan bien, pueden ser utilizados para generar desinformación, suplantaciones, plagio o para difundir contenido dañino.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24359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8A568-0D0E-98B4-AF88-1CEE80E1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045BD4-6447-18E8-0223-F4B195883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EA663-2E58-8C01-277B-6877A1E16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11D0F-B5D7-46E4-EBBE-C81186359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443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486-E236-8358-DCEB-1852ECBF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B24EA-58D6-FD37-F996-D9AD6F248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E479B-069A-73D5-E1BB-32C5219B9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34B5D-9F55-552C-8911-7D73B4BDF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85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‹Nº›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4678" y="329162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Tópicos avanzados en Inteligencia Artificial 1 | 2026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agazine.sebastianraschka.com/p/the-big-llm-architecture-comparison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EA85186-DB61-44DB-AC9B-36382C9DEAE5}"/>
              </a:ext>
            </a:extLst>
          </p:cNvPr>
          <p:cNvSpPr txBox="1"/>
          <p:nvPr/>
        </p:nvSpPr>
        <p:spPr>
          <a:xfrm>
            <a:off x="-247794" y="223086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20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E4D25E6-1475-41EF-BF64-AD8F37820790}"/>
              </a:ext>
            </a:extLst>
          </p:cNvPr>
          <p:cNvSpPr txBox="1"/>
          <p:nvPr/>
        </p:nvSpPr>
        <p:spPr>
          <a:xfrm>
            <a:off x="-247794" y="442161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26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EE8F19A-4B94-46D7-848B-682BCA26792F}"/>
              </a:ext>
            </a:extLst>
          </p:cNvPr>
          <p:cNvGrpSpPr/>
          <p:nvPr/>
        </p:nvGrpSpPr>
        <p:grpSpPr>
          <a:xfrm>
            <a:off x="4664487" y="2820152"/>
            <a:ext cx="2810041" cy="471179"/>
            <a:chOff x="4146859" y="3656362"/>
            <a:chExt cx="4114181" cy="689853"/>
          </a:xfrm>
        </p:grpSpPr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DC30F01A-AFA6-4122-99C9-6AB759A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859" y="3656362"/>
              <a:ext cx="362934" cy="667689"/>
            </a:xfrm>
            <a:custGeom>
              <a:avLst/>
              <a:gdLst>
                <a:gd name="T0" fmla="*/ 146 w 151"/>
                <a:gd name="T1" fmla="*/ 63 h 276"/>
                <a:gd name="T2" fmla="*/ 141 w 151"/>
                <a:gd name="T3" fmla="*/ 82 h 276"/>
                <a:gd name="T4" fmla="*/ 123 w 151"/>
                <a:gd name="T5" fmla="*/ 82 h 276"/>
                <a:gd name="T6" fmla="*/ 129 w 151"/>
                <a:gd name="T7" fmla="*/ 58 h 276"/>
                <a:gd name="T8" fmla="*/ 132 w 151"/>
                <a:gd name="T9" fmla="*/ 41 h 276"/>
                <a:gd name="T10" fmla="*/ 104 w 151"/>
                <a:gd name="T11" fmla="*/ 16 h 276"/>
                <a:gd name="T12" fmla="*/ 75 w 151"/>
                <a:gd name="T13" fmla="*/ 32 h 276"/>
                <a:gd name="T14" fmla="*/ 62 w 151"/>
                <a:gd name="T15" fmla="*/ 77 h 276"/>
                <a:gd name="T16" fmla="*/ 75 w 151"/>
                <a:gd name="T17" fmla="*/ 112 h 276"/>
                <a:gd name="T18" fmla="*/ 96 w 151"/>
                <a:gd name="T19" fmla="*/ 142 h 276"/>
                <a:gd name="T20" fmla="*/ 112 w 151"/>
                <a:gd name="T21" fmla="*/ 170 h 276"/>
                <a:gd name="T22" fmla="*/ 116 w 151"/>
                <a:gd name="T23" fmla="*/ 195 h 276"/>
                <a:gd name="T24" fmla="*/ 92 w 151"/>
                <a:gd name="T25" fmla="*/ 262 h 276"/>
                <a:gd name="T26" fmla="*/ 50 w 151"/>
                <a:gd name="T27" fmla="*/ 276 h 276"/>
                <a:gd name="T28" fmla="*/ 0 w 151"/>
                <a:gd name="T29" fmla="*/ 233 h 276"/>
                <a:gd name="T30" fmla="*/ 5 w 151"/>
                <a:gd name="T31" fmla="*/ 202 h 276"/>
                <a:gd name="T32" fmla="*/ 10 w 151"/>
                <a:gd name="T33" fmla="*/ 184 h 276"/>
                <a:gd name="T34" fmla="*/ 28 w 151"/>
                <a:gd name="T35" fmla="*/ 184 h 276"/>
                <a:gd name="T36" fmla="*/ 23 w 151"/>
                <a:gd name="T37" fmla="*/ 205 h 276"/>
                <a:gd name="T38" fmla="*/ 20 w 151"/>
                <a:gd name="T39" fmla="*/ 217 h 276"/>
                <a:gd name="T40" fmla="*/ 18 w 151"/>
                <a:gd name="T41" fmla="*/ 231 h 276"/>
                <a:gd name="T42" fmla="*/ 51 w 151"/>
                <a:gd name="T43" fmla="*/ 260 h 276"/>
                <a:gd name="T44" fmla="*/ 82 w 151"/>
                <a:gd name="T45" fmla="*/ 249 h 276"/>
                <a:gd name="T46" fmla="*/ 97 w 151"/>
                <a:gd name="T47" fmla="*/ 196 h 276"/>
                <a:gd name="T48" fmla="*/ 81 w 151"/>
                <a:gd name="T49" fmla="*/ 153 h 276"/>
                <a:gd name="T50" fmla="*/ 59 w 151"/>
                <a:gd name="T51" fmla="*/ 123 h 276"/>
                <a:gd name="T52" fmla="*/ 44 w 151"/>
                <a:gd name="T53" fmla="*/ 76 h 276"/>
                <a:gd name="T54" fmla="*/ 51 w 151"/>
                <a:gd name="T55" fmla="*/ 39 h 276"/>
                <a:gd name="T56" fmla="*/ 106 w 151"/>
                <a:gd name="T57" fmla="*/ 0 h 276"/>
                <a:gd name="T58" fmla="*/ 150 w 151"/>
                <a:gd name="T59" fmla="*/ 36 h 276"/>
                <a:gd name="T60" fmla="*/ 146 w 151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1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4" y="16"/>
                  </a:cubicBezTo>
                  <a:cubicBezTo>
                    <a:pt x="90" y="16"/>
                    <a:pt x="81" y="20"/>
                    <a:pt x="75" y="32"/>
                  </a:cubicBezTo>
                  <a:cubicBezTo>
                    <a:pt x="68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0"/>
                  </a:cubicBezTo>
                  <a:cubicBezTo>
                    <a:pt x="114" y="178"/>
                    <a:pt x="116" y="186"/>
                    <a:pt x="116" y="195"/>
                  </a:cubicBezTo>
                  <a:cubicBezTo>
                    <a:pt x="115" y="222"/>
                    <a:pt x="106" y="249"/>
                    <a:pt x="92" y="262"/>
                  </a:cubicBezTo>
                  <a:cubicBezTo>
                    <a:pt x="82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1" y="221"/>
                    <a:pt x="5" y="202"/>
                  </a:cubicBezTo>
                  <a:cubicBezTo>
                    <a:pt x="10" y="184"/>
                    <a:pt x="10" y="184"/>
                    <a:pt x="10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2" y="212"/>
                    <a:pt x="21" y="216"/>
                    <a:pt x="20" y="217"/>
                  </a:cubicBezTo>
                  <a:cubicBezTo>
                    <a:pt x="19" y="222"/>
                    <a:pt x="19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2" y="249"/>
                  </a:cubicBezTo>
                  <a:cubicBezTo>
                    <a:pt x="91" y="238"/>
                    <a:pt x="97" y="216"/>
                    <a:pt x="97" y="196"/>
                  </a:cubicBezTo>
                  <a:cubicBezTo>
                    <a:pt x="98" y="182"/>
                    <a:pt x="93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4" y="92"/>
                    <a:pt x="44" y="76"/>
                  </a:cubicBezTo>
                  <a:cubicBezTo>
                    <a:pt x="44" y="65"/>
                    <a:pt x="47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1" y="14"/>
                    <a:pt x="150" y="36"/>
                  </a:cubicBezTo>
                  <a:cubicBezTo>
                    <a:pt x="150" y="43"/>
                    <a:pt x="150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27AC7932-D805-4175-AD4B-448F80B16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974" y="3670215"/>
              <a:ext cx="385097" cy="656607"/>
            </a:xfrm>
            <a:custGeom>
              <a:avLst/>
              <a:gdLst>
                <a:gd name="T0" fmla="*/ 109 w 160"/>
                <a:gd name="T1" fmla="*/ 212 h 272"/>
                <a:gd name="T2" fmla="*/ 96 w 160"/>
                <a:gd name="T3" fmla="*/ 250 h 272"/>
                <a:gd name="T4" fmla="*/ 49 w 160"/>
                <a:gd name="T5" fmla="*/ 272 h 272"/>
                <a:gd name="T6" fmla="*/ 0 w 160"/>
                <a:gd name="T7" fmla="*/ 233 h 272"/>
                <a:gd name="T8" fmla="*/ 4 w 160"/>
                <a:gd name="T9" fmla="*/ 204 h 272"/>
                <a:gd name="T10" fmla="*/ 54 w 160"/>
                <a:gd name="T11" fmla="*/ 0 h 272"/>
                <a:gd name="T12" fmla="*/ 72 w 160"/>
                <a:gd name="T13" fmla="*/ 0 h 272"/>
                <a:gd name="T14" fmla="*/ 22 w 160"/>
                <a:gd name="T15" fmla="*/ 208 h 272"/>
                <a:gd name="T16" fmla="*/ 19 w 160"/>
                <a:gd name="T17" fmla="*/ 231 h 272"/>
                <a:gd name="T18" fmla="*/ 50 w 160"/>
                <a:gd name="T19" fmla="*/ 255 h 272"/>
                <a:gd name="T20" fmla="*/ 72 w 160"/>
                <a:gd name="T21" fmla="*/ 250 h 272"/>
                <a:gd name="T22" fmla="*/ 92 w 160"/>
                <a:gd name="T23" fmla="*/ 207 h 272"/>
                <a:gd name="T24" fmla="*/ 142 w 160"/>
                <a:gd name="T25" fmla="*/ 1 h 272"/>
                <a:gd name="T26" fmla="*/ 160 w 160"/>
                <a:gd name="T27" fmla="*/ 1 h 272"/>
                <a:gd name="T28" fmla="*/ 109 w 160"/>
                <a:gd name="T29" fmla="*/ 21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272">
                  <a:moveTo>
                    <a:pt x="109" y="212"/>
                  </a:moveTo>
                  <a:cubicBezTo>
                    <a:pt x="105" y="228"/>
                    <a:pt x="101" y="242"/>
                    <a:pt x="96" y="250"/>
                  </a:cubicBezTo>
                  <a:cubicBezTo>
                    <a:pt x="87" y="265"/>
                    <a:pt x="71" y="272"/>
                    <a:pt x="49" y="272"/>
                  </a:cubicBezTo>
                  <a:cubicBezTo>
                    <a:pt x="18" y="272"/>
                    <a:pt x="0" y="258"/>
                    <a:pt x="0" y="233"/>
                  </a:cubicBezTo>
                  <a:cubicBezTo>
                    <a:pt x="0" y="226"/>
                    <a:pt x="1" y="220"/>
                    <a:pt x="4" y="20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2" y="208"/>
                    <a:pt x="22" y="208"/>
                    <a:pt x="22" y="208"/>
                  </a:cubicBezTo>
                  <a:cubicBezTo>
                    <a:pt x="20" y="217"/>
                    <a:pt x="19" y="225"/>
                    <a:pt x="19" y="231"/>
                  </a:cubicBezTo>
                  <a:cubicBezTo>
                    <a:pt x="18" y="246"/>
                    <a:pt x="30" y="255"/>
                    <a:pt x="50" y="255"/>
                  </a:cubicBezTo>
                  <a:cubicBezTo>
                    <a:pt x="59" y="255"/>
                    <a:pt x="67" y="254"/>
                    <a:pt x="72" y="250"/>
                  </a:cubicBezTo>
                  <a:cubicBezTo>
                    <a:pt x="81" y="244"/>
                    <a:pt x="86" y="234"/>
                    <a:pt x="92" y="207"/>
                  </a:cubicBezTo>
                  <a:cubicBezTo>
                    <a:pt x="142" y="1"/>
                    <a:pt x="142" y="1"/>
                    <a:pt x="142" y="1"/>
                  </a:cubicBezTo>
                  <a:cubicBezTo>
                    <a:pt x="160" y="1"/>
                    <a:pt x="160" y="1"/>
                    <a:pt x="160" y="1"/>
                  </a:cubicBezTo>
                  <a:lnTo>
                    <a:pt x="109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61465C2B-7B9B-4B25-88DB-C2AA64659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778" y="3664674"/>
              <a:ext cx="362934" cy="664918"/>
            </a:xfrm>
            <a:custGeom>
              <a:avLst/>
              <a:gdLst>
                <a:gd name="T0" fmla="*/ 146 w 150"/>
                <a:gd name="T1" fmla="*/ 63 h 276"/>
                <a:gd name="T2" fmla="*/ 141 w 150"/>
                <a:gd name="T3" fmla="*/ 82 h 276"/>
                <a:gd name="T4" fmla="*/ 123 w 150"/>
                <a:gd name="T5" fmla="*/ 82 h 276"/>
                <a:gd name="T6" fmla="*/ 129 w 150"/>
                <a:gd name="T7" fmla="*/ 58 h 276"/>
                <a:gd name="T8" fmla="*/ 132 w 150"/>
                <a:gd name="T9" fmla="*/ 41 h 276"/>
                <a:gd name="T10" fmla="*/ 103 w 150"/>
                <a:gd name="T11" fmla="*/ 16 h 276"/>
                <a:gd name="T12" fmla="*/ 74 w 150"/>
                <a:gd name="T13" fmla="*/ 32 h 276"/>
                <a:gd name="T14" fmla="*/ 62 w 150"/>
                <a:gd name="T15" fmla="*/ 77 h 276"/>
                <a:gd name="T16" fmla="*/ 75 w 150"/>
                <a:gd name="T17" fmla="*/ 112 h 276"/>
                <a:gd name="T18" fmla="*/ 96 w 150"/>
                <a:gd name="T19" fmla="*/ 142 h 276"/>
                <a:gd name="T20" fmla="*/ 112 w 150"/>
                <a:gd name="T21" fmla="*/ 171 h 276"/>
                <a:gd name="T22" fmla="*/ 115 w 150"/>
                <a:gd name="T23" fmla="*/ 195 h 276"/>
                <a:gd name="T24" fmla="*/ 92 w 150"/>
                <a:gd name="T25" fmla="*/ 262 h 276"/>
                <a:gd name="T26" fmla="*/ 50 w 150"/>
                <a:gd name="T27" fmla="*/ 276 h 276"/>
                <a:gd name="T28" fmla="*/ 0 w 150"/>
                <a:gd name="T29" fmla="*/ 233 h 276"/>
                <a:gd name="T30" fmla="*/ 5 w 150"/>
                <a:gd name="T31" fmla="*/ 202 h 276"/>
                <a:gd name="T32" fmla="*/ 9 w 150"/>
                <a:gd name="T33" fmla="*/ 184 h 276"/>
                <a:gd name="T34" fmla="*/ 28 w 150"/>
                <a:gd name="T35" fmla="*/ 184 h 276"/>
                <a:gd name="T36" fmla="*/ 23 w 150"/>
                <a:gd name="T37" fmla="*/ 205 h 276"/>
                <a:gd name="T38" fmla="*/ 20 w 150"/>
                <a:gd name="T39" fmla="*/ 217 h 276"/>
                <a:gd name="T40" fmla="*/ 18 w 150"/>
                <a:gd name="T41" fmla="*/ 231 h 276"/>
                <a:gd name="T42" fmla="*/ 51 w 150"/>
                <a:gd name="T43" fmla="*/ 260 h 276"/>
                <a:gd name="T44" fmla="*/ 81 w 150"/>
                <a:gd name="T45" fmla="*/ 249 h 276"/>
                <a:gd name="T46" fmla="*/ 97 w 150"/>
                <a:gd name="T47" fmla="*/ 196 h 276"/>
                <a:gd name="T48" fmla="*/ 81 w 150"/>
                <a:gd name="T49" fmla="*/ 153 h 276"/>
                <a:gd name="T50" fmla="*/ 59 w 150"/>
                <a:gd name="T51" fmla="*/ 123 h 276"/>
                <a:gd name="T52" fmla="*/ 43 w 150"/>
                <a:gd name="T53" fmla="*/ 76 h 276"/>
                <a:gd name="T54" fmla="*/ 51 w 150"/>
                <a:gd name="T55" fmla="*/ 39 h 276"/>
                <a:gd name="T56" fmla="*/ 106 w 150"/>
                <a:gd name="T57" fmla="*/ 0 h 276"/>
                <a:gd name="T58" fmla="*/ 150 w 150"/>
                <a:gd name="T59" fmla="*/ 36 h 276"/>
                <a:gd name="T60" fmla="*/ 146 w 150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0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3" y="16"/>
                  </a:cubicBezTo>
                  <a:cubicBezTo>
                    <a:pt x="90" y="16"/>
                    <a:pt x="81" y="20"/>
                    <a:pt x="74" y="32"/>
                  </a:cubicBezTo>
                  <a:cubicBezTo>
                    <a:pt x="67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1"/>
                  </a:cubicBezTo>
                  <a:cubicBezTo>
                    <a:pt x="114" y="178"/>
                    <a:pt x="115" y="186"/>
                    <a:pt x="115" y="195"/>
                  </a:cubicBezTo>
                  <a:cubicBezTo>
                    <a:pt x="115" y="222"/>
                    <a:pt x="105" y="249"/>
                    <a:pt x="92" y="262"/>
                  </a:cubicBezTo>
                  <a:cubicBezTo>
                    <a:pt x="81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0" y="221"/>
                    <a:pt x="5" y="202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1" y="212"/>
                    <a:pt x="21" y="216"/>
                    <a:pt x="20" y="217"/>
                  </a:cubicBezTo>
                  <a:cubicBezTo>
                    <a:pt x="19" y="222"/>
                    <a:pt x="18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1" y="249"/>
                  </a:cubicBezTo>
                  <a:cubicBezTo>
                    <a:pt x="90" y="238"/>
                    <a:pt x="97" y="216"/>
                    <a:pt x="97" y="196"/>
                  </a:cubicBezTo>
                  <a:cubicBezTo>
                    <a:pt x="97" y="182"/>
                    <a:pt x="92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3" y="92"/>
                    <a:pt x="43" y="76"/>
                  </a:cubicBezTo>
                  <a:cubicBezTo>
                    <a:pt x="44" y="65"/>
                    <a:pt x="46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0" y="14"/>
                    <a:pt x="150" y="36"/>
                  </a:cubicBezTo>
                  <a:cubicBezTo>
                    <a:pt x="150" y="43"/>
                    <a:pt x="149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40948CE2-4865-4C3C-B1A7-288609C1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3" y="3675756"/>
              <a:ext cx="307524" cy="648295"/>
            </a:xfrm>
            <a:custGeom>
              <a:avLst/>
              <a:gdLst>
                <a:gd name="T0" fmla="*/ 108 w 111"/>
                <a:gd name="T1" fmla="*/ 15 h 234"/>
                <a:gd name="T2" fmla="*/ 69 w 111"/>
                <a:gd name="T3" fmla="*/ 15 h 234"/>
                <a:gd name="T4" fmla="*/ 17 w 111"/>
                <a:gd name="T5" fmla="*/ 234 h 234"/>
                <a:gd name="T6" fmla="*/ 0 w 111"/>
                <a:gd name="T7" fmla="*/ 234 h 234"/>
                <a:gd name="T8" fmla="*/ 52 w 111"/>
                <a:gd name="T9" fmla="*/ 15 h 234"/>
                <a:gd name="T10" fmla="*/ 13 w 111"/>
                <a:gd name="T11" fmla="*/ 15 h 234"/>
                <a:gd name="T12" fmla="*/ 17 w 111"/>
                <a:gd name="T13" fmla="*/ 0 h 234"/>
                <a:gd name="T14" fmla="*/ 111 w 111"/>
                <a:gd name="T15" fmla="*/ 1 h 234"/>
                <a:gd name="T16" fmla="*/ 108 w 111"/>
                <a:gd name="T17" fmla="*/ 1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34">
                  <a:moveTo>
                    <a:pt x="108" y="15"/>
                  </a:moveTo>
                  <a:lnTo>
                    <a:pt x="69" y="15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52" y="15"/>
                  </a:lnTo>
                  <a:lnTo>
                    <a:pt x="13" y="15"/>
                  </a:lnTo>
                  <a:lnTo>
                    <a:pt x="17" y="0"/>
                  </a:lnTo>
                  <a:lnTo>
                    <a:pt x="111" y="1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A6DA7523-8198-43CA-A281-DFC5A6B7B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6302" y="3675756"/>
              <a:ext cx="335229" cy="651066"/>
            </a:xfrm>
            <a:custGeom>
              <a:avLst/>
              <a:gdLst>
                <a:gd name="T0" fmla="*/ 53 w 121"/>
                <a:gd name="T1" fmla="*/ 148 h 235"/>
                <a:gd name="T2" fmla="*/ 96 w 121"/>
                <a:gd name="T3" fmla="*/ 148 h 235"/>
                <a:gd name="T4" fmla="*/ 107 w 121"/>
                <a:gd name="T5" fmla="*/ 19 h 235"/>
                <a:gd name="T6" fmla="*/ 53 w 121"/>
                <a:gd name="T7" fmla="*/ 148 h 235"/>
                <a:gd name="T8" fmla="*/ 107 w 121"/>
                <a:gd name="T9" fmla="*/ 235 h 235"/>
                <a:gd name="T10" fmla="*/ 91 w 121"/>
                <a:gd name="T11" fmla="*/ 235 h 235"/>
                <a:gd name="T12" fmla="*/ 96 w 121"/>
                <a:gd name="T13" fmla="*/ 164 h 235"/>
                <a:gd name="T14" fmla="*/ 47 w 121"/>
                <a:gd name="T15" fmla="*/ 163 h 235"/>
                <a:gd name="T16" fmla="*/ 16 w 121"/>
                <a:gd name="T17" fmla="*/ 235 h 235"/>
                <a:gd name="T18" fmla="*/ 0 w 121"/>
                <a:gd name="T19" fmla="*/ 235 h 235"/>
                <a:gd name="T20" fmla="*/ 99 w 121"/>
                <a:gd name="T21" fmla="*/ 0 h 235"/>
                <a:gd name="T22" fmla="*/ 121 w 121"/>
                <a:gd name="T23" fmla="*/ 0 h 235"/>
                <a:gd name="T24" fmla="*/ 107 w 121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1" h="235">
                  <a:moveTo>
                    <a:pt x="53" y="148"/>
                  </a:moveTo>
                  <a:lnTo>
                    <a:pt x="96" y="148"/>
                  </a:lnTo>
                  <a:lnTo>
                    <a:pt x="107" y="19"/>
                  </a:lnTo>
                  <a:lnTo>
                    <a:pt x="53" y="148"/>
                  </a:lnTo>
                  <a:close/>
                  <a:moveTo>
                    <a:pt x="107" y="235"/>
                  </a:moveTo>
                  <a:lnTo>
                    <a:pt x="91" y="235"/>
                  </a:lnTo>
                  <a:lnTo>
                    <a:pt x="96" y="164"/>
                  </a:lnTo>
                  <a:lnTo>
                    <a:pt x="47" y="163"/>
                  </a:lnTo>
                  <a:lnTo>
                    <a:pt x="16" y="235"/>
                  </a:lnTo>
                  <a:lnTo>
                    <a:pt x="0" y="235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07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DAA9A62C-8587-447A-AA3B-4F9C7977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811" y="3684067"/>
              <a:ext cx="196704" cy="642754"/>
            </a:xfrm>
            <a:custGeom>
              <a:avLst/>
              <a:gdLst>
                <a:gd name="T0" fmla="*/ 16 w 71"/>
                <a:gd name="T1" fmla="*/ 232 h 232"/>
                <a:gd name="T2" fmla="*/ 0 w 71"/>
                <a:gd name="T3" fmla="*/ 232 h 232"/>
                <a:gd name="T4" fmla="*/ 56 w 71"/>
                <a:gd name="T5" fmla="*/ 0 h 232"/>
                <a:gd name="T6" fmla="*/ 71 w 71"/>
                <a:gd name="T7" fmla="*/ 0 h 232"/>
                <a:gd name="T8" fmla="*/ 16 w 71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32">
                  <a:moveTo>
                    <a:pt x="16" y="232"/>
                  </a:moveTo>
                  <a:lnTo>
                    <a:pt x="0" y="232"/>
                  </a:lnTo>
                  <a:lnTo>
                    <a:pt x="56" y="0"/>
                  </a:lnTo>
                  <a:lnTo>
                    <a:pt x="71" y="0"/>
                  </a:lnTo>
                  <a:lnTo>
                    <a:pt x="16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6503B5E5-5612-4DAA-A5A9-642D640E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909" y="3684067"/>
              <a:ext cx="412802" cy="648295"/>
            </a:xfrm>
            <a:custGeom>
              <a:avLst/>
              <a:gdLst>
                <a:gd name="T0" fmla="*/ 93 w 149"/>
                <a:gd name="T1" fmla="*/ 234 h 234"/>
                <a:gd name="T2" fmla="*/ 68 w 149"/>
                <a:gd name="T3" fmla="*/ 234 h 234"/>
                <a:gd name="T4" fmla="*/ 66 w 149"/>
                <a:gd name="T5" fmla="*/ 17 h 234"/>
                <a:gd name="T6" fmla="*/ 16 w 149"/>
                <a:gd name="T7" fmla="*/ 233 h 234"/>
                <a:gd name="T8" fmla="*/ 0 w 149"/>
                <a:gd name="T9" fmla="*/ 233 h 234"/>
                <a:gd name="T10" fmla="*/ 56 w 149"/>
                <a:gd name="T11" fmla="*/ 0 h 234"/>
                <a:gd name="T12" fmla="*/ 80 w 149"/>
                <a:gd name="T13" fmla="*/ 1 h 234"/>
                <a:gd name="T14" fmla="*/ 83 w 149"/>
                <a:gd name="T15" fmla="*/ 224 h 234"/>
                <a:gd name="T16" fmla="*/ 134 w 149"/>
                <a:gd name="T17" fmla="*/ 1 h 234"/>
                <a:gd name="T18" fmla="*/ 149 w 149"/>
                <a:gd name="T19" fmla="*/ 1 h 234"/>
                <a:gd name="T20" fmla="*/ 93 w 149"/>
                <a:gd name="T2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" h="234">
                  <a:moveTo>
                    <a:pt x="93" y="234"/>
                  </a:moveTo>
                  <a:lnTo>
                    <a:pt x="68" y="234"/>
                  </a:lnTo>
                  <a:lnTo>
                    <a:pt x="66" y="17"/>
                  </a:lnTo>
                  <a:lnTo>
                    <a:pt x="16" y="233"/>
                  </a:lnTo>
                  <a:lnTo>
                    <a:pt x="0" y="233"/>
                  </a:lnTo>
                  <a:lnTo>
                    <a:pt x="56" y="0"/>
                  </a:lnTo>
                  <a:lnTo>
                    <a:pt x="80" y="1"/>
                  </a:lnTo>
                  <a:lnTo>
                    <a:pt x="83" y="224"/>
                  </a:lnTo>
                  <a:lnTo>
                    <a:pt x="134" y="1"/>
                  </a:lnTo>
                  <a:lnTo>
                    <a:pt x="149" y="1"/>
                  </a:lnTo>
                  <a:lnTo>
                    <a:pt x="93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E7F3BB04-B1BF-4565-BB5B-F1AE9CB24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1860" y="3686838"/>
              <a:ext cx="340770" cy="651066"/>
            </a:xfrm>
            <a:custGeom>
              <a:avLst/>
              <a:gdLst>
                <a:gd name="T0" fmla="*/ 53 w 123"/>
                <a:gd name="T1" fmla="*/ 148 h 235"/>
                <a:gd name="T2" fmla="*/ 98 w 123"/>
                <a:gd name="T3" fmla="*/ 148 h 235"/>
                <a:gd name="T4" fmla="*/ 108 w 123"/>
                <a:gd name="T5" fmla="*/ 17 h 235"/>
                <a:gd name="T6" fmla="*/ 53 w 123"/>
                <a:gd name="T7" fmla="*/ 148 h 235"/>
                <a:gd name="T8" fmla="*/ 108 w 123"/>
                <a:gd name="T9" fmla="*/ 235 h 235"/>
                <a:gd name="T10" fmla="*/ 91 w 123"/>
                <a:gd name="T11" fmla="*/ 234 h 235"/>
                <a:gd name="T12" fmla="*/ 97 w 123"/>
                <a:gd name="T13" fmla="*/ 164 h 235"/>
                <a:gd name="T14" fmla="*/ 47 w 123"/>
                <a:gd name="T15" fmla="*/ 163 h 235"/>
                <a:gd name="T16" fmla="*/ 17 w 123"/>
                <a:gd name="T17" fmla="*/ 234 h 235"/>
                <a:gd name="T18" fmla="*/ 0 w 123"/>
                <a:gd name="T19" fmla="*/ 234 h 235"/>
                <a:gd name="T20" fmla="*/ 100 w 123"/>
                <a:gd name="T21" fmla="*/ 0 h 235"/>
                <a:gd name="T22" fmla="*/ 123 w 123"/>
                <a:gd name="T23" fmla="*/ 0 h 235"/>
                <a:gd name="T24" fmla="*/ 108 w 123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35">
                  <a:moveTo>
                    <a:pt x="53" y="148"/>
                  </a:moveTo>
                  <a:lnTo>
                    <a:pt x="98" y="148"/>
                  </a:lnTo>
                  <a:lnTo>
                    <a:pt x="108" y="17"/>
                  </a:lnTo>
                  <a:lnTo>
                    <a:pt x="53" y="148"/>
                  </a:lnTo>
                  <a:close/>
                  <a:moveTo>
                    <a:pt x="108" y="235"/>
                  </a:moveTo>
                  <a:lnTo>
                    <a:pt x="91" y="234"/>
                  </a:lnTo>
                  <a:lnTo>
                    <a:pt x="97" y="164"/>
                  </a:lnTo>
                  <a:lnTo>
                    <a:pt x="47" y="163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100" y="0"/>
                  </a:lnTo>
                  <a:lnTo>
                    <a:pt x="123" y="0"/>
                  </a:lnTo>
                  <a:lnTo>
                    <a:pt x="108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4FA503D0-C63C-47F8-B45F-437E5B968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5138" y="3692379"/>
              <a:ext cx="351852" cy="648295"/>
            </a:xfrm>
            <a:custGeom>
              <a:avLst/>
              <a:gdLst>
                <a:gd name="T0" fmla="*/ 96 w 146"/>
                <a:gd name="T1" fmla="*/ 17 h 269"/>
                <a:gd name="T2" fmla="*/ 78 w 146"/>
                <a:gd name="T3" fmla="*/ 17 h 269"/>
                <a:gd name="T4" fmla="*/ 54 w 146"/>
                <a:gd name="T5" fmla="*/ 116 h 269"/>
                <a:gd name="T6" fmla="*/ 72 w 146"/>
                <a:gd name="T7" fmla="*/ 116 h 269"/>
                <a:gd name="T8" fmla="*/ 104 w 146"/>
                <a:gd name="T9" fmla="*/ 109 h 269"/>
                <a:gd name="T10" fmla="*/ 119 w 146"/>
                <a:gd name="T11" fmla="*/ 83 h 269"/>
                <a:gd name="T12" fmla="*/ 126 w 146"/>
                <a:gd name="T13" fmla="*/ 54 h 269"/>
                <a:gd name="T14" fmla="*/ 127 w 146"/>
                <a:gd name="T15" fmla="*/ 42 h 269"/>
                <a:gd name="T16" fmla="*/ 96 w 146"/>
                <a:gd name="T17" fmla="*/ 17 h 269"/>
                <a:gd name="T18" fmla="*/ 69 w 146"/>
                <a:gd name="T19" fmla="*/ 132 h 269"/>
                <a:gd name="T20" fmla="*/ 51 w 146"/>
                <a:gd name="T21" fmla="*/ 132 h 269"/>
                <a:gd name="T22" fmla="*/ 22 w 146"/>
                <a:gd name="T23" fmla="*/ 252 h 269"/>
                <a:gd name="T24" fmla="*/ 46 w 146"/>
                <a:gd name="T25" fmla="*/ 252 h 269"/>
                <a:gd name="T26" fmla="*/ 82 w 146"/>
                <a:gd name="T27" fmla="*/ 245 h 269"/>
                <a:gd name="T28" fmla="*/ 98 w 146"/>
                <a:gd name="T29" fmla="*/ 211 h 269"/>
                <a:gd name="T30" fmla="*/ 106 w 146"/>
                <a:gd name="T31" fmla="*/ 179 h 269"/>
                <a:gd name="T32" fmla="*/ 108 w 146"/>
                <a:gd name="T33" fmla="*/ 163 h 269"/>
                <a:gd name="T34" fmla="*/ 69 w 146"/>
                <a:gd name="T35" fmla="*/ 132 h 269"/>
                <a:gd name="T36" fmla="*/ 144 w 146"/>
                <a:gd name="T37" fmla="*/ 54 h 269"/>
                <a:gd name="T38" fmla="*/ 138 w 146"/>
                <a:gd name="T39" fmla="*/ 81 h 269"/>
                <a:gd name="T40" fmla="*/ 136 w 146"/>
                <a:gd name="T41" fmla="*/ 90 h 269"/>
                <a:gd name="T42" fmla="*/ 123 w 146"/>
                <a:gd name="T43" fmla="*/ 114 h 269"/>
                <a:gd name="T44" fmla="*/ 96 w 146"/>
                <a:gd name="T45" fmla="*/ 123 h 269"/>
                <a:gd name="T46" fmla="*/ 127 w 146"/>
                <a:gd name="T47" fmla="*/ 160 h 269"/>
                <a:gd name="T48" fmla="*/ 124 w 146"/>
                <a:gd name="T49" fmla="*/ 181 h 269"/>
                <a:gd name="T50" fmla="*/ 116 w 146"/>
                <a:gd name="T51" fmla="*/ 213 h 269"/>
                <a:gd name="T52" fmla="*/ 95 w 146"/>
                <a:gd name="T53" fmla="*/ 257 h 269"/>
                <a:gd name="T54" fmla="*/ 81 w 146"/>
                <a:gd name="T55" fmla="*/ 265 h 269"/>
                <a:gd name="T56" fmla="*/ 43 w 146"/>
                <a:gd name="T57" fmla="*/ 268 h 269"/>
                <a:gd name="T58" fmla="*/ 0 w 146"/>
                <a:gd name="T59" fmla="*/ 268 h 269"/>
                <a:gd name="T60" fmla="*/ 64 w 146"/>
                <a:gd name="T61" fmla="*/ 0 h 269"/>
                <a:gd name="T62" fmla="*/ 97 w 146"/>
                <a:gd name="T63" fmla="*/ 1 h 269"/>
                <a:gd name="T64" fmla="*/ 118 w 146"/>
                <a:gd name="T65" fmla="*/ 2 h 269"/>
                <a:gd name="T66" fmla="*/ 140 w 146"/>
                <a:gd name="T67" fmla="*/ 16 h 269"/>
                <a:gd name="T68" fmla="*/ 146 w 146"/>
                <a:gd name="T69" fmla="*/ 38 h 269"/>
                <a:gd name="T70" fmla="*/ 144 w 146"/>
                <a:gd name="T71" fmla="*/ 5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269">
                  <a:moveTo>
                    <a:pt x="96" y="17"/>
                  </a:moveTo>
                  <a:cubicBezTo>
                    <a:pt x="78" y="17"/>
                    <a:pt x="78" y="17"/>
                    <a:pt x="78" y="17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72" y="116"/>
                    <a:pt x="72" y="116"/>
                    <a:pt x="72" y="116"/>
                  </a:cubicBezTo>
                  <a:cubicBezTo>
                    <a:pt x="85" y="116"/>
                    <a:pt x="97" y="114"/>
                    <a:pt x="104" y="109"/>
                  </a:cubicBezTo>
                  <a:cubicBezTo>
                    <a:pt x="112" y="105"/>
                    <a:pt x="115" y="98"/>
                    <a:pt x="119" y="83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7" y="50"/>
                    <a:pt x="127" y="46"/>
                    <a:pt x="127" y="42"/>
                  </a:cubicBezTo>
                  <a:cubicBezTo>
                    <a:pt x="128" y="23"/>
                    <a:pt x="120" y="17"/>
                    <a:pt x="96" y="17"/>
                  </a:cubicBezTo>
                  <a:moveTo>
                    <a:pt x="69" y="132"/>
                  </a:moveTo>
                  <a:cubicBezTo>
                    <a:pt x="51" y="132"/>
                    <a:pt x="51" y="132"/>
                    <a:pt x="51" y="132"/>
                  </a:cubicBezTo>
                  <a:cubicBezTo>
                    <a:pt x="22" y="252"/>
                    <a:pt x="22" y="252"/>
                    <a:pt x="22" y="252"/>
                  </a:cubicBezTo>
                  <a:cubicBezTo>
                    <a:pt x="46" y="252"/>
                    <a:pt x="46" y="252"/>
                    <a:pt x="46" y="252"/>
                  </a:cubicBezTo>
                  <a:cubicBezTo>
                    <a:pt x="64" y="252"/>
                    <a:pt x="74" y="250"/>
                    <a:pt x="82" y="245"/>
                  </a:cubicBezTo>
                  <a:cubicBezTo>
                    <a:pt x="89" y="240"/>
                    <a:pt x="93" y="233"/>
                    <a:pt x="98" y="211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7" y="173"/>
                    <a:pt x="108" y="168"/>
                    <a:pt x="108" y="163"/>
                  </a:cubicBezTo>
                  <a:cubicBezTo>
                    <a:pt x="108" y="143"/>
                    <a:pt x="95" y="133"/>
                    <a:pt x="69" y="132"/>
                  </a:cubicBezTo>
                  <a:moveTo>
                    <a:pt x="144" y="54"/>
                  </a:moveTo>
                  <a:cubicBezTo>
                    <a:pt x="138" y="81"/>
                    <a:pt x="138" y="81"/>
                    <a:pt x="138" y="81"/>
                  </a:cubicBezTo>
                  <a:cubicBezTo>
                    <a:pt x="138" y="84"/>
                    <a:pt x="137" y="87"/>
                    <a:pt x="136" y="90"/>
                  </a:cubicBezTo>
                  <a:cubicBezTo>
                    <a:pt x="131" y="104"/>
                    <a:pt x="129" y="108"/>
                    <a:pt x="123" y="114"/>
                  </a:cubicBezTo>
                  <a:cubicBezTo>
                    <a:pt x="116" y="120"/>
                    <a:pt x="109" y="122"/>
                    <a:pt x="96" y="123"/>
                  </a:cubicBezTo>
                  <a:cubicBezTo>
                    <a:pt x="115" y="125"/>
                    <a:pt x="127" y="140"/>
                    <a:pt x="127" y="160"/>
                  </a:cubicBezTo>
                  <a:cubicBezTo>
                    <a:pt x="127" y="167"/>
                    <a:pt x="126" y="174"/>
                    <a:pt x="124" y="181"/>
                  </a:cubicBezTo>
                  <a:cubicBezTo>
                    <a:pt x="116" y="213"/>
                    <a:pt x="116" y="213"/>
                    <a:pt x="116" y="213"/>
                  </a:cubicBezTo>
                  <a:cubicBezTo>
                    <a:pt x="110" y="238"/>
                    <a:pt x="105" y="249"/>
                    <a:pt x="95" y="257"/>
                  </a:cubicBezTo>
                  <a:cubicBezTo>
                    <a:pt x="91" y="260"/>
                    <a:pt x="86" y="263"/>
                    <a:pt x="81" y="265"/>
                  </a:cubicBezTo>
                  <a:cubicBezTo>
                    <a:pt x="71" y="268"/>
                    <a:pt x="67" y="269"/>
                    <a:pt x="43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105" y="1"/>
                    <a:pt x="113" y="1"/>
                    <a:pt x="118" y="2"/>
                  </a:cubicBezTo>
                  <a:cubicBezTo>
                    <a:pt x="127" y="3"/>
                    <a:pt x="135" y="9"/>
                    <a:pt x="140" y="16"/>
                  </a:cubicBezTo>
                  <a:cubicBezTo>
                    <a:pt x="145" y="22"/>
                    <a:pt x="146" y="29"/>
                    <a:pt x="146" y="38"/>
                  </a:cubicBezTo>
                  <a:cubicBezTo>
                    <a:pt x="146" y="44"/>
                    <a:pt x="145" y="49"/>
                    <a:pt x="144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561322BD-2030-49E1-BE63-C18DF90F4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2400" y="3695149"/>
              <a:ext cx="224409" cy="648295"/>
            </a:xfrm>
            <a:custGeom>
              <a:avLst/>
              <a:gdLst>
                <a:gd name="T0" fmla="*/ 77 w 81"/>
                <a:gd name="T1" fmla="*/ 234 h 234"/>
                <a:gd name="T2" fmla="*/ 0 w 81"/>
                <a:gd name="T3" fmla="*/ 234 h 234"/>
                <a:gd name="T4" fmla="*/ 56 w 81"/>
                <a:gd name="T5" fmla="*/ 0 h 234"/>
                <a:gd name="T6" fmla="*/ 72 w 81"/>
                <a:gd name="T7" fmla="*/ 0 h 234"/>
                <a:gd name="T8" fmla="*/ 20 w 81"/>
                <a:gd name="T9" fmla="*/ 219 h 234"/>
                <a:gd name="T10" fmla="*/ 81 w 81"/>
                <a:gd name="T11" fmla="*/ 220 h 234"/>
                <a:gd name="T12" fmla="*/ 77 w 81"/>
                <a:gd name="T13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34">
                  <a:moveTo>
                    <a:pt x="77" y="234"/>
                  </a:moveTo>
                  <a:lnTo>
                    <a:pt x="0" y="234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20" y="219"/>
                  </a:lnTo>
                  <a:lnTo>
                    <a:pt x="81" y="220"/>
                  </a:lnTo>
                  <a:lnTo>
                    <a:pt x="77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068B0263-4BDA-4266-8231-46359A09B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253" y="3697920"/>
              <a:ext cx="376787" cy="648295"/>
            </a:xfrm>
            <a:custGeom>
              <a:avLst/>
              <a:gdLst>
                <a:gd name="T0" fmla="*/ 0 w 136"/>
                <a:gd name="T1" fmla="*/ 234 h 234"/>
                <a:gd name="T2" fmla="*/ 82 w 136"/>
                <a:gd name="T3" fmla="*/ 234 h 234"/>
                <a:gd name="T4" fmla="*/ 86 w 136"/>
                <a:gd name="T5" fmla="*/ 220 h 234"/>
                <a:gd name="T6" fmla="*/ 19 w 136"/>
                <a:gd name="T7" fmla="*/ 219 h 234"/>
                <a:gd name="T8" fmla="*/ 43 w 136"/>
                <a:gd name="T9" fmla="*/ 119 h 234"/>
                <a:gd name="T10" fmla="*/ 97 w 136"/>
                <a:gd name="T11" fmla="*/ 120 h 234"/>
                <a:gd name="T12" fmla="*/ 101 w 136"/>
                <a:gd name="T13" fmla="*/ 106 h 234"/>
                <a:gd name="T14" fmla="*/ 47 w 136"/>
                <a:gd name="T15" fmla="*/ 105 h 234"/>
                <a:gd name="T16" fmla="*/ 68 w 136"/>
                <a:gd name="T17" fmla="*/ 15 h 234"/>
                <a:gd name="T18" fmla="*/ 133 w 136"/>
                <a:gd name="T19" fmla="*/ 16 h 234"/>
                <a:gd name="T20" fmla="*/ 136 w 136"/>
                <a:gd name="T21" fmla="*/ 1 h 234"/>
                <a:gd name="T22" fmla="*/ 55 w 136"/>
                <a:gd name="T23" fmla="*/ 0 h 234"/>
                <a:gd name="T24" fmla="*/ 0 w 136"/>
                <a:gd name="T25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234">
                  <a:moveTo>
                    <a:pt x="0" y="234"/>
                  </a:moveTo>
                  <a:lnTo>
                    <a:pt x="82" y="234"/>
                  </a:lnTo>
                  <a:lnTo>
                    <a:pt x="86" y="220"/>
                  </a:lnTo>
                  <a:lnTo>
                    <a:pt x="19" y="219"/>
                  </a:lnTo>
                  <a:lnTo>
                    <a:pt x="43" y="119"/>
                  </a:lnTo>
                  <a:lnTo>
                    <a:pt x="97" y="120"/>
                  </a:lnTo>
                  <a:lnTo>
                    <a:pt x="101" y="106"/>
                  </a:lnTo>
                  <a:lnTo>
                    <a:pt x="47" y="105"/>
                  </a:lnTo>
                  <a:lnTo>
                    <a:pt x="68" y="15"/>
                  </a:lnTo>
                  <a:lnTo>
                    <a:pt x="133" y="16"/>
                  </a:lnTo>
                  <a:lnTo>
                    <a:pt x="136" y="1"/>
                  </a:lnTo>
                  <a:lnTo>
                    <a:pt x="55" y="0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7" name="Freeform 95">
            <a:extLst>
              <a:ext uri="{FF2B5EF4-FFF2-40B4-BE49-F238E27FC236}">
                <a16:creationId xmlns:a16="http://schemas.microsoft.com/office/drawing/2014/main" id="{0D9202B9-F851-497E-96DB-D38290B25AE9}"/>
              </a:ext>
            </a:extLst>
          </p:cNvPr>
          <p:cNvSpPr>
            <a:spLocks/>
          </p:cNvSpPr>
          <p:nvPr/>
        </p:nvSpPr>
        <p:spPr bwMode="auto">
          <a:xfrm>
            <a:off x="6394033" y="2286528"/>
            <a:ext cx="389810" cy="399273"/>
          </a:xfrm>
          <a:custGeom>
            <a:avLst/>
            <a:gdLst>
              <a:gd name="T0" fmla="*/ 124 w 206"/>
              <a:gd name="T1" fmla="*/ 84 h 211"/>
              <a:gd name="T2" fmla="*/ 124 w 206"/>
              <a:gd name="T3" fmla="*/ 0 h 211"/>
              <a:gd name="T4" fmla="*/ 81 w 206"/>
              <a:gd name="T5" fmla="*/ 0 h 211"/>
              <a:gd name="T6" fmla="*/ 81 w 206"/>
              <a:gd name="T7" fmla="*/ 84 h 211"/>
              <a:gd name="T8" fmla="*/ 0 w 206"/>
              <a:gd name="T9" fmla="*/ 84 h 211"/>
              <a:gd name="T10" fmla="*/ 0 w 206"/>
              <a:gd name="T11" fmla="*/ 127 h 211"/>
              <a:gd name="T12" fmla="*/ 81 w 206"/>
              <a:gd name="T13" fmla="*/ 127 h 211"/>
              <a:gd name="T14" fmla="*/ 81 w 206"/>
              <a:gd name="T15" fmla="*/ 211 h 211"/>
              <a:gd name="T16" fmla="*/ 124 w 206"/>
              <a:gd name="T17" fmla="*/ 211 h 211"/>
              <a:gd name="T18" fmla="*/ 124 w 206"/>
              <a:gd name="T19" fmla="*/ 127 h 211"/>
              <a:gd name="T20" fmla="*/ 206 w 206"/>
              <a:gd name="T21" fmla="*/ 127 h 211"/>
              <a:gd name="T22" fmla="*/ 206 w 206"/>
              <a:gd name="T23" fmla="*/ 84 h 211"/>
              <a:gd name="T24" fmla="*/ 124 w 206"/>
              <a:gd name="T25" fmla="*/ 84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6" h="211">
                <a:moveTo>
                  <a:pt x="124" y="84"/>
                </a:moveTo>
                <a:lnTo>
                  <a:pt x="124" y="0"/>
                </a:lnTo>
                <a:lnTo>
                  <a:pt x="81" y="0"/>
                </a:lnTo>
                <a:lnTo>
                  <a:pt x="81" y="84"/>
                </a:lnTo>
                <a:lnTo>
                  <a:pt x="0" y="84"/>
                </a:lnTo>
                <a:lnTo>
                  <a:pt x="0" y="127"/>
                </a:lnTo>
                <a:lnTo>
                  <a:pt x="81" y="127"/>
                </a:lnTo>
                <a:lnTo>
                  <a:pt x="81" y="211"/>
                </a:lnTo>
                <a:lnTo>
                  <a:pt x="124" y="211"/>
                </a:lnTo>
                <a:lnTo>
                  <a:pt x="124" y="127"/>
                </a:lnTo>
                <a:lnTo>
                  <a:pt x="206" y="127"/>
                </a:lnTo>
                <a:lnTo>
                  <a:pt x="206" y="84"/>
                </a:lnTo>
                <a:lnTo>
                  <a:pt x="124" y="84"/>
                </a:lnTo>
                <a:close/>
              </a:path>
            </a:pathLst>
          </a:custGeom>
          <a:solidFill>
            <a:srgbClr val="00B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02F83BB-8FC6-4DDA-B771-A0F42907B01F}"/>
              </a:ext>
            </a:extLst>
          </p:cNvPr>
          <p:cNvGrpSpPr/>
          <p:nvPr/>
        </p:nvGrpSpPr>
        <p:grpSpPr>
          <a:xfrm>
            <a:off x="4748077" y="2271174"/>
            <a:ext cx="1494903" cy="437118"/>
            <a:chOff x="4254909" y="2850150"/>
            <a:chExt cx="2188688" cy="639984"/>
          </a:xfrm>
        </p:grpSpPr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BCD3F546-2F0E-4B03-8564-B92C84AAC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909" y="2850150"/>
              <a:ext cx="293672" cy="639984"/>
            </a:xfrm>
            <a:custGeom>
              <a:avLst/>
              <a:gdLst>
                <a:gd name="T0" fmla="*/ 61 w 122"/>
                <a:gd name="T1" fmla="*/ 0 h 266"/>
                <a:gd name="T2" fmla="*/ 121 w 122"/>
                <a:gd name="T3" fmla="*/ 66 h 266"/>
                <a:gd name="T4" fmla="*/ 121 w 122"/>
                <a:gd name="T5" fmla="*/ 74 h 266"/>
                <a:gd name="T6" fmla="*/ 83 w 122"/>
                <a:gd name="T7" fmla="*/ 74 h 266"/>
                <a:gd name="T8" fmla="*/ 83 w 122"/>
                <a:gd name="T9" fmla="*/ 63 h 266"/>
                <a:gd name="T10" fmla="*/ 62 w 122"/>
                <a:gd name="T11" fmla="*/ 37 h 266"/>
                <a:gd name="T12" fmla="*/ 42 w 122"/>
                <a:gd name="T13" fmla="*/ 63 h 266"/>
                <a:gd name="T14" fmla="*/ 122 w 122"/>
                <a:gd name="T15" fmla="*/ 200 h 266"/>
                <a:gd name="T16" fmla="*/ 61 w 122"/>
                <a:gd name="T17" fmla="*/ 266 h 266"/>
                <a:gd name="T18" fmla="*/ 0 w 122"/>
                <a:gd name="T19" fmla="*/ 200 h 266"/>
                <a:gd name="T20" fmla="*/ 0 w 122"/>
                <a:gd name="T21" fmla="*/ 185 h 266"/>
                <a:gd name="T22" fmla="*/ 39 w 122"/>
                <a:gd name="T23" fmla="*/ 185 h 266"/>
                <a:gd name="T24" fmla="*/ 39 w 122"/>
                <a:gd name="T25" fmla="*/ 203 h 266"/>
                <a:gd name="T26" fmla="*/ 60 w 122"/>
                <a:gd name="T27" fmla="*/ 228 h 266"/>
                <a:gd name="T28" fmla="*/ 81 w 122"/>
                <a:gd name="T29" fmla="*/ 203 h 266"/>
                <a:gd name="T30" fmla="*/ 1 w 122"/>
                <a:gd name="T31" fmla="*/ 66 h 266"/>
                <a:gd name="T32" fmla="*/ 61 w 122"/>
                <a:gd name="T3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2" h="266">
                  <a:moveTo>
                    <a:pt x="61" y="0"/>
                  </a:moveTo>
                  <a:cubicBezTo>
                    <a:pt x="101" y="0"/>
                    <a:pt x="121" y="24"/>
                    <a:pt x="121" y="66"/>
                  </a:cubicBezTo>
                  <a:cubicBezTo>
                    <a:pt x="121" y="74"/>
                    <a:pt x="121" y="74"/>
                    <a:pt x="121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3" y="44"/>
                    <a:pt x="75" y="37"/>
                    <a:pt x="62" y="37"/>
                  </a:cubicBezTo>
                  <a:cubicBezTo>
                    <a:pt x="49" y="37"/>
                    <a:pt x="42" y="44"/>
                    <a:pt x="42" y="63"/>
                  </a:cubicBezTo>
                  <a:cubicBezTo>
                    <a:pt x="42" y="116"/>
                    <a:pt x="122" y="126"/>
                    <a:pt x="122" y="200"/>
                  </a:cubicBezTo>
                  <a:cubicBezTo>
                    <a:pt x="122" y="242"/>
                    <a:pt x="101" y="266"/>
                    <a:pt x="61" y="266"/>
                  </a:cubicBezTo>
                  <a:cubicBezTo>
                    <a:pt x="21" y="266"/>
                    <a:pt x="0" y="242"/>
                    <a:pt x="0" y="20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9" y="222"/>
                    <a:pt x="47" y="228"/>
                    <a:pt x="60" y="228"/>
                  </a:cubicBezTo>
                  <a:cubicBezTo>
                    <a:pt x="73" y="228"/>
                    <a:pt x="81" y="222"/>
                    <a:pt x="81" y="203"/>
                  </a:cubicBezTo>
                  <a:cubicBezTo>
                    <a:pt x="81" y="150"/>
                    <a:pt x="1" y="140"/>
                    <a:pt x="1" y="66"/>
                  </a:cubicBezTo>
                  <a:cubicBezTo>
                    <a:pt x="1" y="24"/>
                    <a:pt x="22" y="0"/>
                    <a:pt x="6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E94C4097-2057-40B3-BF85-9C044337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875" y="2855691"/>
              <a:ext cx="412802" cy="628902"/>
            </a:xfrm>
            <a:custGeom>
              <a:avLst/>
              <a:gdLst>
                <a:gd name="T0" fmla="*/ 76 w 149"/>
                <a:gd name="T1" fmla="*/ 160 h 227"/>
                <a:gd name="T2" fmla="*/ 101 w 149"/>
                <a:gd name="T3" fmla="*/ 0 h 227"/>
                <a:gd name="T4" fmla="*/ 149 w 149"/>
                <a:gd name="T5" fmla="*/ 0 h 227"/>
                <a:gd name="T6" fmla="*/ 149 w 149"/>
                <a:gd name="T7" fmla="*/ 227 h 227"/>
                <a:gd name="T8" fmla="*/ 116 w 149"/>
                <a:gd name="T9" fmla="*/ 227 h 227"/>
                <a:gd name="T10" fmla="*/ 116 w 149"/>
                <a:gd name="T11" fmla="*/ 65 h 227"/>
                <a:gd name="T12" fmla="*/ 92 w 149"/>
                <a:gd name="T13" fmla="*/ 227 h 227"/>
                <a:gd name="T14" fmla="*/ 58 w 149"/>
                <a:gd name="T15" fmla="*/ 227 h 227"/>
                <a:gd name="T16" fmla="*/ 32 w 149"/>
                <a:gd name="T17" fmla="*/ 66 h 227"/>
                <a:gd name="T18" fmla="*/ 32 w 149"/>
                <a:gd name="T19" fmla="*/ 227 h 227"/>
                <a:gd name="T20" fmla="*/ 0 w 149"/>
                <a:gd name="T21" fmla="*/ 227 h 227"/>
                <a:gd name="T22" fmla="*/ 0 w 149"/>
                <a:gd name="T23" fmla="*/ 0 h 227"/>
                <a:gd name="T24" fmla="*/ 50 w 149"/>
                <a:gd name="T25" fmla="*/ 0 h 227"/>
                <a:gd name="T26" fmla="*/ 76 w 149"/>
                <a:gd name="T27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227">
                  <a:moveTo>
                    <a:pt x="76" y="160"/>
                  </a:moveTo>
                  <a:lnTo>
                    <a:pt x="101" y="0"/>
                  </a:lnTo>
                  <a:lnTo>
                    <a:pt x="149" y="0"/>
                  </a:lnTo>
                  <a:lnTo>
                    <a:pt x="149" y="227"/>
                  </a:lnTo>
                  <a:lnTo>
                    <a:pt x="116" y="227"/>
                  </a:lnTo>
                  <a:lnTo>
                    <a:pt x="116" y="65"/>
                  </a:lnTo>
                  <a:lnTo>
                    <a:pt x="92" y="227"/>
                  </a:lnTo>
                  <a:lnTo>
                    <a:pt x="58" y="227"/>
                  </a:lnTo>
                  <a:lnTo>
                    <a:pt x="32" y="66"/>
                  </a:lnTo>
                  <a:lnTo>
                    <a:pt x="32" y="227"/>
                  </a:lnTo>
                  <a:lnTo>
                    <a:pt x="0" y="227"/>
                  </a:lnTo>
                  <a:lnTo>
                    <a:pt x="0" y="0"/>
                  </a:lnTo>
                  <a:lnTo>
                    <a:pt x="50" y="0"/>
                  </a:lnTo>
                  <a:lnTo>
                    <a:pt x="76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031ABB4A-9061-4D10-A8F5-EAA5B9E05B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8433" y="2855691"/>
              <a:ext cx="346311" cy="628902"/>
            </a:xfrm>
            <a:custGeom>
              <a:avLst/>
              <a:gdLst>
                <a:gd name="T0" fmla="*/ 44 w 125"/>
                <a:gd name="T1" fmla="*/ 154 h 227"/>
                <a:gd name="T2" fmla="*/ 78 w 125"/>
                <a:gd name="T3" fmla="*/ 154 h 227"/>
                <a:gd name="T4" fmla="*/ 61 w 125"/>
                <a:gd name="T5" fmla="*/ 40 h 227"/>
                <a:gd name="T6" fmla="*/ 44 w 125"/>
                <a:gd name="T7" fmla="*/ 154 h 227"/>
                <a:gd name="T8" fmla="*/ 125 w 125"/>
                <a:gd name="T9" fmla="*/ 227 h 227"/>
                <a:gd name="T10" fmla="*/ 89 w 125"/>
                <a:gd name="T11" fmla="*/ 227 h 227"/>
                <a:gd name="T12" fmla="*/ 83 w 125"/>
                <a:gd name="T13" fmla="*/ 186 h 227"/>
                <a:gd name="T14" fmla="*/ 39 w 125"/>
                <a:gd name="T15" fmla="*/ 186 h 227"/>
                <a:gd name="T16" fmla="*/ 33 w 125"/>
                <a:gd name="T17" fmla="*/ 227 h 227"/>
                <a:gd name="T18" fmla="*/ 0 w 125"/>
                <a:gd name="T19" fmla="*/ 227 h 227"/>
                <a:gd name="T20" fmla="*/ 37 w 125"/>
                <a:gd name="T21" fmla="*/ 0 h 227"/>
                <a:gd name="T22" fmla="*/ 88 w 125"/>
                <a:gd name="T23" fmla="*/ 0 h 227"/>
                <a:gd name="T24" fmla="*/ 125 w 125"/>
                <a:gd name="T25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27">
                  <a:moveTo>
                    <a:pt x="44" y="154"/>
                  </a:moveTo>
                  <a:lnTo>
                    <a:pt x="78" y="154"/>
                  </a:lnTo>
                  <a:lnTo>
                    <a:pt x="61" y="40"/>
                  </a:lnTo>
                  <a:lnTo>
                    <a:pt x="44" y="154"/>
                  </a:lnTo>
                  <a:close/>
                  <a:moveTo>
                    <a:pt x="125" y="227"/>
                  </a:moveTo>
                  <a:lnTo>
                    <a:pt x="89" y="227"/>
                  </a:lnTo>
                  <a:lnTo>
                    <a:pt x="83" y="186"/>
                  </a:lnTo>
                  <a:lnTo>
                    <a:pt x="39" y="186"/>
                  </a:lnTo>
                  <a:lnTo>
                    <a:pt x="33" y="227"/>
                  </a:lnTo>
                  <a:lnTo>
                    <a:pt x="0" y="227"/>
                  </a:lnTo>
                  <a:lnTo>
                    <a:pt x="37" y="0"/>
                  </a:lnTo>
                  <a:lnTo>
                    <a:pt x="88" y="0"/>
                  </a:lnTo>
                  <a:lnTo>
                    <a:pt x="125" y="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2CC0DAA0-EDF1-42D1-9615-60FC98E09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7729" y="2855691"/>
              <a:ext cx="307524" cy="628902"/>
            </a:xfrm>
            <a:custGeom>
              <a:avLst/>
              <a:gdLst>
                <a:gd name="T0" fmla="*/ 41 w 127"/>
                <a:gd name="T1" fmla="*/ 37 h 260"/>
                <a:gd name="T2" fmla="*/ 41 w 127"/>
                <a:gd name="T3" fmla="*/ 117 h 260"/>
                <a:gd name="T4" fmla="*/ 57 w 127"/>
                <a:gd name="T5" fmla="*/ 117 h 260"/>
                <a:gd name="T6" fmla="*/ 81 w 127"/>
                <a:gd name="T7" fmla="*/ 90 h 260"/>
                <a:gd name="T8" fmla="*/ 81 w 127"/>
                <a:gd name="T9" fmla="*/ 64 h 260"/>
                <a:gd name="T10" fmla="*/ 60 w 127"/>
                <a:gd name="T11" fmla="*/ 37 h 260"/>
                <a:gd name="T12" fmla="*/ 41 w 127"/>
                <a:gd name="T13" fmla="*/ 37 h 260"/>
                <a:gd name="T14" fmla="*/ 85 w 127"/>
                <a:gd name="T15" fmla="*/ 260 h 260"/>
                <a:gd name="T16" fmla="*/ 81 w 127"/>
                <a:gd name="T17" fmla="*/ 228 h 260"/>
                <a:gd name="T18" fmla="*/ 81 w 127"/>
                <a:gd name="T19" fmla="*/ 187 h 260"/>
                <a:gd name="T20" fmla="*/ 55 w 127"/>
                <a:gd name="T21" fmla="*/ 154 h 260"/>
                <a:gd name="T22" fmla="*/ 41 w 127"/>
                <a:gd name="T23" fmla="*/ 154 h 260"/>
                <a:gd name="T24" fmla="*/ 41 w 127"/>
                <a:gd name="T25" fmla="*/ 260 h 260"/>
                <a:gd name="T26" fmla="*/ 0 w 127"/>
                <a:gd name="T27" fmla="*/ 260 h 260"/>
                <a:gd name="T28" fmla="*/ 0 w 127"/>
                <a:gd name="T29" fmla="*/ 0 h 260"/>
                <a:gd name="T30" fmla="*/ 61 w 127"/>
                <a:gd name="T31" fmla="*/ 0 h 260"/>
                <a:gd name="T32" fmla="*/ 122 w 127"/>
                <a:gd name="T33" fmla="*/ 60 h 260"/>
                <a:gd name="T34" fmla="*/ 122 w 127"/>
                <a:gd name="T35" fmla="*/ 80 h 260"/>
                <a:gd name="T36" fmla="*/ 95 w 127"/>
                <a:gd name="T37" fmla="*/ 133 h 260"/>
                <a:gd name="T38" fmla="*/ 122 w 127"/>
                <a:gd name="T39" fmla="*/ 188 h 260"/>
                <a:gd name="T40" fmla="*/ 122 w 127"/>
                <a:gd name="T41" fmla="*/ 228 h 260"/>
                <a:gd name="T42" fmla="*/ 127 w 127"/>
                <a:gd name="T43" fmla="*/ 260 h 260"/>
                <a:gd name="T44" fmla="*/ 85 w 127"/>
                <a:gd name="T45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7" h="260">
                  <a:moveTo>
                    <a:pt x="41" y="37"/>
                  </a:moveTo>
                  <a:cubicBezTo>
                    <a:pt x="41" y="117"/>
                    <a:pt x="41" y="117"/>
                    <a:pt x="4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72" y="117"/>
                    <a:pt x="81" y="110"/>
                    <a:pt x="81" y="90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81" y="46"/>
                    <a:pt x="75" y="37"/>
                    <a:pt x="60" y="37"/>
                  </a:cubicBezTo>
                  <a:lnTo>
                    <a:pt x="41" y="37"/>
                  </a:lnTo>
                  <a:close/>
                  <a:moveTo>
                    <a:pt x="85" y="260"/>
                  </a:moveTo>
                  <a:cubicBezTo>
                    <a:pt x="83" y="253"/>
                    <a:pt x="81" y="249"/>
                    <a:pt x="81" y="228"/>
                  </a:cubicBezTo>
                  <a:cubicBezTo>
                    <a:pt x="81" y="187"/>
                    <a:pt x="81" y="187"/>
                    <a:pt x="81" y="187"/>
                  </a:cubicBezTo>
                  <a:cubicBezTo>
                    <a:pt x="81" y="163"/>
                    <a:pt x="73" y="154"/>
                    <a:pt x="55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1" y="260"/>
                    <a:pt x="41" y="260"/>
                    <a:pt x="41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04" y="0"/>
                    <a:pt x="122" y="20"/>
                    <a:pt x="122" y="6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2" y="107"/>
                    <a:pt x="113" y="124"/>
                    <a:pt x="95" y="133"/>
                  </a:cubicBezTo>
                  <a:cubicBezTo>
                    <a:pt x="115" y="142"/>
                    <a:pt x="122" y="161"/>
                    <a:pt x="122" y="188"/>
                  </a:cubicBezTo>
                  <a:cubicBezTo>
                    <a:pt x="122" y="228"/>
                    <a:pt x="122" y="228"/>
                    <a:pt x="122" y="228"/>
                  </a:cubicBezTo>
                  <a:cubicBezTo>
                    <a:pt x="122" y="241"/>
                    <a:pt x="123" y="250"/>
                    <a:pt x="127" y="260"/>
                  </a:cubicBezTo>
                  <a:lnTo>
                    <a:pt x="85" y="2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D529E29C-585E-49A1-B8B4-94425054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843" y="2855691"/>
              <a:ext cx="304754" cy="628902"/>
            </a:xfrm>
            <a:custGeom>
              <a:avLst/>
              <a:gdLst>
                <a:gd name="T0" fmla="*/ 0 w 110"/>
                <a:gd name="T1" fmla="*/ 0 h 227"/>
                <a:gd name="T2" fmla="*/ 110 w 110"/>
                <a:gd name="T3" fmla="*/ 0 h 227"/>
                <a:gd name="T4" fmla="*/ 110 w 110"/>
                <a:gd name="T5" fmla="*/ 32 h 227"/>
                <a:gd name="T6" fmla="*/ 72 w 110"/>
                <a:gd name="T7" fmla="*/ 32 h 227"/>
                <a:gd name="T8" fmla="*/ 72 w 110"/>
                <a:gd name="T9" fmla="*/ 227 h 227"/>
                <a:gd name="T10" fmla="*/ 37 w 110"/>
                <a:gd name="T11" fmla="*/ 227 h 227"/>
                <a:gd name="T12" fmla="*/ 37 w 110"/>
                <a:gd name="T13" fmla="*/ 32 h 227"/>
                <a:gd name="T14" fmla="*/ 0 w 110"/>
                <a:gd name="T15" fmla="*/ 32 h 227"/>
                <a:gd name="T16" fmla="*/ 0 w 110"/>
                <a:gd name="T1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227">
                  <a:moveTo>
                    <a:pt x="0" y="0"/>
                  </a:moveTo>
                  <a:lnTo>
                    <a:pt x="110" y="0"/>
                  </a:lnTo>
                  <a:lnTo>
                    <a:pt x="110" y="32"/>
                  </a:lnTo>
                  <a:lnTo>
                    <a:pt x="72" y="32"/>
                  </a:lnTo>
                  <a:lnTo>
                    <a:pt x="72" y="227"/>
                  </a:lnTo>
                  <a:lnTo>
                    <a:pt x="37" y="227"/>
                  </a:lnTo>
                  <a:lnTo>
                    <a:pt x="37" y="32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05F283D-3632-4966-A597-B02E54BCAB06}"/>
              </a:ext>
            </a:extLst>
          </p:cNvPr>
          <p:cNvGrpSpPr/>
          <p:nvPr/>
        </p:nvGrpSpPr>
        <p:grpSpPr>
          <a:xfrm>
            <a:off x="5148912" y="3397299"/>
            <a:ext cx="1894175" cy="493886"/>
            <a:chOff x="4856105" y="4501363"/>
            <a:chExt cx="2773261" cy="723099"/>
          </a:xfrm>
        </p:grpSpPr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D7B01D51-0C5F-4EE3-B8D5-FD1D16E02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8203" y="4501363"/>
              <a:ext cx="191163" cy="182852"/>
            </a:xfrm>
            <a:custGeom>
              <a:avLst/>
              <a:gdLst>
                <a:gd name="T0" fmla="*/ 69 w 69"/>
                <a:gd name="T1" fmla="*/ 65 h 66"/>
                <a:gd name="T2" fmla="*/ 59 w 69"/>
                <a:gd name="T3" fmla="*/ 66 h 66"/>
                <a:gd name="T4" fmla="*/ 54 w 69"/>
                <a:gd name="T5" fmla="*/ 12 h 66"/>
                <a:gd name="T6" fmla="*/ 2 w 69"/>
                <a:gd name="T7" fmla="*/ 20 h 66"/>
                <a:gd name="T8" fmla="*/ 0 w 69"/>
                <a:gd name="T9" fmla="*/ 10 h 66"/>
                <a:gd name="T10" fmla="*/ 64 w 69"/>
                <a:gd name="T11" fmla="*/ 0 h 66"/>
                <a:gd name="T12" fmla="*/ 69 w 69"/>
                <a:gd name="T13" fmla="*/ 6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6">
                  <a:moveTo>
                    <a:pt x="69" y="65"/>
                  </a:moveTo>
                  <a:lnTo>
                    <a:pt x="59" y="66"/>
                  </a:lnTo>
                  <a:lnTo>
                    <a:pt x="54" y="12"/>
                  </a:lnTo>
                  <a:lnTo>
                    <a:pt x="2" y="20"/>
                  </a:lnTo>
                  <a:lnTo>
                    <a:pt x="0" y="10"/>
                  </a:lnTo>
                  <a:lnTo>
                    <a:pt x="64" y="0"/>
                  </a:lnTo>
                  <a:lnTo>
                    <a:pt x="69" y="65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60AB9BED-2496-4B32-95F6-12715DEA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9499" y="4501363"/>
              <a:ext cx="41557" cy="3878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AE0E3A28-CCA9-43B9-9F82-773EF50511A3}"/>
                </a:ext>
              </a:extLst>
            </p:cNvPr>
            <p:cNvGrpSpPr/>
            <p:nvPr/>
          </p:nvGrpSpPr>
          <p:grpSpPr>
            <a:xfrm>
              <a:off x="4856105" y="4504132"/>
              <a:ext cx="2698458" cy="720330"/>
              <a:chOff x="4856105" y="4504132"/>
              <a:chExt cx="2698458" cy="720330"/>
            </a:xfrm>
          </p:grpSpPr>
          <p:sp>
            <p:nvSpPr>
              <p:cNvPr id="33" name="Freeform 101">
                <a:extLst>
                  <a:ext uri="{FF2B5EF4-FFF2-40B4-BE49-F238E27FC236}">
                    <a16:creationId xmlns:a16="http://schemas.microsoft.com/office/drawing/2014/main" id="{CED5016C-DECA-4CA4-84B1-DCFD3BEF1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1958" y="5188445"/>
                <a:ext cx="36016" cy="36017"/>
              </a:xfrm>
              <a:custGeom>
                <a:avLst/>
                <a:gdLst>
                  <a:gd name="T0" fmla="*/ 0 w 15"/>
                  <a:gd name="T1" fmla="*/ 8 h 15"/>
                  <a:gd name="T2" fmla="*/ 7 w 15"/>
                  <a:gd name="T3" fmla="*/ 0 h 15"/>
                  <a:gd name="T4" fmla="*/ 7 w 15"/>
                  <a:gd name="T5" fmla="*/ 0 h 15"/>
                  <a:gd name="T6" fmla="*/ 15 w 15"/>
                  <a:gd name="T7" fmla="*/ 7 h 15"/>
                  <a:gd name="T8" fmla="*/ 15 w 15"/>
                  <a:gd name="T9" fmla="*/ 7 h 15"/>
                  <a:gd name="T10" fmla="*/ 8 w 15"/>
                  <a:gd name="T11" fmla="*/ 15 h 15"/>
                  <a:gd name="T12" fmla="*/ 8 w 15"/>
                  <a:gd name="T13" fmla="*/ 15 h 15"/>
                  <a:gd name="T14" fmla="*/ 8 w 15"/>
                  <a:gd name="T15" fmla="*/ 15 h 15"/>
                  <a:gd name="T16" fmla="*/ 8 w 15"/>
                  <a:gd name="T17" fmla="*/ 15 h 15"/>
                  <a:gd name="T18" fmla="*/ 7 w 15"/>
                  <a:gd name="T19" fmla="*/ 15 h 15"/>
                  <a:gd name="T20" fmla="*/ 7 w 15"/>
                  <a:gd name="T21" fmla="*/ 15 h 15"/>
                  <a:gd name="T22" fmla="*/ 0 w 15"/>
                  <a:gd name="T23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0" y="8"/>
                    </a:moveTo>
                    <a:cubicBezTo>
                      <a:pt x="0" y="4"/>
                      <a:pt x="3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1" y="0"/>
                      <a:pt x="14" y="3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11"/>
                      <a:pt x="12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8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36DCB76C-FDFA-4B38-9883-1B0A45F4813D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14789"/>
                <a:chOff x="4856105" y="4504132"/>
                <a:chExt cx="2698458" cy="714789"/>
              </a:xfrm>
            </p:grpSpPr>
            <p:grpSp>
              <p:nvGrpSpPr>
                <p:cNvPr id="72" name="Grupo 71">
                  <a:extLst>
                    <a:ext uri="{FF2B5EF4-FFF2-40B4-BE49-F238E27FC236}">
                      <a16:creationId xmlns:a16="http://schemas.microsoft.com/office/drawing/2014/main" id="{C50589C0-1DE6-41BA-9CEE-4E2076817B4F}"/>
                    </a:ext>
                  </a:extLst>
                </p:cNvPr>
                <p:cNvGrpSpPr/>
                <p:nvPr/>
              </p:nvGrpSpPr>
              <p:grpSpPr>
                <a:xfrm>
                  <a:off x="4919827" y="4587247"/>
                  <a:ext cx="2634736" cy="631674"/>
                  <a:chOff x="4919827" y="4587247"/>
                  <a:chExt cx="2634736" cy="631674"/>
                </a:xfrm>
              </p:grpSpPr>
              <p:sp>
                <p:nvSpPr>
                  <p:cNvPr id="30" name="Freeform 98">
                    <a:extLst>
                      <a:ext uri="{FF2B5EF4-FFF2-40B4-BE49-F238E27FC236}">
                        <a16:creationId xmlns:a16="http://schemas.microsoft.com/office/drawing/2014/main" id="{281CC44C-D8B9-4DB2-8D95-5FAFCA3743C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9827" y="4590019"/>
                    <a:ext cx="1230098" cy="628902"/>
                  </a:xfrm>
                  <a:custGeom>
                    <a:avLst/>
                    <a:gdLst>
                      <a:gd name="T0" fmla="*/ 495 w 509"/>
                      <a:gd name="T1" fmla="*/ 254 h 261"/>
                      <a:gd name="T2" fmla="*/ 502 w 509"/>
                      <a:gd name="T3" fmla="*/ 247 h 261"/>
                      <a:gd name="T4" fmla="*/ 509 w 509"/>
                      <a:gd name="T5" fmla="*/ 254 h 261"/>
                      <a:gd name="T6" fmla="*/ 501 w 509"/>
                      <a:gd name="T7" fmla="*/ 261 h 261"/>
                      <a:gd name="T8" fmla="*/ 451 w 509"/>
                      <a:gd name="T9" fmla="*/ 249 h 261"/>
                      <a:gd name="T10" fmla="*/ 459 w 509"/>
                      <a:gd name="T11" fmla="*/ 243 h 261"/>
                      <a:gd name="T12" fmla="*/ 466 w 509"/>
                      <a:gd name="T13" fmla="*/ 251 h 261"/>
                      <a:gd name="T14" fmla="*/ 457 w 509"/>
                      <a:gd name="T15" fmla="*/ 257 h 261"/>
                      <a:gd name="T16" fmla="*/ 408 w 509"/>
                      <a:gd name="T17" fmla="*/ 242 h 261"/>
                      <a:gd name="T18" fmla="*/ 417 w 509"/>
                      <a:gd name="T19" fmla="*/ 236 h 261"/>
                      <a:gd name="T20" fmla="*/ 415 w 509"/>
                      <a:gd name="T21" fmla="*/ 251 h 261"/>
                      <a:gd name="T22" fmla="*/ 371 w 509"/>
                      <a:gd name="T23" fmla="*/ 241 h 261"/>
                      <a:gd name="T24" fmla="*/ 366 w 509"/>
                      <a:gd name="T25" fmla="*/ 232 h 261"/>
                      <a:gd name="T26" fmla="*/ 374 w 509"/>
                      <a:gd name="T27" fmla="*/ 227 h 261"/>
                      <a:gd name="T28" fmla="*/ 380 w 509"/>
                      <a:gd name="T29" fmla="*/ 236 h 261"/>
                      <a:gd name="T30" fmla="*/ 371 w 509"/>
                      <a:gd name="T31" fmla="*/ 241 h 261"/>
                      <a:gd name="T32" fmla="*/ 324 w 509"/>
                      <a:gd name="T33" fmla="*/ 220 h 261"/>
                      <a:gd name="T34" fmla="*/ 338 w 509"/>
                      <a:gd name="T35" fmla="*/ 225 h 261"/>
                      <a:gd name="T36" fmla="*/ 331 w 509"/>
                      <a:gd name="T37" fmla="*/ 230 h 261"/>
                      <a:gd name="T38" fmla="*/ 283 w 509"/>
                      <a:gd name="T39" fmla="*/ 205 h 261"/>
                      <a:gd name="T40" fmla="*/ 292 w 509"/>
                      <a:gd name="T41" fmla="*/ 201 h 261"/>
                      <a:gd name="T42" fmla="*/ 289 w 509"/>
                      <a:gd name="T43" fmla="*/ 215 h 261"/>
                      <a:gd name="T44" fmla="*/ 246 w 509"/>
                      <a:gd name="T45" fmla="*/ 198 h 261"/>
                      <a:gd name="T46" fmla="*/ 252 w 509"/>
                      <a:gd name="T47" fmla="*/ 184 h 261"/>
                      <a:gd name="T48" fmla="*/ 256 w 509"/>
                      <a:gd name="T49" fmla="*/ 194 h 261"/>
                      <a:gd name="T50" fmla="*/ 246 w 509"/>
                      <a:gd name="T51" fmla="*/ 198 h 261"/>
                      <a:gd name="T52" fmla="*/ 204 w 509"/>
                      <a:gd name="T53" fmla="*/ 168 h 261"/>
                      <a:gd name="T54" fmla="*/ 214 w 509"/>
                      <a:gd name="T55" fmla="*/ 165 h 261"/>
                      <a:gd name="T56" fmla="*/ 217 w 509"/>
                      <a:gd name="T57" fmla="*/ 175 h 261"/>
                      <a:gd name="T58" fmla="*/ 207 w 509"/>
                      <a:gd name="T59" fmla="*/ 178 h 261"/>
                      <a:gd name="T60" fmla="*/ 166 w 509"/>
                      <a:gd name="T61" fmla="*/ 146 h 261"/>
                      <a:gd name="T62" fmla="*/ 179 w 509"/>
                      <a:gd name="T63" fmla="*/ 154 h 261"/>
                      <a:gd name="T64" fmla="*/ 172 w 509"/>
                      <a:gd name="T65" fmla="*/ 157 h 261"/>
                      <a:gd name="T66" fmla="*/ 130 w 509"/>
                      <a:gd name="T67" fmla="*/ 121 h 261"/>
                      <a:gd name="T68" fmla="*/ 140 w 509"/>
                      <a:gd name="T69" fmla="*/ 120 h 261"/>
                      <a:gd name="T70" fmla="*/ 136 w 509"/>
                      <a:gd name="T71" fmla="*/ 133 h 261"/>
                      <a:gd name="T72" fmla="*/ 97 w 509"/>
                      <a:gd name="T73" fmla="*/ 105 h 261"/>
                      <a:gd name="T74" fmla="*/ 106 w 509"/>
                      <a:gd name="T75" fmla="*/ 94 h 261"/>
                      <a:gd name="T76" fmla="*/ 106 w 509"/>
                      <a:gd name="T77" fmla="*/ 94 h 261"/>
                      <a:gd name="T78" fmla="*/ 101 w 509"/>
                      <a:gd name="T79" fmla="*/ 107 h 261"/>
                      <a:gd name="T80" fmla="*/ 64 w 509"/>
                      <a:gd name="T81" fmla="*/ 76 h 261"/>
                      <a:gd name="T82" fmla="*/ 73 w 509"/>
                      <a:gd name="T83" fmla="*/ 65 h 261"/>
                      <a:gd name="T84" fmla="*/ 74 w 509"/>
                      <a:gd name="T85" fmla="*/ 76 h 261"/>
                      <a:gd name="T86" fmla="*/ 64 w 509"/>
                      <a:gd name="T87" fmla="*/ 76 h 261"/>
                      <a:gd name="T88" fmla="*/ 32 w 509"/>
                      <a:gd name="T89" fmla="*/ 35 h 261"/>
                      <a:gd name="T90" fmla="*/ 42 w 509"/>
                      <a:gd name="T91" fmla="*/ 35 h 261"/>
                      <a:gd name="T92" fmla="*/ 37 w 509"/>
                      <a:gd name="T93" fmla="*/ 47 h 261"/>
                      <a:gd name="T94" fmla="*/ 3 w 509"/>
                      <a:gd name="T95" fmla="*/ 12 h 261"/>
                      <a:gd name="T96" fmla="*/ 3 w 509"/>
                      <a:gd name="T97" fmla="*/ 2 h 261"/>
                      <a:gd name="T98" fmla="*/ 14 w 509"/>
                      <a:gd name="T99" fmla="*/ 3 h 261"/>
                      <a:gd name="T100" fmla="*/ 13 w 509"/>
                      <a:gd name="T101" fmla="*/ 13 h 261"/>
                      <a:gd name="T102" fmla="*/ 3 w 509"/>
                      <a:gd name="T103" fmla="*/ 12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509" h="261">
                        <a:moveTo>
                          <a:pt x="501" y="261"/>
                        </a:moveTo>
                        <a:cubicBezTo>
                          <a:pt x="497" y="261"/>
                          <a:pt x="494" y="258"/>
                          <a:pt x="495" y="254"/>
                        </a:cubicBezTo>
                        <a:cubicBezTo>
                          <a:pt x="495" y="254"/>
                          <a:pt x="495" y="254"/>
                          <a:pt x="495" y="254"/>
                        </a:cubicBezTo>
                        <a:cubicBezTo>
                          <a:pt x="495" y="250"/>
                          <a:pt x="498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6" y="247"/>
                          <a:pt x="509" y="250"/>
                          <a:pt x="509" y="254"/>
                        </a:cubicBezTo>
                        <a:cubicBezTo>
                          <a:pt x="509" y="254"/>
                          <a:pt x="509" y="254"/>
                          <a:pt x="509" y="254"/>
                        </a:cubicBezTo>
                        <a:cubicBezTo>
                          <a:pt x="509" y="258"/>
                          <a:pt x="506" y="261"/>
                          <a:pt x="502" y="261"/>
                        </a:cubicBezTo>
                        <a:cubicBezTo>
                          <a:pt x="502" y="261"/>
                          <a:pt x="502" y="261"/>
                          <a:pt x="502" y="261"/>
                        </a:cubicBezTo>
                        <a:cubicBezTo>
                          <a:pt x="502" y="261"/>
                          <a:pt x="502" y="261"/>
                          <a:pt x="501" y="261"/>
                        </a:cubicBezTo>
                        <a:close/>
                        <a:moveTo>
                          <a:pt x="457" y="257"/>
                        </a:moveTo>
                        <a:cubicBezTo>
                          <a:pt x="454" y="257"/>
                          <a:pt x="451" y="253"/>
                          <a:pt x="451" y="249"/>
                        </a:cubicBezTo>
                        <a:cubicBezTo>
                          <a:pt x="451" y="249"/>
                          <a:pt x="451" y="249"/>
                          <a:pt x="451" y="249"/>
                        </a:cubicBezTo>
                        <a:cubicBezTo>
                          <a:pt x="452" y="245"/>
                          <a:pt x="455" y="242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63" y="243"/>
                          <a:pt x="466" y="247"/>
                          <a:pt x="466" y="251"/>
                        </a:cubicBezTo>
                        <a:cubicBezTo>
                          <a:pt x="466" y="251"/>
                          <a:pt x="466" y="251"/>
                          <a:pt x="466" y="251"/>
                        </a:cubicBezTo>
                        <a:cubicBezTo>
                          <a:pt x="465" y="255"/>
                          <a:pt x="462" y="257"/>
                          <a:pt x="458" y="257"/>
                        </a:cubicBezTo>
                        <a:cubicBezTo>
                          <a:pt x="458" y="257"/>
                          <a:pt x="458" y="257"/>
                          <a:pt x="458" y="257"/>
                        </a:cubicBezTo>
                        <a:cubicBezTo>
                          <a:pt x="458" y="257"/>
                          <a:pt x="458" y="257"/>
                          <a:pt x="457" y="257"/>
                        </a:cubicBezTo>
                        <a:close/>
                        <a:moveTo>
                          <a:pt x="414" y="251"/>
                        </a:moveTo>
                        <a:cubicBezTo>
                          <a:pt x="414" y="251"/>
                          <a:pt x="414" y="251"/>
                          <a:pt x="414" y="251"/>
                        </a:cubicBezTo>
                        <a:cubicBezTo>
                          <a:pt x="410" y="250"/>
                          <a:pt x="407" y="246"/>
                          <a:pt x="408" y="242"/>
                        </a:cubicBezTo>
                        <a:cubicBezTo>
                          <a:pt x="408" y="242"/>
                          <a:pt x="408" y="242"/>
                          <a:pt x="408" y="242"/>
                        </a:cubicBezTo>
                        <a:cubicBezTo>
                          <a:pt x="409" y="238"/>
                          <a:pt x="413" y="236"/>
                          <a:pt x="417" y="236"/>
                        </a:cubicBezTo>
                        <a:cubicBezTo>
                          <a:pt x="417" y="236"/>
                          <a:pt x="417" y="236"/>
                          <a:pt x="417" y="236"/>
                        </a:cubicBezTo>
                        <a:cubicBezTo>
                          <a:pt x="421" y="237"/>
                          <a:pt x="423" y="241"/>
                          <a:pt x="422" y="245"/>
                        </a:cubicBezTo>
                        <a:cubicBezTo>
                          <a:pt x="422" y="245"/>
                          <a:pt x="422" y="245"/>
                          <a:pt x="422" y="245"/>
                        </a:cubicBezTo>
                        <a:cubicBezTo>
                          <a:pt x="422" y="248"/>
                          <a:pt x="419" y="251"/>
                          <a:pt x="415" y="251"/>
                        </a:cubicBezTo>
                        <a:cubicBezTo>
                          <a:pt x="415" y="251"/>
                          <a:pt x="415" y="251"/>
                          <a:pt x="415" y="251"/>
                        </a:cubicBezTo>
                        <a:cubicBezTo>
                          <a:pt x="415" y="251"/>
                          <a:pt x="414" y="251"/>
                          <a:pt x="414" y="251"/>
                        </a:cubicBezTo>
                        <a:close/>
                        <a:moveTo>
                          <a:pt x="371" y="241"/>
                        </a:moveTo>
                        <a:cubicBezTo>
                          <a:pt x="371" y="241"/>
                          <a:pt x="371" y="241"/>
                          <a:pt x="371" y="241"/>
                        </a:cubicBezTo>
                        <a:cubicBezTo>
                          <a:pt x="367" y="240"/>
                          <a:pt x="365" y="236"/>
                          <a:pt x="366" y="232"/>
                        </a:cubicBezTo>
                        <a:cubicBezTo>
                          <a:pt x="366" y="232"/>
                          <a:pt x="366" y="232"/>
                          <a:pt x="366" y="232"/>
                        </a:cubicBezTo>
                        <a:cubicBezTo>
                          <a:pt x="366" y="229"/>
                          <a:pt x="371" y="226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8" y="228"/>
                          <a:pt x="381" y="232"/>
                          <a:pt x="380" y="236"/>
                        </a:cubicBezTo>
                        <a:cubicBezTo>
                          <a:pt x="380" y="236"/>
                          <a:pt x="380" y="236"/>
                          <a:pt x="380" y="236"/>
                        </a:cubicBezTo>
                        <a:cubicBezTo>
                          <a:pt x="379" y="239"/>
                          <a:pt x="376" y="242"/>
                          <a:pt x="373" y="242"/>
                        </a:cubicBezTo>
                        <a:cubicBezTo>
                          <a:pt x="373" y="242"/>
                          <a:pt x="373" y="242"/>
                          <a:pt x="373" y="242"/>
                        </a:cubicBezTo>
                        <a:cubicBezTo>
                          <a:pt x="372" y="242"/>
                          <a:pt x="371" y="242"/>
                          <a:pt x="371" y="241"/>
                        </a:cubicBezTo>
                        <a:close/>
                        <a:moveTo>
                          <a:pt x="328" y="229"/>
                        </a:moveTo>
                        <a:cubicBezTo>
                          <a:pt x="325" y="228"/>
                          <a:pt x="322" y="224"/>
                          <a:pt x="324" y="220"/>
                        </a:cubicBezTo>
                        <a:cubicBezTo>
                          <a:pt x="324" y="220"/>
                          <a:pt x="324" y="220"/>
                          <a:pt x="324" y="220"/>
                        </a:cubicBezTo>
                        <a:cubicBezTo>
                          <a:pt x="325" y="216"/>
                          <a:pt x="329" y="214"/>
                          <a:pt x="333" y="215"/>
                        </a:cubicBezTo>
                        <a:cubicBezTo>
                          <a:pt x="333" y="215"/>
                          <a:pt x="333" y="215"/>
                          <a:pt x="333" y="215"/>
                        </a:cubicBezTo>
                        <a:cubicBezTo>
                          <a:pt x="337" y="217"/>
                          <a:pt x="339" y="221"/>
                          <a:pt x="338" y="225"/>
                        </a:cubicBezTo>
                        <a:cubicBezTo>
                          <a:pt x="338" y="225"/>
                          <a:pt x="338" y="225"/>
                          <a:pt x="338" y="225"/>
                        </a:cubicBezTo>
                        <a:cubicBezTo>
                          <a:pt x="337" y="228"/>
                          <a:pt x="334" y="230"/>
                          <a:pt x="331" y="230"/>
                        </a:cubicBezTo>
                        <a:cubicBezTo>
                          <a:pt x="331" y="230"/>
                          <a:pt x="331" y="230"/>
                          <a:pt x="331" y="230"/>
                        </a:cubicBezTo>
                        <a:cubicBezTo>
                          <a:pt x="330" y="230"/>
                          <a:pt x="329" y="230"/>
                          <a:pt x="328" y="229"/>
                        </a:cubicBezTo>
                        <a:close/>
                        <a:moveTo>
                          <a:pt x="287" y="215"/>
                        </a:moveTo>
                        <a:cubicBezTo>
                          <a:pt x="283" y="213"/>
                          <a:pt x="281" y="209"/>
                          <a:pt x="283" y="205"/>
                        </a:cubicBezTo>
                        <a:cubicBezTo>
                          <a:pt x="283" y="205"/>
                          <a:pt x="283" y="205"/>
                          <a:pt x="283" y="205"/>
                        </a:cubicBezTo>
                        <a:cubicBezTo>
                          <a:pt x="284" y="202"/>
                          <a:pt x="288" y="200"/>
                          <a:pt x="292" y="201"/>
                        </a:cubicBezTo>
                        <a:cubicBezTo>
                          <a:pt x="292" y="201"/>
                          <a:pt x="292" y="201"/>
                          <a:pt x="292" y="201"/>
                        </a:cubicBezTo>
                        <a:cubicBezTo>
                          <a:pt x="296" y="203"/>
                          <a:pt x="298" y="207"/>
                          <a:pt x="296" y="211"/>
                        </a:cubicBezTo>
                        <a:cubicBezTo>
                          <a:pt x="296" y="211"/>
                          <a:pt x="296" y="211"/>
                          <a:pt x="296" y="211"/>
                        </a:cubicBezTo>
                        <a:cubicBezTo>
                          <a:pt x="295" y="214"/>
                          <a:pt x="292" y="215"/>
                          <a:pt x="289" y="215"/>
                        </a:cubicBezTo>
                        <a:cubicBezTo>
                          <a:pt x="289" y="215"/>
                          <a:pt x="289" y="215"/>
                          <a:pt x="289" y="215"/>
                        </a:cubicBezTo>
                        <a:cubicBezTo>
                          <a:pt x="289" y="215"/>
                          <a:pt x="288" y="215"/>
                          <a:pt x="287" y="215"/>
                        </a:cubicBezTo>
                        <a:close/>
                        <a:moveTo>
                          <a:pt x="246" y="198"/>
                        </a:moveTo>
                        <a:cubicBezTo>
                          <a:pt x="243" y="196"/>
                          <a:pt x="241" y="192"/>
                          <a:pt x="243" y="188"/>
                        </a:cubicBezTo>
                        <a:cubicBezTo>
                          <a:pt x="243" y="188"/>
                          <a:pt x="243" y="188"/>
                          <a:pt x="243" y="188"/>
                        </a:cubicBezTo>
                        <a:cubicBezTo>
                          <a:pt x="244" y="184"/>
                          <a:pt x="249" y="183"/>
                          <a:pt x="252" y="184"/>
                        </a:cubicBezTo>
                        <a:cubicBezTo>
                          <a:pt x="252" y="184"/>
                          <a:pt x="252" y="184"/>
                          <a:pt x="252" y="184"/>
                        </a:cubicBezTo>
                        <a:cubicBezTo>
                          <a:pt x="256" y="186"/>
                          <a:pt x="258" y="190"/>
                          <a:pt x="256" y="194"/>
                        </a:cubicBezTo>
                        <a:cubicBezTo>
                          <a:pt x="256" y="194"/>
                          <a:pt x="256" y="194"/>
                          <a:pt x="256" y="194"/>
                        </a:cubicBezTo>
                        <a:cubicBezTo>
                          <a:pt x="255" y="197"/>
                          <a:pt x="252" y="198"/>
                          <a:pt x="249" y="198"/>
                        </a:cubicBezTo>
                        <a:cubicBezTo>
                          <a:pt x="249" y="198"/>
                          <a:pt x="249" y="198"/>
                          <a:pt x="249" y="198"/>
                        </a:cubicBezTo>
                        <a:cubicBezTo>
                          <a:pt x="248" y="198"/>
                          <a:pt x="247" y="198"/>
                          <a:pt x="246" y="198"/>
                        </a:cubicBezTo>
                        <a:close/>
                        <a:moveTo>
                          <a:pt x="207" y="178"/>
                        </a:moveTo>
                        <a:cubicBezTo>
                          <a:pt x="203" y="176"/>
                          <a:pt x="202" y="172"/>
                          <a:pt x="204" y="168"/>
                        </a:cubicBezTo>
                        <a:cubicBezTo>
                          <a:pt x="204" y="168"/>
                          <a:pt x="204" y="168"/>
                          <a:pt x="204" y="168"/>
                        </a:cubicBezTo>
                        <a:cubicBezTo>
                          <a:pt x="206" y="165"/>
                          <a:pt x="210" y="163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7" y="167"/>
                          <a:pt x="218" y="172"/>
                          <a:pt x="217" y="175"/>
                        </a:cubicBezTo>
                        <a:cubicBezTo>
                          <a:pt x="217" y="175"/>
                          <a:pt x="217" y="175"/>
                          <a:pt x="217" y="175"/>
                        </a:cubicBezTo>
                        <a:cubicBezTo>
                          <a:pt x="215" y="178"/>
                          <a:pt x="213" y="179"/>
                          <a:pt x="210" y="179"/>
                        </a:cubicBezTo>
                        <a:cubicBezTo>
                          <a:pt x="210" y="179"/>
                          <a:pt x="210" y="179"/>
                          <a:pt x="210" y="179"/>
                        </a:cubicBezTo>
                        <a:cubicBezTo>
                          <a:pt x="209" y="179"/>
                          <a:pt x="208" y="179"/>
                          <a:pt x="207" y="178"/>
                        </a:cubicBezTo>
                        <a:close/>
                        <a:moveTo>
                          <a:pt x="169" y="156"/>
                        </a:moveTo>
                        <a:cubicBezTo>
                          <a:pt x="165" y="154"/>
                          <a:pt x="164" y="149"/>
                          <a:pt x="166" y="146"/>
                        </a:cubicBezTo>
                        <a:cubicBezTo>
                          <a:pt x="166" y="146"/>
                          <a:pt x="166" y="146"/>
                          <a:pt x="166" y="146"/>
                        </a:cubicBezTo>
                        <a:cubicBezTo>
                          <a:pt x="168" y="143"/>
                          <a:pt x="173" y="141"/>
                          <a:pt x="176" y="144"/>
                        </a:cubicBezTo>
                        <a:cubicBezTo>
                          <a:pt x="176" y="144"/>
                          <a:pt x="176" y="144"/>
                          <a:pt x="176" y="144"/>
                        </a:cubicBezTo>
                        <a:cubicBezTo>
                          <a:pt x="180" y="146"/>
                          <a:pt x="181" y="150"/>
                          <a:pt x="179" y="154"/>
                        </a:cubicBezTo>
                        <a:cubicBezTo>
                          <a:pt x="179" y="154"/>
                          <a:pt x="179" y="154"/>
                          <a:pt x="179" y="154"/>
                        </a:cubicBezTo>
                        <a:cubicBezTo>
                          <a:pt x="177" y="156"/>
                          <a:pt x="175" y="157"/>
                          <a:pt x="172" y="157"/>
                        </a:cubicBezTo>
                        <a:cubicBezTo>
                          <a:pt x="172" y="157"/>
                          <a:pt x="172" y="157"/>
                          <a:pt x="172" y="157"/>
                        </a:cubicBezTo>
                        <a:cubicBezTo>
                          <a:pt x="171" y="157"/>
                          <a:pt x="170" y="157"/>
                          <a:pt x="169" y="156"/>
                        </a:cubicBezTo>
                        <a:close/>
                        <a:moveTo>
                          <a:pt x="132" y="132"/>
                        </a:moveTo>
                        <a:cubicBezTo>
                          <a:pt x="129" y="129"/>
                          <a:pt x="128" y="125"/>
                          <a:pt x="130" y="121"/>
                        </a:cubicBezTo>
                        <a:cubicBezTo>
                          <a:pt x="130" y="121"/>
                          <a:pt x="130" y="121"/>
                          <a:pt x="130" y="121"/>
                        </a:cubicBezTo>
                        <a:cubicBezTo>
                          <a:pt x="133" y="118"/>
                          <a:pt x="137" y="117"/>
                          <a:pt x="140" y="120"/>
                        </a:cubicBezTo>
                        <a:cubicBezTo>
                          <a:pt x="140" y="120"/>
                          <a:pt x="140" y="120"/>
                          <a:pt x="140" y="120"/>
                        </a:cubicBezTo>
                        <a:cubicBezTo>
                          <a:pt x="144" y="122"/>
                          <a:pt x="144" y="127"/>
                          <a:pt x="142" y="130"/>
                        </a:cubicBezTo>
                        <a:cubicBezTo>
                          <a:pt x="142" y="130"/>
                          <a:pt x="142" y="130"/>
                          <a:pt x="142" y="130"/>
                        </a:cubicBezTo>
                        <a:cubicBezTo>
                          <a:pt x="141" y="132"/>
                          <a:pt x="138" y="133"/>
                          <a:pt x="136" y="133"/>
                        </a:cubicBezTo>
                        <a:cubicBezTo>
                          <a:pt x="136" y="133"/>
                          <a:pt x="136" y="133"/>
                          <a:pt x="136" y="133"/>
                        </a:cubicBezTo>
                        <a:cubicBezTo>
                          <a:pt x="135" y="133"/>
                          <a:pt x="133" y="133"/>
                          <a:pt x="132" y="132"/>
                        </a:cubicBezTo>
                        <a:close/>
                        <a:moveTo>
                          <a:pt x="97" y="105"/>
                        </a:moveTo>
                        <a:cubicBezTo>
                          <a:pt x="94" y="102"/>
                          <a:pt x="93" y="98"/>
                          <a:pt x="96" y="95"/>
                        </a:cubicBezTo>
                        <a:cubicBezTo>
                          <a:pt x="96" y="95"/>
                          <a:pt x="96" y="95"/>
                          <a:pt x="96" y="95"/>
                        </a:cubicBezTo>
                        <a:cubicBezTo>
                          <a:pt x="98" y="92"/>
                          <a:pt x="103" y="91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9" y="96"/>
                          <a:pt x="110" y="101"/>
                          <a:pt x="107" y="104"/>
                        </a:cubicBezTo>
                        <a:cubicBezTo>
                          <a:pt x="107" y="104"/>
                          <a:pt x="107" y="104"/>
                          <a:pt x="107" y="104"/>
                        </a:cubicBezTo>
                        <a:cubicBezTo>
                          <a:pt x="106" y="106"/>
                          <a:pt x="104" y="107"/>
                          <a:pt x="101" y="107"/>
                        </a:cubicBezTo>
                        <a:cubicBezTo>
                          <a:pt x="101" y="107"/>
                          <a:pt x="101" y="107"/>
                          <a:pt x="101" y="107"/>
                        </a:cubicBezTo>
                        <a:cubicBezTo>
                          <a:pt x="100" y="107"/>
                          <a:pt x="98" y="106"/>
                          <a:pt x="97" y="105"/>
                        </a:cubicBezTo>
                        <a:close/>
                        <a:moveTo>
                          <a:pt x="64" y="76"/>
                        </a:moveTo>
                        <a:cubicBezTo>
                          <a:pt x="60" y="73"/>
                          <a:pt x="60" y="69"/>
                          <a:pt x="63" y="66"/>
                        </a:cubicBezTo>
                        <a:cubicBezTo>
                          <a:pt x="63" y="66"/>
                          <a:pt x="63" y="66"/>
                          <a:pt x="63" y="66"/>
                        </a:cubicBezTo>
                        <a:cubicBezTo>
                          <a:pt x="66" y="63"/>
                          <a:pt x="70" y="63"/>
                          <a:pt x="73" y="65"/>
                        </a:cubicBezTo>
                        <a:cubicBezTo>
                          <a:pt x="73" y="65"/>
                          <a:pt x="73" y="65"/>
                          <a:pt x="73" y="65"/>
                        </a:cubicBezTo>
                        <a:cubicBezTo>
                          <a:pt x="76" y="68"/>
                          <a:pt x="77" y="73"/>
                          <a:pt x="74" y="76"/>
                        </a:cubicBezTo>
                        <a:cubicBezTo>
                          <a:pt x="74" y="76"/>
                          <a:pt x="74" y="76"/>
                          <a:pt x="74" y="76"/>
                        </a:cubicBezTo>
                        <a:cubicBezTo>
                          <a:pt x="72" y="77"/>
                          <a:pt x="70" y="78"/>
                          <a:pt x="68" y="78"/>
                        </a:cubicBezTo>
                        <a:cubicBezTo>
                          <a:pt x="68" y="78"/>
                          <a:pt x="68" y="78"/>
                          <a:pt x="68" y="78"/>
                        </a:cubicBezTo>
                        <a:cubicBezTo>
                          <a:pt x="67" y="78"/>
                          <a:pt x="65" y="77"/>
                          <a:pt x="64" y="76"/>
                        </a:cubicBezTo>
                        <a:close/>
                        <a:moveTo>
                          <a:pt x="32" y="45"/>
                        </a:moveTo>
                        <a:cubicBezTo>
                          <a:pt x="32" y="45"/>
                          <a:pt x="32" y="45"/>
                          <a:pt x="32" y="45"/>
                        </a:cubicBezTo>
                        <a:cubicBezTo>
                          <a:pt x="29" y="42"/>
                          <a:pt x="29" y="38"/>
                          <a:pt x="32" y="35"/>
                        </a:cubicBezTo>
                        <a:cubicBezTo>
                          <a:pt x="32" y="35"/>
                          <a:pt x="32" y="35"/>
                          <a:pt x="32" y="35"/>
                        </a:cubicBezTo>
                        <a:cubicBezTo>
                          <a:pt x="35" y="32"/>
                          <a:pt x="40" y="32"/>
                          <a:pt x="42" y="35"/>
                        </a:cubicBezTo>
                        <a:cubicBezTo>
                          <a:pt x="42" y="35"/>
                          <a:pt x="42" y="35"/>
                          <a:pt x="42" y="35"/>
                        </a:cubicBezTo>
                        <a:cubicBezTo>
                          <a:pt x="45" y="38"/>
                          <a:pt x="45" y="43"/>
                          <a:pt x="42" y="45"/>
                        </a:cubicBezTo>
                        <a:cubicBezTo>
                          <a:pt x="42" y="45"/>
                          <a:pt x="42" y="45"/>
                          <a:pt x="42" y="45"/>
                        </a:cubicBezTo>
                        <a:cubicBezTo>
                          <a:pt x="41" y="47"/>
                          <a:pt x="39" y="47"/>
                          <a:pt x="37" y="47"/>
                        </a:cubicBezTo>
                        <a:cubicBezTo>
                          <a:pt x="37" y="47"/>
                          <a:pt x="37" y="47"/>
                          <a:pt x="37" y="47"/>
                        </a:cubicBezTo>
                        <a:cubicBezTo>
                          <a:pt x="35" y="47"/>
                          <a:pt x="33" y="47"/>
                          <a:pt x="32" y="45"/>
                        </a:cubicBezTo>
                        <a:close/>
                        <a:moveTo>
                          <a:pt x="3" y="12"/>
                        </a:moveTo>
                        <a:cubicBezTo>
                          <a:pt x="3" y="12"/>
                          <a:pt x="3" y="12"/>
                          <a:pt x="3" y="12"/>
                        </a:cubicBezTo>
                        <a:cubicBezTo>
                          <a:pt x="0" y="9"/>
                          <a:pt x="0" y="5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7" y="0"/>
                          <a:pt x="11" y="0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6" y="6"/>
                          <a:pt x="16" y="11"/>
                          <a:pt x="13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2" y="14"/>
                          <a:pt x="10" y="15"/>
                          <a:pt x="8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6" y="15"/>
                          <a:pt x="4" y="14"/>
                          <a:pt x="3" y="12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31" name="Freeform 99">
                    <a:extLst>
                      <a:ext uri="{FF2B5EF4-FFF2-40B4-BE49-F238E27FC236}">
                        <a16:creationId xmlns:a16="http://schemas.microsoft.com/office/drawing/2014/main" id="{81EA5ACD-824A-49DF-8932-FA2938E8C92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4587247"/>
                    <a:ext cx="1230098" cy="631672"/>
                  </a:xfrm>
                  <a:custGeom>
                    <a:avLst/>
                    <a:gdLst>
                      <a:gd name="T0" fmla="*/ 7 w 510"/>
                      <a:gd name="T1" fmla="*/ 248 h 262"/>
                      <a:gd name="T2" fmla="*/ 15 w 510"/>
                      <a:gd name="T3" fmla="*/ 255 h 262"/>
                      <a:gd name="T4" fmla="*/ 8 w 510"/>
                      <a:gd name="T5" fmla="*/ 262 h 262"/>
                      <a:gd name="T6" fmla="*/ 0 w 510"/>
                      <a:gd name="T7" fmla="*/ 256 h 262"/>
                      <a:gd name="T8" fmla="*/ 50 w 510"/>
                      <a:gd name="T9" fmla="*/ 244 h 262"/>
                      <a:gd name="T10" fmla="*/ 58 w 510"/>
                      <a:gd name="T11" fmla="*/ 250 h 262"/>
                      <a:gd name="T12" fmla="*/ 52 w 510"/>
                      <a:gd name="T13" fmla="*/ 258 h 262"/>
                      <a:gd name="T14" fmla="*/ 44 w 510"/>
                      <a:gd name="T15" fmla="*/ 252 h 262"/>
                      <a:gd name="T16" fmla="*/ 93 w 510"/>
                      <a:gd name="T17" fmla="*/ 237 h 262"/>
                      <a:gd name="T18" fmla="*/ 101 w 510"/>
                      <a:gd name="T19" fmla="*/ 243 h 262"/>
                      <a:gd name="T20" fmla="*/ 95 w 510"/>
                      <a:gd name="T21" fmla="*/ 252 h 262"/>
                      <a:gd name="T22" fmla="*/ 87 w 510"/>
                      <a:gd name="T23" fmla="*/ 246 h 262"/>
                      <a:gd name="T24" fmla="*/ 135 w 510"/>
                      <a:gd name="T25" fmla="*/ 228 h 262"/>
                      <a:gd name="T26" fmla="*/ 144 w 510"/>
                      <a:gd name="T27" fmla="*/ 233 h 262"/>
                      <a:gd name="T28" fmla="*/ 139 w 510"/>
                      <a:gd name="T29" fmla="*/ 242 h 262"/>
                      <a:gd name="T30" fmla="*/ 130 w 510"/>
                      <a:gd name="T31" fmla="*/ 237 h 262"/>
                      <a:gd name="T32" fmla="*/ 177 w 510"/>
                      <a:gd name="T33" fmla="*/ 216 h 262"/>
                      <a:gd name="T34" fmla="*/ 181 w 510"/>
                      <a:gd name="T35" fmla="*/ 230 h 262"/>
                      <a:gd name="T36" fmla="*/ 179 w 510"/>
                      <a:gd name="T37" fmla="*/ 231 h 262"/>
                      <a:gd name="T38" fmla="*/ 217 w 510"/>
                      <a:gd name="T39" fmla="*/ 202 h 262"/>
                      <a:gd name="T40" fmla="*/ 227 w 510"/>
                      <a:gd name="T41" fmla="*/ 206 h 262"/>
                      <a:gd name="T42" fmla="*/ 220 w 510"/>
                      <a:gd name="T43" fmla="*/ 216 h 262"/>
                      <a:gd name="T44" fmla="*/ 254 w 510"/>
                      <a:gd name="T45" fmla="*/ 195 h 262"/>
                      <a:gd name="T46" fmla="*/ 267 w 510"/>
                      <a:gd name="T47" fmla="*/ 189 h 262"/>
                      <a:gd name="T48" fmla="*/ 263 w 510"/>
                      <a:gd name="T49" fmla="*/ 199 h 262"/>
                      <a:gd name="T50" fmla="*/ 254 w 510"/>
                      <a:gd name="T51" fmla="*/ 195 h 262"/>
                      <a:gd name="T52" fmla="*/ 296 w 510"/>
                      <a:gd name="T53" fmla="*/ 166 h 262"/>
                      <a:gd name="T54" fmla="*/ 303 w 510"/>
                      <a:gd name="T55" fmla="*/ 179 h 262"/>
                      <a:gd name="T56" fmla="*/ 299 w 510"/>
                      <a:gd name="T57" fmla="*/ 180 h 262"/>
                      <a:gd name="T58" fmla="*/ 333 w 510"/>
                      <a:gd name="T59" fmla="*/ 144 h 262"/>
                      <a:gd name="T60" fmla="*/ 333 w 510"/>
                      <a:gd name="T61" fmla="*/ 144 h 262"/>
                      <a:gd name="T62" fmla="*/ 341 w 510"/>
                      <a:gd name="T63" fmla="*/ 157 h 262"/>
                      <a:gd name="T64" fmla="*/ 337 w 510"/>
                      <a:gd name="T65" fmla="*/ 158 h 262"/>
                      <a:gd name="T66" fmla="*/ 369 w 510"/>
                      <a:gd name="T67" fmla="*/ 120 h 262"/>
                      <a:gd name="T68" fmla="*/ 369 w 510"/>
                      <a:gd name="T69" fmla="*/ 120 h 262"/>
                      <a:gd name="T70" fmla="*/ 378 w 510"/>
                      <a:gd name="T71" fmla="*/ 132 h 262"/>
                      <a:gd name="T72" fmla="*/ 374 w 510"/>
                      <a:gd name="T73" fmla="*/ 134 h 262"/>
                      <a:gd name="T74" fmla="*/ 404 w 510"/>
                      <a:gd name="T75" fmla="*/ 94 h 262"/>
                      <a:gd name="T76" fmla="*/ 414 w 510"/>
                      <a:gd name="T77" fmla="*/ 95 h 262"/>
                      <a:gd name="T78" fmla="*/ 408 w 510"/>
                      <a:gd name="T79" fmla="*/ 107 h 262"/>
                      <a:gd name="T80" fmla="*/ 436 w 510"/>
                      <a:gd name="T81" fmla="*/ 76 h 262"/>
                      <a:gd name="T82" fmla="*/ 447 w 510"/>
                      <a:gd name="T83" fmla="*/ 66 h 262"/>
                      <a:gd name="T84" fmla="*/ 446 w 510"/>
                      <a:gd name="T85" fmla="*/ 77 h 262"/>
                      <a:gd name="T86" fmla="*/ 436 w 510"/>
                      <a:gd name="T87" fmla="*/ 76 h 262"/>
                      <a:gd name="T88" fmla="*/ 467 w 510"/>
                      <a:gd name="T89" fmla="*/ 36 h 262"/>
                      <a:gd name="T90" fmla="*/ 478 w 510"/>
                      <a:gd name="T91" fmla="*/ 46 h 262"/>
                      <a:gd name="T92" fmla="*/ 473 w 510"/>
                      <a:gd name="T93" fmla="*/ 48 h 262"/>
                      <a:gd name="T94" fmla="*/ 496 w 510"/>
                      <a:gd name="T95" fmla="*/ 3 h 262"/>
                      <a:gd name="T96" fmla="*/ 506 w 510"/>
                      <a:gd name="T97" fmla="*/ 3 h 262"/>
                      <a:gd name="T98" fmla="*/ 502 w 510"/>
                      <a:gd name="T99" fmla="*/ 15 h 2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510" h="262">
                        <a:moveTo>
                          <a:pt x="0" y="256"/>
                        </a:moveTo>
                        <a:cubicBezTo>
                          <a:pt x="0" y="251"/>
                          <a:pt x="3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11" y="248"/>
                          <a:pt x="14" y="251"/>
                          <a:pt x="15" y="255"/>
                        </a:cubicBezTo>
                        <a:cubicBezTo>
                          <a:pt x="15" y="255"/>
                          <a:pt x="15" y="255"/>
                          <a:pt x="15" y="255"/>
                        </a:cubicBezTo>
                        <a:cubicBezTo>
                          <a:pt x="15" y="259"/>
                          <a:pt x="12" y="262"/>
                          <a:pt x="8" y="262"/>
                        </a:cubicBezTo>
                        <a:cubicBezTo>
                          <a:pt x="8" y="262"/>
                          <a:pt x="8" y="262"/>
                          <a:pt x="8" y="262"/>
                        </a:cubicBezTo>
                        <a:cubicBezTo>
                          <a:pt x="8" y="262"/>
                          <a:pt x="8" y="262"/>
                          <a:pt x="7" y="262"/>
                        </a:cubicBezTo>
                        <a:cubicBezTo>
                          <a:pt x="7" y="262"/>
                          <a:pt x="7" y="262"/>
                          <a:pt x="7" y="262"/>
                        </a:cubicBezTo>
                        <a:cubicBezTo>
                          <a:pt x="4" y="262"/>
                          <a:pt x="0" y="259"/>
                          <a:pt x="0" y="256"/>
                        </a:cubicBezTo>
                        <a:close/>
                        <a:moveTo>
                          <a:pt x="44" y="252"/>
                        </a:moveTo>
                        <a:cubicBezTo>
                          <a:pt x="43" y="248"/>
                          <a:pt x="46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4" y="243"/>
                          <a:pt x="58" y="246"/>
                          <a:pt x="58" y="250"/>
                        </a:cubicBezTo>
                        <a:cubicBezTo>
                          <a:pt x="58" y="250"/>
                          <a:pt x="58" y="250"/>
                          <a:pt x="58" y="250"/>
                        </a:cubicBezTo>
                        <a:cubicBezTo>
                          <a:pt x="59" y="254"/>
                          <a:pt x="56" y="258"/>
                          <a:pt x="52" y="258"/>
                        </a:cubicBezTo>
                        <a:cubicBezTo>
                          <a:pt x="52" y="258"/>
                          <a:pt x="52" y="258"/>
                          <a:pt x="52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47" y="258"/>
                          <a:pt x="44" y="256"/>
                          <a:pt x="44" y="252"/>
                        </a:cubicBezTo>
                        <a:close/>
                        <a:moveTo>
                          <a:pt x="87" y="246"/>
                        </a:moveTo>
                        <a:cubicBezTo>
                          <a:pt x="86" y="242"/>
                          <a:pt x="89" y="238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7" y="237"/>
                          <a:pt x="101" y="239"/>
                          <a:pt x="101" y="243"/>
                        </a:cubicBezTo>
                        <a:cubicBezTo>
                          <a:pt x="101" y="243"/>
                          <a:pt x="101" y="243"/>
                          <a:pt x="101" y="243"/>
                        </a:cubicBezTo>
                        <a:cubicBezTo>
                          <a:pt x="102" y="247"/>
                          <a:pt x="99" y="251"/>
                          <a:pt x="95" y="252"/>
                        </a:cubicBezTo>
                        <a:cubicBezTo>
                          <a:pt x="95" y="252"/>
                          <a:pt x="95" y="252"/>
                          <a:pt x="95" y="252"/>
                        </a:cubicBezTo>
                        <a:cubicBezTo>
                          <a:pt x="95" y="252"/>
                          <a:pt x="95" y="252"/>
                          <a:pt x="94" y="252"/>
                        </a:cubicBezTo>
                        <a:cubicBezTo>
                          <a:pt x="94" y="252"/>
                          <a:pt x="94" y="252"/>
                          <a:pt x="94" y="252"/>
                        </a:cubicBezTo>
                        <a:cubicBezTo>
                          <a:pt x="91" y="252"/>
                          <a:pt x="88" y="249"/>
                          <a:pt x="87" y="246"/>
                        </a:cubicBezTo>
                        <a:close/>
                        <a:moveTo>
                          <a:pt x="130" y="237"/>
                        </a:moveTo>
                        <a:cubicBezTo>
                          <a:pt x="129" y="233"/>
                          <a:pt x="131" y="229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9" y="227"/>
                          <a:pt x="143" y="230"/>
                          <a:pt x="144" y="233"/>
                        </a:cubicBezTo>
                        <a:cubicBezTo>
                          <a:pt x="144" y="233"/>
                          <a:pt x="144" y="233"/>
                          <a:pt x="144" y="233"/>
                        </a:cubicBezTo>
                        <a:cubicBezTo>
                          <a:pt x="145" y="237"/>
                          <a:pt x="142" y="241"/>
                          <a:pt x="139" y="242"/>
                        </a:cubicBezTo>
                        <a:cubicBezTo>
                          <a:pt x="139" y="242"/>
                          <a:pt x="139" y="242"/>
                          <a:pt x="139" y="242"/>
                        </a:cubicBezTo>
                        <a:cubicBezTo>
                          <a:pt x="138" y="243"/>
                          <a:pt x="137" y="243"/>
                          <a:pt x="137" y="243"/>
                        </a:cubicBezTo>
                        <a:cubicBezTo>
                          <a:pt x="137" y="243"/>
                          <a:pt x="137" y="243"/>
                          <a:pt x="137" y="243"/>
                        </a:cubicBezTo>
                        <a:cubicBezTo>
                          <a:pt x="133" y="243"/>
                          <a:pt x="130" y="240"/>
                          <a:pt x="130" y="237"/>
                        </a:cubicBezTo>
                        <a:close/>
                        <a:moveTo>
                          <a:pt x="172" y="226"/>
                        </a:moveTo>
                        <a:cubicBezTo>
                          <a:pt x="171" y="222"/>
                          <a:pt x="173" y="218"/>
                          <a:pt x="177" y="216"/>
                        </a:cubicBezTo>
                        <a:cubicBezTo>
                          <a:pt x="177" y="216"/>
                          <a:pt x="177" y="216"/>
                          <a:pt x="177" y="216"/>
                        </a:cubicBezTo>
                        <a:cubicBezTo>
                          <a:pt x="180" y="215"/>
                          <a:pt x="185" y="217"/>
                          <a:pt x="186" y="221"/>
                        </a:cubicBezTo>
                        <a:cubicBezTo>
                          <a:pt x="186" y="221"/>
                          <a:pt x="186" y="221"/>
                          <a:pt x="186" y="221"/>
                        </a:cubicBezTo>
                        <a:cubicBezTo>
                          <a:pt x="187" y="225"/>
                          <a:pt x="185" y="229"/>
                          <a:pt x="181" y="230"/>
                        </a:cubicBezTo>
                        <a:cubicBezTo>
                          <a:pt x="181" y="230"/>
                          <a:pt x="181" y="230"/>
                          <a:pt x="181" y="230"/>
                        </a:cubicBezTo>
                        <a:cubicBezTo>
                          <a:pt x="180" y="231"/>
                          <a:pt x="180" y="231"/>
                          <a:pt x="179" y="231"/>
                        </a:cubicBezTo>
                        <a:cubicBezTo>
                          <a:pt x="179" y="231"/>
                          <a:pt x="179" y="231"/>
                          <a:pt x="179" y="231"/>
                        </a:cubicBezTo>
                        <a:cubicBezTo>
                          <a:pt x="176" y="231"/>
                          <a:pt x="173" y="229"/>
                          <a:pt x="172" y="226"/>
                        </a:cubicBezTo>
                        <a:close/>
                        <a:moveTo>
                          <a:pt x="213" y="212"/>
                        </a:moveTo>
                        <a:cubicBezTo>
                          <a:pt x="212" y="208"/>
                          <a:pt x="214" y="204"/>
                          <a:pt x="217" y="202"/>
                        </a:cubicBezTo>
                        <a:cubicBezTo>
                          <a:pt x="217" y="202"/>
                          <a:pt x="217" y="202"/>
                          <a:pt x="217" y="202"/>
                        </a:cubicBezTo>
                        <a:cubicBezTo>
                          <a:pt x="221" y="201"/>
                          <a:pt x="225" y="203"/>
                          <a:pt x="227" y="206"/>
                        </a:cubicBezTo>
                        <a:cubicBezTo>
                          <a:pt x="227" y="206"/>
                          <a:pt x="227" y="206"/>
                          <a:pt x="227" y="206"/>
                        </a:cubicBezTo>
                        <a:cubicBezTo>
                          <a:pt x="228" y="210"/>
                          <a:pt x="226" y="214"/>
                          <a:pt x="223" y="216"/>
                        </a:cubicBezTo>
                        <a:cubicBezTo>
                          <a:pt x="223" y="216"/>
                          <a:pt x="223" y="216"/>
                          <a:pt x="223" y="216"/>
                        </a:cubicBezTo>
                        <a:cubicBezTo>
                          <a:pt x="222" y="216"/>
                          <a:pt x="221" y="216"/>
                          <a:pt x="220" y="216"/>
                        </a:cubicBezTo>
                        <a:cubicBezTo>
                          <a:pt x="220" y="216"/>
                          <a:pt x="220" y="216"/>
                          <a:pt x="220" y="216"/>
                        </a:cubicBezTo>
                        <a:cubicBezTo>
                          <a:pt x="217" y="216"/>
                          <a:pt x="214" y="215"/>
                          <a:pt x="213" y="212"/>
                        </a:cubicBezTo>
                        <a:close/>
                        <a:moveTo>
                          <a:pt x="254" y="195"/>
                        </a:moveTo>
                        <a:cubicBezTo>
                          <a:pt x="252" y="191"/>
                          <a:pt x="254" y="187"/>
                          <a:pt x="257" y="185"/>
                        </a:cubicBezTo>
                        <a:cubicBezTo>
                          <a:pt x="257" y="185"/>
                          <a:pt x="257" y="185"/>
                          <a:pt x="257" y="185"/>
                        </a:cubicBezTo>
                        <a:cubicBezTo>
                          <a:pt x="261" y="184"/>
                          <a:pt x="265" y="185"/>
                          <a:pt x="267" y="189"/>
                        </a:cubicBezTo>
                        <a:cubicBezTo>
                          <a:pt x="267" y="189"/>
                          <a:pt x="267" y="189"/>
                          <a:pt x="267" y="189"/>
                        </a:cubicBezTo>
                        <a:cubicBezTo>
                          <a:pt x="269" y="193"/>
                          <a:pt x="267" y="197"/>
                          <a:pt x="263" y="199"/>
                        </a:cubicBezTo>
                        <a:cubicBezTo>
                          <a:pt x="263" y="199"/>
                          <a:pt x="263" y="199"/>
                          <a:pt x="263" y="199"/>
                        </a:cubicBezTo>
                        <a:cubicBezTo>
                          <a:pt x="262" y="199"/>
                          <a:pt x="261" y="199"/>
                          <a:pt x="260" y="199"/>
                        </a:cubicBezTo>
                        <a:cubicBezTo>
                          <a:pt x="260" y="199"/>
                          <a:pt x="260" y="199"/>
                          <a:pt x="260" y="199"/>
                        </a:cubicBezTo>
                        <a:cubicBezTo>
                          <a:pt x="258" y="199"/>
                          <a:pt x="255" y="198"/>
                          <a:pt x="254" y="195"/>
                        </a:cubicBezTo>
                        <a:close/>
                        <a:moveTo>
                          <a:pt x="293" y="176"/>
                        </a:moveTo>
                        <a:cubicBezTo>
                          <a:pt x="291" y="172"/>
                          <a:pt x="292" y="168"/>
                          <a:pt x="296" y="166"/>
                        </a:cubicBezTo>
                        <a:cubicBezTo>
                          <a:pt x="296" y="166"/>
                          <a:pt x="296" y="166"/>
                          <a:pt x="296" y="166"/>
                        </a:cubicBezTo>
                        <a:cubicBezTo>
                          <a:pt x="299" y="164"/>
                          <a:pt x="304" y="165"/>
                          <a:pt x="306" y="169"/>
                        </a:cubicBezTo>
                        <a:cubicBezTo>
                          <a:pt x="306" y="169"/>
                          <a:pt x="306" y="169"/>
                          <a:pt x="306" y="169"/>
                        </a:cubicBezTo>
                        <a:cubicBezTo>
                          <a:pt x="308" y="173"/>
                          <a:pt x="307" y="177"/>
                          <a:pt x="303" y="179"/>
                        </a:cubicBezTo>
                        <a:cubicBezTo>
                          <a:pt x="303" y="179"/>
                          <a:pt x="303" y="179"/>
                          <a:pt x="303" y="179"/>
                        </a:cubicBezTo>
                        <a:cubicBezTo>
                          <a:pt x="302" y="179"/>
                          <a:pt x="301" y="180"/>
                          <a:pt x="299" y="180"/>
                        </a:cubicBezTo>
                        <a:cubicBezTo>
                          <a:pt x="299" y="180"/>
                          <a:pt x="299" y="180"/>
                          <a:pt x="299" y="180"/>
                        </a:cubicBezTo>
                        <a:cubicBezTo>
                          <a:pt x="297" y="180"/>
                          <a:pt x="294" y="178"/>
                          <a:pt x="293" y="176"/>
                        </a:cubicBezTo>
                        <a:close/>
                        <a:moveTo>
                          <a:pt x="331" y="154"/>
                        </a:moveTo>
                        <a:cubicBezTo>
                          <a:pt x="329" y="151"/>
                          <a:pt x="330" y="147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7" y="142"/>
                          <a:pt x="341" y="143"/>
                          <a:pt x="343" y="147"/>
                        </a:cubicBezTo>
                        <a:cubicBezTo>
                          <a:pt x="343" y="147"/>
                          <a:pt x="343" y="147"/>
                          <a:pt x="343" y="147"/>
                        </a:cubicBezTo>
                        <a:cubicBezTo>
                          <a:pt x="346" y="150"/>
                          <a:pt x="344" y="155"/>
                          <a:pt x="341" y="157"/>
                        </a:cubicBezTo>
                        <a:cubicBezTo>
                          <a:pt x="341" y="157"/>
                          <a:pt x="341" y="157"/>
                          <a:pt x="341" y="157"/>
                        </a:cubicBezTo>
                        <a:cubicBezTo>
                          <a:pt x="340" y="158"/>
                          <a:pt x="339" y="158"/>
                          <a:pt x="337" y="158"/>
                        </a:cubicBezTo>
                        <a:cubicBezTo>
                          <a:pt x="337" y="158"/>
                          <a:pt x="337" y="158"/>
                          <a:pt x="337" y="158"/>
                        </a:cubicBezTo>
                        <a:cubicBezTo>
                          <a:pt x="335" y="158"/>
                          <a:pt x="332" y="157"/>
                          <a:pt x="331" y="154"/>
                        </a:cubicBezTo>
                        <a:close/>
                        <a:moveTo>
                          <a:pt x="368" y="131"/>
                        </a:moveTo>
                        <a:cubicBezTo>
                          <a:pt x="365" y="127"/>
                          <a:pt x="366" y="123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73" y="118"/>
                          <a:pt x="377" y="119"/>
                          <a:pt x="380" y="122"/>
                        </a:cubicBezTo>
                        <a:cubicBezTo>
                          <a:pt x="380" y="122"/>
                          <a:pt x="380" y="122"/>
                          <a:pt x="380" y="122"/>
                        </a:cubicBezTo>
                        <a:cubicBezTo>
                          <a:pt x="382" y="125"/>
                          <a:pt x="381" y="130"/>
                          <a:pt x="378" y="132"/>
                        </a:cubicBezTo>
                        <a:cubicBezTo>
                          <a:pt x="378" y="132"/>
                          <a:pt x="378" y="132"/>
                          <a:pt x="378" y="132"/>
                        </a:cubicBezTo>
                        <a:cubicBezTo>
                          <a:pt x="377" y="133"/>
                          <a:pt x="375" y="134"/>
                          <a:pt x="374" y="134"/>
                        </a:cubicBezTo>
                        <a:cubicBezTo>
                          <a:pt x="374" y="134"/>
                          <a:pt x="374" y="134"/>
                          <a:pt x="374" y="134"/>
                        </a:cubicBezTo>
                        <a:cubicBezTo>
                          <a:pt x="371" y="134"/>
                          <a:pt x="369" y="133"/>
                          <a:pt x="368" y="131"/>
                        </a:cubicBezTo>
                        <a:close/>
                        <a:moveTo>
                          <a:pt x="403" y="105"/>
                        </a:moveTo>
                        <a:cubicBezTo>
                          <a:pt x="400" y="101"/>
                          <a:pt x="401" y="97"/>
                          <a:pt x="404" y="94"/>
                        </a:cubicBezTo>
                        <a:cubicBezTo>
                          <a:pt x="404" y="94"/>
                          <a:pt x="404" y="94"/>
                          <a:pt x="404" y="94"/>
                        </a:cubicBezTo>
                        <a:cubicBezTo>
                          <a:pt x="407" y="92"/>
                          <a:pt x="412" y="92"/>
                          <a:pt x="414" y="95"/>
                        </a:cubicBezTo>
                        <a:cubicBezTo>
                          <a:pt x="414" y="95"/>
                          <a:pt x="414" y="95"/>
                          <a:pt x="414" y="95"/>
                        </a:cubicBezTo>
                        <a:cubicBezTo>
                          <a:pt x="417" y="99"/>
                          <a:pt x="416" y="103"/>
                          <a:pt x="413" y="106"/>
                        </a:cubicBezTo>
                        <a:cubicBezTo>
                          <a:pt x="413" y="106"/>
                          <a:pt x="413" y="106"/>
                          <a:pt x="413" y="106"/>
                        </a:cubicBezTo>
                        <a:cubicBezTo>
                          <a:pt x="412" y="107"/>
                          <a:pt x="410" y="107"/>
                          <a:pt x="408" y="107"/>
                        </a:cubicBezTo>
                        <a:cubicBezTo>
                          <a:pt x="408" y="107"/>
                          <a:pt x="408" y="107"/>
                          <a:pt x="408" y="107"/>
                        </a:cubicBezTo>
                        <a:cubicBezTo>
                          <a:pt x="406" y="107"/>
                          <a:pt x="404" y="106"/>
                          <a:pt x="403" y="105"/>
                        </a:cubicBezTo>
                        <a:close/>
                        <a:moveTo>
                          <a:pt x="436" y="76"/>
                        </a:moveTo>
                        <a:cubicBezTo>
                          <a:pt x="433" y="73"/>
                          <a:pt x="433" y="69"/>
                          <a:pt x="437" y="66"/>
                        </a:cubicBezTo>
                        <a:cubicBezTo>
                          <a:pt x="437" y="66"/>
                          <a:pt x="437" y="66"/>
                          <a:pt x="437" y="66"/>
                        </a:cubicBezTo>
                        <a:cubicBezTo>
                          <a:pt x="439" y="63"/>
                          <a:pt x="444" y="63"/>
                          <a:pt x="447" y="66"/>
                        </a:cubicBezTo>
                        <a:cubicBezTo>
                          <a:pt x="447" y="66"/>
                          <a:pt x="447" y="66"/>
                          <a:pt x="447" y="66"/>
                        </a:cubicBezTo>
                        <a:cubicBezTo>
                          <a:pt x="450" y="69"/>
                          <a:pt x="449" y="74"/>
                          <a:pt x="446" y="77"/>
                        </a:cubicBezTo>
                        <a:cubicBezTo>
                          <a:pt x="446" y="77"/>
                          <a:pt x="446" y="77"/>
                          <a:pt x="446" y="77"/>
                        </a:cubicBezTo>
                        <a:cubicBezTo>
                          <a:pt x="445" y="78"/>
                          <a:pt x="443" y="79"/>
                          <a:pt x="441" y="79"/>
                        </a:cubicBezTo>
                        <a:cubicBezTo>
                          <a:pt x="441" y="79"/>
                          <a:pt x="441" y="79"/>
                          <a:pt x="441" y="79"/>
                        </a:cubicBezTo>
                        <a:cubicBezTo>
                          <a:pt x="439" y="79"/>
                          <a:pt x="438" y="78"/>
                          <a:pt x="436" y="76"/>
                        </a:cubicBezTo>
                        <a:close/>
                        <a:moveTo>
                          <a:pt x="467" y="46"/>
                        </a:moveTo>
                        <a:cubicBezTo>
                          <a:pt x="465" y="43"/>
                          <a:pt x="464" y="38"/>
                          <a:pt x="467" y="36"/>
                        </a:cubicBezTo>
                        <a:cubicBezTo>
                          <a:pt x="467" y="36"/>
                          <a:pt x="467" y="36"/>
                          <a:pt x="467" y="36"/>
                        </a:cubicBezTo>
                        <a:cubicBezTo>
                          <a:pt x="470" y="33"/>
                          <a:pt x="475" y="33"/>
                          <a:pt x="478" y="35"/>
                        </a:cubicBezTo>
                        <a:cubicBezTo>
                          <a:pt x="478" y="35"/>
                          <a:pt x="478" y="35"/>
                          <a:pt x="478" y="35"/>
                        </a:cubicBezTo>
                        <a:cubicBezTo>
                          <a:pt x="480" y="38"/>
                          <a:pt x="481" y="43"/>
                          <a:pt x="478" y="46"/>
                        </a:cubicBezTo>
                        <a:cubicBezTo>
                          <a:pt x="478" y="46"/>
                          <a:pt x="478" y="46"/>
                          <a:pt x="478" y="46"/>
                        </a:cubicBezTo>
                        <a:cubicBezTo>
                          <a:pt x="476" y="47"/>
                          <a:pt x="474" y="48"/>
                          <a:pt x="473" y="48"/>
                        </a:cubicBezTo>
                        <a:cubicBezTo>
                          <a:pt x="473" y="48"/>
                          <a:pt x="473" y="48"/>
                          <a:pt x="473" y="48"/>
                        </a:cubicBezTo>
                        <a:cubicBezTo>
                          <a:pt x="471" y="48"/>
                          <a:pt x="469" y="47"/>
                          <a:pt x="467" y="46"/>
                        </a:cubicBezTo>
                        <a:close/>
                        <a:moveTo>
                          <a:pt x="497" y="14"/>
                        </a:moveTo>
                        <a:cubicBezTo>
                          <a:pt x="494" y="11"/>
                          <a:pt x="493" y="7"/>
                          <a:pt x="496" y="3"/>
                        </a:cubicBezTo>
                        <a:cubicBezTo>
                          <a:pt x="496" y="3"/>
                          <a:pt x="496" y="3"/>
                          <a:pt x="496" y="3"/>
                        </a:cubicBezTo>
                        <a:cubicBezTo>
                          <a:pt x="499" y="0"/>
                          <a:pt x="503" y="0"/>
                          <a:pt x="506" y="3"/>
                        </a:cubicBezTo>
                        <a:cubicBezTo>
                          <a:pt x="506" y="3"/>
                          <a:pt x="506" y="3"/>
                          <a:pt x="506" y="3"/>
                        </a:cubicBezTo>
                        <a:cubicBezTo>
                          <a:pt x="509" y="5"/>
                          <a:pt x="510" y="10"/>
                          <a:pt x="507" y="13"/>
                        </a:cubicBezTo>
                        <a:cubicBezTo>
                          <a:pt x="507" y="13"/>
                          <a:pt x="507" y="13"/>
                          <a:pt x="507" y="13"/>
                        </a:cubicBezTo>
                        <a:cubicBezTo>
                          <a:pt x="506" y="15"/>
                          <a:pt x="504" y="15"/>
                          <a:pt x="502" y="15"/>
                        </a:cubicBezTo>
                        <a:cubicBezTo>
                          <a:pt x="502" y="15"/>
                          <a:pt x="502" y="15"/>
                          <a:pt x="502" y="15"/>
                        </a:cubicBezTo>
                        <a:cubicBezTo>
                          <a:pt x="500" y="15"/>
                          <a:pt x="498" y="15"/>
                          <a:pt x="497" y="14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37" name="Freeform 105">
                  <a:extLst>
                    <a:ext uri="{FF2B5EF4-FFF2-40B4-BE49-F238E27FC236}">
                      <a16:creationId xmlns:a16="http://schemas.microsoft.com/office/drawing/2014/main" id="{8439197A-3810-4E1C-8DD4-29193B86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6105" y="450413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2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4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4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5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8B46C47-D79D-427B-837A-85FAE788605D}"/>
              </a:ext>
            </a:extLst>
          </p:cNvPr>
          <p:cNvGrpSpPr/>
          <p:nvPr/>
        </p:nvGrpSpPr>
        <p:grpSpPr>
          <a:xfrm>
            <a:off x="5037268" y="1529615"/>
            <a:ext cx="2206401" cy="1124016"/>
            <a:chOff x="4692647" y="1766887"/>
            <a:chExt cx="3230392" cy="1645672"/>
          </a:xfrm>
        </p:grpSpPr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B6E11CCB-33B1-45D5-AD4F-0F4EE6F7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2512150"/>
              <a:ext cx="210557" cy="180083"/>
            </a:xfrm>
            <a:custGeom>
              <a:avLst/>
              <a:gdLst>
                <a:gd name="T0" fmla="*/ 0 w 76"/>
                <a:gd name="T1" fmla="*/ 1 h 65"/>
                <a:gd name="T2" fmla="*/ 11 w 76"/>
                <a:gd name="T3" fmla="*/ 0 h 65"/>
                <a:gd name="T4" fmla="*/ 22 w 76"/>
                <a:gd name="T5" fmla="*/ 51 h 65"/>
                <a:gd name="T6" fmla="*/ 73 w 76"/>
                <a:gd name="T7" fmla="*/ 36 h 65"/>
                <a:gd name="T8" fmla="*/ 76 w 76"/>
                <a:gd name="T9" fmla="*/ 47 h 65"/>
                <a:gd name="T10" fmla="*/ 14 w 76"/>
                <a:gd name="T11" fmla="*/ 65 h 65"/>
                <a:gd name="T12" fmla="*/ 0 w 76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65">
                  <a:moveTo>
                    <a:pt x="0" y="1"/>
                  </a:moveTo>
                  <a:lnTo>
                    <a:pt x="11" y="0"/>
                  </a:lnTo>
                  <a:lnTo>
                    <a:pt x="22" y="51"/>
                  </a:lnTo>
                  <a:lnTo>
                    <a:pt x="73" y="36"/>
                  </a:lnTo>
                  <a:lnTo>
                    <a:pt x="76" y="47"/>
                  </a:lnTo>
                  <a:lnTo>
                    <a:pt x="14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9F2DCACC-34B1-4924-90BD-B34FA32866E4}"/>
                </a:ext>
              </a:extLst>
            </p:cNvPr>
            <p:cNvGrpSpPr/>
            <p:nvPr/>
          </p:nvGrpSpPr>
          <p:grpSpPr>
            <a:xfrm>
              <a:off x="4778531" y="1766887"/>
              <a:ext cx="3144508" cy="1645672"/>
              <a:chOff x="4778531" y="1766887"/>
              <a:chExt cx="3144508" cy="1645672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C92D2C5-3337-4334-A4F3-81370826EC26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36196" cy="1537623"/>
                <a:chOff x="4778531" y="1766887"/>
                <a:chExt cx="3136196" cy="1537623"/>
              </a:xfrm>
            </p:grpSpPr>
            <p:grpSp>
              <p:nvGrpSpPr>
                <p:cNvPr id="86" name="Grupo 85">
                  <a:extLst>
                    <a:ext uri="{FF2B5EF4-FFF2-40B4-BE49-F238E27FC236}">
                      <a16:creationId xmlns:a16="http://schemas.microsoft.com/office/drawing/2014/main" id="{4CE34E22-B103-4A8E-AD15-C5DCBDD19DDE}"/>
                    </a:ext>
                  </a:extLst>
                </p:cNvPr>
                <p:cNvGrpSpPr/>
                <p:nvPr/>
              </p:nvGrpSpPr>
              <p:grpSpPr>
                <a:xfrm>
                  <a:off x="4778531" y="1769658"/>
                  <a:ext cx="3136196" cy="1534852"/>
                  <a:chOff x="4778531" y="1769658"/>
                  <a:chExt cx="3136196" cy="1534852"/>
                </a:xfrm>
              </p:grpSpPr>
              <p:sp>
                <p:nvSpPr>
                  <p:cNvPr id="88" name="Freeform 96">
                    <a:extLst>
                      <a:ext uri="{FF2B5EF4-FFF2-40B4-BE49-F238E27FC236}">
                        <a16:creationId xmlns:a16="http://schemas.microsoft.com/office/drawing/2014/main" id="{14E3E661-D001-47B3-B59E-52BAE81BCB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1769658"/>
                    <a:ext cx="1590262" cy="1534852"/>
                  </a:xfrm>
                  <a:custGeom>
                    <a:avLst/>
                    <a:gdLst>
                      <a:gd name="T0" fmla="*/ 659 w 659"/>
                      <a:gd name="T1" fmla="*/ 629 h 636"/>
                      <a:gd name="T2" fmla="*/ 652 w 659"/>
                      <a:gd name="T3" fmla="*/ 636 h 636"/>
                      <a:gd name="T4" fmla="*/ 640 w 659"/>
                      <a:gd name="T5" fmla="*/ 586 h 636"/>
                      <a:gd name="T6" fmla="*/ 654 w 659"/>
                      <a:gd name="T7" fmla="*/ 584 h 636"/>
                      <a:gd name="T8" fmla="*/ 647 w 659"/>
                      <a:gd name="T9" fmla="*/ 592 h 636"/>
                      <a:gd name="T10" fmla="*/ 638 w 659"/>
                      <a:gd name="T11" fmla="*/ 534 h 636"/>
                      <a:gd name="T12" fmla="*/ 641 w 659"/>
                      <a:gd name="T13" fmla="*/ 548 h 636"/>
                      <a:gd name="T14" fmla="*/ 633 w 659"/>
                      <a:gd name="T15" fmla="*/ 543 h 636"/>
                      <a:gd name="T16" fmla="*/ 627 w 659"/>
                      <a:gd name="T17" fmla="*/ 491 h 636"/>
                      <a:gd name="T18" fmla="*/ 631 w 659"/>
                      <a:gd name="T19" fmla="*/ 505 h 636"/>
                      <a:gd name="T20" fmla="*/ 622 w 659"/>
                      <a:gd name="T21" fmla="*/ 500 h 636"/>
                      <a:gd name="T22" fmla="*/ 622 w 659"/>
                      <a:gd name="T23" fmla="*/ 453 h 636"/>
                      <a:gd name="T24" fmla="*/ 615 w 659"/>
                      <a:gd name="T25" fmla="*/ 463 h 636"/>
                      <a:gd name="T26" fmla="*/ 596 w 659"/>
                      <a:gd name="T27" fmla="*/ 408 h 636"/>
                      <a:gd name="T28" fmla="*/ 602 w 659"/>
                      <a:gd name="T29" fmla="*/ 421 h 636"/>
                      <a:gd name="T30" fmla="*/ 592 w 659"/>
                      <a:gd name="T31" fmla="*/ 417 h 636"/>
                      <a:gd name="T32" fmla="*/ 576 w 659"/>
                      <a:gd name="T33" fmla="*/ 368 h 636"/>
                      <a:gd name="T34" fmla="*/ 583 w 659"/>
                      <a:gd name="T35" fmla="*/ 381 h 636"/>
                      <a:gd name="T36" fmla="*/ 573 w 659"/>
                      <a:gd name="T37" fmla="*/ 378 h 636"/>
                      <a:gd name="T38" fmla="*/ 564 w 659"/>
                      <a:gd name="T39" fmla="*/ 332 h 636"/>
                      <a:gd name="T40" fmla="*/ 558 w 659"/>
                      <a:gd name="T41" fmla="*/ 343 h 636"/>
                      <a:gd name="T42" fmla="*/ 529 w 659"/>
                      <a:gd name="T43" fmla="*/ 292 h 636"/>
                      <a:gd name="T44" fmla="*/ 538 w 659"/>
                      <a:gd name="T45" fmla="*/ 304 h 636"/>
                      <a:gd name="T46" fmla="*/ 528 w 659"/>
                      <a:gd name="T47" fmla="*/ 303 h 636"/>
                      <a:gd name="T48" fmla="*/ 512 w 659"/>
                      <a:gd name="T49" fmla="*/ 258 h 636"/>
                      <a:gd name="T50" fmla="*/ 507 w 659"/>
                      <a:gd name="T51" fmla="*/ 270 h 636"/>
                      <a:gd name="T52" fmla="*/ 473 w 659"/>
                      <a:gd name="T53" fmla="*/ 224 h 636"/>
                      <a:gd name="T54" fmla="*/ 483 w 659"/>
                      <a:gd name="T55" fmla="*/ 235 h 636"/>
                      <a:gd name="T56" fmla="*/ 472 w 659"/>
                      <a:gd name="T57" fmla="*/ 234 h 636"/>
                      <a:gd name="T58" fmla="*/ 452 w 659"/>
                      <a:gd name="T59" fmla="*/ 193 h 636"/>
                      <a:gd name="T60" fmla="*/ 446 w 659"/>
                      <a:gd name="T61" fmla="*/ 205 h 636"/>
                      <a:gd name="T62" fmla="*/ 408 w 659"/>
                      <a:gd name="T63" fmla="*/ 164 h 636"/>
                      <a:gd name="T64" fmla="*/ 419 w 659"/>
                      <a:gd name="T65" fmla="*/ 173 h 636"/>
                      <a:gd name="T66" fmla="*/ 409 w 659"/>
                      <a:gd name="T67" fmla="*/ 174 h 636"/>
                      <a:gd name="T68" fmla="*/ 383 w 659"/>
                      <a:gd name="T69" fmla="*/ 135 h 636"/>
                      <a:gd name="T70" fmla="*/ 378 w 659"/>
                      <a:gd name="T71" fmla="*/ 148 h 636"/>
                      <a:gd name="T72" fmla="*/ 338 w 659"/>
                      <a:gd name="T73" fmla="*/ 122 h 636"/>
                      <a:gd name="T74" fmla="*/ 346 w 659"/>
                      <a:gd name="T75" fmla="*/ 110 h 636"/>
                      <a:gd name="T76" fmla="*/ 342 w 659"/>
                      <a:gd name="T77" fmla="*/ 123 h 636"/>
                      <a:gd name="T78" fmla="*/ 300 w 659"/>
                      <a:gd name="T79" fmla="*/ 100 h 636"/>
                      <a:gd name="T80" fmla="*/ 307 w 659"/>
                      <a:gd name="T81" fmla="*/ 87 h 636"/>
                      <a:gd name="T82" fmla="*/ 303 w 659"/>
                      <a:gd name="T83" fmla="*/ 101 h 636"/>
                      <a:gd name="T84" fmla="*/ 257 w 659"/>
                      <a:gd name="T85" fmla="*/ 70 h 636"/>
                      <a:gd name="T86" fmla="*/ 270 w 659"/>
                      <a:gd name="T87" fmla="*/ 76 h 636"/>
                      <a:gd name="T88" fmla="*/ 261 w 659"/>
                      <a:gd name="T89" fmla="*/ 80 h 636"/>
                      <a:gd name="T90" fmla="*/ 226 w 659"/>
                      <a:gd name="T91" fmla="*/ 49 h 636"/>
                      <a:gd name="T92" fmla="*/ 223 w 659"/>
                      <a:gd name="T93" fmla="*/ 63 h 636"/>
                      <a:gd name="T94" fmla="*/ 174 w 659"/>
                      <a:gd name="T95" fmla="*/ 39 h 636"/>
                      <a:gd name="T96" fmla="*/ 188 w 659"/>
                      <a:gd name="T97" fmla="*/ 43 h 636"/>
                      <a:gd name="T98" fmla="*/ 179 w 659"/>
                      <a:gd name="T99" fmla="*/ 48 h 636"/>
                      <a:gd name="T100" fmla="*/ 140 w 659"/>
                      <a:gd name="T101" fmla="*/ 21 h 636"/>
                      <a:gd name="T102" fmla="*/ 139 w 659"/>
                      <a:gd name="T103" fmla="*/ 36 h 636"/>
                      <a:gd name="T104" fmla="*/ 88 w 659"/>
                      <a:gd name="T105" fmla="*/ 18 h 636"/>
                      <a:gd name="T106" fmla="*/ 102 w 659"/>
                      <a:gd name="T107" fmla="*/ 20 h 636"/>
                      <a:gd name="T108" fmla="*/ 94 w 659"/>
                      <a:gd name="T109" fmla="*/ 26 h 636"/>
                      <a:gd name="T110" fmla="*/ 44 w 659"/>
                      <a:gd name="T111" fmla="*/ 11 h 636"/>
                      <a:gd name="T112" fmla="*/ 59 w 659"/>
                      <a:gd name="T113" fmla="*/ 13 h 636"/>
                      <a:gd name="T114" fmla="*/ 50 w 659"/>
                      <a:gd name="T115" fmla="*/ 19 h 636"/>
                      <a:gd name="T116" fmla="*/ 0 w 659"/>
                      <a:gd name="T117" fmla="*/ 7 h 636"/>
                      <a:gd name="T118" fmla="*/ 14 w 659"/>
                      <a:gd name="T119" fmla="*/ 8 h 636"/>
                      <a:gd name="T120" fmla="*/ 7 w 659"/>
                      <a:gd name="T121" fmla="*/ 15 h 6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659" h="636">
                        <a:moveTo>
                          <a:pt x="644" y="630"/>
                        </a:moveTo>
                        <a:cubicBezTo>
                          <a:pt x="644" y="626"/>
                          <a:pt x="647" y="622"/>
                          <a:pt x="651" y="622"/>
                        </a:cubicBezTo>
                        <a:cubicBezTo>
                          <a:pt x="651" y="622"/>
                          <a:pt x="651" y="622"/>
                          <a:pt x="651" y="622"/>
                        </a:cubicBezTo>
                        <a:cubicBezTo>
                          <a:pt x="655" y="622"/>
                          <a:pt x="659" y="625"/>
                          <a:pt x="659" y="629"/>
                        </a:cubicBezTo>
                        <a:cubicBezTo>
                          <a:pt x="659" y="629"/>
                          <a:pt x="659" y="629"/>
                          <a:pt x="659" y="629"/>
                        </a:cubicBezTo>
                        <a:cubicBezTo>
                          <a:pt x="659" y="633"/>
                          <a:pt x="656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48" y="636"/>
                          <a:pt x="645" y="634"/>
                          <a:pt x="644" y="630"/>
                        </a:cubicBezTo>
                        <a:close/>
                        <a:moveTo>
                          <a:pt x="640" y="586"/>
                        </a:move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39" y="582"/>
                          <a:pt x="642" y="578"/>
                          <a:pt x="646" y="578"/>
                        </a:cubicBezTo>
                        <a:cubicBezTo>
                          <a:pt x="646" y="578"/>
                          <a:pt x="646" y="578"/>
                          <a:pt x="646" y="578"/>
                        </a:cubicBezTo>
                        <a:cubicBezTo>
                          <a:pt x="650" y="577"/>
                          <a:pt x="654" y="580"/>
                          <a:pt x="654" y="584"/>
                        </a:cubicBezTo>
                        <a:cubicBezTo>
                          <a:pt x="654" y="584"/>
                          <a:pt x="654" y="584"/>
                          <a:pt x="654" y="584"/>
                        </a:cubicBezTo>
                        <a:cubicBezTo>
                          <a:pt x="655" y="588"/>
                          <a:pt x="652" y="592"/>
                          <a:pt x="648" y="592"/>
                        </a:cubicBezTo>
                        <a:cubicBezTo>
                          <a:pt x="648" y="592"/>
                          <a:pt x="648" y="592"/>
                          <a:pt x="648" y="592"/>
                        </a:cubicBezTo>
                        <a:cubicBezTo>
                          <a:pt x="648" y="592"/>
                          <a:pt x="647" y="592"/>
                          <a:pt x="647" y="592"/>
                        </a:cubicBezTo>
                        <a:cubicBezTo>
                          <a:pt x="647" y="592"/>
                          <a:pt x="647" y="592"/>
                          <a:pt x="647" y="592"/>
                        </a:cubicBezTo>
                        <a:cubicBezTo>
                          <a:pt x="643" y="592"/>
                          <a:pt x="640" y="590"/>
                          <a:pt x="640" y="586"/>
                        </a:cubicBezTo>
                        <a:close/>
                        <a:moveTo>
                          <a:pt x="633" y="543"/>
                        </a:moveTo>
                        <a:cubicBezTo>
                          <a:pt x="632" y="539"/>
                          <a:pt x="634" y="535"/>
                          <a:pt x="638" y="534"/>
                        </a:cubicBezTo>
                        <a:cubicBezTo>
                          <a:pt x="638" y="534"/>
                          <a:pt x="638" y="534"/>
                          <a:pt x="638" y="534"/>
                        </a:cubicBezTo>
                        <a:cubicBezTo>
                          <a:pt x="642" y="533"/>
                          <a:pt x="646" y="536"/>
                          <a:pt x="647" y="540"/>
                        </a:cubicBezTo>
                        <a:cubicBezTo>
                          <a:pt x="647" y="540"/>
                          <a:pt x="647" y="540"/>
                          <a:pt x="647" y="540"/>
                        </a:cubicBezTo>
                        <a:cubicBezTo>
                          <a:pt x="648" y="544"/>
                          <a:pt x="645" y="547"/>
                          <a:pt x="641" y="548"/>
                        </a:cubicBezTo>
                        <a:cubicBezTo>
                          <a:pt x="641" y="548"/>
                          <a:pt x="641" y="548"/>
                          <a:pt x="641" y="548"/>
                        </a:cubicBezTo>
                        <a:cubicBezTo>
                          <a:pt x="641" y="548"/>
                          <a:pt x="640" y="548"/>
                          <a:pt x="640" y="548"/>
                        </a:cubicBezTo>
                        <a:cubicBezTo>
                          <a:pt x="640" y="548"/>
                          <a:pt x="640" y="548"/>
                          <a:pt x="640" y="548"/>
                        </a:cubicBezTo>
                        <a:cubicBezTo>
                          <a:pt x="636" y="548"/>
                          <a:pt x="633" y="546"/>
                          <a:pt x="633" y="543"/>
                        </a:cubicBezTo>
                        <a:close/>
                        <a:moveTo>
                          <a:pt x="622" y="500"/>
                        </a:move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1" y="496"/>
                          <a:pt x="623" y="492"/>
                          <a:pt x="627" y="491"/>
                        </a:cubicBezTo>
                        <a:cubicBezTo>
                          <a:pt x="627" y="491"/>
                          <a:pt x="627" y="491"/>
                          <a:pt x="627" y="491"/>
                        </a:cubicBezTo>
                        <a:cubicBezTo>
                          <a:pt x="631" y="490"/>
                          <a:pt x="635" y="492"/>
                          <a:pt x="636" y="496"/>
                        </a:cubicBezTo>
                        <a:cubicBezTo>
                          <a:pt x="636" y="496"/>
                          <a:pt x="636" y="496"/>
                          <a:pt x="636" y="496"/>
                        </a:cubicBezTo>
                        <a:cubicBezTo>
                          <a:pt x="637" y="500"/>
                          <a:pt x="635" y="504"/>
                          <a:pt x="631" y="505"/>
                        </a:cubicBezTo>
                        <a:cubicBezTo>
                          <a:pt x="631" y="505"/>
                          <a:pt x="631" y="505"/>
                          <a:pt x="631" y="505"/>
                        </a:cubicBezTo>
                        <a:cubicBezTo>
                          <a:pt x="630" y="505"/>
                          <a:pt x="630" y="505"/>
                          <a:pt x="629" y="505"/>
                        </a:cubicBezTo>
                        <a:cubicBezTo>
                          <a:pt x="629" y="505"/>
                          <a:pt x="629" y="505"/>
                          <a:pt x="629" y="505"/>
                        </a:cubicBezTo>
                        <a:cubicBezTo>
                          <a:pt x="626" y="505"/>
                          <a:pt x="623" y="503"/>
                          <a:pt x="622" y="500"/>
                        </a:cubicBezTo>
                        <a:close/>
                        <a:moveTo>
                          <a:pt x="609" y="458"/>
                        </a:moveTo>
                        <a:cubicBezTo>
                          <a:pt x="607" y="454"/>
                          <a:pt x="609" y="450"/>
                          <a:pt x="613" y="449"/>
                        </a:cubicBezTo>
                        <a:cubicBezTo>
                          <a:pt x="613" y="449"/>
                          <a:pt x="613" y="449"/>
                          <a:pt x="613" y="449"/>
                        </a:cubicBezTo>
                        <a:cubicBezTo>
                          <a:pt x="617" y="447"/>
                          <a:pt x="621" y="449"/>
                          <a:pt x="622" y="453"/>
                        </a:cubicBezTo>
                        <a:cubicBezTo>
                          <a:pt x="622" y="453"/>
                          <a:pt x="622" y="453"/>
                          <a:pt x="622" y="453"/>
                        </a:cubicBezTo>
                        <a:cubicBezTo>
                          <a:pt x="624" y="457"/>
                          <a:pt x="622" y="461"/>
                          <a:pt x="618" y="463"/>
                        </a:cubicBezTo>
                        <a:cubicBezTo>
                          <a:pt x="618" y="463"/>
                          <a:pt x="618" y="463"/>
                          <a:pt x="618" y="463"/>
                        </a:cubicBezTo>
                        <a:cubicBezTo>
                          <a:pt x="617" y="463"/>
                          <a:pt x="616" y="463"/>
                          <a:pt x="615" y="463"/>
                        </a:cubicBezTo>
                        <a:cubicBezTo>
                          <a:pt x="615" y="463"/>
                          <a:pt x="615" y="463"/>
                          <a:pt x="615" y="463"/>
                        </a:cubicBezTo>
                        <a:cubicBezTo>
                          <a:pt x="613" y="463"/>
                          <a:pt x="610" y="461"/>
                          <a:pt x="609" y="458"/>
                        </a:cubicBezTo>
                        <a:close/>
                        <a:moveTo>
                          <a:pt x="592" y="417"/>
                        </a:moveTo>
                        <a:cubicBezTo>
                          <a:pt x="591" y="414"/>
                          <a:pt x="593" y="409"/>
                          <a:pt x="596" y="408"/>
                        </a:cubicBezTo>
                        <a:cubicBezTo>
                          <a:pt x="596" y="408"/>
                          <a:pt x="596" y="408"/>
                          <a:pt x="596" y="408"/>
                        </a:cubicBezTo>
                        <a:cubicBezTo>
                          <a:pt x="600" y="406"/>
                          <a:pt x="604" y="408"/>
                          <a:pt x="606" y="411"/>
                        </a:cubicBezTo>
                        <a:cubicBezTo>
                          <a:pt x="606" y="411"/>
                          <a:pt x="606" y="411"/>
                          <a:pt x="606" y="411"/>
                        </a:cubicBezTo>
                        <a:cubicBezTo>
                          <a:pt x="607" y="415"/>
                          <a:pt x="606" y="420"/>
                          <a:pt x="602" y="421"/>
                        </a:cubicBezTo>
                        <a:cubicBezTo>
                          <a:pt x="602" y="421"/>
                          <a:pt x="602" y="421"/>
                          <a:pt x="602" y="421"/>
                        </a:cubicBezTo>
                        <a:cubicBezTo>
                          <a:pt x="601" y="421"/>
                          <a:pt x="600" y="422"/>
                          <a:pt x="599" y="422"/>
                        </a:cubicBezTo>
                        <a:cubicBezTo>
                          <a:pt x="599" y="422"/>
                          <a:pt x="599" y="422"/>
                          <a:pt x="599" y="422"/>
                        </a:cubicBezTo>
                        <a:cubicBezTo>
                          <a:pt x="596" y="422"/>
                          <a:pt x="594" y="420"/>
                          <a:pt x="592" y="417"/>
                        </a:cubicBezTo>
                        <a:close/>
                        <a:moveTo>
                          <a:pt x="573" y="378"/>
                        </a:move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2" y="374"/>
                          <a:pt x="573" y="370"/>
                          <a:pt x="576" y="368"/>
                        </a:cubicBezTo>
                        <a:cubicBezTo>
                          <a:pt x="576" y="368"/>
                          <a:pt x="576" y="368"/>
                          <a:pt x="576" y="368"/>
                        </a:cubicBezTo>
                        <a:cubicBezTo>
                          <a:pt x="580" y="366"/>
                          <a:pt x="584" y="367"/>
                          <a:pt x="586" y="371"/>
                        </a:cubicBezTo>
                        <a:cubicBezTo>
                          <a:pt x="586" y="371"/>
                          <a:pt x="586" y="371"/>
                          <a:pt x="586" y="371"/>
                        </a:cubicBezTo>
                        <a:cubicBezTo>
                          <a:pt x="588" y="375"/>
                          <a:pt x="587" y="379"/>
                          <a:pt x="583" y="381"/>
                        </a:cubicBezTo>
                        <a:cubicBezTo>
                          <a:pt x="583" y="381"/>
                          <a:pt x="583" y="381"/>
                          <a:pt x="583" y="381"/>
                        </a:cubicBezTo>
                        <a:cubicBezTo>
                          <a:pt x="582" y="381"/>
                          <a:pt x="581" y="382"/>
                          <a:pt x="580" y="382"/>
                        </a:cubicBezTo>
                        <a:cubicBezTo>
                          <a:pt x="580" y="382"/>
                          <a:pt x="580" y="382"/>
                          <a:pt x="580" y="382"/>
                        </a:cubicBezTo>
                        <a:cubicBezTo>
                          <a:pt x="577" y="382"/>
                          <a:pt x="575" y="380"/>
                          <a:pt x="573" y="378"/>
                        </a:cubicBezTo>
                        <a:close/>
                        <a:moveTo>
                          <a:pt x="552" y="339"/>
                        </a:moveTo>
                        <a:cubicBezTo>
                          <a:pt x="550" y="336"/>
                          <a:pt x="551" y="331"/>
                          <a:pt x="554" y="329"/>
                        </a:cubicBezTo>
                        <a:cubicBezTo>
                          <a:pt x="554" y="329"/>
                          <a:pt x="554" y="329"/>
                          <a:pt x="554" y="329"/>
                        </a:cubicBezTo>
                        <a:cubicBezTo>
                          <a:pt x="558" y="327"/>
                          <a:pt x="562" y="328"/>
                          <a:pt x="564" y="332"/>
                        </a:cubicBezTo>
                        <a:cubicBezTo>
                          <a:pt x="564" y="332"/>
                          <a:pt x="564" y="332"/>
                          <a:pt x="564" y="332"/>
                        </a:cubicBezTo>
                        <a:cubicBezTo>
                          <a:pt x="566" y="335"/>
                          <a:pt x="565" y="340"/>
                          <a:pt x="562" y="342"/>
                        </a:cubicBezTo>
                        <a:cubicBezTo>
                          <a:pt x="562" y="342"/>
                          <a:pt x="562" y="342"/>
                          <a:pt x="562" y="342"/>
                        </a:cubicBezTo>
                        <a:cubicBezTo>
                          <a:pt x="561" y="343"/>
                          <a:pt x="559" y="343"/>
                          <a:pt x="558" y="343"/>
                        </a:cubicBezTo>
                        <a:cubicBezTo>
                          <a:pt x="558" y="343"/>
                          <a:pt x="558" y="343"/>
                          <a:pt x="558" y="343"/>
                        </a:cubicBezTo>
                        <a:cubicBezTo>
                          <a:pt x="556" y="343"/>
                          <a:pt x="553" y="342"/>
                          <a:pt x="552" y="339"/>
                        </a:cubicBezTo>
                        <a:close/>
                        <a:moveTo>
                          <a:pt x="528" y="303"/>
                        </a:moveTo>
                        <a:cubicBezTo>
                          <a:pt x="525" y="299"/>
                          <a:pt x="526" y="295"/>
                          <a:pt x="529" y="292"/>
                        </a:cubicBezTo>
                        <a:cubicBezTo>
                          <a:pt x="529" y="292"/>
                          <a:pt x="529" y="292"/>
                          <a:pt x="529" y="292"/>
                        </a:cubicBezTo>
                        <a:cubicBezTo>
                          <a:pt x="533" y="290"/>
                          <a:pt x="537" y="291"/>
                          <a:pt x="540" y="294"/>
                        </a:cubicBezTo>
                        <a:cubicBezTo>
                          <a:pt x="540" y="294"/>
                          <a:pt x="540" y="294"/>
                          <a:pt x="540" y="294"/>
                        </a:cubicBezTo>
                        <a:cubicBezTo>
                          <a:pt x="542" y="298"/>
                          <a:pt x="541" y="302"/>
                          <a:pt x="538" y="304"/>
                        </a:cubicBezTo>
                        <a:cubicBezTo>
                          <a:pt x="538" y="304"/>
                          <a:pt x="538" y="304"/>
                          <a:pt x="538" y="304"/>
                        </a:cubicBezTo>
                        <a:cubicBezTo>
                          <a:pt x="537" y="305"/>
                          <a:pt x="535" y="306"/>
                          <a:pt x="534" y="306"/>
                        </a:cubicBezTo>
                        <a:cubicBezTo>
                          <a:pt x="534" y="306"/>
                          <a:pt x="534" y="306"/>
                          <a:pt x="534" y="306"/>
                        </a:cubicBezTo>
                        <a:cubicBezTo>
                          <a:pt x="531" y="306"/>
                          <a:pt x="529" y="305"/>
                          <a:pt x="528" y="303"/>
                        </a:cubicBezTo>
                        <a:close/>
                        <a:moveTo>
                          <a:pt x="501" y="268"/>
                        </a:moveTo>
                        <a:cubicBezTo>
                          <a:pt x="499" y="265"/>
                          <a:pt x="499" y="260"/>
                          <a:pt x="502" y="257"/>
                        </a:cubicBezTo>
                        <a:cubicBezTo>
                          <a:pt x="502" y="257"/>
                          <a:pt x="502" y="257"/>
                          <a:pt x="502" y="257"/>
                        </a:cubicBezTo>
                        <a:cubicBezTo>
                          <a:pt x="505" y="255"/>
                          <a:pt x="510" y="255"/>
                          <a:pt x="512" y="258"/>
                        </a:cubicBezTo>
                        <a:cubicBezTo>
                          <a:pt x="512" y="258"/>
                          <a:pt x="512" y="258"/>
                          <a:pt x="512" y="258"/>
                        </a:cubicBezTo>
                        <a:cubicBezTo>
                          <a:pt x="515" y="262"/>
                          <a:pt x="514" y="266"/>
                          <a:pt x="511" y="269"/>
                        </a:cubicBezTo>
                        <a:cubicBezTo>
                          <a:pt x="511" y="269"/>
                          <a:pt x="511" y="269"/>
                          <a:pt x="511" y="269"/>
                        </a:cubicBezTo>
                        <a:cubicBezTo>
                          <a:pt x="510" y="270"/>
                          <a:pt x="508" y="270"/>
                          <a:pt x="507" y="270"/>
                        </a:cubicBezTo>
                        <a:cubicBezTo>
                          <a:pt x="507" y="270"/>
                          <a:pt x="507" y="270"/>
                          <a:pt x="507" y="270"/>
                        </a:cubicBezTo>
                        <a:cubicBezTo>
                          <a:pt x="505" y="270"/>
                          <a:pt x="503" y="269"/>
                          <a:pt x="501" y="268"/>
                        </a:cubicBezTo>
                        <a:close/>
                        <a:moveTo>
                          <a:pt x="472" y="234"/>
                        </a:moveTo>
                        <a:cubicBezTo>
                          <a:pt x="470" y="231"/>
                          <a:pt x="470" y="227"/>
                          <a:pt x="473" y="224"/>
                        </a:cubicBezTo>
                        <a:cubicBezTo>
                          <a:pt x="473" y="224"/>
                          <a:pt x="473" y="224"/>
                          <a:pt x="473" y="224"/>
                        </a:cubicBezTo>
                        <a:cubicBezTo>
                          <a:pt x="476" y="221"/>
                          <a:pt x="480" y="222"/>
                          <a:pt x="483" y="225"/>
                        </a:cubicBezTo>
                        <a:cubicBezTo>
                          <a:pt x="483" y="225"/>
                          <a:pt x="483" y="225"/>
                          <a:pt x="483" y="225"/>
                        </a:cubicBezTo>
                        <a:cubicBezTo>
                          <a:pt x="486" y="227"/>
                          <a:pt x="486" y="232"/>
                          <a:pt x="483" y="235"/>
                        </a:cubicBezTo>
                        <a:cubicBezTo>
                          <a:pt x="483" y="235"/>
                          <a:pt x="483" y="235"/>
                          <a:pt x="483" y="235"/>
                        </a:cubicBezTo>
                        <a:cubicBezTo>
                          <a:pt x="481" y="236"/>
                          <a:pt x="479" y="237"/>
                          <a:pt x="478" y="237"/>
                        </a:cubicBezTo>
                        <a:cubicBezTo>
                          <a:pt x="478" y="237"/>
                          <a:pt x="478" y="237"/>
                          <a:pt x="478" y="237"/>
                        </a:cubicBezTo>
                        <a:cubicBezTo>
                          <a:pt x="476" y="237"/>
                          <a:pt x="474" y="236"/>
                          <a:pt x="472" y="234"/>
                        </a:cubicBezTo>
                        <a:close/>
                        <a:moveTo>
                          <a:pt x="441" y="203"/>
                        </a:moveTo>
                        <a:cubicBezTo>
                          <a:pt x="439" y="200"/>
                          <a:pt x="438" y="196"/>
                          <a:pt x="441" y="193"/>
                        </a:cubicBezTo>
                        <a:cubicBezTo>
                          <a:pt x="441" y="193"/>
                          <a:pt x="441" y="193"/>
                          <a:pt x="441" y="193"/>
                        </a:cubicBezTo>
                        <a:cubicBezTo>
                          <a:pt x="444" y="190"/>
                          <a:pt x="449" y="190"/>
                          <a:pt x="452" y="193"/>
                        </a:cubicBezTo>
                        <a:cubicBezTo>
                          <a:pt x="452" y="193"/>
                          <a:pt x="452" y="193"/>
                          <a:pt x="452" y="193"/>
                        </a:cubicBezTo>
                        <a:cubicBezTo>
                          <a:pt x="454" y="195"/>
                          <a:pt x="455" y="200"/>
                          <a:pt x="452" y="203"/>
                        </a:cubicBezTo>
                        <a:cubicBezTo>
                          <a:pt x="452" y="203"/>
                          <a:pt x="452" y="203"/>
                          <a:pt x="452" y="203"/>
                        </a:cubicBezTo>
                        <a:cubicBezTo>
                          <a:pt x="450" y="204"/>
                          <a:pt x="448" y="205"/>
                          <a:pt x="446" y="205"/>
                        </a:cubicBezTo>
                        <a:cubicBezTo>
                          <a:pt x="446" y="205"/>
                          <a:pt x="446" y="205"/>
                          <a:pt x="446" y="205"/>
                        </a:cubicBezTo>
                        <a:cubicBezTo>
                          <a:pt x="445" y="205"/>
                          <a:pt x="443" y="205"/>
                          <a:pt x="441" y="203"/>
                        </a:cubicBezTo>
                        <a:close/>
                        <a:moveTo>
                          <a:pt x="409" y="174"/>
                        </a:moveTo>
                        <a:cubicBezTo>
                          <a:pt x="406" y="171"/>
                          <a:pt x="405" y="167"/>
                          <a:pt x="408" y="164"/>
                        </a:cubicBezTo>
                        <a:cubicBezTo>
                          <a:pt x="408" y="164"/>
                          <a:pt x="408" y="164"/>
                          <a:pt x="408" y="164"/>
                        </a:cubicBezTo>
                        <a:cubicBezTo>
                          <a:pt x="410" y="161"/>
                          <a:pt x="415" y="160"/>
                          <a:pt x="418" y="163"/>
                        </a:cubicBezTo>
                        <a:cubicBezTo>
                          <a:pt x="418" y="163"/>
                          <a:pt x="418" y="163"/>
                          <a:pt x="418" y="163"/>
                        </a:cubicBezTo>
                        <a:cubicBezTo>
                          <a:pt x="421" y="165"/>
                          <a:pt x="421" y="170"/>
                          <a:pt x="419" y="173"/>
                        </a:cubicBezTo>
                        <a:cubicBezTo>
                          <a:pt x="419" y="173"/>
                          <a:pt x="419" y="173"/>
                          <a:pt x="419" y="173"/>
                        </a:cubicBezTo>
                        <a:cubicBezTo>
                          <a:pt x="418" y="175"/>
                          <a:pt x="415" y="176"/>
                          <a:pt x="413" y="176"/>
                        </a:cubicBezTo>
                        <a:cubicBezTo>
                          <a:pt x="413" y="176"/>
                          <a:pt x="413" y="176"/>
                          <a:pt x="413" y="176"/>
                        </a:cubicBezTo>
                        <a:cubicBezTo>
                          <a:pt x="412" y="176"/>
                          <a:pt x="410" y="175"/>
                          <a:pt x="409" y="174"/>
                        </a:cubicBezTo>
                        <a:close/>
                        <a:moveTo>
                          <a:pt x="374" y="147"/>
                        </a:moveTo>
                        <a:cubicBezTo>
                          <a:pt x="371" y="145"/>
                          <a:pt x="370" y="140"/>
                          <a:pt x="372" y="137"/>
                        </a:cubicBezTo>
                        <a:cubicBezTo>
                          <a:pt x="372" y="137"/>
                          <a:pt x="372" y="137"/>
                          <a:pt x="372" y="137"/>
                        </a:cubicBezTo>
                        <a:cubicBezTo>
                          <a:pt x="375" y="134"/>
                          <a:pt x="379" y="133"/>
                          <a:pt x="383" y="135"/>
                        </a:cubicBezTo>
                        <a:cubicBezTo>
                          <a:pt x="383" y="135"/>
                          <a:pt x="383" y="135"/>
                          <a:pt x="383" y="135"/>
                        </a:cubicBezTo>
                        <a:cubicBezTo>
                          <a:pt x="386" y="137"/>
                          <a:pt x="387" y="142"/>
                          <a:pt x="384" y="145"/>
                        </a:cubicBezTo>
                        <a:cubicBezTo>
                          <a:pt x="384" y="145"/>
                          <a:pt x="384" y="145"/>
                          <a:pt x="384" y="145"/>
                        </a:cubicBezTo>
                        <a:cubicBezTo>
                          <a:pt x="383" y="147"/>
                          <a:pt x="381" y="148"/>
                          <a:pt x="378" y="148"/>
                        </a:cubicBezTo>
                        <a:cubicBezTo>
                          <a:pt x="378" y="148"/>
                          <a:pt x="378" y="148"/>
                          <a:pt x="378" y="148"/>
                        </a:cubicBezTo>
                        <a:cubicBezTo>
                          <a:pt x="377" y="148"/>
                          <a:pt x="375" y="148"/>
                          <a:pt x="374" y="147"/>
                        </a:cubicBezTo>
                        <a:close/>
                        <a:moveTo>
                          <a:pt x="338" y="122"/>
                        </a:move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4" y="120"/>
                          <a:pt x="333" y="116"/>
                          <a:pt x="335" y="112"/>
                        </a:cubicBezTo>
                        <a:cubicBezTo>
                          <a:pt x="335" y="112"/>
                          <a:pt x="335" y="112"/>
                          <a:pt x="335" y="112"/>
                        </a:cubicBezTo>
                        <a:cubicBezTo>
                          <a:pt x="338" y="109"/>
                          <a:pt x="342" y="108"/>
                          <a:pt x="346" y="110"/>
                        </a:cubicBezTo>
                        <a:cubicBezTo>
                          <a:pt x="346" y="110"/>
                          <a:pt x="346" y="110"/>
                          <a:pt x="346" y="110"/>
                        </a:cubicBezTo>
                        <a:cubicBezTo>
                          <a:pt x="349" y="112"/>
                          <a:pt x="350" y="117"/>
                          <a:pt x="348" y="120"/>
                        </a:cubicBezTo>
                        <a:cubicBezTo>
                          <a:pt x="348" y="120"/>
                          <a:pt x="348" y="120"/>
                          <a:pt x="348" y="120"/>
                        </a:cubicBezTo>
                        <a:cubicBezTo>
                          <a:pt x="346" y="122"/>
                          <a:pt x="344" y="123"/>
                          <a:pt x="342" y="123"/>
                        </a:cubicBezTo>
                        <a:cubicBezTo>
                          <a:pt x="342" y="123"/>
                          <a:pt x="342" y="123"/>
                          <a:pt x="342" y="123"/>
                        </a:cubicBezTo>
                        <a:cubicBezTo>
                          <a:pt x="340" y="123"/>
                          <a:pt x="339" y="123"/>
                          <a:pt x="338" y="122"/>
                        </a:cubicBezTo>
                        <a:close/>
                        <a:moveTo>
                          <a:pt x="300" y="100"/>
                        </a:move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296" y="98"/>
                          <a:pt x="295" y="93"/>
                          <a:pt x="297" y="90"/>
                        </a:cubicBezTo>
                        <a:cubicBezTo>
                          <a:pt x="297" y="90"/>
                          <a:pt x="297" y="90"/>
                          <a:pt x="297" y="90"/>
                        </a:cubicBezTo>
                        <a:cubicBezTo>
                          <a:pt x="299" y="86"/>
                          <a:pt x="303" y="85"/>
                          <a:pt x="307" y="87"/>
                        </a:cubicBezTo>
                        <a:cubicBezTo>
                          <a:pt x="307" y="87"/>
                          <a:pt x="307" y="87"/>
                          <a:pt x="307" y="87"/>
                        </a:cubicBezTo>
                        <a:cubicBezTo>
                          <a:pt x="310" y="89"/>
                          <a:pt x="312" y="93"/>
                          <a:pt x="310" y="97"/>
                        </a:cubicBezTo>
                        <a:cubicBezTo>
                          <a:pt x="310" y="97"/>
                          <a:pt x="310" y="97"/>
                          <a:pt x="310" y="97"/>
                        </a:cubicBezTo>
                        <a:cubicBezTo>
                          <a:pt x="309" y="99"/>
                          <a:pt x="306" y="101"/>
                          <a:pt x="303" y="101"/>
                        </a:cubicBezTo>
                        <a:cubicBezTo>
                          <a:pt x="303" y="101"/>
                          <a:pt x="303" y="101"/>
                          <a:pt x="303" y="101"/>
                        </a:cubicBezTo>
                        <a:cubicBezTo>
                          <a:pt x="302" y="101"/>
                          <a:pt x="301" y="101"/>
                          <a:pt x="300" y="100"/>
                        </a:cubicBezTo>
                        <a:close/>
                        <a:moveTo>
                          <a:pt x="261" y="80"/>
                        </a:moveTo>
                        <a:cubicBezTo>
                          <a:pt x="257" y="78"/>
                          <a:pt x="256" y="74"/>
                          <a:pt x="257" y="70"/>
                        </a:cubicBezTo>
                        <a:cubicBezTo>
                          <a:pt x="257" y="70"/>
                          <a:pt x="257" y="70"/>
                          <a:pt x="257" y="70"/>
                        </a:cubicBezTo>
                        <a:cubicBezTo>
                          <a:pt x="259" y="67"/>
                          <a:pt x="263" y="65"/>
                          <a:pt x="267" y="67"/>
                        </a:cubicBezTo>
                        <a:cubicBezTo>
                          <a:pt x="267" y="67"/>
                          <a:pt x="267" y="67"/>
                          <a:pt x="267" y="67"/>
                        </a:cubicBezTo>
                        <a:cubicBezTo>
                          <a:pt x="271" y="68"/>
                          <a:pt x="272" y="73"/>
                          <a:pt x="270" y="76"/>
                        </a:cubicBezTo>
                        <a:cubicBezTo>
                          <a:pt x="270" y="76"/>
                          <a:pt x="270" y="76"/>
                          <a:pt x="270" y="76"/>
                        </a:cubicBezTo>
                        <a:cubicBezTo>
                          <a:pt x="269" y="79"/>
                          <a:pt x="267" y="81"/>
                          <a:pt x="264" y="81"/>
                        </a:cubicBezTo>
                        <a:cubicBezTo>
                          <a:pt x="264" y="81"/>
                          <a:pt x="264" y="81"/>
                          <a:pt x="264" y="81"/>
                        </a:cubicBezTo>
                        <a:cubicBezTo>
                          <a:pt x="263" y="81"/>
                          <a:pt x="262" y="80"/>
                          <a:pt x="261" y="80"/>
                        </a:cubicBezTo>
                        <a:close/>
                        <a:moveTo>
                          <a:pt x="220" y="63"/>
                        </a:moveTo>
                        <a:cubicBezTo>
                          <a:pt x="217" y="61"/>
                          <a:pt x="215" y="57"/>
                          <a:pt x="216" y="53"/>
                        </a:cubicBezTo>
                        <a:cubicBezTo>
                          <a:pt x="216" y="53"/>
                          <a:pt x="216" y="53"/>
                          <a:pt x="216" y="53"/>
                        </a:cubicBezTo>
                        <a:cubicBezTo>
                          <a:pt x="218" y="49"/>
                          <a:pt x="222" y="47"/>
                          <a:pt x="226" y="49"/>
                        </a:cubicBezTo>
                        <a:cubicBezTo>
                          <a:pt x="226" y="49"/>
                          <a:pt x="226" y="49"/>
                          <a:pt x="226" y="49"/>
                        </a:cubicBezTo>
                        <a:cubicBezTo>
                          <a:pt x="230" y="50"/>
                          <a:pt x="231" y="55"/>
                          <a:pt x="230" y="58"/>
                        </a:cubicBezTo>
                        <a:cubicBezTo>
                          <a:pt x="230" y="58"/>
                          <a:pt x="230" y="58"/>
                          <a:pt x="230" y="58"/>
                        </a:cubicBezTo>
                        <a:cubicBezTo>
                          <a:pt x="229" y="61"/>
                          <a:pt x="226" y="63"/>
                          <a:pt x="223" y="63"/>
                        </a:cubicBezTo>
                        <a:cubicBezTo>
                          <a:pt x="223" y="63"/>
                          <a:pt x="223" y="63"/>
                          <a:pt x="223" y="63"/>
                        </a:cubicBezTo>
                        <a:cubicBezTo>
                          <a:pt x="222" y="63"/>
                          <a:pt x="221" y="63"/>
                          <a:pt x="220" y="63"/>
                        </a:cubicBezTo>
                        <a:close/>
                        <a:moveTo>
                          <a:pt x="179" y="48"/>
                        </a:moveTo>
                        <a:cubicBezTo>
                          <a:pt x="175" y="46"/>
                          <a:pt x="173" y="42"/>
                          <a:pt x="174" y="39"/>
                        </a:cubicBezTo>
                        <a:cubicBezTo>
                          <a:pt x="174" y="39"/>
                          <a:pt x="174" y="39"/>
                          <a:pt x="174" y="39"/>
                        </a:cubicBezTo>
                        <a:cubicBezTo>
                          <a:pt x="176" y="35"/>
                          <a:pt x="180" y="33"/>
                          <a:pt x="184" y="34"/>
                        </a:cubicBezTo>
                        <a:cubicBezTo>
                          <a:pt x="184" y="34"/>
                          <a:pt x="184" y="34"/>
                          <a:pt x="184" y="34"/>
                        </a:cubicBezTo>
                        <a:cubicBezTo>
                          <a:pt x="187" y="35"/>
                          <a:pt x="189" y="39"/>
                          <a:pt x="188" y="43"/>
                        </a:cubicBezTo>
                        <a:cubicBezTo>
                          <a:pt x="188" y="43"/>
                          <a:pt x="188" y="43"/>
                          <a:pt x="188" y="43"/>
                        </a:cubicBezTo>
                        <a:cubicBezTo>
                          <a:pt x="187" y="46"/>
                          <a:pt x="184" y="48"/>
                          <a:pt x="181" y="48"/>
                        </a:cubicBezTo>
                        <a:cubicBezTo>
                          <a:pt x="181" y="48"/>
                          <a:pt x="181" y="48"/>
                          <a:pt x="181" y="48"/>
                        </a:cubicBezTo>
                        <a:cubicBezTo>
                          <a:pt x="181" y="48"/>
                          <a:pt x="180" y="48"/>
                          <a:pt x="179" y="48"/>
                        </a:cubicBezTo>
                        <a:close/>
                        <a:moveTo>
                          <a:pt x="137" y="36"/>
                        </a:moveTo>
                        <a:cubicBezTo>
                          <a:pt x="133" y="35"/>
                          <a:pt x="130" y="31"/>
                          <a:pt x="132" y="27"/>
                        </a:cubicBezTo>
                        <a:cubicBezTo>
                          <a:pt x="132" y="27"/>
                          <a:pt x="132" y="27"/>
                          <a:pt x="132" y="27"/>
                        </a:cubicBezTo>
                        <a:cubicBezTo>
                          <a:pt x="133" y="23"/>
                          <a:pt x="136" y="20"/>
                          <a:pt x="140" y="21"/>
                        </a:cubicBezTo>
                        <a:cubicBezTo>
                          <a:pt x="140" y="21"/>
                          <a:pt x="140" y="21"/>
                          <a:pt x="140" y="21"/>
                        </a:cubicBezTo>
                        <a:cubicBezTo>
                          <a:pt x="144" y="22"/>
                          <a:pt x="147" y="26"/>
                          <a:pt x="146" y="30"/>
                        </a:cubicBezTo>
                        <a:cubicBezTo>
                          <a:pt x="146" y="30"/>
                          <a:pt x="146" y="30"/>
                          <a:pt x="146" y="30"/>
                        </a:cubicBezTo>
                        <a:cubicBezTo>
                          <a:pt x="145" y="34"/>
                          <a:pt x="142" y="36"/>
                          <a:pt x="139" y="36"/>
                        </a:cubicBezTo>
                        <a:cubicBezTo>
                          <a:pt x="139" y="36"/>
                          <a:pt x="139" y="36"/>
                          <a:pt x="139" y="36"/>
                        </a:cubicBezTo>
                        <a:cubicBezTo>
                          <a:pt x="138" y="36"/>
                          <a:pt x="137" y="36"/>
                          <a:pt x="137" y="36"/>
                        </a:cubicBezTo>
                        <a:close/>
                        <a:moveTo>
                          <a:pt x="94" y="26"/>
                        </a:moveTo>
                        <a:cubicBezTo>
                          <a:pt x="90" y="25"/>
                          <a:pt x="87" y="21"/>
                          <a:pt x="88" y="18"/>
                        </a:cubicBezTo>
                        <a:cubicBezTo>
                          <a:pt x="88" y="18"/>
                          <a:pt x="88" y="18"/>
                          <a:pt x="88" y="18"/>
                        </a:cubicBezTo>
                        <a:cubicBezTo>
                          <a:pt x="89" y="14"/>
                          <a:pt x="93" y="11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101" y="12"/>
                          <a:pt x="103" y="16"/>
                          <a:pt x="102" y="20"/>
                        </a:cubicBezTo>
                        <a:cubicBezTo>
                          <a:pt x="102" y="20"/>
                          <a:pt x="102" y="20"/>
                          <a:pt x="102" y="20"/>
                        </a:cubicBezTo>
                        <a:cubicBezTo>
                          <a:pt x="102" y="24"/>
                          <a:pt x="99" y="26"/>
                          <a:pt x="95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6"/>
                          <a:pt x="94" y="26"/>
                          <a:pt x="94" y="26"/>
                        </a:cubicBezTo>
                        <a:close/>
                        <a:moveTo>
                          <a:pt x="50" y="19"/>
                        </a:move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46" y="19"/>
                          <a:pt x="44" y="15"/>
                          <a:pt x="44" y="11"/>
                        </a:cubicBezTo>
                        <a:cubicBezTo>
                          <a:pt x="44" y="11"/>
                          <a:pt x="44" y="11"/>
                          <a:pt x="44" y="11"/>
                        </a:cubicBezTo>
                        <a:cubicBezTo>
                          <a:pt x="45" y="7"/>
                          <a:pt x="48" y="4"/>
                          <a:pt x="52" y="5"/>
                        </a:cubicBezTo>
                        <a:cubicBezTo>
                          <a:pt x="52" y="5"/>
                          <a:pt x="52" y="5"/>
                          <a:pt x="52" y="5"/>
                        </a:cubicBezTo>
                        <a:cubicBezTo>
                          <a:pt x="56" y="5"/>
                          <a:pt x="59" y="9"/>
                          <a:pt x="59" y="13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58" y="17"/>
                          <a:pt x="55" y="19"/>
                          <a:pt x="51" y="19"/>
                        </a:cubicBezTo>
                        <a:cubicBezTo>
                          <a:pt x="51" y="19"/>
                          <a:pt x="51" y="19"/>
                          <a:pt x="51" y="19"/>
                        </a:cubicBezTo>
                        <a:cubicBezTo>
                          <a:pt x="51" y="19"/>
                          <a:pt x="51" y="19"/>
                          <a:pt x="50" y="19"/>
                        </a:cubicBezTo>
                        <a:close/>
                        <a:moveTo>
                          <a:pt x="7" y="15"/>
                        </a:move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3" y="15"/>
                          <a:pt x="0" y="12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4" y="0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12" y="1"/>
                          <a:pt x="15" y="4"/>
                          <a:pt x="14" y="8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4" y="12"/>
                          <a:pt x="11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89" name="Freeform 97">
                    <a:extLst>
                      <a:ext uri="{FF2B5EF4-FFF2-40B4-BE49-F238E27FC236}">
                        <a16:creationId xmlns:a16="http://schemas.microsoft.com/office/drawing/2014/main" id="{A993C0FF-90A1-4CEE-B9AF-9DAA3063F7C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78531" y="1769658"/>
                    <a:ext cx="1365852" cy="822837"/>
                  </a:xfrm>
                  <a:custGeom>
                    <a:avLst/>
                    <a:gdLst>
                      <a:gd name="T0" fmla="*/ 2 w 566"/>
                      <a:gd name="T1" fmla="*/ 330 h 341"/>
                      <a:gd name="T2" fmla="*/ 15 w 566"/>
                      <a:gd name="T3" fmla="*/ 337 h 341"/>
                      <a:gd name="T4" fmla="*/ 8 w 566"/>
                      <a:gd name="T5" fmla="*/ 341 h 341"/>
                      <a:gd name="T6" fmla="*/ 27 w 566"/>
                      <a:gd name="T7" fmla="*/ 292 h 341"/>
                      <a:gd name="T8" fmla="*/ 37 w 566"/>
                      <a:gd name="T9" fmla="*/ 291 h 341"/>
                      <a:gd name="T10" fmla="*/ 33 w 566"/>
                      <a:gd name="T11" fmla="*/ 304 h 341"/>
                      <a:gd name="T12" fmla="*/ 55 w 566"/>
                      <a:gd name="T13" fmla="*/ 267 h 341"/>
                      <a:gd name="T14" fmla="*/ 64 w 566"/>
                      <a:gd name="T15" fmla="*/ 256 h 341"/>
                      <a:gd name="T16" fmla="*/ 65 w 566"/>
                      <a:gd name="T17" fmla="*/ 266 h 341"/>
                      <a:gd name="T18" fmla="*/ 55 w 566"/>
                      <a:gd name="T19" fmla="*/ 267 h 341"/>
                      <a:gd name="T20" fmla="*/ 83 w 566"/>
                      <a:gd name="T21" fmla="*/ 223 h 341"/>
                      <a:gd name="T22" fmla="*/ 94 w 566"/>
                      <a:gd name="T23" fmla="*/ 233 h 341"/>
                      <a:gd name="T24" fmla="*/ 89 w 566"/>
                      <a:gd name="T25" fmla="*/ 235 h 341"/>
                      <a:gd name="T26" fmla="*/ 115 w 566"/>
                      <a:gd name="T27" fmla="*/ 191 h 341"/>
                      <a:gd name="T28" fmla="*/ 125 w 566"/>
                      <a:gd name="T29" fmla="*/ 192 h 341"/>
                      <a:gd name="T30" fmla="*/ 120 w 566"/>
                      <a:gd name="T31" fmla="*/ 204 h 341"/>
                      <a:gd name="T32" fmla="*/ 148 w 566"/>
                      <a:gd name="T33" fmla="*/ 172 h 341"/>
                      <a:gd name="T34" fmla="*/ 159 w 566"/>
                      <a:gd name="T35" fmla="*/ 163 h 341"/>
                      <a:gd name="T36" fmla="*/ 158 w 566"/>
                      <a:gd name="T37" fmla="*/ 173 h 341"/>
                      <a:gd name="T38" fmla="*/ 148 w 566"/>
                      <a:gd name="T39" fmla="*/ 172 h 341"/>
                      <a:gd name="T40" fmla="*/ 184 w 566"/>
                      <a:gd name="T41" fmla="*/ 134 h 341"/>
                      <a:gd name="T42" fmla="*/ 192 w 566"/>
                      <a:gd name="T43" fmla="*/ 146 h 341"/>
                      <a:gd name="T44" fmla="*/ 192 w 566"/>
                      <a:gd name="T45" fmla="*/ 146 h 341"/>
                      <a:gd name="T46" fmla="*/ 182 w 566"/>
                      <a:gd name="T47" fmla="*/ 144 h 341"/>
                      <a:gd name="T48" fmla="*/ 221 w 566"/>
                      <a:gd name="T49" fmla="*/ 109 h 341"/>
                      <a:gd name="T50" fmla="*/ 229 w 566"/>
                      <a:gd name="T51" fmla="*/ 121 h 341"/>
                      <a:gd name="T52" fmla="*/ 229 w 566"/>
                      <a:gd name="T53" fmla="*/ 121 h 341"/>
                      <a:gd name="T54" fmla="*/ 219 w 566"/>
                      <a:gd name="T55" fmla="*/ 119 h 341"/>
                      <a:gd name="T56" fmla="*/ 260 w 566"/>
                      <a:gd name="T57" fmla="*/ 86 h 341"/>
                      <a:gd name="T58" fmla="*/ 267 w 566"/>
                      <a:gd name="T59" fmla="*/ 99 h 341"/>
                      <a:gd name="T60" fmla="*/ 267 w 566"/>
                      <a:gd name="T61" fmla="*/ 99 h 341"/>
                      <a:gd name="T62" fmla="*/ 257 w 566"/>
                      <a:gd name="T63" fmla="*/ 96 h 341"/>
                      <a:gd name="T64" fmla="*/ 300 w 566"/>
                      <a:gd name="T65" fmla="*/ 66 h 341"/>
                      <a:gd name="T66" fmla="*/ 306 w 566"/>
                      <a:gd name="T67" fmla="*/ 79 h 341"/>
                      <a:gd name="T68" fmla="*/ 303 w 566"/>
                      <a:gd name="T69" fmla="*/ 80 h 341"/>
                      <a:gd name="T70" fmla="*/ 341 w 566"/>
                      <a:gd name="T71" fmla="*/ 48 h 341"/>
                      <a:gd name="T72" fmla="*/ 350 w 566"/>
                      <a:gd name="T73" fmla="*/ 53 h 341"/>
                      <a:gd name="T74" fmla="*/ 346 w 566"/>
                      <a:gd name="T75" fmla="*/ 62 h 341"/>
                      <a:gd name="T76" fmla="*/ 343 w 566"/>
                      <a:gd name="T77" fmla="*/ 63 h 341"/>
                      <a:gd name="T78" fmla="*/ 383 w 566"/>
                      <a:gd name="T79" fmla="*/ 33 h 341"/>
                      <a:gd name="T80" fmla="*/ 392 w 566"/>
                      <a:gd name="T81" fmla="*/ 38 h 341"/>
                      <a:gd name="T82" fmla="*/ 387 w 566"/>
                      <a:gd name="T83" fmla="*/ 47 h 341"/>
                      <a:gd name="T84" fmla="*/ 385 w 566"/>
                      <a:gd name="T85" fmla="*/ 48 h 341"/>
                      <a:gd name="T86" fmla="*/ 426 w 566"/>
                      <a:gd name="T87" fmla="*/ 21 h 341"/>
                      <a:gd name="T88" fmla="*/ 435 w 566"/>
                      <a:gd name="T89" fmla="*/ 26 h 341"/>
                      <a:gd name="T90" fmla="*/ 428 w 566"/>
                      <a:gd name="T91" fmla="*/ 36 h 341"/>
                      <a:gd name="T92" fmla="*/ 464 w 566"/>
                      <a:gd name="T93" fmla="*/ 20 h 341"/>
                      <a:gd name="T94" fmla="*/ 478 w 566"/>
                      <a:gd name="T95" fmla="*/ 17 h 341"/>
                      <a:gd name="T96" fmla="*/ 472 w 566"/>
                      <a:gd name="T97" fmla="*/ 26 h 341"/>
                      <a:gd name="T98" fmla="*/ 471 w 566"/>
                      <a:gd name="T99" fmla="*/ 26 h 341"/>
                      <a:gd name="T100" fmla="*/ 507 w 566"/>
                      <a:gd name="T101" fmla="*/ 13 h 341"/>
                      <a:gd name="T102" fmla="*/ 522 w 566"/>
                      <a:gd name="T103" fmla="*/ 11 h 341"/>
                      <a:gd name="T104" fmla="*/ 516 w 566"/>
                      <a:gd name="T105" fmla="*/ 19 h 341"/>
                      <a:gd name="T106" fmla="*/ 507 w 566"/>
                      <a:gd name="T107" fmla="*/ 13 h 341"/>
                      <a:gd name="T108" fmla="*/ 558 w 566"/>
                      <a:gd name="T109" fmla="*/ 1 h 341"/>
                      <a:gd name="T110" fmla="*/ 559 w 566"/>
                      <a:gd name="T111" fmla="*/ 15 h 341"/>
                      <a:gd name="T112" fmla="*/ 559 w 566"/>
                      <a:gd name="T113" fmla="*/ 15 h 341"/>
                      <a:gd name="T114" fmla="*/ 552 w 566"/>
                      <a:gd name="T115" fmla="*/ 8 h 3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566" h="341">
                        <a:moveTo>
                          <a:pt x="5" y="340"/>
                        </a:moveTo>
                        <a:cubicBezTo>
                          <a:pt x="1" y="338"/>
                          <a:pt x="0" y="333"/>
                          <a:pt x="2" y="330"/>
                        </a:cubicBezTo>
                        <a:cubicBezTo>
                          <a:pt x="2" y="330"/>
                          <a:pt x="2" y="330"/>
                          <a:pt x="2" y="330"/>
                        </a:cubicBezTo>
                        <a:cubicBezTo>
                          <a:pt x="4" y="326"/>
                          <a:pt x="9" y="325"/>
                          <a:pt x="12" y="327"/>
                        </a:cubicBezTo>
                        <a:cubicBezTo>
                          <a:pt x="12" y="327"/>
                          <a:pt x="12" y="327"/>
                          <a:pt x="12" y="327"/>
                        </a:cubicBezTo>
                        <a:cubicBezTo>
                          <a:pt x="16" y="330"/>
                          <a:pt x="17" y="334"/>
                          <a:pt x="15" y="337"/>
                        </a:cubicBezTo>
                        <a:cubicBezTo>
                          <a:pt x="15" y="337"/>
                          <a:pt x="15" y="337"/>
                          <a:pt x="15" y="337"/>
                        </a:cubicBezTo>
                        <a:cubicBezTo>
                          <a:pt x="13" y="340"/>
                          <a:pt x="11" y="341"/>
                          <a:pt x="8" y="341"/>
                        </a:cubicBezTo>
                        <a:cubicBezTo>
                          <a:pt x="8" y="341"/>
                          <a:pt x="8" y="341"/>
                          <a:pt x="8" y="341"/>
                        </a:cubicBezTo>
                        <a:cubicBezTo>
                          <a:pt x="7" y="341"/>
                          <a:pt x="6" y="341"/>
                          <a:pt x="5" y="340"/>
                        </a:cubicBezTo>
                        <a:close/>
                        <a:moveTo>
                          <a:pt x="29" y="303"/>
                        </a:moveTo>
                        <a:cubicBezTo>
                          <a:pt x="25" y="300"/>
                          <a:pt x="25" y="296"/>
                          <a:pt x="27" y="292"/>
                        </a:cubicBezTo>
                        <a:cubicBezTo>
                          <a:pt x="27" y="292"/>
                          <a:pt x="27" y="292"/>
                          <a:pt x="27" y="292"/>
                        </a:cubicBezTo>
                        <a:cubicBezTo>
                          <a:pt x="29" y="289"/>
                          <a:pt x="34" y="288"/>
                          <a:pt x="37" y="291"/>
                        </a:cubicBezTo>
                        <a:cubicBezTo>
                          <a:pt x="37" y="291"/>
                          <a:pt x="37" y="291"/>
                          <a:pt x="37" y="291"/>
                        </a:cubicBezTo>
                        <a:cubicBezTo>
                          <a:pt x="40" y="293"/>
                          <a:pt x="41" y="298"/>
                          <a:pt x="39" y="301"/>
                        </a:cubicBezTo>
                        <a:cubicBezTo>
                          <a:pt x="39" y="301"/>
                          <a:pt x="39" y="301"/>
                          <a:pt x="39" y="301"/>
                        </a:cubicBezTo>
                        <a:cubicBezTo>
                          <a:pt x="37" y="303"/>
                          <a:pt x="35" y="304"/>
                          <a:pt x="33" y="304"/>
                        </a:cubicBezTo>
                        <a:cubicBezTo>
                          <a:pt x="33" y="304"/>
                          <a:pt x="33" y="304"/>
                          <a:pt x="33" y="304"/>
                        </a:cubicBezTo>
                        <a:cubicBezTo>
                          <a:pt x="31" y="304"/>
                          <a:pt x="30" y="304"/>
                          <a:pt x="29" y="303"/>
                        </a:cubicBezTo>
                        <a:close/>
                        <a:moveTo>
                          <a:pt x="55" y="267"/>
                        </a:moveTo>
                        <a:cubicBezTo>
                          <a:pt x="52" y="265"/>
                          <a:pt x="52" y="260"/>
                          <a:pt x="54" y="257"/>
                        </a:cubicBezTo>
                        <a:cubicBezTo>
                          <a:pt x="54" y="257"/>
                          <a:pt x="54" y="257"/>
                          <a:pt x="54" y="257"/>
                        </a:cubicBezTo>
                        <a:cubicBezTo>
                          <a:pt x="57" y="254"/>
                          <a:pt x="61" y="253"/>
                          <a:pt x="64" y="256"/>
                        </a:cubicBezTo>
                        <a:cubicBezTo>
                          <a:pt x="64" y="256"/>
                          <a:pt x="64" y="256"/>
                          <a:pt x="64" y="256"/>
                        </a:cubicBezTo>
                        <a:cubicBezTo>
                          <a:pt x="67" y="258"/>
                          <a:pt x="68" y="263"/>
                          <a:pt x="65" y="266"/>
                        </a:cubicBezTo>
                        <a:cubicBezTo>
                          <a:pt x="65" y="266"/>
                          <a:pt x="65" y="266"/>
                          <a:pt x="65" y="266"/>
                        </a:cubicBezTo>
                        <a:cubicBezTo>
                          <a:pt x="64" y="268"/>
                          <a:pt x="62" y="269"/>
                          <a:pt x="60" y="269"/>
                        </a:cubicBezTo>
                        <a:cubicBezTo>
                          <a:pt x="60" y="269"/>
                          <a:pt x="60" y="269"/>
                          <a:pt x="60" y="269"/>
                        </a:cubicBezTo>
                        <a:cubicBezTo>
                          <a:pt x="58" y="269"/>
                          <a:pt x="56" y="268"/>
                          <a:pt x="55" y="267"/>
                        </a:cubicBezTo>
                        <a:close/>
                        <a:moveTo>
                          <a:pt x="84" y="233"/>
                        </a:moveTo>
                        <a:cubicBezTo>
                          <a:pt x="81" y="231"/>
                          <a:pt x="81" y="226"/>
                          <a:pt x="83" y="223"/>
                        </a:cubicBezTo>
                        <a:cubicBezTo>
                          <a:pt x="83" y="223"/>
                          <a:pt x="83" y="223"/>
                          <a:pt x="83" y="223"/>
                        </a:cubicBezTo>
                        <a:cubicBezTo>
                          <a:pt x="86" y="220"/>
                          <a:pt x="91" y="220"/>
                          <a:pt x="94" y="223"/>
                        </a:cubicBezTo>
                        <a:cubicBezTo>
                          <a:pt x="94" y="223"/>
                          <a:pt x="94" y="223"/>
                          <a:pt x="94" y="223"/>
                        </a:cubicBezTo>
                        <a:cubicBezTo>
                          <a:pt x="97" y="225"/>
                          <a:pt x="97" y="230"/>
                          <a:pt x="94" y="233"/>
                        </a:cubicBezTo>
                        <a:cubicBezTo>
                          <a:pt x="94" y="233"/>
                          <a:pt x="94" y="233"/>
                          <a:pt x="94" y="233"/>
                        </a:cubicBezTo>
                        <a:cubicBezTo>
                          <a:pt x="93" y="235"/>
                          <a:pt x="91" y="235"/>
                          <a:pt x="89" y="235"/>
                        </a:cubicBezTo>
                        <a:cubicBezTo>
                          <a:pt x="89" y="235"/>
                          <a:pt x="89" y="235"/>
                          <a:pt x="89" y="235"/>
                        </a:cubicBezTo>
                        <a:cubicBezTo>
                          <a:pt x="87" y="235"/>
                          <a:pt x="85" y="235"/>
                          <a:pt x="84" y="233"/>
                        </a:cubicBezTo>
                        <a:close/>
                        <a:moveTo>
                          <a:pt x="115" y="202"/>
                        </a:moveTo>
                        <a:cubicBezTo>
                          <a:pt x="112" y="199"/>
                          <a:pt x="112" y="194"/>
                          <a:pt x="115" y="191"/>
                        </a:cubicBezTo>
                        <a:cubicBezTo>
                          <a:pt x="115" y="191"/>
                          <a:pt x="115" y="191"/>
                          <a:pt x="115" y="191"/>
                        </a:cubicBezTo>
                        <a:cubicBezTo>
                          <a:pt x="118" y="189"/>
                          <a:pt x="123" y="189"/>
                          <a:pt x="125" y="192"/>
                        </a:cubicBezTo>
                        <a:cubicBezTo>
                          <a:pt x="125" y="192"/>
                          <a:pt x="125" y="192"/>
                          <a:pt x="125" y="192"/>
                        </a:cubicBezTo>
                        <a:cubicBezTo>
                          <a:pt x="128" y="195"/>
                          <a:pt x="128" y="199"/>
                          <a:pt x="125" y="202"/>
                        </a:cubicBezTo>
                        <a:cubicBezTo>
                          <a:pt x="125" y="202"/>
                          <a:pt x="125" y="202"/>
                          <a:pt x="125" y="202"/>
                        </a:cubicBezTo>
                        <a:cubicBezTo>
                          <a:pt x="124" y="203"/>
                          <a:pt x="122" y="204"/>
                          <a:pt x="120" y="204"/>
                        </a:cubicBezTo>
                        <a:cubicBezTo>
                          <a:pt x="120" y="204"/>
                          <a:pt x="120" y="204"/>
                          <a:pt x="120" y="204"/>
                        </a:cubicBezTo>
                        <a:cubicBezTo>
                          <a:pt x="118" y="204"/>
                          <a:pt x="116" y="203"/>
                          <a:pt x="115" y="202"/>
                        </a:cubicBezTo>
                        <a:close/>
                        <a:moveTo>
                          <a:pt x="148" y="172"/>
                        </a:moveTo>
                        <a:cubicBezTo>
                          <a:pt x="145" y="169"/>
                          <a:pt x="145" y="164"/>
                          <a:pt x="149" y="162"/>
                        </a:cubicBezTo>
                        <a:cubicBezTo>
                          <a:pt x="149" y="162"/>
                          <a:pt x="149" y="162"/>
                          <a:pt x="149" y="162"/>
                        </a:cubicBezTo>
                        <a:cubicBezTo>
                          <a:pt x="152" y="159"/>
                          <a:pt x="156" y="160"/>
                          <a:pt x="159" y="163"/>
                        </a:cubicBezTo>
                        <a:cubicBezTo>
                          <a:pt x="159" y="163"/>
                          <a:pt x="159" y="163"/>
                          <a:pt x="159" y="163"/>
                        </a:cubicBezTo>
                        <a:cubicBezTo>
                          <a:pt x="161" y="166"/>
                          <a:pt x="161" y="170"/>
                          <a:pt x="158" y="173"/>
                        </a:cubicBezTo>
                        <a:cubicBezTo>
                          <a:pt x="158" y="173"/>
                          <a:pt x="158" y="173"/>
                          <a:pt x="158" y="173"/>
                        </a:cubicBezTo>
                        <a:cubicBezTo>
                          <a:pt x="157" y="174"/>
                          <a:pt x="155" y="175"/>
                          <a:pt x="153" y="175"/>
                        </a:cubicBezTo>
                        <a:cubicBezTo>
                          <a:pt x="153" y="175"/>
                          <a:pt x="153" y="175"/>
                          <a:pt x="153" y="175"/>
                        </a:cubicBezTo>
                        <a:cubicBezTo>
                          <a:pt x="151" y="175"/>
                          <a:pt x="149" y="174"/>
                          <a:pt x="148" y="172"/>
                        </a:cubicBezTo>
                        <a:close/>
                        <a:moveTo>
                          <a:pt x="182" y="144"/>
                        </a:moveTo>
                        <a:cubicBezTo>
                          <a:pt x="180" y="141"/>
                          <a:pt x="181" y="137"/>
                          <a:pt x="184" y="134"/>
                        </a:cubicBezTo>
                        <a:cubicBezTo>
                          <a:pt x="184" y="134"/>
                          <a:pt x="184" y="134"/>
                          <a:pt x="184" y="134"/>
                        </a:cubicBezTo>
                        <a:cubicBezTo>
                          <a:pt x="187" y="132"/>
                          <a:pt x="192" y="132"/>
                          <a:pt x="194" y="136"/>
                        </a:cubicBezTo>
                        <a:cubicBezTo>
                          <a:pt x="194" y="136"/>
                          <a:pt x="194" y="136"/>
                          <a:pt x="194" y="136"/>
                        </a:cubicBezTo>
                        <a:cubicBezTo>
                          <a:pt x="196" y="139"/>
                          <a:pt x="196" y="144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1" y="147"/>
                          <a:pt x="190" y="147"/>
                          <a:pt x="188" y="147"/>
                        </a:cubicBezTo>
                        <a:cubicBezTo>
                          <a:pt x="188" y="147"/>
                          <a:pt x="188" y="147"/>
                          <a:pt x="188" y="147"/>
                        </a:cubicBezTo>
                        <a:cubicBezTo>
                          <a:pt x="186" y="147"/>
                          <a:pt x="184" y="146"/>
                          <a:pt x="182" y="144"/>
                        </a:cubicBezTo>
                        <a:close/>
                        <a:moveTo>
                          <a:pt x="219" y="119"/>
                        </a:moveTo>
                        <a:cubicBezTo>
                          <a:pt x="217" y="116"/>
                          <a:pt x="218" y="111"/>
                          <a:pt x="221" y="109"/>
                        </a:cubicBezTo>
                        <a:cubicBezTo>
                          <a:pt x="221" y="109"/>
                          <a:pt x="221" y="109"/>
                          <a:pt x="221" y="109"/>
                        </a:cubicBezTo>
                        <a:cubicBezTo>
                          <a:pt x="224" y="107"/>
                          <a:pt x="229" y="108"/>
                          <a:pt x="231" y="111"/>
                        </a:cubicBezTo>
                        <a:cubicBezTo>
                          <a:pt x="231" y="111"/>
                          <a:pt x="231" y="111"/>
                          <a:pt x="231" y="111"/>
                        </a:cubicBezTo>
                        <a:cubicBezTo>
                          <a:pt x="233" y="115"/>
                          <a:pt x="232" y="119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8" y="122"/>
                          <a:pt x="226" y="123"/>
                          <a:pt x="225" y="123"/>
                        </a:cubicBezTo>
                        <a:cubicBezTo>
                          <a:pt x="225" y="123"/>
                          <a:pt x="225" y="123"/>
                          <a:pt x="225" y="123"/>
                        </a:cubicBezTo>
                        <a:cubicBezTo>
                          <a:pt x="222" y="123"/>
                          <a:pt x="220" y="121"/>
                          <a:pt x="219" y="119"/>
                        </a:cubicBezTo>
                        <a:close/>
                        <a:moveTo>
                          <a:pt x="257" y="96"/>
                        </a:moveTo>
                        <a:cubicBezTo>
                          <a:pt x="255" y="93"/>
                          <a:pt x="256" y="88"/>
                          <a:pt x="260" y="86"/>
                        </a:cubicBezTo>
                        <a:cubicBezTo>
                          <a:pt x="260" y="86"/>
                          <a:pt x="260" y="86"/>
                          <a:pt x="260" y="86"/>
                        </a:cubicBezTo>
                        <a:cubicBezTo>
                          <a:pt x="263" y="84"/>
                          <a:pt x="268" y="86"/>
                          <a:pt x="269" y="89"/>
                        </a:cubicBezTo>
                        <a:cubicBezTo>
                          <a:pt x="269" y="89"/>
                          <a:pt x="269" y="89"/>
                          <a:pt x="269" y="89"/>
                        </a:cubicBezTo>
                        <a:cubicBezTo>
                          <a:pt x="271" y="93"/>
                          <a:pt x="270" y="97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6" y="100"/>
                          <a:pt x="264" y="100"/>
                          <a:pt x="263" y="100"/>
                        </a:cubicBezTo>
                        <a:cubicBezTo>
                          <a:pt x="263" y="100"/>
                          <a:pt x="263" y="100"/>
                          <a:pt x="263" y="100"/>
                        </a:cubicBezTo>
                        <a:cubicBezTo>
                          <a:pt x="261" y="100"/>
                          <a:pt x="258" y="99"/>
                          <a:pt x="257" y="96"/>
                        </a:cubicBezTo>
                        <a:close/>
                        <a:moveTo>
                          <a:pt x="296" y="76"/>
                        </a:moveTo>
                        <a:cubicBezTo>
                          <a:pt x="294" y="72"/>
                          <a:pt x="296" y="68"/>
                          <a:pt x="300" y="66"/>
                        </a:cubicBezTo>
                        <a:cubicBezTo>
                          <a:pt x="300" y="66"/>
                          <a:pt x="300" y="66"/>
                          <a:pt x="300" y="66"/>
                        </a:cubicBezTo>
                        <a:cubicBezTo>
                          <a:pt x="303" y="64"/>
                          <a:pt x="307" y="66"/>
                          <a:pt x="309" y="70"/>
                        </a:cubicBezTo>
                        <a:cubicBezTo>
                          <a:pt x="309" y="70"/>
                          <a:pt x="309" y="70"/>
                          <a:pt x="309" y="70"/>
                        </a:cubicBezTo>
                        <a:cubicBezTo>
                          <a:pt x="311" y="73"/>
                          <a:pt x="309" y="78"/>
                          <a:pt x="306" y="79"/>
                        </a:cubicBezTo>
                        <a:cubicBezTo>
                          <a:pt x="306" y="79"/>
                          <a:pt x="306" y="79"/>
                          <a:pt x="306" y="79"/>
                        </a:cubicBezTo>
                        <a:cubicBezTo>
                          <a:pt x="305" y="80"/>
                          <a:pt x="304" y="80"/>
                          <a:pt x="303" y="80"/>
                        </a:cubicBezTo>
                        <a:cubicBezTo>
                          <a:pt x="303" y="80"/>
                          <a:pt x="303" y="80"/>
                          <a:pt x="303" y="80"/>
                        </a:cubicBezTo>
                        <a:cubicBezTo>
                          <a:pt x="300" y="80"/>
                          <a:pt x="297" y="78"/>
                          <a:pt x="296" y="76"/>
                        </a:cubicBezTo>
                        <a:close/>
                        <a:moveTo>
                          <a:pt x="337" y="58"/>
                        </a:moveTo>
                        <a:cubicBezTo>
                          <a:pt x="335" y="54"/>
                          <a:pt x="337" y="50"/>
                          <a:pt x="341" y="48"/>
                        </a:cubicBezTo>
                        <a:cubicBezTo>
                          <a:pt x="341" y="48"/>
                          <a:pt x="341" y="48"/>
                          <a:pt x="341" y="48"/>
                        </a:cubicBezTo>
                        <a:cubicBezTo>
                          <a:pt x="344" y="47"/>
                          <a:pt x="349" y="49"/>
                          <a:pt x="350" y="53"/>
                        </a:cubicBezTo>
                        <a:cubicBezTo>
                          <a:pt x="350" y="53"/>
                          <a:pt x="350" y="53"/>
                          <a:pt x="350" y="53"/>
                        </a:cubicBezTo>
                        <a:cubicBezTo>
                          <a:pt x="352" y="56"/>
                          <a:pt x="350" y="61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5" y="62"/>
                          <a:pt x="344" y="63"/>
                          <a:pt x="343" y="63"/>
                        </a:cubicBezTo>
                        <a:cubicBezTo>
                          <a:pt x="343" y="63"/>
                          <a:pt x="343" y="63"/>
                          <a:pt x="343" y="63"/>
                        </a:cubicBezTo>
                        <a:cubicBezTo>
                          <a:pt x="340" y="63"/>
                          <a:pt x="338" y="61"/>
                          <a:pt x="337" y="58"/>
                        </a:cubicBezTo>
                        <a:close/>
                        <a:moveTo>
                          <a:pt x="378" y="43"/>
                        </a:moveTo>
                        <a:cubicBezTo>
                          <a:pt x="377" y="39"/>
                          <a:pt x="379" y="35"/>
                          <a:pt x="383" y="33"/>
                        </a:cubicBezTo>
                        <a:cubicBezTo>
                          <a:pt x="383" y="33"/>
                          <a:pt x="383" y="33"/>
                          <a:pt x="383" y="33"/>
                        </a:cubicBezTo>
                        <a:cubicBezTo>
                          <a:pt x="387" y="32"/>
                          <a:pt x="391" y="34"/>
                          <a:pt x="392" y="38"/>
                        </a:cubicBezTo>
                        <a:cubicBezTo>
                          <a:pt x="392" y="38"/>
                          <a:pt x="392" y="38"/>
                          <a:pt x="392" y="38"/>
                        </a:cubicBezTo>
                        <a:cubicBezTo>
                          <a:pt x="393" y="42"/>
                          <a:pt x="391" y="46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8"/>
                          <a:pt x="386" y="48"/>
                          <a:pt x="385" y="48"/>
                        </a:cubicBezTo>
                        <a:cubicBezTo>
                          <a:pt x="385" y="48"/>
                          <a:pt x="385" y="48"/>
                          <a:pt x="385" y="48"/>
                        </a:cubicBezTo>
                        <a:cubicBezTo>
                          <a:pt x="382" y="48"/>
                          <a:pt x="379" y="46"/>
                          <a:pt x="378" y="43"/>
                        </a:cubicBezTo>
                        <a:close/>
                        <a:moveTo>
                          <a:pt x="421" y="30"/>
                        </a:moveTo>
                        <a:cubicBezTo>
                          <a:pt x="420" y="26"/>
                          <a:pt x="422" y="22"/>
                          <a:pt x="426" y="21"/>
                        </a:cubicBezTo>
                        <a:cubicBezTo>
                          <a:pt x="426" y="21"/>
                          <a:pt x="426" y="21"/>
                          <a:pt x="426" y="21"/>
                        </a:cubicBezTo>
                        <a:cubicBezTo>
                          <a:pt x="430" y="20"/>
                          <a:pt x="434" y="23"/>
                          <a:pt x="435" y="26"/>
                        </a:cubicBezTo>
                        <a:cubicBezTo>
                          <a:pt x="435" y="26"/>
                          <a:pt x="435" y="26"/>
                          <a:pt x="435" y="26"/>
                        </a:cubicBezTo>
                        <a:cubicBezTo>
                          <a:pt x="436" y="30"/>
                          <a:pt x="433" y="34"/>
                          <a:pt x="429" y="35"/>
                        </a:cubicBezTo>
                        <a:cubicBezTo>
                          <a:pt x="429" y="35"/>
                          <a:pt x="429" y="35"/>
                          <a:pt x="429" y="35"/>
                        </a:cubicBezTo>
                        <a:cubicBezTo>
                          <a:pt x="429" y="36"/>
                          <a:pt x="428" y="36"/>
                          <a:pt x="428" y="36"/>
                        </a:cubicBezTo>
                        <a:cubicBezTo>
                          <a:pt x="428" y="36"/>
                          <a:pt x="428" y="36"/>
                          <a:pt x="428" y="36"/>
                        </a:cubicBezTo>
                        <a:cubicBezTo>
                          <a:pt x="424" y="36"/>
                          <a:pt x="421" y="33"/>
                          <a:pt x="421" y="30"/>
                        </a:cubicBezTo>
                        <a:close/>
                        <a:moveTo>
                          <a:pt x="464" y="20"/>
                        </a:moveTo>
                        <a:cubicBezTo>
                          <a:pt x="463" y="16"/>
                          <a:pt x="466" y="12"/>
                          <a:pt x="470" y="12"/>
                        </a:cubicBezTo>
                        <a:cubicBezTo>
                          <a:pt x="470" y="12"/>
                          <a:pt x="470" y="12"/>
                          <a:pt x="470" y="12"/>
                        </a:cubicBezTo>
                        <a:cubicBezTo>
                          <a:pt x="474" y="11"/>
                          <a:pt x="477" y="13"/>
                          <a:pt x="478" y="17"/>
                        </a:cubicBezTo>
                        <a:cubicBezTo>
                          <a:pt x="478" y="17"/>
                          <a:pt x="478" y="17"/>
                          <a:pt x="478" y="17"/>
                        </a:cubicBezTo>
                        <a:cubicBezTo>
                          <a:pt x="479" y="21"/>
                          <a:pt x="476" y="25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1" y="26"/>
                          <a:pt x="471" y="26"/>
                        </a:cubicBezTo>
                        <a:cubicBezTo>
                          <a:pt x="471" y="26"/>
                          <a:pt x="471" y="26"/>
                          <a:pt x="471" y="26"/>
                        </a:cubicBezTo>
                        <a:cubicBezTo>
                          <a:pt x="468" y="26"/>
                          <a:pt x="464" y="24"/>
                          <a:pt x="464" y="20"/>
                        </a:cubicBezTo>
                        <a:close/>
                        <a:moveTo>
                          <a:pt x="507" y="13"/>
                        </a:moveTo>
                        <a:cubicBezTo>
                          <a:pt x="507" y="9"/>
                          <a:pt x="510" y="5"/>
                          <a:pt x="514" y="5"/>
                        </a:cubicBezTo>
                        <a:cubicBezTo>
                          <a:pt x="514" y="5"/>
                          <a:pt x="514" y="5"/>
                          <a:pt x="514" y="5"/>
                        </a:cubicBezTo>
                        <a:cubicBezTo>
                          <a:pt x="518" y="4"/>
                          <a:pt x="521" y="7"/>
                          <a:pt x="522" y="11"/>
                        </a:cubicBezTo>
                        <a:cubicBezTo>
                          <a:pt x="522" y="11"/>
                          <a:pt x="522" y="11"/>
                          <a:pt x="522" y="11"/>
                        </a:cubicBezTo>
                        <a:cubicBezTo>
                          <a:pt x="522" y="15"/>
                          <a:pt x="520" y="19"/>
                          <a:pt x="516" y="19"/>
                        </a:cubicBezTo>
                        <a:cubicBezTo>
                          <a:pt x="516" y="19"/>
                          <a:pt x="516" y="19"/>
                          <a:pt x="516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1" y="19"/>
                          <a:pt x="508" y="17"/>
                          <a:pt x="507" y="13"/>
                        </a:cubicBezTo>
                        <a:close/>
                        <a:moveTo>
                          <a:pt x="552" y="8"/>
                        </a:moveTo>
                        <a:cubicBezTo>
                          <a:pt x="551" y="4"/>
                          <a:pt x="554" y="1"/>
                          <a:pt x="558" y="1"/>
                        </a:cubicBezTo>
                        <a:cubicBezTo>
                          <a:pt x="558" y="1"/>
                          <a:pt x="558" y="1"/>
                          <a:pt x="558" y="1"/>
                        </a:cubicBezTo>
                        <a:cubicBezTo>
                          <a:pt x="562" y="0"/>
                          <a:pt x="566" y="3"/>
                          <a:pt x="566" y="7"/>
                        </a:cubicBezTo>
                        <a:cubicBezTo>
                          <a:pt x="566" y="7"/>
                          <a:pt x="566" y="7"/>
                          <a:pt x="566" y="7"/>
                        </a:cubicBezTo>
                        <a:cubicBezTo>
                          <a:pt x="566" y="11"/>
                          <a:pt x="563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5" y="15"/>
                          <a:pt x="552" y="12"/>
                          <a:pt x="552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87" name="Freeform 100">
                  <a:extLst>
                    <a:ext uri="{FF2B5EF4-FFF2-40B4-BE49-F238E27FC236}">
                      <a16:creationId xmlns:a16="http://schemas.microsoft.com/office/drawing/2014/main" id="{D0EE88E0-9EFB-4EDE-A343-5B57C3AFF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1766887"/>
                  <a:ext cx="36016" cy="36017"/>
                </a:xfrm>
                <a:custGeom>
                  <a:avLst/>
                  <a:gdLst>
                    <a:gd name="T0" fmla="*/ 0 w 15"/>
                    <a:gd name="T1" fmla="*/ 8 h 14"/>
                    <a:gd name="T2" fmla="*/ 7 w 15"/>
                    <a:gd name="T3" fmla="*/ 0 h 14"/>
                    <a:gd name="T4" fmla="*/ 7 w 15"/>
                    <a:gd name="T5" fmla="*/ 0 h 14"/>
                    <a:gd name="T6" fmla="*/ 15 w 15"/>
                    <a:gd name="T7" fmla="*/ 7 h 14"/>
                    <a:gd name="T8" fmla="*/ 15 w 15"/>
                    <a:gd name="T9" fmla="*/ 7 h 14"/>
                    <a:gd name="T10" fmla="*/ 8 w 15"/>
                    <a:gd name="T11" fmla="*/ 14 h 14"/>
                    <a:gd name="T12" fmla="*/ 8 w 15"/>
                    <a:gd name="T13" fmla="*/ 14 h 14"/>
                    <a:gd name="T14" fmla="*/ 8 w 15"/>
                    <a:gd name="T15" fmla="*/ 14 h 14"/>
                    <a:gd name="T16" fmla="*/ 8 w 15"/>
                    <a:gd name="T17" fmla="*/ 14 h 14"/>
                    <a:gd name="T18" fmla="*/ 8 w 15"/>
                    <a:gd name="T19" fmla="*/ 14 h 14"/>
                    <a:gd name="T20" fmla="*/ 8 w 15"/>
                    <a:gd name="T21" fmla="*/ 14 h 14"/>
                    <a:gd name="T22" fmla="*/ 0 w 15"/>
                    <a:gd name="T23" fmla="*/ 8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4">
                      <a:moveTo>
                        <a:pt x="0" y="8"/>
                      </a:move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5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4" y="14"/>
                        <a:pt x="1" y="11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  <p:sp>
            <p:nvSpPr>
              <p:cNvPr id="85" name="Freeform 103">
                <a:extLst>
                  <a:ext uri="{FF2B5EF4-FFF2-40B4-BE49-F238E27FC236}">
                    <a16:creationId xmlns:a16="http://schemas.microsoft.com/office/drawing/2014/main" id="{99289FFF-180A-45F5-BA85-73B6BD74B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1482" y="3373772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2 h 16"/>
                  <a:gd name="T8" fmla="*/ 12 w 17"/>
                  <a:gd name="T9" fmla="*/ 2 h 16"/>
                  <a:gd name="T10" fmla="*/ 15 w 17"/>
                  <a:gd name="T11" fmla="*/ 12 h 16"/>
                  <a:gd name="T12" fmla="*/ 15 w 17"/>
                  <a:gd name="T13" fmla="*/ 12 h 16"/>
                  <a:gd name="T14" fmla="*/ 8 w 17"/>
                  <a:gd name="T15" fmla="*/ 16 h 16"/>
                  <a:gd name="T16" fmla="*/ 8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1"/>
                      <a:pt x="9" y="0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6" y="5"/>
                      <a:pt x="17" y="9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3" y="15"/>
                      <a:pt x="11" y="16"/>
                      <a:pt x="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85A39D0-6933-4F0F-9A8C-486BB010C249}"/>
              </a:ext>
            </a:extLst>
          </p:cNvPr>
          <p:cNvSpPr txBox="1"/>
          <p:nvPr/>
        </p:nvSpPr>
        <p:spPr>
          <a:xfrm>
            <a:off x="2957936" y="4124618"/>
            <a:ext cx="627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1"/>
                </a:solidFill>
                <a:latin typeface="+mj-lt"/>
              </a:rPr>
              <a:t>Liderar la construcción </a:t>
            </a:r>
            <a:r>
              <a:rPr lang="es-MX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un mundo sostenible</a:t>
            </a:r>
            <a:endParaRPr lang="es-CL" sz="20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2803389" y="4700087"/>
            <a:ext cx="6585223" cy="829768"/>
          </a:xfrm>
        </p:spPr>
        <p:txBody>
          <a:bodyPr/>
          <a:lstStyle/>
          <a:p>
            <a:r>
              <a:rPr lang="es-ES" sz="2800" b="1" dirty="0"/>
              <a:t>Tópicos avanzados en Inteligencia Artificial</a:t>
            </a:r>
            <a:endParaRPr lang="es-CL" sz="2800" b="1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>
          <a:xfrm>
            <a:off x="4052888" y="5791385"/>
            <a:ext cx="4086225" cy="834884"/>
          </a:xfrm>
        </p:spPr>
        <p:txBody>
          <a:bodyPr/>
          <a:lstStyle/>
          <a:p>
            <a:r>
              <a:rPr lang="es-CL" sz="1800" dirty="0"/>
              <a:t>Profesor: </a:t>
            </a:r>
            <a:r>
              <a:rPr lang="es-CL" sz="1800" b="0" dirty="0"/>
              <a:t>Anthony D. Cho</a:t>
            </a:r>
          </a:p>
          <a:p>
            <a:r>
              <a:rPr lang="es-CL" sz="1800" dirty="0"/>
              <a:t>Ayudante</a:t>
            </a:r>
            <a:r>
              <a:rPr lang="es-CL" sz="1800" b="0" dirty="0"/>
              <a:t>: Luis Oliveros</a:t>
            </a:r>
          </a:p>
        </p:txBody>
      </p:sp>
    </p:spTree>
    <p:extLst>
      <p:ext uri="{BB962C8B-B14F-4D97-AF65-F5344CB8AC3E}">
        <p14:creationId xmlns:p14="http://schemas.microsoft.com/office/powerpoint/2010/main" val="51368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ES" dirty="0" err="1"/>
              <a:t>Large</a:t>
            </a:r>
            <a:r>
              <a:rPr lang="es-ES" dirty="0"/>
              <a:t> </a:t>
            </a:r>
            <a:r>
              <a:rPr lang="es-ES" dirty="0" err="1"/>
              <a:t>Language</a:t>
            </a:r>
            <a:r>
              <a:rPr lang="es-ES" dirty="0"/>
              <a:t> </a:t>
            </a:r>
            <a:r>
              <a:rPr lang="es-ES" dirty="0" err="1"/>
              <a:t>Models</a:t>
            </a:r>
            <a:endParaRPr lang="es-ES" dirty="0"/>
          </a:p>
          <a:p>
            <a:r>
              <a:rPr lang="es-ES" dirty="0"/>
              <a:t>(</a:t>
            </a:r>
            <a:r>
              <a:rPr lang="es-ES" dirty="0" err="1"/>
              <a:t>LLMs</a:t>
            </a:r>
            <a:r>
              <a:rPr lang="es-E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1DBEF3DE-8511-B7D0-74DD-B31EDB773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3" t="3839" r="10334"/>
          <a:stretch>
            <a:fillRect/>
          </a:stretch>
        </p:blipFill>
        <p:spPr>
          <a:xfrm>
            <a:off x="1" y="3467830"/>
            <a:ext cx="2412694" cy="3390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FF84AF-0EE9-FBAA-A9F9-A11C1B79954C}"/>
              </a:ext>
            </a:extLst>
          </p:cNvPr>
          <p:cNvSpPr txBox="1"/>
          <p:nvPr/>
        </p:nvSpPr>
        <p:spPr>
          <a:xfrm>
            <a:off x="2192357" y="1112702"/>
            <a:ext cx="85380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Seguramente, te has preguntado 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ctr"/>
            <a:r>
              <a:rPr lang="es-ES" b="1" dirty="0"/>
              <a:t>¿Cómo funciona </a:t>
            </a:r>
            <a:r>
              <a:rPr lang="es-ES" b="1" dirty="0" err="1"/>
              <a:t>ChatGPT</a:t>
            </a:r>
            <a:r>
              <a:rPr lang="es-ES" b="1" dirty="0"/>
              <a:t>? 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¿Cómo los asistentes virtuales entienden lo que escribes?</a:t>
            </a:r>
          </a:p>
          <a:p>
            <a:pPr algn="ctr"/>
            <a:endParaRPr lang="es-ES" b="1" dirty="0"/>
          </a:p>
          <a:p>
            <a:pPr algn="ctr"/>
            <a:r>
              <a:rPr lang="es-ES" b="1" dirty="0"/>
              <a:t>¿Cómo una inteligencia artificial puede generar textos casi indistinguibles de los que escribiría una persona?</a:t>
            </a:r>
            <a:endParaRPr lang="es-CL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434A3-DE2C-FCDC-0433-B22AE2803D9F}"/>
              </a:ext>
            </a:extLst>
          </p:cNvPr>
          <p:cNvSpPr txBox="1"/>
          <p:nvPr/>
        </p:nvSpPr>
        <p:spPr>
          <a:xfrm>
            <a:off x="6096000" y="5245862"/>
            <a:ext cx="5563518" cy="9175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80000" rIns="180000" bIns="180000">
            <a:spAutoFit/>
          </a:bodyPr>
          <a:lstStyle/>
          <a:p>
            <a:r>
              <a:rPr lang="es-ES" dirty="0"/>
              <a:t>La respuesta está en los </a:t>
            </a:r>
            <a:r>
              <a:rPr lang="es-ES" b="1" dirty="0"/>
              <a:t>LLM</a:t>
            </a:r>
            <a:r>
              <a:rPr lang="es-ES" dirty="0"/>
              <a:t>, o </a:t>
            </a:r>
            <a:r>
              <a:rPr lang="es-ES" b="1" dirty="0" err="1"/>
              <a:t>Large</a:t>
            </a:r>
            <a:r>
              <a:rPr lang="es-ES" b="1" dirty="0"/>
              <a:t> </a:t>
            </a:r>
            <a:r>
              <a:rPr lang="es-ES" b="1" dirty="0" err="1"/>
              <a:t>Language</a:t>
            </a:r>
            <a:r>
              <a:rPr lang="es-ES" b="1" dirty="0"/>
              <a:t> </a:t>
            </a:r>
            <a:r>
              <a:rPr lang="es-ES" b="1" dirty="0" err="1"/>
              <a:t>Models</a:t>
            </a:r>
            <a:r>
              <a:rPr lang="es-ES" dirty="0"/>
              <a:t> (</a:t>
            </a:r>
            <a:r>
              <a:rPr lang="es-ES" i="1" dirty="0"/>
              <a:t>Modelos de Lenguaje de Gran Escala</a:t>
            </a:r>
            <a:r>
              <a:rPr lang="es-ES" dirty="0"/>
              <a:t>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8445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0DD138-7CF0-6108-7AC5-1AF0388A2DF8}"/>
              </a:ext>
            </a:extLst>
          </p:cNvPr>
          <p:cNvSpPr txBox="1"/>
          <p:nvPr/>
        </p:nvSpPr>
        <p:spPr>
          <a:xfrm>
            <a:off x="440675" y="1426150"/>
            <a:ext cx="11093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Un LLM es una inteligencia artificial entrenada con enormes cantidades de texto —libros, artículos, conversaciones, sitios web— para </a:t>
            </a:r>
            <a:r>
              <a:rPr lang="es-ES" b="1" dirty="0"/>
              <a:t>aprender</a:t>
            </a:r>
            <a:r>
              <a:rPr lang="es-ES" dirty="0"/>
              <a:t> </a:t>
            </a:r>
            <a:r>
              <a:rPr lang="es-ES" b="1" dirty="0"/>
              <a:t>cómo usamos el lenguaje</a:t>
            </a:r>
            <a:r>
              <a:rPr lang="es-ES" dirty="0"/>
              <a:t>, entender patrones, y generar respuestas coherentes, útiles y muchas veces sorprendentes.</a:t>
            </a:r>
            <a:endParaRPr lang="es-C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B5978-C381-D911-CD10-B9DD39ACF879}"/>
              </a:ext>
            </a:extLst>
          </p:cNvPr>
          <p:cNvSpPr txBox="1"/>
          <p:nvPr/>
        </p:nvSpPr>
        <p:spPr>
          <a:xfrm>
            <a:off x="440675" y="2716702"/>
            <a:ext cx="72160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 como si el modelo hubiera leído millones de libros y </a:t>
            </a:r>
            <a:r>
              <a:rPr lang="es-ES" b="1" dirty="0"/>
              <a:t>aprendido a responder a cualquier cosa que le preguntes</a:t>
            </a:r>
            <a:r>
              <a:rPr lang="es-ES" dirty="0"/>
              <a:t>... </a:t>
            </a:r>
            <a:r>
              <a:rPr lang="es-ES" dirty="0">
                <a:solidFill>
                  <a:srgbClr val="FF0000"/>
                </a:solidFill>
              </a:rPr>
              <a:t>pero sin saber realmente qué es verdad o mentira</a:t>
            </a:r>
            <a:r>
              <a:rPr lang="es-ES" dirty="0"/>
              <a:t>, solo aprende cómo suena el lenguaje humano bien estructurado.</a:t>
            </a:r>
            <a:endParaRPr lang="es-CL" dirty="0"/>
          </a:p>
        </p:txBody>
      </p:sp>
      <p:pic>
        <p:nvPicPr>
          <p:cNvPr id="6" name="Picture 5" descr="A stack of books with different colored covers&#10;&#10;AI-generated content may be incorrect.">
            <a:extLst>
              <a:ext uri="{FF2B5EF4-FFF2-40B4-BE49-F238E27FC236}">
                <a16:creationId xmlns:a16="http://schemas.microsoft.com/office/drawing/2014/main" id="{121D18B9-F888-AD6A-D565-4782534A2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182" y="2391116"/>
            <a:ext cx="3245656" cy="4234809"/>
          </a:xfrm>
          <a:prstGeom prst="rect">
            <a:avLst/>
          </a:prstGeom>
        </p:spPr>
      </p:pic>
      <p:pic>
        <p:nvPicPr>
          <p:cNvPr id="9" name="Picture 8" descr="A robot reading a book&#10;&#10;AI-generated content may be incorrect.">
            <a:extLst>
              <a:ext uri="{FF2B5EF4-FFF2-40B4-BE49-F238E27FC236}">
                <a16:creationId xmlns:a16="http://schemas.microsoft.com/office/drawing/2014/main" id="{1B346737-1FE3-82DA-DFC5-2B0AA4AAC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84866"/>
            <a:ext cx="2928306" cy="22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30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EDE3-D194-4A77-8A90-772D8C83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C0BFF4D4-7DE3-D328-7AA7-8F679B280F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/>
              <a:t>LLM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5742B-8F18-0E67-B69F-37C86E6DAA6A}"/>
              </a:ext>
            </a:extLst>
          </p:cNvPr>
          <p:cNvSpPr txBox="1"/>
          <p:nvPr/>
        </p:nvSpPr>
        <p:spPr>
          <a:xfrm>
            <a:off x="326561" y="983033"/>
            <a:ext cx="11352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/>
              <a:t>¿Cómo se entrena un LLM?</a:t>
            </a:r>
            <a:endParaRPr lang="es-E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BFD13E-D7B2-FE67-C5FA-ED15F20FA796}"/>
              </a:ext>
            </a:extLst>
          </p:cNvPr>
          <p:cNvGrpSpPr>
            <a:grpSpLocks noChangeAspect="1"/>
          </p:cNvGrpSpPr>
          <p:nvPr/>
        </p:nvGrpSpPr>
        <p:grpSpPr>
          <a:xfrm>
            <a:off x="194358" y="1770075"/>
            <a:ext cx="7374357" cy="3687181"/>
            <a:chOff x="1733550" y="2431255"/>
            <a:chExt cx="5486402" cy="27432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71F26D-3BCA-E2B8-4585-034486321348}"/>
                </a:ext>
              </a:extLst>
            </p:cNvPr>
            <p:cNvGrpSpPr/>
            <p:nvPr/>
          </p:nvGrpSpPr>
          <p:grpSpPr>
            <a:xfrm>
              <a:off x="2190750" y="2431255"/>
              <a:ext cx="5029202" cy="914499"/>
              <a:chOff x="685800" y="1257300"/>
              <a:chExt cx="5029202" cy="914499"/>
            </a:xfrm>
          </p:grpSpPr>
          <p:sp>
            <p:nvSpPr>
              <p:cNvPr id="30" name="Rounded Rectangle 1">
                <a:extLst>
                  <a:ext uri="{FF2B5EF4-FFF2-40B4-BE49-F238E27FC236}">
                    <a16:creationId xmlns:a16="http://schemas.microsoft.com/office/drawing/2014/main" id="{ED5FC539-E17D-6AA2-71D8-42483616C40D}"/>
                  </a:ext>
                </a:extLst>
              </p:cNvPr>
              <p:cNvSpPr/>
              <p:nvPr/>
            </p:nvSpPr>
            <p:spPr>
              <a:xfrm>
                <a:off x="685800" y="1257300"/>
                <a:ext cx="5029200" cy="914499"/>
              </a:xfrm>
              <a:custGeom>
                <a:avLst/>
                <a:gdLst/>
                <a:ahLst/>
                <a:cxnLst/>
                <a:rect l="0" t="0" r="0" b="0"/>
                <a:pathLst>
                  <a:path w="5029200" h="914499">
                    <a:moveTo>
                      <a:pt x="0" y="447675"/>
                    </a:moveTo>
                    <a:cubicBezTo>
                      <a:pt x="0" y="200430"/>
                      <a:pt x="192722" y="0"/>
                      <a:pt x="430456" y="0"/>
                    </a:cubicBezTo>
                    <a:lnTo>
                      <a:pt x="914400" y="0"/>
                    </a:lnTo>
                    <a:lnTo>
                      <a:pt x="914400" y="447675"/>
                    </a:lnTo>
                    <a:close/>
                    <a:moveTo>
                      <a:pt x="0" y="447675"/>
                    </a:moveTo>
                    <a:lnTo>
                      <a:pt x="914400" y="447675"/>
                    </a:lnTo>
                    <a:lnTo>
                      <a:pt x="914400" y="466725"/>
                    </a:lnTo>
                    <a:lnTo>
                      <a:pt x="0" y="466725"/>
                    </a:lnTo>
                    <a:close/>
                    <a:moveTo>
                      <a:pt x="914402" y="0"/>
                    </a:moveTo>
                    <a:lnTo>
                      <a:pt x="5029200" y="0"/>
                    </a:lnTo>
                    <a:lnTo>
                      <a:pt x="5029200" y="914400"/>
                    </a:lnTo>
                    <a:lnTo>
                      <a:pt x="914399" y="914400"/>
                    </a:lnTo>
                    <a:close/>
                    <a:moveTo>
                      <a:pt x="0" y="466820"/>
                    </a:moveTo>
                    <a:lnTo>
                      <a:pt x="914400" y="466725"/>
                    </a:lnTo>
                    <a:lnTo>
                      <a:pt x="914400" y="914403"/>
                    </a:lnTo>
                    <a:lnTo>
                      <a:pt x="447675" y="914499"/>
                    </a:lnTo>
                    <a:cubicBezTo>
                      <a:pt x="200025" y="914499"/>
                      <a:pt x="0" y="714066"/>
                      <a:pt x="0" y="466820"/>
                    </a:cubicBezTo>
                    <a:close/>
                  </a:path>
                </a:pathLst>
              </a:custGeom>
              <a:solidFill>
                <a:srgbClr val="92BD3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2">
                <a:extLst>
                  <a:ext uri="{FF2B5EF4-FFF2-40B4-BE49-F238E27FC236}">
                    <a16:creationId xmlns:a16="http://schemas.microsoft.com/office/drawing/2014/main" id="{1DAB71E4-9B8D-DAD1-4F1C-DB83475CD25F}"/>
                  </a:ext>
                </a:extLst>
              </p:cNvPr>
              <p:cNvSpPr/>
              <p:nvPr/>
            </p:nvSpPr>
            <p:spPr>
              <a:xfrm>
                <a:off x="685800" y="1257300"/>
                <a:ext cx="5029202" cy="914403"/>
              </a:xfrm>
              <a:custGeom>
                <a:avLst/>
                <a:gdLst/>
                <a:ahLst/>
                <a:cxnLst/>
                <a:rect l="0" t="0" r="0" b="0"/>
                <a:pathLst>
                  <a:path w="5029202" h="914403">
                    <a:moveTo>
                      <a:pt x="0" y="447675"/>
                    </a:moveTo>
                    <a:cubicBezTo>
                      <a:pt x="0" y="200430"/>
                      <a:pt x="200430" y="0"/>
                      <a:pt x="447675" y="0"/>
                    </a:cubicBezTo>
                    <a:lnTo>
                      <a:pt x="1871662" y="0"/>
                    </a:lnTo>
                    <a:moveTo>
                      <a:pt x="0" y="466724"/>
                    </a:moveTo>
                    <a:lnTo>
                      <a:pt x="0" y="447488"/>
                    </a:lnTo>
                    <a:moveTo>
                      <a:pt x="728662" y="914403"/>
                    </a:moveTo>
                    <a:lnTo>
                      <a:pt x="447675" y="914403"/>
                    </a:lnTo>
                    <a:cubicBezTo>
                      <a:pt x="200025" y="914403"/>
                      <a:pt x="0" y="713971"/>
                      <a:pt x="0" y="466725"/>
                    </a:cubicBezTo>
                    <a:moveTo>
                      <a:pt x="1647825" y="914403"/>
                    </a:moveTo>
                    <a:lnTo>
                      <a:pt x="1876425" y="914403"/>
                    </a:lnTo>
                    <a:moveTo>
                      <a:pt x="1873023" y="0"/>
                    </a:moveTo>
                    <a:lnTo>
                      <a:pt x="5029202" y="0"/>
                    </a:lnTo>
                    <a:lnTo>
                      <a:pt x="5029202" y="914400"/>
                    </a:lnTo>
                    <a:lnTo>
                      <a:pt x="1873025" y="914400"/>
                    </a:lnTo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34AED213-FEE8-3BAF-E1DF-E968FB0C18CD}"/>
                </a:ext>
              </a:extLst>
            </p:cNvPr>
            <p:cNvSpPr/>
            <p:nvPr/>
          </p:nvSpPr>
          <p:spPr>
            <a:xfrm>
              <a:off x="2920863" y="2431255"/>
              <a:ext cx="1142901" cy="914411"/>
            </a:xfrm>
            <a:custGeom>
              <a:avLst/>
              <a:gdLst/>
              <a:ahLst/>
              <a:cxnLst/>
              <a:rect l="0" t="0" r="0" b="0"/>
              <a:pathLst>
                <a:path w="1142901" h="914411">
                  <a:moveTo>
                    <a:pt x="184286" y="127791"/>
                  </a:moveTo>
                  <a:cubicBezTo>
                    <a:pt x="184286" y="80570"/>
                    <a:pt x="200373" y="35791"/>
                    <a:pt x="228501" y="0"/>
                  </a:cubicBezTo>
                  <a:moveTo>
                    <a:pt x="1098686" y="127791"/>
                  </a:moveTo>
                  <a:cubicBezTo>
                    <a:pt x="1098686" y="80569"/>
                    <a:pt x="1114773" y="35791"/>
                    <a:pt x="1142901" y="0"/>
                  </a:cubicBezTo>
                  <a:moveTo>
                    <a:pt x="1098686" y="123825"/>
                  </a:moveTo>
                  <a:lnTo>
                    <a:pt x="1098686" y="695325"/>
                  </a:lnTo>
                  <a:moveTo>
                    <a:pt x="184286" y="695325"/>
                  </a:moveTo>
                  <a:lnTo>
                    <a:pt x="184286" y="123825"/>
                  </a:lnTo>
                  <a:moveTo>
                    <a:pt x="1098683" y="694097"/>
                  </a:moveTo>
                  <a:cubicBezTo>
                    <a:pt x="1098683" y="765255"/>
                    <a:pt x="1054434" y="830303"/>
                    <a:pt x="984383" y="862126"/>
                  </a:cubicBezTo>
                  <a:cubicBezTo>
                    <a:pt x="956413" y="874833"/>
                    <a:pt x="932557" y="892836"/>
                    <a:pt x="913988" y="914411"/>
                  </a:cubicBezTo>
                  <a:moveTo>
                    <a:pt x="184283" y="694097"/>
                  </a:moveTo>
                  <a:cubicBezTo>
                    <a:pt x="184283" y="765255"/>
                    <a:pt x="140034" y="830303"/>
                    <a:pt x="69983" y="862126"/>
                  </a:cubicBezTo>
                  <a:cubicBezTo>
                    <a:pt x="42220" y="874739"/>
                    <a:pt x="18508" y="892571"/>
                    <a:pt x="0" y="913935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84C6008-7BCC-2D7D-864E-26851296591B}"/>
                </a:ext>
              </a:extLst>
            </p:cNvPr>
            <p:cNvGrpSpPr/>
            <p:nvPr/>
          </p:nvGrpSpPr>
          <p:grpSpPr>
            <a:xfrm>
              <a:off x="1962150" y="3345655"/>
              <a:ext cx="5257802" cy="914499"/>
              <a:chOff x="457200" y="2171700"/>
              <a:chExt cx="5257802" cy="914499"/>
            </a:xfrm>
          </p:grpSpPr>
          <p:sp>
            <p:nvSpPr>
              <p:cNvPr id="28" name="Rounded Rectangle 5">
                <a:extLst>
                  <a:ext uri="{FF2B5EF4-FFF2-40B4-BE49-F238E27FC236}">
                    <a16:creationId xmlns:a16="http://schemas.microsoft.com/office/drawing/2014/main" id="{148E9983-1B5D-DF38-9716-EC472FC759C0}"/>
                  </a:ext>
                </a:extLst>
              </p:cNvPr>
              <p:cNvSpPr/>
              <p:nvPr/>
            </p:nvSpPr>
            <p:spPr>
              <a:xfrm>
                <a:off x="457200" y="2171700"/>
                <a:ext cx="5257800" cy="914499"/>
              </a:xfrm>
              <a:custGeom>
                <a:avLst/>
                <a:gdLst/>
                <a:ahLst/>
                <a:cxnLst/>
                <a:rect l="0" t="0" r="0" b="0"/>
                <a:pathLst>
                  <a:path w="5257800" h="914499">
                    <a:moveTo>
                      <a:pt x="0" y="447675"/>
                    </a:moveTo>
                    <a:cubicBezTo>
                      <a:pt x="0" y="200430"/>
                      <a:pt x="192722" y="0"/>
                      <a:pt x="430456" y="0"/>
                    </a:cubicBezTo>
                    <a:lnTo>
                      <a:pt x="914400" y="0"/>
                    </a:lnTo>
                    <a:lnTo>
                      <a:pt x="914400" y="447675"/>
                    </a:lnTo>
                    <a:close/>
                    <a:moveTo>
                      <a:pt x="0" y="447675"/>
                    </a:moveTo>
                    <a:lnTo>
                      <a:pt x="914400" y="447675"/>
                    </a:lnTo>
                    <a:lnTo>
                      <a:pt x="914400" y="466725"/>
                    </a:lnTo>
                    <a:lnTo>
                      <a:pt x="0" y="466725"/>
                    </a:lnTo>
                    <a:close/>
                    <a:moveTo>
                      <a:pt x="914402" y="0"/>
                    </a:moveTo>
                    <a:lnTo>
                      <a:pt x="5257800" y="0"/>
                    </a:lnTo>
                    <a:lnTo>
                      <a:pt x="5257800" y="914400"/>
                    </a:lnTo>
                    <a:lnTo>
                      <a:pt x="914399" y="914400"/>
                    </a:lnTo>
                    <a:close/>
                    <a:moveTo>
                      <a:pt x="0" y="466820"/>
                    </a:moveTo>
                    <a:lnTo>
                      <a:pt x="914400" y="466725"/>
                    </a:lnTo>
                    <a:lnTo>
                      <a:pt x="914400" y="914403"/>
                    </a:lnTo>
                    <a:lnTo>
                      <a:pt x="447675" y="914499"/>
                    </a:lnTo>
                    <a:cubicBezTo>
                      <a:pt x="200025" y="914499"/>
                      <a:pt x="0" y="714066"/>
                      <a:pt x="0" y="466820"/>
                    </a:cubicBez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6">
                <a:extLst>
                  <a:ext uri="{FF2B5EF4-FFF2-40B4-BE49-F238E27FC236}">
                    <a16:creationId xmlns:a16="http://schemas.microsoft.com/office/drawing/2014/main" id="{09CE874F-A6E9-E24A-5A3A-298AE752A1BA}"/>
                  </a:ext>
                </a:extLst>
              </p:cNvPr>
              <p:cNvSpPr/>
              <p:nvPr/>
            </p:nvSpPr>
            <p:spPr>
              <a:xfrm>
                <a:off x="457200" y="2171700"/>
                <a:ext cx="5257802" cy="914403"/>
              </a:xfrm>
              <a:custGeom>
                <a:avLst/>
                <a:gdLst/>
                <a:ahLst/>
                <a:cxnLst/>
                <a:rect l="0" t="0" r="0" b="0"/>
                <a:pathLst>
                  <a:path w="5257802" h="914403">
                    <a:moveTo>
                      <a:pt x="0" y="447675"/>
                    </a:moveTo>
                    <a:cubicBezTo>
                      <a:pt x="0" y="200430"/>
                      <a:pt x="200430" y="0"/>
                      <a:pt x="447675" y="0"/>
                    </a:cubicBezTo>
                    <a:lnTo>
                      <a:pt x="957262" y="0"/>
                    </a:lnTo>
                    <a:moveTo>
                      <a:pt x="0" y="466724"/>
                    </a:moveTo>
                    <a:lnTo>
                      <a:pt x="0" y="447488"/>
                    </a:lnTo>
                    <a:moveTo>
                      <a:pt x="728662" y="914403"/>
                    </a:moveTo>
                    <a:lnTo>
                      <a:pt x="447675" y="914403"/>
                    </a:lnTo>
                    <a:cubicBezTo>
                      <a:pt x="200025" y="914403"/>
                      <a:pt x="0" y="713971"/>
                      <a:pt x="0" y="466725"/>
                    </a:cubicBezTo>
                    <a:moveTo>
                      <a:pt x="1647825" y="914403"/>
                    </a:moveTo>
                    <a:lnTo>
                      <a:pt x="1876425" y="914403"/>
                    </a:lnTo>
                    <a:moveTo>
                      <a:pt x="1873023" y="0"/>
                    </a:moveTo>
                    <a:lnTo>
                      <a:pt x="5257802" y="0"/>
                    </a:lnTo>
                    <a:lnTo>
                      <a:pt x="5257802" y="914400"/>
                    </a:lnTo>
                    <a:lnTo>
                      <a:pt x="1873025" y="914400"/>
                    </a:lnTo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6987D60D-C124-116A-D770-D1C1EA4FA8E9}"/>
                </a:ext>
              </a:extLst>
            </p:cNvPr>
            <p:cNvSpPr/>
            <p:nvPr/>
          </p:nvSpPr>
          <p:spPr>
            <a:xfrm>
              <a:off x="2692263" y="3345655"/>
              <a:ext cx="1142901" cy="914411"/>
            </a:xfrm>
            <a:custGeom>
              <a:avLst/>
              <a:gdLst/>
              <a:ahLst/>
              <a:cxnLst/>
              <a:rect l="0" t="0" r="0" b="0"/>
              <a:pathLst>
                <a:path w="1142901" h="914411">
                  <a:moveTo>
                    <a:pt x="184286" y="127791"/>
                  </a:moveTo>
                  <a:cubicBezTo>
                    <a:pt x="184286" y="80570"/>
                    <a:pt x="200373" y="35791"/>
                    <a:pt x="228501" y="0"/>
                  </a:cubicBezTo>
                  <a:moveTo>
                    <a:pt x="1098686" y="127791"/>
                  </a:moveTo>
                  <a:cubicBezTo>
                    <a:pt x="1098686" y="80569"/>
                    <a:pt x="1114773" y="35791"/>
                    <a:pt x="1142901" y="0"/>
                  </a:cubicBezTo>
                  <a:moveTo>
                    <a:pt x="1098686" y="123825"/>
                  </a:moveTo>
                  <a:lnTo>
                    <a:pt x="1098686" y="695325"/>
                  </a:lnTo>
                  <a:moveTo>
                    <a:pt x="184286" y="695325"/>
                  </a:moveTo>
                  <a:lnTo>
                    <a:pt x="184286" y="123825"/>
                  </a:lnTo>
                  <a:moveTo>
                    <a:pt x="1098683" y="694097"/>
                  </a:moveTo>
                  <a:cubicBezTo>
                    <a:pt x="1098683" y="765255"/>
                    <a:pt x="1054434" y="830303"/>
                    <a:pt x="984383" y="862126"/>
                  </a:cubicBezTo>
                  <a:cubicBezTo>
                    <a:pt x="956413" y="874833"/>
                    <a:pt x="932557" y="892836"/>
                    <a:pt x="913988" y="914411"/>
                  </a:cubicBezTo>
                  <a:moveTo>
                    <a:pt x="184283" y="694097"/>
                  </a:moveTo>
                  <a:cubicBezTo>
                    <a:pt x="184283" y="765255"/>
                    <a:pt x="140034" y="830303"/>
                    <a:pt x="69983" y="862126"/>
                  </a:cubicBezTo>
                  <a:cubicBezTo>
                    <a:pt x="42220" y="874739"/>
                    <a:pt x="18508" y="892571"/>
                    <a:pt x="0" y="913935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03B8E84-C4E6-A86D-23A2-C83DE474D478}"/>
                </a:ext>
              </a:extLst>
            </p:cNvPr>
            <p:cNvGrpSpPr/>
            <p:nvPr/>
          </p:nvGrpSpPr>
          <p:grpSpPr>
            <a:xfrm>
              <a:off x="1733550" y="4260055"/>
              <a:ext cx="5486400" cy="914403"/>
              <a:chOff x="228600" y="3086100"/>
              <a:chExt cx="5486400" cy="914403"/>
            </a:xfrm>
          </p:grpSpPr>
          <p:sp>
            <p:nvSpPr>
              <p:cNvPr id="26" name="Rounded Rectangle 9">
                <a:extLst>
                  <a:ext uri="{FF2B5EF4-FFF2-40B4-BE49-F238E27FC236}">
                    <a16:creationId xmlns:a16="http://schemas.microsoft.com/office/drawing/2014/main" id="{F67106E7-5A70-3394-D15E-EDAE72A4781A}"/>
                  </a:ext>
                </a:extLst>
              </p:cNvPr>
              <p:cNvSpPr/>
              <p:nvPr/>
            </p:nvSpPr>
            <p:spPr>
              <a:xfrm>
                <a:off x="228600" y="3086100"/>
                <a:ext cx="5486400" cy="914403"/>
              </a:xfrm>
              <a:custGeom>
                <a:avLst/>
                <a:gdLst/>
                <a:ahLst/>
                <a:cxnLst/>
                <a:rect l="0" t="0" r="0" b="0"/>
                <a:pathLst>
                  <a:path w="5486400" h="914403">
                    <a:moveTo>
                      <a:pt x="0" y="447675"/>
                    </a:moveTo>
                    <a:cubicBezTo>
                      <a:pt x="0" y="200430"/>
                      <a:pt x="185013" y="0"/>
                      <a:pt x="413238" y="0"/>
                    </a:cubicBezTo>
                    <a:lnTo>
                      <a:pt x="5486400" y="0"/>
                    </a:lnTo>
                    <a:lnTo>
                      <a:pt x="5486400" y="447675"/>
                    </a:lnTo>
                    <a:close/>
                    <a:moveTo>
                      <a:pt x="0" y="447488"/>
                    </a:moveTo>
                    <a:lnTo>
                      <a:pt x="5486400" y="447488"/>
                    </a:lnTo>
                    <a:lnTo>
                      <a:pt x="5486400" y="466724"/>
                    </a:lnTo>
                    <a:lnTo>
                      <a:pt x="0" y="466724"/>
                    </a:lnTo>
                    <a:close/>
                    <a:moveTo>
                      <a:pt x="0" y="466725"/>
                    </a:moveTo>
                    <a:lnTo>
                      <a:pt x="5486400" y="466725"/>
                    </a:lnTo>
                    <a:cubicBezTo>
                      <a:pt x="5486400" y="713971"/>
                      <a:pt x="5301385" y="914403"/>
                      <a:pt x="5073157" y="914403"/>
                    </a:cubicBezTo>
                    <a:lnTo>
                      <a:pt x="413241" y="914403"/>
                    </a:lnTo>
                    <a:cubicBezTo>
                      <a:pt x="185014" y="914403"/>
                      <a:pt x="0" y="713971"/>
                      <a:pt x="0" y="466725"/>
                    </a:cubicBezTo>
                    <a:close/>
                  </a:path>
                </a:pathLst>
              </a:custGeom>
              <a:solidFill>
                <a:srgbClr val="4E88E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10">
                <a:extLst>
                  <a:ext uri="{FF2B5EF4-FFF2-40B4-BE49-F238E27FC236}">
                    <a16:creationId xmlns:a16="http://schemas.microsoft.com/office/drawing/2014/main" id="{224883AB-78EE-9C67-6B40-1C360BC41695}"/>
                  </a:ext>
                </a:extLst>
              </p:cNvPr>
              <p:cNvSpPr/>
              <p:nvPr/>
            </p:nvSpPr>
            <p:spPr>
              <a:xfrm>
                <a:off x="228600" y="3086100"/>
                <a:ext cx="5486400" cy="914403"/>
              </a:xfrm>
              <a:custGeom>
                <a:avLst/>
                <a:gdLst/>
                <a:ahLst/>
                <a:cxnLst/>
                <a:rect l="0" t="0" r="0" b="0"/>
                <a:pathLst>
                  <a:path w="5486400" h="914403">
                    <a:moveTo>
                      <a:pt x="0" y="447675"/>
                    </a:moveTo>
                    <a:cubicBezTo>
                      <a:pt x="0" y="200430"/>
                      <a:pt x="200430" y="0"/>
                      <a:pt x="447675" y="0"/>
                    </a:cubicBezTo>
                    <a:lnTo>
                      <a:pt x="957262" y="0"/>
                    </a:lnTo>
                    <a:moveTo>
                      <a:pt x="1873020" y="0"/>
                    </a:moveTo>
                    <a:lnTo>
                      <a:pt x="5486398" y="0"/>
                    </a:lnTo>
                    <a:lnTo>
                      <a:pt x="5486398" y="447675"/>
                    </a:lnTo>
                    <a:moveTo>
                      <a:pt x="0" y="466724"/>
                    </a:moveTo>
                    <a:lnTo>
                      <a:pt x="0" y="447488"/>
                    </a:lnTo>
                    <a:moveTo>
                      <a:pt x="5486400" y="447488"/>
                    </a:moveTo>
                    <a:lnTo>
                      <a:pt x="5486400" y="466724"/>
                    </a:lnTo>
                    <a:moveTo>
                      <a:pt x="5486400" y="466725"/>
                    </a:moveTo>
                    <a:cubicBezTo>
                      <a:pt x="5486400" y="713971"/>
                      <a:pt x="5301385" y="914403"/>
                      <a:pt x="5073157" y="914403"/>
                    </a:cubicBezTo>
                    <a:lnTo>
                      <a:pt x="413241" y="914403"/>
                    </a:lnTo>
                    <a:cubicBezTo>
                      <a:pt x="185014" y="914403"/>
                      <a:pt x="0" y="713971"/>
                      <a:pt x="0" y="466725"/>
                    </a:cubicBezTo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2" name="Rounded Rectangle 12">
              <a:extLst>
                <a:ext uri="{FF2B5EF4-FFF2-40B4-BE49-F238E27FC236}">
                  <a16:creationId xmlns:a16="http://schemas.microsoft.com/office/drawing/2014/main" id="{C64B67E3-567A-0C80-9A6F-900437CA4C2E}"/>
                </a:ext>
              </a:extLst>
            </p:cNvPr>
            <p:cNvSpPr/>
            <p:nvPr/>
          </p:nvSpPr>
          <p:spPr>
            <a:xfrm>
              <a:off x="2647950" y="4260055"/>
              <a:ext cx="958615" cy="914392"/>
            </a:xfrm>
            <a:custGeom>
              <a:avLst/>
              <a:gdLst/>
              <a:ahLst/>
              <a:cxnLst/>
              <a:rect l="0" t="0" r="0" b="0"/>
              <a:pathLst>
                <a:path w="958615" h="914392">
                  <a:moveTo>
                    <a:pt x="0" y="127791"/>
                  </a:moveTo>
                  <a:cubicBezTo>
                    <a:pt x="0" y="80570"/>
                    <a:pt x="16086" y="35791"/>
                    <a:pt x="44215" y="0"/>
                  </a:cubicBezTo>
                  <a:moveTo>
                    <a:pt x="914400" y="127791"/>
                  </a:moveTo>
                  <a:cubicBezTo>
                    <a:pt x="914400" y="80569"/>
                    <a:pt x="930486" y="35791"/>
                    <a:pt x="958615" y="0"/>
                  </a:cubicBezTo>
                  <a:moveTo>
                    <a:pt x="914400" y="123825"/>
                  </a:moveTo>
                  <a:lnTo>
                    <a:pt x="914400" y="476250"/>
                  </a:lnTo>
                  <a:moveTo>
                    <a:pt x="0" y="476250"/>
                  </a:moveTo>
                  <a:lnTo>
                    <a:pt x="0" y="123825"/>
                  </a:lnTo>
                  <a:moveTo>
                    <a:pt x="914400" y="473868"/>
                  </a:moveTo>
                  <a:cubicBezTo>
                    <a:pt x="914400" y="717162"/>
                    <a:pt x="717170" y="914392"/>
                    <a:pt x="473876" y="914392"/>
                  </a:cubicBezTo>
                  <a:lnTo>
                    <a:pt x="440523" y="914392"/>
                  </a:lnTo>
                  <a:cubicBezTo>
                    <a:pt x="197229" y="914392"/>
                    <a:pt x="0" y="717162"/>
                    <a:pt x="0" y="473868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3">
              <a:extLst>
                <a:ext uri="{FF2B5EF4-FFF2-40B4-BE49-F238E27FC236}">
                  <a16:creationId xmlns:a16="http://schemas.microsoft.com/office/drawing/2014/main" id="{3467B730-4242-B7B5-07F5-173FA7C27C81}"/>
                </a:ext>
              </a:extLst>
            </p:cNvPr>
            <p:cNvSpPr/>
            <p:nvPr/>
          </p:nvSpPr>
          <p:spPr>
            <a:xfrm>
              <a:off x="3373771" y="2653284"/>
              <a:ext cx="376555" cy="460798"/>
            </a:xfrm>
            <a:custGeom>
              <a:avLst/>
              <a:gdLst/>
              <a:ahLst/>
              <a:cxnLst/>
              <a:rect l="0" t="0" r="0" b="0"/>
              <a:pathLst>
                <a:path w="376555" h="460798">
                  <a:moveTo>
                    <a:pt x="169394" y="100601"/>
                  </a:moveTo>
                  <a:cubicBezTo>
                    <a:pt x="169415" y="77018"/>
                    <a:pt x="153840" y="56263"/>
                    <a:pt x="131191" y="49692"/>
                  </a:cubicBezTo>
                  <a:cubicBezTo>
                    <a:pt x="108543" y="43121"/>
                    <a:pt x="84278" y="52318"/>
                    <a:pt x="71674" y="72250"/>
                  </a:cubicBezTo>
                  <a:cubicBezTo>
                    <a:pt x="59071" y="92182"/>
                    <a:pt x="61165" y="118046"/>
                    <a:pt x="76811" y="135691"/>
                  </a:cubicBezTo>
                  <a:cubicBezTo>
                    <a:pt x="77642" y="136436"/>
                    <a:pt x="78407" y="137252"/>
                    <a:pt x="79097" y="138129"/>
                  </a:cubicBezTo>
                  <a:cubicBezTo>
                    <a:pt x="94262" y="153221"/>
                    <a:pt x="117018" y="157706"/>
                    <a:pt x="136776" y="149496"/>
                  </a:cubicBezTo>
                  <a:cubicBezTo>
                    <a:pt x="156533" y="141286"/>
                    <a:pt x="169409" y="121996"/>
                    <a:pt x="169413" y="100601"/>
                  </a:cubicBezTo>
                  <a:close/>
                  <a:moveTo>
                    <a:pt x="34044" y="205966"/>
                  </a:moveTo>
                  <a:cubicBezTo>
                    <a:pt x="26495" y="213154"/>
                    <a:pt x="14572" y="212940"/>
                    <a:pt x="7286" y="205487"/>
                  </a:cubicBezTo>
                  <a:cubicBezTo>
                    <a:pt x="0" y="198034"/>
                    <a:pt x="56" y="186109"/>
                    <a:pt x="7412" y="178725"/>
                  </a:cubicBezTo>
                  <a:lnTo>
                    <a:pt x="38768" y="148111"/>
                  </a:lnTo>
                  <a:cubicBezTo>
                    <a:pt x="14465" y="108370"/>
                    <a:pt x="24075" y="56695"/>
                    <a:pt x="61040" y="28347"/>
                  </a:cubicBezTo>
                  <a:cubicBezTo>
                    <a:pt x="98005" y="0"/>
                    <a:pt x="150404" y="4121"/>
                    <a:pt x="182482" y="37900"/>
                  </a:cubicBezTo>
                  <a:cubicBezTo>
                    <a:pt x="214560" y="71679"/>
                    <a:pt x="215972" y="124221"/>
                    <a:pt x="185754" y="159673"/>
                  </a:cubicBezTo>
                  <a:cubicBezTo>
                    <a:pt x="155536" y="195126"/>
                    <a:pt x="103434" y="202056"/>
                    <a:pt x="65000" y="175734"/>
                  </a:cubicBezTo>
                  <a:close/>
                  <a:moveTo>
                    <a:pt x="69420" y="210614"/>
                  </a:moveTo>
                  <a:cubicBezTo>
                    <a:pt x="78595" y="214538"/>
                    <a:pt x="88227" y="217291"/>
                    <a:pt x="98090" y="218806"/>
                  </a:cubicBezTo>
                  <a:lnTo>
                    <a:pt x="97957" y="218920"/>
                  </a:lnTo>
                  <a:cubicBezTo>
                    <a:pt x="98607" y="219466"/>
                    <a:pt x="99288" y="219975"/>
                    <a:pt x="99995" y="220444"/>
                  </a:cubicBezTo>
                  <a:cubicBezTo>
                    <a:pt x="104319" y="223378"/>
                    <a:pt x="111520" y="226559"/>
                    <a:pt x="121693" y="229474"/>
                  </a:cubicBezTo>
                  <a:cubicBezTo>
                    <a:pt x="141829" y="235227"/>
                    <a:pt x="170499" y="238999"/>
                    <a:pt x="202732" y="238999"/>
                  </a:cubicBezTo>
                  <a:cubicBezTo>
                    <a:pt x="234983" y="238999"/>
                    <a:pt x="263654" y="235227"/>
                    <a:pt x="283790" y="229474"/>
                  </a:cubicBezTo>
                  <a:cubicBezTo>
                    <a:pt x="293962" y="226559"/>
                    <a:pt x="301144" y="223359"/>
                    <a:pt x="305468" y="220444"/>
                  </a:cubicBezTo>
                  <a:cubicBezTo>
                    <a:pt x="306189" y="219978"/>
                    <a:pt x="306877" y="219463"/>
                    <a:pt x="307526" y="218901"/>
                  </a:cubicBezTo>
                  <a:cubicBezTo>
                    <a:pt x="307031" y="218482"/>
                    <a:pt x="306364" y="217968"/>
                    <a:pt x="305468" y="217377"/>
                  </a:cubicBezTo>
                  <a:cubicBezTo>
                    <a:pt x="293562" y="209338"/>
                    <a:pt x="277789" y="206290"/>
                    <a:pt x="263844" y="203814"/>
                  </a:cubicBezTo>
                  <a:cubicBezTo>
                    <a:pt x="260663" y="203413"/>
                    <a:pt x="257672" y="202975"/>
                    <a:pt x="254776" y="202594"/>
                  </a:cubicBezTo>
                  <a:cubicBezTo>
                    <a:pt x="240241" y="200594"/>
                    <a:pt x="227516" y="198841"/>
                    <a:pt x="201436" y="198841"/>
                  </a:cubicBezTo>
                  <a:cubicBezTo>
                    <a:pt x="196064" y="198841"/>
                    <a:pt x="190425" y="198822"/>
                    <a:pt x="184596" y="198918"/>
                  </a:cubicBezTo>
                  <a:cubicBezTo>
                    <a:pt x="195817" y="191129"/>
                    <a:pt x="205628" y="181485"/>
                    <a:pt x="213609" y="170400"/>
                  </a:cubicBezTo>
                  <a:cubicBezTo>
                    <a:pt x="243518" y="171143"/>
                    <a:pt x="270797" y="174915"/>
                    <a:pt x="291657" y="180877"/>
                  </a:cubicBezTo>
                  <a:cubicBezTo>
                    <a:pt x="303221" y="184173"/>
                    <a:pt x="313641" y="188402"/>
                    <a:pt x="321489" y="193698"/>
                  </a:cubicBezTo>
                  <a:cubicBezTo>
                    <a:pt x="326446" y="196901"/>
                    <a:pt x="330624" y="201170"/>
                    <a:pt x="333720" y="206195"/>
                  </a:cubicBezTo>
                  <a:cubicBezTo>
                    <a:pt x="334669" y="207019"/>
                    <a:pt x="335446" y="208022"/>
                    <a:pt x="336006" y="209148"/>
                  </a:cubicBezTo>
                  <a:cubicBezTo>
                    <a:pt x="346559" y="230674"/>
                    <a:pt x="355722" y="255058"/>
                    <a:pt x="365152" y="280147"/>
                  </a:cubicBezTo>
                  <a:cubicBezTo>
                    <a:pt x="368105" y="287995"/>
                    <a:pt x="371096" y="295920"/>
                    <a:pt x="374144" y="303845"/>
                  </a:cubicBezTo>
                  <a:cubicBezTo>
                    <a:pt x="376555" y="310090"/>
                    <a:pt x="375734" y="317121"/>
                    <a:pt x="371949" y="322642"/>
                  </a:cubicBezTo>
                  <a:cubicBezTo>
                    <a:pt x="368164" y="328164"/>
                    <a:pt x="361902" y="331465"/>
                    <a:pt x="355208" y="331468"/>
                  </a:cubicBezTo>
                  <a:lnTo>
                    <a:pt x="337415" y="331468"/>
                  </a:lnTo>
                  <a:lnTo>
                    <a:pt x="337415" y="365034"/>
                  </a:lnTo>
                  <a:cubicBezTo>
                    <a:pt x="337415" y="394103"/>
                    <a:pt x="313850" y="417669"/>
                    <a:pt x="284780" y="417669"/>
                  </a:cubicBezTo>
                  <a:lnTo>
                    <a:pt x="272779" y="417669"/>
                  </a:lnTo>
                  <a:lnTo>
                    <a:pt x="272779" y="451273"/>
                  </a:lnTo>
                  <a:cubicBezTo>
                    <a:pt x="272779" y="456534"/>
                    <a:pt x="268514" y="460798"/>
                    <a:pt x="263254" y="460798"/>
                  </a:cubicBezTo>
                  <a:lnTo>
                    <a:pt x="112378" y="460798"/>
                  </a:lnTo>
                  <a:cubicBezTo>
                    <a:pt x="107117" y="460798"/>
                    <a:pt x="102853" y="456534"/>
                    <a:pt x="102853" y="451273"/>
                  </a:cubicBezTo>
                  <a:lnTo>
                    <a:pt x="102853" y="365319"/>
                  </a:lnTo>
                  <a:cubicBezTo>
                    <a:pt x="61836" y="325044"/>
                    <a:pt x="48681" y="264243"/>
                    <a:pt x="69382" y="2106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4">
              <a:extLst>
                <a:ext uri="{FF2B5EF4-FFF2-40B4-BE49-F238E27FC236}">
                  <a16:creationId xmlns:a16="http://schemas.microsoft.com/office/drawing/2014/main" id="{0B3681E8-CBFC-B460-5CE1-74A3B6332C63}"/>
                </a:ext>
              </a:extLst>
            </p:cNvPr>
            <p:cNvSpPr/>
            <p:nvPr/>
          </p:nvSpPr>
          <p:spPr>
            <a:xfrm>
              <a:off x="3104587" y="3574255"/>
              <a:ext cx="456429" cy="458040"/>
            </a:xfrm>
            <a:custGeom>
              <a:avLst/>
              <a:gdLst/>
              <a:ahLst/>
              <a:cxnLst/>
              <a:rect l="0" t="0" r="0" b="0"/>
              <a:pathLst>
                <a:path w="456429" h="458040">
                  <a:moveTo>
                    <a:pt x="293551" y="377952"/>
                  </a:moveTo>
                  <a:cubicBezTo>
                    <a:pt x="252256" y="394685"/>
                    <a:pt x="206068" y="394685"/>
                    <a:pt x="164773" y="377952"/>
                  </a:cubicBezTo>
                  <a:cubicBezTo>
                    <a:pt x="155039" y="373955"/>
                    <a:pt x="150389" y="362823"/>
                    <a:pt x="154387" y="353090"/>
                  </a:cubicBezTo>
                  <a:cubicBezTo>
                    <a:pt x="158386" y="343357"/>
                    <a:pt x="169518" y="338709"/>
                    <a:pt x="179251" y="342709"/>
                  </a:cubicBezTo>
                  <a:cubicBezTo>
                    <a:pt x="211349" y="355565"/>
                    <a:pt x="247165" y="355565"/>
                    <a:pt x="279263" y="342709"/>
                  </a:cubicBezTo>
                  <a:cubicBezTo>
                    <a:pt x="288995" y="338785"/>
                    <a:pt x="300068" y="343470"/>
                    <a:pt x="304028" y="353187"/>
                  </a:cubicBezTo>
                  <a:cubicBezTo>
                    <a:pt x="307953" y="362918"/>
                    <a:pt x="303268" y="373991"/>
                    <a:pt x="293551" y="377952"/>
                  </a:cubicBezTo>
                  <a:close/>
                  <a:moveTo>
                    <a:pt x="295790" y="91541"/>
                  </a:moveTo>
                  <a:cubicBezTo>
                    <a:pt x="296289" y="84698"/>
                    <a:pt x="300430" y="78652"/>
                    <a:pt x="306630" y="75713"/>
                  </a:cubicBezTo>
                  <a:cubicBezTo>
                    <a:pt x="312831" y="72774"/>
                    <a:pt x="320132" y="73396"/>
                    <a:pt x="325745" y="77343"/>
                  </a:cubicBezTo>
                  <a:cubicBezTo>
                    <a:pt x="372609" y="109294"/>
                    <a:pt x="400637" y="162355"/>
                    <a:pt x="400612" y="219075"/>
                  </a:cubicBezTo>
                  <a:cubicBezTo>
                    <a:pt x="400769" y="226200"/>
                    <a:pt x="400451" y="233328"/>
                    <a:pt x="399659" y="240411"/>
                  </a:cubicBezTo>
                  <a:cubicBezTo>
                    <a:pt x="398398" y="250933"/>
                    <a:pt x="388845" y="258440"/>
                    <a:pt x="378323" y="257177"/>
                  </a:cubicBezTo>
                  <a:cubicBezTo>
                    <a:pt x="367801" y="255915"/>
                    <a:pt x="360295" y="246360"/>
                    <a:pt x="361560" y="235839"/>
                  </a:cubicBezTo>
                  <a:cubicBezTo>
                    <a:pt x="362167" y="230271"/>
                    <a:pt x="362485" y="224675"/>
                    <a:pt x="362512" y="219075"/>
                  </a:cubicBezTo>
                  <a:cubicBezTo>
                    <a:pt x="362538" y="174925"/>
                    <a:pt x="340711" y="133625"/>
                    <a:pt x="304219" y="108775"/>
                  </a:cubicBezTo>
                  <a:cubicBezTo>
                    <a:pt x="298511" y="104968"/>
                    <a:pt x="295291" y="98385"/>
                    <a:pt x="295790" y="91541"/>
                  </a:cubicBezTo>
                  <a:close/>
                  <a:moveTo>
                    <a:pt x="59045" y="240411"/>
                  </a:moveTo>
                  <a:cubicBezTo>
                    <a:pt x="58127" y="233336"/>
                    <a:pt x="57681" y="226208"/>
                    <a:pt x="57712" y="219075"/>
                  </a:cubicBezTo>
                  <a:cubicBezTo>
                    <a:pt x="57687" y="162355"/>
                    <a:pt x="85715" y="109294"/>
                    <a:pt x="132578" y="77343"/>
                  </a:cubicBezTo>
                  <a:cubicBezTo>
                    <a:pt x="138192" y="73396"/>
                    <a:pt x="145493" y="72774"/>
                    <a:pt x="151694" y="75713"/>
                  </a:cubicBezTo>
                  <a:cubicBezTo>
                    <a:pt x="157894" y="78652"/>
                    <a:pt x="162035" y="84698"/>
                    <a:pt x="162534" y="91541"/>
                  </a:cubicBezTo>
                  <a:cubicBezTo>
                    <a:pt x="163033" y="98385"/>
                    <a:pt x="159813" y="104968"/>
                    <a:pt x="154105" y="108775"/>
                  </a:cubicBezTo>
                  <a:cubicBezTo>
                    <a:pt x="117975" y="133839"/>
                    <a:pt x="96523" y="175103"/>
                    <a:pt x="96764" y="219075"/>
                  </a:cubicBezTo>
                  <a:cubicBezTo>
                    <a:pt x="96475" y="224659"/>
                    <a:pt x="96475" y="230254"/>
                    <a:pt x="96764" y="235838"/>
                  </a:cubicBezTo>
                  <a:cubicBezTo>
                    <a:pt x="97997" y="246246"/>
                    <a:pt x="90591" y="255694"/>
                    <a:pt x="80191" y="256984"/>
                  </a:cubicBezTo>
                  <a:cubicBezTo>
                    <a:pt x="69784" y="258216"/>
                    <a:pt x="60335" y="250811"/>
                    <a:pt x="59045" y="240411"/>
                  </a:cubicBezTo>
                  <a:close/>
                  <a:moveTo>
                    <a:pt x="156581" y="180975"/>
                  </a:moveTo>
                  <a:cubicBezTo>
                    <a:pt x="155198" y="180895"/>
                    <a:pt x="153900" y="180280"/>
                    <a:pt x="152962" y="179260"/>
                  </a:cubicBezTo>
                  <a:cubicBezTo>
                    <a:pt x="152314" y="177938"/>
                    <a:pt x="152314" y="176391"/>
                    <a:pt x="152962" y="175069"/>
                  </a:cubicBezTo>
                  <a:cubicBezTo>
                    <a:pt x="160979" y="139827"/>
                    <a:pt x="192334" y="114835"/>
                    <a:pt x="228476" y="114881"/>
                  </a:cubicBezTo>
                  <a:cubicBezTo>
                    <a:pt x="264618" y="114927"/>
                    <a:pt x="295910" y="139997"/>
                    <a:pt x="303838" y="175259"/>
                  </a:cubicBezTo>
                  <a:cubicBezTo>
                    <a:pt x="304091" y="176667"/>
                    <a:pt x="303745" y="178117"/>
                    <a:pt x="302885" y="179260"/>
                  </a:cubicBezTo>
                  <a:cubicBezTo>
                    <a:pt x="301947" y="180388"/>
                    <a:pt x="300542" y="181020"/>
                    <a:pt x="299075" y="180975"/>
                  </a:cubicBezTo>
                  <a:close/>
                  <a:moveTo>
                    <a:pt x="181537" y="47625"/>
                  </a:moveTo>
                  <a:cubicBezTo>
                    <a:pt x="181537" y="21322"/>
                    <a:pt x="202859" y="0"/>
                    <a:pt x="229162" y="0"/>
                  </a:cubicBezTo>
                  <a:cubicBezTo>
                    <a:pt x="255465" y="0"/>
                    <a:pt x="276787" y="21322"/>
                    <a:pt x="276787" y="47625"/>
                  </a:cubicBezTo>
                  <a:cubicBezTo>
                    <a:pt x="276787" y="73927"/>
                    <a:pt x="255465" y="95250"/>
                    <a:pt x="229162" y="95250"/>
                  </a:cubicBezTo>
                  <a:cubicBezTo>
                    <a:pt x="202859" y="95250"/>
                    <a:pt x="181537" y="73927"/>
                    <a:pt x="181537" y="47625"/>
                  </a:cubicBezTo>
                  <a:moveTo>
                    <a:pt x="455857" y="451294"/>
                  </a:moveTo>
                  <a:cubicBezTo>
                    <a:pt x="456429" y="452632"/>
                    <a:pt x="456429" y="454147"/>
                    <a:pt x="455857" y="455485"/>
                  </a:cubicBezTo>
                  <a:cubicBezTo>
                    <a:pt x="454860" y="456533"/>
                    <a:pt x="453492" y="457149"/>
                    <a:pt x="452047" y="457200"/>
                  </a:cubicBezTo>
                  <a:lnTo>
                    <a:pt x="309934" y="457200"/>
                  </a:lnTo>
                  <a:cubicBezTo>
                    <a:pt x="308520" y="457172"/>
                    <a:pt x="307192" y="456517"/>
                    <a:pt x="306309" y="455413"/>
                  </a:cubicBezTo>
                  <a:cubicBezTo>
                    <a:pt x="305426" y="454309"/>
                    <a:pt x="305079" y="452870"/>
                    <a:pt x="305362" y="451485"/>
                  </a:cubicBezTo>
                  <a:cubicBezTo>
                    <a:pt x="313120" y="415683"/>
                    <a:pt x="344931" y="390235"/>
                    <a:pt x="381562" y="390525"/>
                  </a:cubicBezTo>
                  <a:cubicBezTo>
                    <a:pt x="417421" y="391106"/>
                    <a:pt x="448177" y="416262"/>
                    <a:pt x="455857" y="451294"/>
                  </a:cubicBezTo>
                  <a:close/>
                  <a:moveTo>
                    <a:pt x="334508" y="323850"/>
                  </a:moveTo>
                  <a:cubicBezTo>
                    <a:pt x="334508" y="297547"/>
                    <a:pt x="355831" y="276225"/>
                    <a:pt x="382133" y="276225"/>
                  </a:cubicBezTo>
                  <a:cubicBezTo>
                    <a:pt x="408436" y="276225"/>
                    <a:pt x="429758" y="297547"/>
                    <a:pt x="429758" y="323850"/>
                  </a:cubicBezTo>
                  <a:cubicBezTo>
                    <a:pt x="429758" y="350152"/>
                    <a:pt x="408436" y="371475"/>
                    <a:pt x="382133" y="371475"/>
                  </a:cubicBezTo>
                  <a:cubicBezTo>
                    <a:pt x="355831" y="371475"/>
                    <a:pt x="334508" y="350152"/>
                    <a:pt x="334508" y="323850"/>
                  </a:cubicBezTo>
                  <a:moveTo>
                    <a:pt x="152962" y="451294"/>
                  </a:moveTo>
                  <a:cubicBezTo>
                    <a:pt x="153320" y="452740"/>
                    <a:pt x="152981" y="454269"/>
                    <a:pt x="152046" y="455429"/>
                  </a:cubicBezTo>
                  <a:cubicBezTo>
                    <a:pt x="151111" y="456588"/>
                    <a:pt x="149688" y="457243"/>
                    <a:pt x="148199" y="457200"/>
                  </a:cubicBezTo>
                  <a:lnTo>
                    <a:pt x="6277" y="457200"/>
                  </a:lnTo>
                  <a:cubicBezTo>
                    <a:pt x="4206" y="458040"/>
                    <a:pt x="1828" y="457327"/>
                    <a:pt x="562" y="455485"/>
                  </a:cubicBezTo>
                  <a:cubicBezTo>
                    <a:pt x="0" y="454211"/>
                    <a:pt x="0" y="452759"/>
                    <a:pt x="562" y="451485"/>
                  </a:cubicBezTo>
                  <a:cubicBezTo>
                    <a:pt x="8320" y="415683"/>
                    <a:pt x="40131" y="390235"/>
                    <a:pt x="76762" y="390525"/>
                  </a:cubicBezTo>
                  <a:cubicBezTo>
                    <a:pt x="113310" y="390289"/>
                    <a:pt x="145060" y="415609"/>
                    <a:pt x="152962" y="451294"/>
                  </a:cubicBezTo>
                  <a:close/>
                  <a:moveTo>
                    <a:pt x="30470" y="323850"/>
                  </a:moveTo>
                  <a:cubicBezTo>
                    <a:pt x="30470" y="297547"/>
                    <a:pt x="51793" y="276225"/>
                    <a:pt x="78095" y="276225"/>
                  </a:cubicBezTo>
                  <a:cubicBezTo>
                    <a:pt x="104398" y="276225"/>
                    <a:pt x="125720" y="297547"/>
                    <a:pt x="125720" y="323850"/>
                  </a:cubicBezTo>
                  <a:cubicBezTo>
                    <a:pt x="125720" y="350152"/>
                    <a:pt x="104398" y="371475"/>
                    <a:pt x="78095" y="371475"/>
                  </a:cubicBezTo>
                  <a:cubicBezTo>
                    <a:pt x="51793" y="371475"/>
                    <a:pt x="30470" y="350152"/>
                    <a:pt x="30470" y="3238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5">
              <a:extLst>
                <a:ext uri="{FF2B5EF4-FFF2-40B4-BE49-F238E27FC236}">
                  <a16:creationId xmlns:a16="http://schemas.microsoft.com/office/drawing/2014/main" id="{BDBDB6BE-35A3-26C2-CDD5-C7BA1CB6B5B2}"/>
                </a:ext>
              </a:extLst>
            </p:cNvPr>
            <p:cNvSpPr/>
            <p:nvPr/>
          </p:nvSpPr>
          <p:spPr>
            <a:xfrm>
              <a:off x="2876539" y="4507309"/>
              <a:ext cx="457210" cy="419114"/>
            </a:xfrm>
            <a:custGeom>
              <a:avLst/>
              <a:gdLst/>
              <a:ahLst/>
              <a:cxnLst/>
              <a:rect l="0" t="0" r="0" b="0"/>
              <a:pathLst>
                <a:path w="457210" h="419114">
                  <a:moveTo>
                    <a:pt x="319097" y="163463"/>
                  </a:moveTo>
                  <a:lnTo>
                    <a:pt x="319097" y="230138"/>
                  </a:lnTo>
                  <a:cubicBezTo>
                    <a:pt x="319097" y="243289"/>
                    <a:pt x="308436" y="253951"/>
                    <a:pt x="295285" y="253951"/>
                  </a:cubicBezTo>
                  <a:lnTo>
                    <a:pt x="280997" y="253951"/>
                  </a:lnTo>
                  <a:lnTo>
                    <a:pt x="280997" y="139651"/>
                  </a:lnTo>
                  <a:lnTo>
                    <a:pt x="295285" y="139651"/>
                  </a:lnTo>
                  <a:cubicBezTo>
                    <a:pt x="308436" y="139651"/>
                    <a:pt x="319097" y="150312"/>
                    <a:pt x="319097" y="163463"/>
                  </a:cubicBezTo>
                  <a:close/>
                  <a:moveTo>
                    <a:pt x="185747" y="163463"/>
                  </a:moveTo>
                  <a:lnTo>
                    <a:pt x="185747" y="196801"/>
                  </a:lnTo>
                  <a:lnTo>
                    <a:pt x="138122" y="196801"/>
                  </a:lnTo>
                  <a:lnTo>
                    <a:pt x="138122" y="163463"/>
                  </a:lnTo>
                  <a:cubicBezTo>
                    <a:pt x="138122" y="150312"/>
                    <a:pt x="148784" y="139651"/>
                    <a:pt x="161935" y="139651"/>
                  </a:cubicBezTo>
                  <a:cubicBezTo>
                    <a:pt x="175086" y="139651"/>
                    <a:pt x="185747" y="150312"/>
                    <a:pt x="185747" y="163463"/>
                  </a:cubicBezTo>
                  <a:close/>
                  <a:moveTo>
                    <a:pt x="457210" y="38495"/>
                  </a:moveTo>
                  <a:lnTo>
                    <a:pt x="457210" y="314720"/>
                  </a:lnTo>
                  <a:cubicBezTo>
                    <a:pt x="457210" y="335762"/>
                    <a:pt x="440152" y="352820"/>
                    <a:pt x="419110" y="352820"/>
                  </a:cubicBezTo>
                  <a:cubicBezTo>
                    <a:pt x="306334" y="356059"/>
                    <a:pt x="247660" y="387491"/>
                    <a:pt x="247660" y="400064"/>
                  </a:cubicBezTo>
                  <a:cubicBezTo>
                    <a:pt x="247660" y="410585"/>
                    <a:pt x="239131" y="419114"/>
                    <a:pt x="228610" y="419114"/>
                  </a:cubicBezTo>
                  <a:cubicBezTo>
                    <a:pt x="218089" y="419114"/>
                    <a:pt x="209560" y="410585"/>
                    <a:pt x="209560" y="400064"/>
                  </a:cubicBezTo>
                  <a:cubicBezTo>
                    <a:pt x="209560" y="387491"/>
                    <a:pt x="152410" y="356059"/>
                    <a:pt x="38110" y="352820"/>
                  </a:cubicBezTo>
                  <a:cubicBezTo>
                    <a:pt x="17068" y="352820"/>
                    <a:pt x="10" y="335762"/>
                    <a:pt x="10" y="314720"/>
                  </a:cubicBezTo>
                  <a:lnTo>
                    <a:pt x="10" y="38495"/>
                  </a:lnTo>
                  <a:cubicBezTo>
                    <a:pt x="0" y="28153"/>
                    <a:pt x="4194" y="18251"/>
                    <a:pt x="11630" y="11063"/>
                  </a:cubicBezTo>
                  <a:cubicBezTo>
                    <a:pt x="18903" y="3862"/>
                    <a:pt x="28836" y="0"/>
                    <a:pt x="39062" y="395"/>
                  </a:cubicBezTo>
                  <a:cubicBezTo>
                    <a:pt x="112214" y="2681"/>
                    <a:pt x="185747" y="17159"/>
                    <a:pt x="223847" y="44401"/>
                  </a:cubicBezTo>
                  <a:cubicBezTo>
                    <a:pt x="227254" y="46879"/>
                    <a:pt x="231870" y="46879"/>
                    <a:pt x="235277" y="44401"/>
                  </a:cubicBezTo>
                  <a:cubicBezTo>
                    <a:pt x="272425" y="16969"/>
                    <a:pt x="345958" y="2491"/>
                    <a:pt x="419110" y="395"/>
                  </a:cubicBezTo>
                  <a:cubicBezTo>
                    <a:pt x="429041" y="290"/>
                    <a:pt x="438592" y="4206"/>
                    <a:pt x="445589" y="11254"/>
                  </a:cubicBezTo>
                  <a:cubicBezTo>
                    <a:pt x="452978" y="18396"/>
                    <a:pt x="457169" y="28219"/>
                    <a:pt x="457210" y="38495"/>
                  </a:cubicBezTo>
                  <a:close/>
                  <a:moveTo>
                    <a:pt x="214322" y="163463"/>
                  </a:moveTo>
                  <a:cubicBezTo>
                    <a:pt x="214322" y="134530"/>
                    <a:pt x="190868" y="111076"/>
                    <a:pt x="161935" y="111076"/>
                  </a:cubicBezTo>
                  <a:cubicBezTo>
                    <a:pt x="133002" y="111076"/>
                    <a:pt x="109547" y="134530"/>
                    <a:pt x="109547" y="163463"/>
                  </a:cubicBezTo>
                  <a:lnTo>
                    <a:pt x="109547" y="268238"/>
                  </a:lnTo>
                  <a:cubicBezTo>
                    <a:pt x="109547" y="276129"/>
                    <a:pt x="115944" y="282526"/>
                    <a:pt x="123835" y="282526"/>
                  </a:cubicBezTo>
                  <a:cubicBezTo>
                    <a:pt x="131726" y="282526"/>
                    <a:pt x="138122" y="276129"/>
                    <a:pt x="138122" y="268238"/>
                  </a:cubicBezTo>
                  <a:lnTo>
                    <a:pt x="138122" y="225376"/>
                  </a:lnTo>
                  <a:lnTo>
                    <a:pt x="185747" y="225376"/>
                  </a:lnTo>
                  <a:lnTo>
                    <a:pt x="185747" y="268238"/>
                  </a:lnTo>
                  <a:cubicBezTo>
                    <a:pt x="185747" y="276129"/>
                    <a:pt x="192144" y="282526"/>
                    <a:pt x="200035" y="282526"/>
                  </a:cubicBezTo>
                  <a:cubicBezTo>
                    <a:pt x="207926" y="282526"/>
                    <a:pt x="214322" y="276129"/>
                    <a:pt x="214322" y="268238"/>
                  </a:cubicBezTo>
                  <a:close/>
                  <a:moveTo>
                    <a:pt x="347672" y="163463"/>
                  </a:moveTo>
                  <a:cubicBezTo>
                    <a:pt x="347672" y="134530"/>
                    <a:pt x="324218" y="111076"/>
                    <a:pt x="295285" y="111076"/>
                  </a:cubicBezTo>
                  <a:lnTo>
                    <a:pt x="266710" y="111076"/>
                  </a:lnTo>
                  <a:cubicBezTo>
                    <a:pt x="258819" y="111076"/>
                    <a:pt x="252422" y="117472"/>
                    <a:pt x="252422" y="125363"/>
                  </a:cubicBezTo>
                  <a:lnTo>
                    <a:pt x="252422" y="268238"/>
                  </a:lnTo>
                  <a:cubicBezTo>
                    <a:pt x="252525" y="276086"/>
                    <a:pt x="258862" y="282423"/>
                    <a:pt x="266710" y="282526"/>
                  </a:cubicBezTo>
                  <a:lnTo>
                    <a:pt x="295285" y="282526"/>
                  </a:lnTo>
                  <a:cubicBezTo>
                    <a:pt x="324218" y="282526"/>
                    <a:pt x="347672" y="259071"/>
                    <a:pt x="347672" y="2301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349E20-8A45-B8A3-3A84-86753EF9BFF1}"/>
                </a:ext>
              </a:extLst>
            </p:cNvPr>
            <p:cNvSpPr txBox="1"/>
            <p:nvPr/>
          </p:nvSpPr>
          <p:spPr>
            <a:xfrm>
              <a:off x="4267200" y="2564605"/>
              <a:ext cx="1666789" cy="228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Predecir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 Palabras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D8754F-8DAF-0183-DE78-770FA6673F87}"/>
                </a:ext>
              </a:extLst>
            </p:cNvPr>
            <p:cNvSpPr txBox="1"/>
            <p:nvPr/>
          </p:nvSpPr>
          <p:spPr>
            <a:xfrm>
              <a:off x="2579560" y="2769392"/>
              <a:ext cx="142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Roboto"/>
                </a:rP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C006812-F154-2A4B-0014-009F33865372}"/>
                </a:ext>
              </a:extLst>
            </p:cNvPr>
            <p:cNvSpPr txBox="1"/>
            <p:nvPr/>
          </p:nvSpPr>
          <p:spPr>
            <a:xfrm>
              <a:off x="4267200" y="2902742"/>
              <a:ext cx="2557572" cy="3205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FFFFFF"/>
                  </a:solidFill>
                  <a:latin typeface="+mj-lt"/>
                </a:rPr>
                <a:t>El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modelo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predice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la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siguiente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palabra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una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frase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repetidamente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988185-C1AC-8542-D060-74913129DB62}"/>
                </a:ext>
              </a:extLst>
            </p:cNvPr>
            <p:cNvSpPr txBox="1"/>
            <p:nvPr/>
          </p:nvSpPr>
          <p:spPr>
            <a:xfrm>
              <a:off x="2350960" y="3683792"/>
              <a:ext cx="142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Roboto"/>
                </a:rPr>
                <a:t>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762AEC-4824-F925-C4CF-CAC295D9BF4D}"/>
                </a:ext>
              </a:extLst>
            </p:cNvPr>
            <p:cNvSpPr txBox="1"/>
            <p:nvPr/>
          </p:nvSpPr>
          <p:spPr>
            <a:xfrm>
              <a:off x="4038600" y="3479005"/>
              <a:ext cx="1796784" cy="228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Aprender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Patrones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150E99-DB7F-AE6A-4AEE-8091CA6FDE75}"/>
                </a:ext>
              </a:extLst>
            </p:cNvPr>
            <p:cNvSpPr txBox="1"/>
            <p:nvPr/>
          </p:nvSpPr>
          <p:spPr>
            <a:xfrm>
              <a:off x="4038600" y="3817142"/>
              <a:ext cx="2641341" cy="3205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FFFFFF"/>
                  </a:solidFill>
                  <a:latin typeface="+mj-lt"/>
                </a:rPr>
                <a:t>El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modelo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identifica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patrones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lingüísticos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y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relaciones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conceptuales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3438D5-CD2A-7D76-789D-42DCDC1BCACC}"/>
                </a:ext>
              </a:extLst>
            </p:cNvPr>
            <p:cNvSpPr txBox="1"/>
            <p:nvPr/>
          </p:nvSpPr>
          <p:spPr>
            <a:xfrm>
              <a:off x="2122360" y="4598192"/>
              <a:ext cx="142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Roboto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42A1AD-27FC-F3EB-E33A-B7914A7F260A}"/>
                </a:ext>
              </a:extLst>
            </p:cNvPr>
            <p:cNvSpPr txBox="1"/>
            <p:nvPr/>
          </p:nvSpPr>
          <p:spPr>
            <a:xfrm>
              <a:off x="3810000" y="4393405"/>
              <a:ext cx="1952300" cy="2289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Alimentar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 con Datos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E0EE5B-FD4B-FE59-65E3-1AEFCFBC5812}"/>
                </a:ext>
              </a:extLst>
            </p:cNvPr>
            <p:cNvSpPr txBox="1"/>
            <p:nvPr/>
          </p:nvSpPr>
          <p:spPr>
            <a:xfrm>
              <a:off x="3810000" y="4731542"/>
              <a:ext cx="2908199" cy="3205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FFFFFF"/>
                  </a:solidFill>
                  <a:latin typeface="+mj-lt"/>
                </a:rPr>
                <a:t>El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modelo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recibe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vastas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cantidades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texto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de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diversas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fuentes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F879FED-BABD-06A4-FF47-A714434397C4}"/>
              </a:ext>
            </a:extLst>
          </p:cNvPr>
          <p:cNvSpPr txBox="1"/>
          <p:nvPr/>
        </p:nvSpPr>
        <p:spPr>
          <a:xfrm>
            <a:off x="7875977" y="3027864"/>
            <a:ext cx="3842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Ejemplo: </a:t>
            </a:r>
            <a:r>
              <a:rPr lang="es-ES" dirty="0"/>
              <a:t>Si le das el inicio “</a:t>
            </a:r>
            <a:r>
              <a:rPr lang="es-ES" dirty="0">
                <a:solidFill>
                  <a:srgbClr val="FF0000"/>
                </a:solidFill>
              </a:rPr>
              <a:t>El sol se está…</a:t>
            </a:r>
            <a:r>
              <a:rPr lang="es-ES" dirty="0"/>
              <a:t>”, el modelo puede predecir “</a:t>
            </a:r>
            <a:r>
              <a:rPr lang="es-ES" dirty="0">
                <a:solidFill>
                  <a:srgbClr val="FF0000"/>
                </a:solidFill>
              </a:rPr>
              <a:t>poniendo</a:t>
            </a:r>
            <a:r>
              <a:rPr lang="es-ES" dirty="0"/>
              <a:t>” o “</a:t>
            </a:r>
            <a:r>
              <a:rPr lang="es-ES" dirty="0">
                <a:solidFill>
                  <a:srgbClr val="FF0000"/>
                </a:solidFill>
              </a:rPr>
              <a:t>ocultando</a:t>
            </a:r>
            <a:r>
              <a:rPr lang="es-ES" dirty="0"/>
              <a:t>”, según el contexto.</a:t>
            </a:r>
            <a:endParaRPr lang="es-C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24B474-3A23-33FB-00BC-96D1610D99CE}"/>
              </a:ext>
            </a:extLst>
          </p:cNvPr>
          <p:cNvSpPr txBox="1"/>
          <p:nvPr/>
        </p:nvSpPr>
        <p:spPr>
          <a:xfrm>
            <a:off x="6499952" y="5763391"/>
            <a:ext cx="5350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No aprende hechos como un ser humano, sino </a:t>
            </a:r>
            <a:r>
              <a:rPr lang="es-ES" i="1" dirty="0"/>
              <a:t>probabilidades de palabras según el contexto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2454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7D31-204C-4AAB-9B6E-649C7023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1D33A517-98F9-D4A4-4323-892D6F111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/>
              <a:t>LMM: Arquitectura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6FBF7-3F4A-4EF7-4A93-79E63A213CBB}"/>
              </a:ext>
            </a:extLst>
          </p:cNvPr>
          <p:cNvSpPr txBox="1"/>
          <p:nvPr/>
        </p:nvSpPr>
        <p:spPr>
          <a:xfrm>
            <a:off x="486683" y="1650081"/>
            <a:ext cx="62997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arquitectura general de LLM consta de muchas capas como: </a:t>
            </a:r>
          </a:p>
          <a:p>
            <a:pPr algn="just"/>
            <a:endParaRPr lang="es-ES" dirty="0"/>
          </a:p>
          <a:p>
            <a:pPr algn="ctr"/>
            <a:r>
              <a:rPr lang="es-ES" b="1" dirty="0"/>
              <a:t>las capas densas, </a:t>
            </a:r>
          </a:p>
          <a:p>
            <a:pPr algn="ctr"/>
            <a:r>
              <a:rPr lang="es-ES" b="1" dirty="0"/>
              <a:t>capas de </a:t>
            </a:r>
            <a:r>
              <a:rPr lang="es-ES" b="1" dirty="0" err="1"/>
              <a:t>embedding</a:t>
            </a:r>
            <a:r>
              <a:rPr lang="es-ES" b="1" dirty="0"/>
              <a:t> </a:t>
            </a:r>
          </a:p>
          <a:p>
            <a:pPr algn="ctr"/>
            <a:r>
              <a:rPr lang="es-ES" b="1" dirty="0"/>
              <a:t>y las capas de atención</a:t>
            </a:r>
            <a:r>
              <a:rPr lang="es-ES" dirty="0"/>
              <a:t>.</a:t>
            </a:r>
            <a:endParaRPr lang="es-C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245AA9-1AC5-E645-3810-9831C6719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6390" y="953053"/>
            <a:ext cx="3953709" cy="57452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76CA0EB-D543-56B7-4EBD-13ABBB948F72}"/>
              </a:ext>
            </a:extLst>
          </p:cNvPr>
          <p:cNvSpPr/>
          <p:nvPr/>
        </p:nvSpPr>
        <p:spPr>
          <a:xfrm>
            <a:off x="1761562" y="3956803"/>
            <a:ext cx="4022293" cy="7601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Arquitectura de LLM basada en Transformers</a:t>
            </a:r>
            <a:endParaRPr lang="es-CL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0990B76-ACEE-2E0C-7E3D-559BBF13293A}"/>
              </a:ext>
            </a:extLst>
          </p:cNvPr>
          <p:cNvCxnSpPr>
            <a:stCxn id="8" idx="3"/>
            <a:endCxn id="5" idx="1"/>
          </p:cNvCxnSpPr>
          <p:nvPr/>
        </p:nvCxnSpPr>
        <p:spPr>
          <a:xfrm flipV="1">
            <a:off x="5783855" y="3825670"/>
            <a:ext cx="1002535" cy="511215"/>
          </a:xfrm>
          <a:prstGeom prst="bentConnector3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3E27D9E-695E-17E7-7435-E0DE2589B443}"/>
              </a:ext>
            </a:extLst>
          </p:cNvPr>
          <p:cNvSpPr txBox="1"/>
          <p:nvPr/>
        </p:nvSpPr>
        <p:spPr>
          <a:xfrm>
            <a:off x="1226163" y="5108766"/>
            <a:ext cx="4820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b="1" dirty="0"/>
              <a:t>Salida</a:t>
            </a:r>
            <a:r>
              <a:rPr lang="es-CL" dirty="0"/>
              <a:t>: se suele predecir la distribución de probabilidad sobre el siguiente token.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DA089-24B3-8852-5B5B-045A61F2276D}"/>
              </a:ext>
            </a:extLst>
          </p:cNvPr>
          <p:cNvSpPr txBox="1"/>
          <p:nvPr/>
        </p:nvSpPr>
        <p:spPr>
          <a:xfrm>
            <a:off x="721036" y="6051956"/>
            <a:ext cx="6103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Calcula la palabra más probable que sigue… y luego la siguiente, y así, </a:t>
            </a:r>
            <a:r>
              <a:rPr lang="es-ES" dirty="0">
                <a:solidFill>
                  <a:srgbClr val="FF0000"/>
                </a:solidFill>
              </a:rPr>
              <a:t>construye una respuesta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3595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BACA-6ED5-6906-956F-ED8672E9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with her hand on her chin&#10;&#10;AI-generated content may be incorrect.">
            <a:extLst>
              <a:ext uri="{FF2B5EF4-FFF2-40B4-BE49-F238E27FC236}">
                <a16:creationId xmlns:a16="http://schemas.microsoft.com/office/drawing/2014/main" id="{69CC0B89-BA6C-571B-CD15-2B86A44DD69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508" y="1016686"/>
            <a:ext cx="8761971" cy="5841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1E8A60-841F-3D9B-8A6C-E18FDD96F500}"/>
              </a:ext>
            </a:extLst>
          </p:cNvPr>
          <p:cNvSpPr txBox="1"/>
          <p:nvPr/>
        </p:nvSpPr>
        <p:spPr>
          <a:xfrm>
            <a:off x="1074388" y="1787293"/>
            <a:ext cx="6240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dirty="0"/>
              <a:t>¿Cómo se controla el nivel de alucinación?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2467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8D8A-6429-2C13-7ACB-23D1BA70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5D77DA1E-5458-1935-55DD-4CADC87BC7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668474" cy="391824"/>
          </a:xfrm>
        </p:spPr>
        <p:txBody>
          <a:bodyPr/>
          <a:lstStyle/>
          <a:p>
            <a:r>
              <a:rPr lang="es-CL" dirty="0"/>
              <a:t>LLM: Control de temperatura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64646-F540-27BE-7C88-5FC1AF82CC65}"/>
              </a:ext>
            </a:extLst>
          </p:cNvPr>
          <p:cNvSpPr txBox="1"/>
          <p:nvPr/>
        </p:nvSpPr>
        <p:spPr>
          <a:xfrm>
            <a:off x="2489976" y="2173656"/>
            <a:ext cx="6503212" cy="1121809"/>
          </a:xfrm>
          <a:prstGeom prst="rect">
            <a:avLst/>
          </a:prstGeom>
          <a:solidFill>
            <a:schemeClr val="bg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144000" rIns="180000" bIns="144000">
            <a:spAutoFit/>
          </a:bodyPr>
          <a:lstStyle/>
          <a:p>
            <a:pPr algn="just"/>
            <a:r>
              <a:rPr lang="en-US" i="1" dirty="0"/>
              <a:t>“Higher values like 0.8 will make the output more random, while lower values like 0.2 will make it more focused and deterministic.”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86CD7-518E-613A-F160-27D7D6C35CC4}"/>
              </a:ext>
            </a:extLst>
          </p:cNvPr>
          <p:cNvSpPr txBox="1"/>
          <p:nvPr/>
        </p:nvSpPr>
        <p:spPr>
          <a:xfrm>
            <a:off x="584200" y="1366282"/>
            <a:ext cx="635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Desde la documentación de </a:t>
            </a:r>
            <a:r>
              <a:rPr lang="es-CL" dirty="0" err="1"/>
              <a:t>OpenAI</a:t>
            </a:r>
            <a:r>
              <a:rPr lang="es-CL" dirty="0"/>
              <a:t>: 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EE929B-BDC3-6E92-A061-0E21D18DB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046" y="1665104"/>
            <a:ext cx="2138915" cy="2138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4C0E9E-04C4-F687-506B-AEF90D6F6C9F}"/>
              </a:ext>
            </a:extLst>
          </p:cNvPr>
          <p:cNvSpPr txBox="1"/>
          <p:nvPr/>
        </p:nvSpPr>
        <p:spPr>
          <a:xfrm>
            <a:off x="584200" y="3734546"/>
            <a:ext cx="9949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LLM </a:t>
            </a:r>
            <a:r>
              <a:rPr lang="es-ES" b="1" dirty="0"/>
              <a:t>genera texto prediciendo el siguiente token </a:t>
            </a:r>
            <a:r>
              <a:rPr lang="es-ES" dirty="0"/>
              <a:t>después de una secuencia dada de tokens. En su proceso de predicción, </a:t>
            </a:r>
            <a:r>
              <a:rPr lang="es-ES" dirty="0">
                <a:solidFill>
                  <a:srgbClr val="FF0000"/>
                </a:solidFill>
              </a:rPr>
              <a:t>asigna probabilidades a todos los tokens posibles </a:t>
            </a:r>
            <a:r>
              <a:rPr lang="es-ES" dirty="0"/>
              <a:t>que podrían venir a continuación.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FFD17-C01F-6DE4-6B9A-AB6CD528C7F7}"/>
              </a:ext>
            </a:extLst>
          </p:cNvPr>
          <p:cNvSpPr txBox="1"/>
          <p:nvPr/>
        </p:nvSpPr>
        <p:spPr>
          <a:xfrm>
            <a:off x="613474" y="5096957"/>
            <a:ext cx="10504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Por ejemplo:</a:t>
            </a:r>
          </a:p>
          <a:p>
            <a:endParaRPr lang="es-CL" dirty="0"/>
          </a:p>
          <a:p>
            <a:r>
              <a:rPr lang="es-ES" b="1" dirty="0"/>
              <a:t>“La jirafa corrió hacia...”</a:t>
            </a:r>
            <a:r>
              <a:rPr lang="es-ES" dirty="0"/>
              <a:t>, podría asignar </a:t>
            </a:r>
            <a:r>
              <a:rPr lang="es-ES" dirty="0">
                <a:solidFill>
                  <a:srgbClr val="FF0000"/>
                </a:solidFill>
              </a:rPr>
              <a:t>altas probabilidades </a:t>
            </a:r>
            <a:r>
              <a:rPr lang="es-ES" dirty="0"/>
              <a:t>a palabras como “</a:t>
            </a:r>
            <a:r>
              <a:rPr lang="es-ES" b="1" dirty="0"/>
              <a:t>árbol</a:t>
            </a:r>
            <a:r>
              <a:rPr lang="es-ES" dirty="0"/>
              <a:t>” o “</a:t>
            </a:r>
            <a:r>
              <a:rPr lang="es-ES" b="1" dirty="0"/>
              <a:t>valla</a:t>
            </a:r>
            <a:r>
              <a:rPr lang="es-ES" dirty="0"/>
              <a:t>” y </a:t>
            </a:r>
            <a:r>
              <a:rPr lang="es-ES" dirty="0">
                <a:solidFill>
                  <a:srgbClr val="FF0000"/>
                </a:solidFill>
              </a:rPr>
              <a:t>probabilidades más bajas </a:t>
            </a:r>
            <a:r>
              <a:rPr lang="es-ES" dirty="0"/>
              <a:t>a palabras como “</a:t>
            </a:r>
            <a:r>
              <a:rPr lang="es-ES" b="1" dirty="0"/>
              <a:t>roca</a:t>
            </a:r>
            <a:r>
              <a:rPr lang="es-ES" dirty="0"/>
              <a:t>” o “</a:t>
            </a:r>
            <a:r>
              <a:rPr lang="es-ES" b="1" dirty="0"/>
              <a:t>ascensor</a:t>
            </a:r>
            <a:r>
              <a:rPr lang="es-ES" dirty="0"/>
              <a:t>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9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DA7D-80D8-3035-23D9-4BC26C2F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F4AB91FA-09DF-2530-9F80-809D813DEC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668474" cy="391824"/>
          </a:xfrm>
        </p:spPr>
        <p:txBody>
          <a:bodyPr/>
          <a:lstStyle/>
          <a:p>
            <a:r>
              <a:rPr lang="es-CL" dirty="0"/>
              <a:t>LLM: Control de temperatura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51F19-6BCC-8ACA-CEE2-D3A4E96E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794" y="2812575"/>
            <a:ext cx="4539243" cy="3386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4DEEA3-EDAC-0DFA-1397-4A21084BE8C0}"/>
              </a:ext>
            </a:extLst>
          </p:cNvPr>
          <p:cNvSpPr txBox="1"/>
          <p:nvPr/>
        </p:nvSpPr>
        <p:spPr>
          <a:xfrm>
            <a:off x="475785" y="1308410"/>
            <a:ext cx="11029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La incorporación de temperatura permite modificar las probabilidades que se asigna a los tokens. </a:t>
            </a:r>
          </a:p>
          <a:p>
            <a:endParaRPr lang="es-CL" dirty="0"/>
          </a:p>
          <a:p>
            <a:pPr algn="just"/>
            <a:r>
              <a:rPr lang="es-CL" dirty="0"/>
              <a:t>Sabemos que las probabilidades viene dada por la función </a:t>
            </a:r>
            <a:r>
              <a:rPr lang="es-CL" b="1" dirty="0" err="1"/>
              <a:t>softmax</a:t>
            </a:r>
            <a:r>
              <a:rPr lang="es-CL" b="1" dirty="0"/>
              <a:t> </a:t>
            </a:r>
            <a:r>
              <a:rPr lang="es-CL" dirty="0"/>
              <a:t>en la salida de los modelos.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9726C9-EEE9-F29E-6D5E-76DFF0609DC2}"/>
                  </a:ext>
                </a:extLst>
              </p:cNvPr>
              <p:cNvSpPr txBox="1"/>
              <p:nvPr/>
            </p:nvSpPr>
            <p:spPr>
              <a:xfrm>
                <a:off x="1028547" y="2815033"/>
                <a:ext cx="2066949" cy="134803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s-CL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s-CL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L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CL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</m:sSub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CL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s-CL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CL" sz="2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9726C9-EEE9-F29E-6D5E-76DFF0609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47" y="2815033"/>
                <a:ext cx="2066949" cy="13480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994BB-BA44-BC70-710B-372E28262F95}"/>
                  </a:ext>
                </a:extLst>
              </p:cNvPr>
              <p:cNvSpPr txBox="1"/>
              <p:nvPr/>
            </p:nvSpPr>
            <p:spPr>
              <a:xfrm>
                <a:off x="3933659" y="4743903"/>
                <a:ext cx="2056753" cy="161137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es-CL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L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s-CL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CL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L" sz="28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s-CL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CL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s-CL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s-CL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L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s-CL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L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L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s-CL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s-CL" sz="28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994BB-BA44-BC70-710B-372E28262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659" y="4743903"/>
                <a:ext cx="2056753" cy="16113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EC07B55-75CD-4927-EEE9-47197354B2F1}"/>
              </a:ext>
            </a:extLst>
          </p:cNvPr>
          <p:cNvCxnSpPr>
            <a:stCxn id="6" idx="2"/>
            <a:endCxn id="8" idx="1"/>
          </p:cNvCxnSpPr>
          <p:nvPr/>
        </p:nvCxnSpPr>
        <p:spPr>
          <a:xfrm rot="16200000" flipH="1">
            <a:off x="2304578" y="3920510"/>
            <a:ext cx="1386524" cy="1871637"/>
          </a:xfrm>
          <a:prstGeom prst="bentConnector2">
            <a:avLst/>
          </a:prstGeom>
          <a:ln w="444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EC5930-FBCA-8927-48AF-7CEC033C70E1}"/>
              </a:ext>
            </a:extLst>
          </p:cNvPr>
          <p:cNvSpPr txBox="1"/>
          <p:nvPr/>
        </p:nvSpPr>
        <p:spPr>
          <a:xfrm>
            <a:off x="1910126" y="5629269"/>
            <a:ext cx="1935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>
                <a:solidFill>
                  <a:srgbClr val="FF0000"/>
                </a:solidFill>
              </a:rPr>
              <a:t>Inclusión de </a:t>
            </a:r>
          </a:p>
          <a:p>
            <a:pPr algn="ctr"/>
            <a:r>
              <a:rPr lang="es-CL" dirty="0">
                <a:solidFill>
                  <a:srgbClr val="FF0000"/>
                </a:solidFill>
              </a:rPr>
              <a:t>temperatura (T)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2293F-4903-76F3-E5B2-393D8D3439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Versiones</a:t>
            </a:r>
            <a:r>
              <a:rPr lang="en-US" dirty="0"/>
              <a:t> de LLMs</a:t>
            </a: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FF896782-E3C2-8248-CAC4-04D2843D6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818" y="1090670"/>
            <a:ext cx="9843989" cy="554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62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B81E-89C3-A318-2158-CBC90443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4BD97-C6B6-2712-FDD1-C55CE96AA2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LLM</a:t>
            </a:r>
          </a:p>
        </p:txBody>
      </p:sp>
      <p:pic>
        <p:nvPicPr>
          <p:cNvPr id="5" name="Picture 4" descr="A diagram of a diagram of applications&#10;&#10;AI-generated content may be incorrect.">
            <a:extLst>
              <a:ext uri="{FF2B5EF4-FFF2-40B4-BE49-F238E27FC236}">
                <a16:creationId xmlns:a16="http://schemas.microsoft.com/office/drawing/2014/main" id="{BDB2C5F7-9C1E-9F5E-323F-56981FE9D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264" y="964886"/>
            <a:ext cx="5399787" cy="581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3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BE12-692F-2517-F257-AC5BF84FD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Ventajas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DD27295-20FD-0F88-C9A6-A20345DCC736}"/>
              </a:ext>
            </a:extLst>
          </p:cNvPr>
          <p:cNvGrpSpPr>
            <a:grpSpLocks noChangeAspect="1"/>
          </p:cNvGrpSpPr>
          <p:nvPr/>
        </p:nvGrpSpPr>
        <p:grpSpPr>
          <a:xfrm>
            <a:off x="1933873" y="1304887"/>
            <a:ext cx="8324254" cy="5278673"/>
            <a:chOff x="1363851" y="1475164"/>
            <a:chExt cx="6416298" cy="406877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A3410C-3A28-EB15-07C4-6CFA99729FCB}"/>
                </a:ext>
              </a:extLst>
            </p:cNvPr>
            <p:cNvGrpSpPr/>
            <p:nvPr/>
          </p:nvGrpSpPr>
          <p:grpSpPr>
            <a:xfrm>
              <a:off x="1478151" y="1604963"/>
              <a:ext cx="1371600" cy="1371600"/>
              <a:chOff x="571500" y="1266825"/>
              <a:chExt cx="1371600" cy="1371600"/>
            </a:xfrm>
          </p:grpSpPr>
          <p:sp>
            <p:nvSpPr>
              <p:cNvPr id="61" name="Rounded Rectangle 1">
                <a:extLst>
                  <a:ext uri="{FF2B5EF4-FFF2-40B4-BE49-F238E27FC236}">
                    <a16:creationId xmlns:a16="http://schemas.microsoft.com/office/drawing/2014/main" id="{865DF32A-0818-2DF6-EBB7-BEBD3A9A1788}"/>
                  </a:ext>
                </a:extLst>
              </p:cNvPr>
              <p:cNvSpPr/>
              <p:nvPr/>
            </p:nvSpPr>
            <p:spPr>
              <a:xfrm>
                <a:off x="5715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Rounded Rectangle 2">
                <a:extLst>
                  <a:ext uri="{FF2B5EF4-FFF2-40B4-BE49-F238E27FC236}">
                    <a16:creationId xmlns:a16="http://schemas.microsoft.com/office/drawing/2014/main" id="{282A108A-136B-3E68-B35F-374E06361085}"/>
                  </a:ext>
                </a:extLst>
              </p:cNvPr>
              <p:cNvSpPr/>
              <p:nvPr/>
            </p:nvSpPr>
            <p:spPr>
              <a:xfrm>
                <a:off x="5715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6" name="Rounded Rectangle 4">
              <a:extLst>
                <a:ext uri="{FF2B5EF4-FFF2-40B4-BE49-F238E27FC236}">
                  <a16:creationId xmlns:a16="http://schemas.microsoft.com/office/drawing/2014/main" id="{003EEFFD-9CE1-B605-9D60-8D512AE9656A}"/>
                </a:ext>
              </a:extLst>
            </p:cNvPr>
            <p:cNvSpPr/>
            <p:nvPr/>
          </p:nvSpPr>
          <p:spPr>
            <a:xfrm>
              <a:off x="1363851" y="1475164"/>
              <a:ext cx="1615698" cy="1968123"/>
            </a:xfrm>
            <a:custGeom>
              <a:avLst/>
              <a:gdLst/>
              <a:ahLst/>
              <a:cxnLst/>
              <a:rect l="0" t="0" r="0" b="0"/>
              <a:pathLst>
                <a:path w="1615698" h="1968123">
                  <a:moveTo>
                    <a:pt x="0" y="815598"/>
                  </a:moveTo>
                  <a:cubicBezTo>
                    <a:pt x="0" y="657353"/>
                    <a:pt x="46924" y="502662"/>
                    <a:pt x="134841" y="371086"/>
                  </a:cubicBezTo>
                  <a:cubicBezTo>
                    <a:pt x="222757" y="239510"/>
                    <a:pt x="347715" y="136959"/>
                    <a:pt x="493915" y="76402"/>
                  </a:cubicBezTo>
                  <a:cubicBezTo>
                    <a:pt x="640114" y="15844"/>
                    <a:pt x="800987" y="0"/>
                    <a:pt x="956191" y="30872"/>
                  </a:cubicBezTo>
                  <a:cubicBezTo>
                    <a:pt x="1111396" y="61743"/>
                    <a:pt x="1253960" y="137946"/>
                    <a:pt x="1365856" y="249842"/>
                  </a:cubicBezTo>
                  <a:cubicBezTo>
                    <a:pt x="1477752" y="361738"/>
                    <a:pt x="1553954" y="504303"/>
                    <a:pt x="1584826" y="659507"/>
                  </a:cubicBezTo>
                  <a:cubicBezTo>
                    <a:pt x="1615698" y="814711"/>
                    <a:pt x="1599853" y="975584"/>
                    <a:pt x="1539296" y="1121784"/>
                  </a:cubicBezTo>
                  <a:cubicBezTo>
                    <a:pt x="1478738" y="1267983"/>
                    <a:pt x="1376187" y="1392940"/>
                    <a:pt x="1244611" y="1480857"/>
                  </a:cubicBezTo>
                  <a:cubicBezTo>
                    <a:pt x="1113035" y="1568773"/>
                    <a:pt x="963107" y="1615698"/>
                    <a:pt x="804862" y="1615698"/>
                  </a:cubicBezTo>
                  <a:lnTo>
                    <a:pt x="804863" y="1968123"/>
                  </a:lnTo>
                  <a:moveTo>
                    <a:pt x="664887" y="1828649"/>
                  </a:moveTo>
                  <a:lnTo>
                    <a:pt x="804863" y="1968123"/>
                  </a:lnTo>
                  <a:moveTo>
                    <a:pt x="944839" y="1828649"/>
                  </a:moveTo>
                  <a:lnTo>
                    <a:pt x="804863" y="1968123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8D2B5F7-B344-690B-6816-29600181E816}"/>
                </a:ext>
              </a:extLst>
            </p:cNvPr>
            <p:cNvGrpSpPr/>
            <p:nvPr/>
          </p:nvGrpSpPr>
          <p:grpSpPr>
            <a:xfrm>
              <a:off x="3078351" y="1604963"/>
              <a:ext cx="1371600" cy="1371600"/>
              <a:chOff x="2171700" y="1266825"/>
              <a:chExt cx="1371600" cy="1371600"/>
            </a:xfrm>
          </p:grpSpPr>
          <p:sp>
            <p:nvSpPr>
              <p:cNvPr id="59" name="Rounded Rectangle 5">
                <a:extLst>
                  <a:ext uri="{FF2B5EF4-FFF2-40B4-BE49-F238E27FC236}">
                    <a16:creationId xmlns:a16="http://schemas.microsoft.com/office/drawing/2014/main" id="{BF285017-13A1-1125-0868-E2A9A2C9A628}"/>
                  </a:ext>
                </a:extLst>
              </p:cNvPr>
              <p:cNvSpPr/>
              <p:nvPr/>
            </p:nvSpPr>
            <p:spPr>
              <a:xfrm>
                <a:off x="21717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6">
                <a:extLst>
                  <a:ext uri="{FF2B5EF4-FFF2-40B4-BE49-F238E27FC236}">
                    <a16:creationId xmlns:a16="http://schemas.microsoft.com/office/drawing/2014/main" id="{08FE8D3A-1F5C-BFD5-F8B3-4E9289685C2B}"/>
                  </a:ext>
                </a:extLst>
              </p:cNvPr>
              <p:cNvSpPr/>
              <p:nvPr/>
            </p:nvSpPr>
            <p:spPr>
              <a:xfrm>
                <a:off x="21717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8" name="Rounded Rectangle 8">
              <a:extLst>
                <a:ext uri="{FF2B5EF4-FFF2-40B4-BE49-F238E27FC236}">
                  <a16:creationId xmlns:a16="http://schemas.microsoft.com/office/drawing/2014/main" id="{B51E4B66-27F2-BD13-049C-B8331EDA6F94}"/>
                </a:ext>
              </a:extLst>
            </p:cNvPr>
            <p:cNvSpPr/>
            <p:nvPr/>
          </p:nvSpPr>
          <p:spPr>
            <a:xfrm>
              <a:off x="2964051" y="1475164"/>
              <a:ext cx="1615698" cy="1968123"/>
            </a:xfrm>
            <a:custGeom>
              <a:avLst/>
              <a:gdLst/>
              <a:ahLst/>
              <a:cxnLst/>
              <a:rect l="0" t="0" r="0" b="0"/>
              <a:pathLst>
                <a:path w="1615698" h="1968123">
                  <a:moveTo>
                    <a:pt x="0" y="815598"/>
                  </a:moveTo>
                  <a:cubicBezTo>
                    <a:pt x="0" y="657353"/>
                    <a:pt x="46924" y="502662"/>
                    <a:pt x="134841" y="371086"/>
                  </a:cubicBezTo>
                  <a:cubicBezTo>
                    <a:pt x="222757" y="239510"/>
                    <a:pt x="347715" y="136959"/>
                    <a:pt x="493915" y="76402"/>
                  </a:cubicBezTo>
                  <a:cubicBezTo>
                    <a:pt x="640114" y="15844"/>
                    <a:pt x="800987" y="0"/>
                    <a:pt x="956191" y="30872"/>
                  </a:cubicBezTo>
                  <a:cubicBezTo>
                    <a:pt x="1111396" y="61743"/>
                    <a:pt x="1253960" y="137946"/>
                    <a:pt x="1365856" y="249842"/>
                  </a:cubicBezTo>
                  <a:cubicBezTo>
                    <a:pt x="1477752" y="361738"/>
                    <a:pt x="1553954" y="504303"/>
                    <a:pt x="1584826" y="659507"/>
                  </a:cubicBezTo>
                  <a:cubicBezTo>
                    <a:pt x="1615698" y="814711"/>
                    <a:pt x="1599853" y="975584"/>
                    <a:pt x="1539296" y="1121784"/>
                  </a:cubicBezTo>
                  <a:cubicBezTo>
                    <a:pt x="1478738" y="1267983"/>
                    <a:pt x="1376187" y="1392940"/>
                    <a:pt x="1244611" y="1480857"/>
                  </a:cubicBezTo>
                  <a:cubicBezTo>
                    <a:pt x="1113035" y="1568773"/>
                    <a:pt x="963107" y="1615698"/>
                    <a:pt x="804862" y="1615698"/>
                  </a:cubicBezTo>
                  <a:lnTo>
                    <a:pt x="804863" y="1968123"/>
                  </a:lnTo>
                  <a:moveTo>
                    <a:pt x="664887" y="1828649"/>
                  </a:moveTo>
                  <a:lnTo>
                    <a:pt x="804863" y="1968123"/>
                  </a:lnTo>
                  <a:moveTo>
                    <a:pt x="944839" y="1828649"/>
                  </a:moveTo>
                  <a:lnTo>
                    <a:pt x="804863" y="1968123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F025D1B-E3BE-7A5D-1601-9ADE6259C3DC}"/>
                </a:ext>
              </a:extLst>
            </p:cNvPr>
            <p:cNvGrpSpPr/>
            <p:nvPr/>
          </p:nvGrpSpPr>
          <p:grpSpPr>
            <a:xfrm>
              <a:off x="4678551" y="1604963"/>
              <a:ext cx="1371600" cy="1371600"/>
              <a:chOff x="3771900" y="1266825"/>
              <a:chExt cx="1371600" cy="1371600"/>
            </a:xfrm>
          </p:grpSpPr>
          <p:sp>
            <p:nvSpPr>
              <p:cNvPr id="57" name="Rounded Rectangle 9">
                <a:extLst>
                  <a:ext uri="{FF2B5EF4-FFF2-40B4-BE49-F238E27FC236}">
                    <a16:creationId xmlns:a16="http://schemas.microsoft.com/office/drawing/2014/main" id="{9A06EF28-059A-8377-B7EC-FBBDBF72B0EF}"/>
                  </a:ext>
                </a:extLst>
              </p:cNvPr>
              <p:cNvSpPr/>
              <p:nvPr/>
            </p:nvSpPr>
            <p:spPr>
              <a:xfrm>
                <a:off x="37719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10">
                <a:extLst>
                  <a:ext uri="{FF2B5EF4-FFF2-40B4-BE49-F238E27FC236}">
                    <a16:creationId xmlns:a16="http://schemas.microsoft.com/office/drawing/2014/main" id="{D8912541-18D6-E77A-0DFF-0D665E8C15C0}"/>
                  </a:ext>
                </a:extLst>
              </p:cNvPr>
              <p:cNvSpPr/>
              <p:nvPr/>
            </p:nvSpPr>
            <p:spPr>
              <a:xfrm>
                <a:off x="37719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0" name="Rounded Rectangle 12">
              <a:extLst>
                <a:ext uri="{FF2B5EF4-FFF2-40B4-BE49-F238E27FC236}">
                  <a16:creationId xmlns:a16="http://schemas.microsoft.com/office/drawing/2014/main" id="{D2134A11-B644-E6B3-297B-BF5AC164237A}"/>
                </a:ext>
              </a:extLst>
            </p:cNvPr>
            <p:cNvSpPr/>
            <p:nvPr/>
          </p:nvSpPr>
          <p:spPr>
            <a:xfrm>
              <a:off x="4564251" y="1475164"/>
              <a:ext cx="1615698" cy="1968123"/>
            </a:xfrm>
            <a:custGeom>
              <a:avLst/>
              <a:gdLst/>
              <a:ahLst/>
              <a:cxnLst/>
              <a:rect l="0" t="0" r="0" b="0"/>
              <a:pathLst>
                <a:path w="1615698" h="1968123">
                  <a:moveTo>
                    <a:pt x="0" y="815598"/>
                  </a:moveTo>
                  <a:cubicBezTo>
                    <a:pt x="0" y="657353"/>
                    <a:pt x="46924" y="502662"/>
                    <a:pt x="134841" y="371086"/>
                  </a:cubicBezTo>
                  <a:cubicBezTo>
                    <a:pt x="222757" y="239510"/>
                    <a:pt x="347715" y="136959"/>
                    <a:pt x="493915" y="76402"/>
                  </a:cubicBezTo>
                  <a:cubicBezTo>
                    <a:pt x="640114" y="15844"/>
                    <a:pt x="800987" y="0"/>
                    <a:pt x="956191" y="30872"/>
                  </a:cubicBezTo>
                  <a:cubicBezTo>
                    <a:pt x="1111396" y="61743"/>
                    <a:pt x="1253960" y="137946"/>
                    <a:pt x="1365856" y="249842"/>
                  </a:cubicBezTo>
                  <a:cubicBezTo>
                    <a:pt x="1477752" y="361738"/>
                    <a:pt x="1553954" y="504303"/>
                    <a:pt x="1584826" y="659507"/>
                  </a:cubicBezTo>
                  <a:cubicBezTo>
                    <a:pt x="1615698" y="814711"/>
                    <a:pt x="1599853" y="975584"/>
                    <a:pt x="1539296" y="1121784"/>
                  </a:cubicBezTo>
                  <a:cubicBezTo>
                    <a:pt x="1478738" y="1267983"/>
                    <a:pt x="1376187" y="1392940"/>
                    <a:pt x="1244611" y="1480857"/>
                  </a:cubicBezTo>
                  <a:cubicBezTo>
                    <a:pt x="1113035" y="1568773"/>
                    <a:pt x="963107" y="1615698"/>
                    <a:pt x="804862" y="1615698"/>
                  </a:cubicBezTo>
                  <a:lnTo>
                    <a:pt x="804863" y="1968123"/>
                  </a:lnTo>
                  <a:moveTo>
                    <a:pt x="664887" y="1828649"/>
                  </a:moveTo>
                  <a:lnTo>
                    <a:pt x="804863" y="1968123"/>
                  </a:lnTo>
                  <a:moveTo>
                    <a:pt x="944839" y="1828649"/>
                  </a:moveTo>
                  <a:lnTo>
                    <a:pt x="804863" y="1968123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CDED37D-AF37-FA57-7A5F-E3396B33C11B}"/>
                </a:ext>
              </a:extLst>
            </p:cNvPr>
            <p:cNvGrpSpPr/>
            <p:nvPr/>
          </p:nvGrpSpPr>
          <p:grpSpPr>
            <a:xfrm>
              <a:off x="6278751" y="1604963"/>
              <a:ext cx="1371600" cy="1371600"/>
              <a:chOff x="5372100" y="1266825"/>
              <a:chExt cx="1371600" cy="1371600"/>
            </a:xfrm>
          </p:grpSpPr>
          <p:sp>
            <p:nvSpPr>
              <p:cNvPr id="55" name="Rounded Rectangle 13">
                <a:extLst>
                  <a:ext uri="{FF2B5EF4-FFF2-40B4-BE49-F238E27FC236}">
                    <a16:creationId xmlns:a16="http://schemas.microsoft.com/office/drawing/2014/main" id="{6E1A83C7-6B39-7BC5-4C44-C72E594437E6}"/>
                  </a:ext>
                </a:extLst>
              </p:cNvPr>
              <p:cNvSpPr/>
              <p:nvPr/>
            </p:nvSpPr>
            <p:spPr>
              <a:xfrm>
                <a:off x="53721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solidFill>
                <a:srgbClr val="DE58A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Rounded Rectangle 14">
                <a:extLst>
                  <a:ext uri="{FF2B5EF4-FFF2-40B4-BE49-F238E27FC236}">
                    <a16:creationId xmlns:a16="http://schemas.microsoft.com/office/drawing/2014/main" id="{69767155-E966-9B9C-886A-5096F9C6A5B1}"/>
                  </a:ext>
                </a:extLst>
              </p:cNvPr>
              <p:cNvSpPr/>
              <p:nvPr/>
            </p:nvSpPr>
            <p:spPr>
              <a:xfrm>
                <a:off x="5372100" y="1266825"/>
                <a:ext cx="1371600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1371600" h="1371600">
                    <a:moveTo>
                      <a:pt x="1371600" y="685800"/>
                    </a:moveTo>
                    <a:cubicBezTo>
                      <a:pt x="1371600" y="1064556"/>
                      <a:pt x="1064556" y="1371600"/>
                      <a:pt x="685800" y="1371600"/>
                    </a:cubicBezTo>
                    <a:cubicBezTo>
                      <a:pt x="307043" y="1371600"/>
                      <a:pt x="0" y="1064556"/>
                      <a:pt x="0" y="685800"/>
                    </a:cubicBezTo>
                    <a:cubicBezTo>
                      <a:pt x="0" y="307043"/>
                      <a:pt x="307043" y="0"/>
                      <a:pt x="685800" y="0"/>
                    </a:cubicBezTo>
                    <a:cubicBezTo>
                      <a:pt x="1064556" y="0"/>
                      <a:pt x="1371600" y="307043"/>
                      <a:pt x="1371600" y="685800"/>
                    </a:cubicBezTo>
                    <a:close/>
                  </a:path>
                </a:pathLst>
              </a:custGeom>
              <a:noFill/>
              <a:ln w="1428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2" name="Rounded Rectangle 16">
              <a:extLst>
                <a:ext uri="{FF2B5EF4-FFF2-40B4-BE49-F238E27FC236}">
                  <a16:creationId xmlns:a16="http://schemas.microsoft.com/office/drawing/2014/main" id="{C9CBD2D7-EE0A-5B4A-6C14-BDC0FDD87489}"/>
                </a:ext>
              </a:extLst>
            </p:cNvPr>
            <p:cNvSpPr/>
            <p:nvPr/>
          </p:nvSpPr>
          <p:spPr>
            <a:xfrm>
              <a:off x="6164451" y="1475164"/>
              <a:ext cx="1615698" cy="1968123"/>
            </a:xfrm>
            <a:custGeom>
              <a:avLst/>
              <a:gdLst/>
              <a:ahLst/>
              <a:cxnLst/>
              <a:rect l="0" t="0" r="0" b="0"/>
              <a:pathLst>
                <a:path w="1615698" h="1968123">
                  <a:moveTo>
                    <a:pt x="0" y="815598"/>
                  </a:moveTo>
                  <a:cubicBezTo>
                    <a:pt x="0" y="657353"/>
                    <a:pt x="46924" y="502662"/>
                    <a:pt x="134841" y="371086"/>
                  </a:cubicBezTo>
                  <a:cubicBezTo>
                    <a:pt x="222757" y="239510"/>
                    <a:pt x="347715" y="136959"/>
                    <a:pt x="493915" y="76402"/>
                  </a:cubicBezTo>
                  <a:cubicBezTo>
                    <a:pt x="640114" y="15844"/>
                    <a:pt x="800987" y="0"/>
                    <a:pt x="956191" y="30872"/>
                  </a:cubicBezTo>
                  <a:cubicBezTo>
                    <a:pt x="1111396" y="61743"/>
                    <a:pt x="1253960" y="137946"/>
                    <a:pt x="1365856" y="249842"/>
                  </a:cubicBezTo>
                  <a:cubicBezTo>
                    <a:pt x="1477752" y="361738"/>
                    <a:pt x="1553954" y="504303"/>
                    <a:pt x="1584826" y="659507"/>
                  </a:cubicBezTo>
                  <a:cubicBezTo>
                    <a:pt x="1615698" y="814711"/>
                    <a:pt x="1599853" y="975584"/>
                    <a:pt x="1539296" y="1121784"/>
                  </a:cubicBezTo>
                  <a:cubicBezTo>
                    <a:pt x="1478738" y="1267983"/>
                    <a:pt x="1376187" y="1392940"/>
                    <a:pt x="1244611" y="1480857"/>
                  </a:cubicBezTo>
                  <a:cubicBezTo>
                    <a:pt x="1113035" y="1568773"/>
                    <a:pt x="963107" y="1615698"/>
                    <a:pt x="804862" y="1615698"/>
                  </a:cubicBezTo>
                  <a:lnTo>
                    <a:pt x="804863" y="1968123"/>
                  </a:lnTo>
                  <a:moveTo>
                    <a:pt x="664887" y="1828649"/>
                  </a:moveTo>
                  <a:lnTo>
                    <a:pt x="804863" y="1968123"/>
                  </a:lnTo>
                  <a:moveTo>
                    <a:pt x="944839" y="1828649"/>
                  </a:moveTo>
                  <a:lnTo>
                    <a:pt x="804863" y="1968123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17">
              <a:extLst>
                <a:ext uri="{FF2B5EF4-FFF2-40B4-BE49-F238E27FC236}">
                  <a16:creationId xmlns:a16="http://schemas.microsoft.com/office/drawing/2014/main" id="{5916CA97-A537-6D19-01E6-F0DFF9EDBB6E}"/>
                </a:ext>
              </a:extLst>
            </p:cNvPr>
            <p:cNvSpPr/>
            <p:nvPr/>
          </p:nvSpPr>
          <p:spPr>
            <a:xfrm>
              <a:off x="1820600" y="1937887"/>
              <a:ext cx="688129" cy="688129"/>
            </a:xfrm>
            <a:custGeom>
              <a:avLst/>
              <a:gdLst/>
              <a:ahLst/>
              <a:cxnLst/>
              <a:rect l="0" t="0" r="0" b="0"/>
              <a:pathLst>
                <a:path w="688129" h="688129">
                  <a:moveTo>
                    <a:pt x="450" y="450"/>
                  </a:moveTo>
                  <a:moveTo>
                    <a:pt x="643101" y="279342"/>
                  </a:moveTo>
                  <a:cubicBezTo>
                    <a:pt x="670113" y="289040"/>
                    <a:pt x="688129" y="314650"/>
                    <a:pt x="688129" y="343350"/>
                  </a:cubicBezTo>
                  <a:cubicBezTo>
                    <a:pt x="688129" y="372049"/>
                    <a:pt x="670113" y="397660"/>
                    <a:pt x="643101" y="407358"/>
                  </a:cubicBezTo>
                  <a:lnTo>
                    <a:pt x="607097" y="420216"/>
                  </a:lnTo>
                  <a:cubicBezTo>
                    <a:pt x="596545" y="423830"/>
                    <a:pt x="588094" y="431864"/>
                    <a:pt x="583951" y="442219"/>
                  </a:cubicBezTo>
                  <a:cubicBezTo>
                    <a:pt x="579512" y="452326"/>
                    <a:pt x="579512" y="463831"/>
                    <a:pt x="583951" y="473937"/>
                  </a:cubicBezTo>
                  <a:lnTo>
                    <a:pt x="600525" y="508799"/>
                  </a:lnTo>
                  <a:cubicBezTo>
                    <a:pt x="614690" y="535128"/>
                    <a:pt x="609914" y="567632"/>
                    <a:pt x="588773" y="588773"/>
                  </a:cubicBezTo>
                  <a:cubicBezTo>
                    <a:pt x="567632" y="609914"/>
                    <a:pt x="535128" y="614690"/>
                    <a:pt x="508799" y="600525"/>
                  </a:cubicBezTo>
                  <a:lnTo>
                    <a:pt x="473937" y="583951"/>
                  </a:lnTo>
                  <a:cubicBezTo>
                    <a:pt x="463831" y="579512"/>
                    <a:pt x="452326" y="579512"/>
                    <a:pt x="442219" y="583951"/>
                  </a:cubicBezTo>
                  <a:cubicBezTo>
                    <a:pt x="431864" y="588094"/>
                    <a:pt x="423830" y="596546"/>
                    <a:pt x="420216" y="607097"/>
                  </a:cubicBezTo>
                  <a:lnTo>
                    <a:pt x="407358" y="643102"/>
                  </a:lnTo>
                  <a:cubicBezTo>
                    <a:pt x="397660" y="670113"/>
                    <a:pt x="372049" y="688129"/>
                    <a:pt x="343350" y="688129"/>
                  </a:cubicBezTo>
                  <a:cubicBezTo>
                    <a:pt x="314650" y="688129"/>
                    <a:pt x="289040" y="670113"/>
                    <a:pt x="279342" y="643102"/>
                  </a:cubicBezTo>
                  <a:lnTo>
                    <a:pt x="266483" y="607097"/>
                  </a:lnTo>
                  <a:cubicBezTo>
                    <a:pt x="262870" y="596546"/>
                    <a:pt x="254835" y="588094"/>
                    <a:pt x="244480" y="583951"/>
                  </a:cubicBezTo>
                  <a:cubicBezTo>
                    <a:pt x="234374" y="579512"/>
                    <a:pt x="222869" y="579512"/>
                    <a:pt x="212762" y="583951"/>
                  </a:cubicBezTo>
                  <a:lnTo>
                    <a:pt x="177900" y="600525"/>
                  </a:lnTo>
                  <a:cubicBezTo>
                    <a:pt x="151678" y="613548"/>
                    <a:pt x="120056" y="608245"/>
                    <a:pt x="99516" y="587380"/>
                  </a:cubicBezTo>
                  <a:cubicBezTo>
                    <a:pt x="78977" y="566515"/>
                    <a:pt x="74171" y="534814"/>
                    <a:pt x="87604" y="508799"/>
                  </a:cubicBezTo>
                  <a:lnTo>
                    <a:pt x="104177" y="473938"/>
                  </a:lnTo>
                  <a:cubicBezTo>
                    <a:pt x="108617" y="463831"/>
                    <a:pt x="108617" y="452326"/>
                    <a:pt x="104177" y="442219"/>
                  </a:cubicBezTo>
                  <a:cubicBezTo>
                    <a:pt x="100034" y="431864"/>
                    <a:pt x="91583" y="423830"/>
                    <a:pt x="81031" y="420217"/>
                  </a:cubicBezTo>
                  <a:lnTo>
                    <a:pt x="45027" y="407358"/>
                  </a:lnTo>
                  <a:cubicBezTo>
                    <a:pt x="18016" y="397660"/>
                    <a:pt x="0" y="372049"/>
                    <a:pt x="0" y="343350"/>
                  </a:cubicBezTo>
                  <a:cubicBezTo>
                    <a:pt x="0" y="314650"/>
                    <a:pt x="18016" y="289040"/>
                    <a:pt x="45027" y="279342"/>
                  </a:cubicBezTo>
                  <a:lnTo>
                    <a:pt x="81031" y="266483"/>
                  </a:lnTo>
                  <a:cubicBezTo>
                    <a:pt x="91583" y="262870"/>
                    <a:pt x="100034" y="254835"/>
                    <a:pt x="104177" y="244480"/>
                  </a:cubicBezTo>
                  <a:cubicBezTo>
                    <a:pt x="108617" y="234374"/>
                    <a:pt x="108617" y="222869"/>
                    <a:pt x="104177" y="212762"/>
                  </a:cubicBezTo>
                  <a:lnTo>
                    <a:pt x="87604" y="177901"/>
                  </a:lnTo>
                  <a:cubicBezTo>
                    <a:pt x="75235" y="152003"/>
                    <a:pt x="80533" y="121121"/>
                    <a:pt x="100827" y="100827"/>
                  </a:cubicBezTo>
                  <a:cubicBezTo>
                    <a:pt x="121121" y="80533"/>
                    <a:pt x="152003" y="75235"/>
                    <a:pt x="177901" y="87604"/>
                  </a:cubicBezTo>
                  <a:lnTo>
                    <a:pt x="212762" y="104749"/>
                  </a:lnTo>
                  <a:cubicBezTo>
                    <a:pt x="222869" y="109188"/>
                    <a:pt x="234374" y="109188"/>
                    <a:pt x="244480" y="104749"/>
                  </a:cubicBezTo>
                  <a:cubicBezTo>
                    <a:pt x="254835" y="100606"/>
                    <a:pt x="262870" y="92154"/>
                    <a:pt x="266483" y="81603"/>
                  </a:cubicBezTo>
                  <a:lnTo>
                    <a:pt x="280771" y="45027"/>
                  </a:lnTo>
                  <a:cubicBezTo>
                    <a:pt x="290469" y="18016"/>
                    <a:pt x="316079" y="0"/>
                    <a:pt x="344779" y="0"/>
                  </a:cubicBezTo>
                  <a:cubicBezTo>
                    <a:pt x="373478" y="0"/>
                    <a:pt x="399089" y="18016"/>
                    <a:pt x="408787" y="45027"/>
                  </a:cubicBezTo>
                  <a:lnTo>
                    <a:pt x="421645" y="81031"/>
                  </a:lnTo>
                  <a:cubicBezTo>
                    <a:pt x="425259" y="91583"/>
                    <a:pt x="433293" y="100034"/>
                    <a:pt x="443648" y="104177"/>
                  </a:cubicBezTo>
                  <a:cubicBezTo>
                    <a:pt x="453755" y="108617"/>
                    <a:pt x="465260" y="108617"/>
                    <a:pt x="475366" y="104177"/>
                  </a:cubicBezTo>
                  <a:lnTo>
                    <a:pt x="510228" y="87604"/>
                  </a:lnTo>
                  <a:cubicBezTo>
                    <a:pt x="536126" y="75235"/>
                    <a:pt x="567007" y="80533"/>
                    <a:pt x="587301" y="100827"/>
                  </a:cubicBezTo>
                  <a:cubicBezTo>
                    <a:pt x="607595" y="121121"/>
                    <a:pt x="612893" y="152003"/>
                    <a:pt x="600525" y="177901"/>
                  </a:cubicBezTo>
                  <a:lnTo>
                    <a:pt x="581951" y="212762"/>
                  </a:lnTo>
                  <a:cubicBezTo>
                    <a:pt x="577511" y="222869"/>
                    <a:pt x="577511" y="234374"/>
                    <a:pt x="581951" y="244480"/>
                  </a:cubicBezTo>
                  <a:cubicBezTo>
                    <a:pt x="586094" y="254835"/>
                    <a:pt x="594545" y="262870"/>
                    <a:pt x="605097" y="266483"/>
                  </a:cubicBezTo>
                  <a:lnTo>
                    <a:pt x="641101" y="279342"/>
                  </a:lnTo>
                  <a:close/>
                  <a:moveTo>
                    <a:pt x="144753" y="425646"/>
                  </a:moveTo>
                  <a:cubicBezTo>
                    <a:pt x="191595" y="533934"/>
                    <a:pt x="315593" y="585905"/>
                    <a:pt x="425646" y="543375"/>
                  </a:cubicBezTo>
                  <a:cubicBezTo>
                    <a:pt x="478895" y="521792"/>
                    <a:pt x="521300" y="479808"/>
                    <a:pt x="543414" y="426777"/>
                  </a:cubicBezTo>
                  <a:cubicBezTo>
                    <a:pt x="565528" y="373746"/>
                    <a:pt x="565514" y="314074"/>
                    <a:pt x="543375" y="261054"/>
                  </a:cubicBezTo>
                  <a:cubicBezTo>
                    <a:pt x="496652" y="151862"/>
                    <a:pt x="371129" y="100154"/>
                    <a:pt x="261054" y="144753"/>
                  </a:cubicBezTo>
                  <a:cubicBezTo>
                    <a:pt x="151455" y="190287"/>
                    <a:pt x="99420" y="315964"/>
                    <a:pt x="144753" y="425646"/>
                  </a:cubicBezTo>
                  <a:close/>
                  <a:moveTo>
                    <a:pt x="521944" y="343350"/>
                  </a:moveTo>
                  <a:cubicBezTo>
                    <a:pt x="521786" y="441919"/>
                    <a:pt x="441919" y="521786"/>
                    <a:pt x="343350" y="521943"/>
                  </a:cubicBezTo>
                  <a:cubicBezTo>
                    <a:pt x="244715" y="521943"/>
                    <a:pt x="164756" y="441984"/>
                    <a:pt x="164756" y="343350"/>
                  </a:cubicBezTo>
                  <a:cubicBezTo>
                    <a:pt x="164756" y="244715"/>
                    <a:pt x="244715" y="164756"/>
                    <a:pt x="343350" y="164756"/>
                  </a:cubicBezTo>
                  <a:cubicBezTo>
                    <a:pt x="441984" y="164756"/>
                    <a:pt x="521943" y="244715"/>
                    <a:pt x="521943" y="343350"/>
                  </a:cubicBezTo>
                  <a:close/>
                  <a:moveTo>
                    <a:pt x="477366" y="364781"/>
                  </a:moveTo>
                  <a:lnTo>
                    <a:pt x="415930" y="364781"/>
                  </a:lnTo>
                  <a:cubicBezTo>
                    <a:pt x="413368" y="399584"/>
                    <a:pt x="407337" y="434045"/>
                    <a:pt x="397928" y="467651"/>
                  </a:cubicBezTo>
                  <a:cubicBezTo>
                    <a:pt x="440071" y="448964"/>
                    <a:pt x="469944" y="410279"/>
                    <a:pt x="477366" y="364781"/>
                  </a:cubicBezTo>
                  <a:close/>
                  <a:moveTo>
                    <a:pt x="407358" y="223620"/>
                  </a:moveTo>
                  <a:cubicBezTo>
                    <a:pt x="413603" y="256019"/>
                    <a:pt x="416856" y="288924"/>
                    <a:pt x="417073" y="321918"/>
                  </a:cubicBezTo>
                  <a:lnTo>
                    <a:pt x="477366" y="321918"/>
                  </a:lnTo>
                  <a:cubicBezTo>
                    <a:pt x="470555" y="280061"/>
                    <a:pt x="444688" y="243742"/>
                    <a:pt x="407358" y="223620"/>
                  </a:cubicBezTo>
                  <a:close/>
                  <a:moveTo>
                    <a:pt x="359923" y="208761"/>
                  </a:moveTo>
                  <a:cubicBezTo>
                    <a:pt x="354437" y="207945"/>
                    <a:pt x="348896" y="207563"/>
                    <a:pt x="343350" y="207618"/>
                  </a:cubicBezTo>
                  <a:cubicBezTo>
                    <a:pt x="337829" y="207326"/>
                    <a:pt x="332297" y="207326"/>
                    <a:pt x="326776" y="207618"/>
                  </a:cubicBezTo>
                  <a:cubicBezTo>
                    <a:pt x="317333" y="244993"/>
                    <a:pt x="312440" y="283371"/>
                    <a:pt x="312203" y="321918"/>
                  </a:cubicBezTo>
                  <a:lnTo>
                    <a:pt x="374211" y="321918"/>
                  </a:lnTo>
                  <a:cubicBezTo>
                    <a:pt x="374149" y="283377"/>
                    <a:pt x="369351" y="244989"/>
                    <a:pt x="359923" y="207618"/>
                  </a:cubicBezTo>
                  <a:close/>
                  <a:moveTo>
                    <a:pt x="279342" y="223620"/>
                  </a:moveTo>
                  <a:cubicBezTo>
                    <a:pt x="242296" y="243504"/>
                    <a:pt x="216472" y="279341"/>
                    <a:pt x="209333" y="320775"/>
                  </a:cubicBezTo>
                  <a:lnTo>
                    <a:pt x="269340" y="320775"/>
                  </a:lnTo>
                  <a:cubicBezTo>
                    <a:pt x="269680" y="287774"/>
                    <a:pt x="273027" y="254871"/>
                    <a:pt x="279342" y="222477"/>
                  </a:cubicBezTo>
                  <a:close/>
                  <a:moveTo>
                    <a:pt x="288771" y="467651"/>
                  </a:moveTo>
                  <a:cubicBezTo>
                    <a:pt x="279386" y="434040"/>
                    <a:pt x="273356" y="399581"/>
                    <a:pt x="270769" y="364781"/>
                  </a:cubicBezTo>
                  <a:lnTo>
                    <a:pt x="209333" y="364781"/>
                  </a:lnTo>
                  <a:cubicBezTo>
                    <a:pt x="216756" y="410279"/>
                    <a:pt x="246629" y="448964"/>
                    <a:pt x="288771" y="467651"/>
                  </a:cubicBezTo>
                  <a:close/>
                  <a:moveTo>
                    <a:pt x="336206" y="479081"/>
                  </a:moveTo>
                  <a:lnTo>
                    <a:pt x="348779" y="479081"/>
                  </a:lnTo>
                  <a:cubicBezTo>
                    <a:pt x="361075" y="442054"/>
                    <a:pt x="368847" y="403675"/>
                    <a:pt x="371925" y="364781"/>
                  </a:cubicBezTo>
                  <a:lnTo>
                    <a:pt x="313917" y="364781"/>
                  </a:lnTo>
                  <a:cubicBezTo>
                    <a:pt x="317053" y="403667"/>
                    <a:pt x="324823" y="442039"/>
                    <a:pt x="337063" y="479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18">
              <a:extLst>
                <a:ext uri="{FF2B5EF4-FFF2-40B4-BE49-F238E27FC236}">
                  <a16:creationId xmlns:a16="http://schemas.microsoft.com/office/drawing/2014/main" id="{C5ECC6FA-8DA6-FAED-5E38-D79DA53274CE}"/>
                </a:ext>
              </a:extLst>
            </p:cNvPr>
            <p:cNvSpPr/>
            <p:nvPr/>
          </p:nvSpPr>
          <p:spPr>
            <a:xfrm>
              <a:off x="3421235" y="1966319"/>
              <a:ext cx="685815" cy="628672"/>
            </a:xfrm>
            <a:custGeom>
              <a:avLst/>
              <a:gdLst/>
              <a:ahLst/>
              <a:cxnLst/>
              <a:rect l="0" t="0" r="0" b="0"/>
              <a:pathLst>
                <a:path w="685815" h="628672">
                  <a:moveTo>
                    <a:pt x="478646" y="245195"/>
                  </a:moveTo>
                  <a:lnTo>
                    <a:pt x="478646" y="345208"/>
                  </a:lnTo>
                  <a:cubicBezTo>
                    <a:pt x="478646" y="364934"/>
                    <a:pt x="462654" y="380926"/>
                    <a:pt x="442927" y="380926"/>
                  </a:cubicBezTo>
                  <a:lnTo>
                    <a:pt x="421496" y="380926"/>
                  </a:lnTo>
                  <a:lnTo>
                    <a:pt x="421496" y="209476"/>
                  </a:lnTo>
                  <a:lnTo>
                    <a:pt x="442927" y="209476"/>
                  </a:lnTo>
                  <a:cubicBezTo>
                    <a:pt x="462654" y="209476"/>
                    <a:pt x="478646" y="225468"/>
                    <a:pt x="478646" y="245195"/>
                  </a:cubicBezTo>
                  <a:close/>
                  <a:moveTo>
                    <a:pt x="278621" y="245195"/>
                  </a:moveTo>
                  <a:lnTo>
                    <a:pt x="278621" y="295201"/>
                  </a:lnTo>
                  <a:lnTo>
                    <a:pt x="207184" y="295201"/>
                  </a:lnTo>
                  <a:lnTo>
                    <a:pt x="207184" y="245195"/>
                  </a:lnTo>
                  <a:cubicBezTo>
                    <a:pt x="207184" y="225468"/>
                    <a:pt x="223175" y="209476"/>
                    <a:pt x="242902" y="209476"/>
                  </a:cubicBezTo>
                  <a:cubicBezTo>
                    <a:pt x="262629" y="209476"/>
                    <a:pt x="278621" y="225468"/>
                    <a:pt x="278621" y="245195"/>
                  </a:cubicBezTo>
                  <a:close/>
                  <a:moveTo>
                    <a:pt x="685815" y="57743"/>
                  </a:moveTo>
                  <a:lnTo>
                    <a:pt x="685815" y="472081"/>
                  </a:lnTo>
                  <a:cubicBezTo>
                    <a:pt x="685815" y="503644"/>
                    <a:pt x="660228" y="529231"/>
                    <a:pt x="628665" y="529231"/>
                  </a:cubicBezTo>
                  <a:cubicBezTo>
                    <a:pt x="459501" y="534088"/>
                    <a:pt x="371490" y="581237"/>
                    <a:pt x="371490" y="600097"/>
                  </a:cubicBezTo>
                  <a:cubicBezTo>
                    <a:pt x="371490" y="615878"/>
                    <a:pt x="358696" y="628672"/>
                    <a:pt x="342915" y="628672"/>
                  </a:cubicBezTo>
                  <a:cubicBezTo>
                    <a:pt x="327133" y="628672"/>
                    <a:pt x="314340" y="615878"/>
                    <a:pt x="314340" y="600097"/>
                  </a:cubicBezTo>
                  <a:cubicBezTo>
                    <a:pt x="314340" y="581237"/>
                    <a:pt x="228615" y="534088"/>
                    <a:pt x="57165" y="529231"/>
                  </a:cubicBezTo>
                  <a:cubicBezTo>
                    <a:pt x="25602" y="529231"/>
                    <a:pt x="15" y="503644"/>
                    <a:pt x="15" y="472081"/>
                  </a:cubicBezTo>
                  <a:lnTo>
                    <a:pt x="15" y="57743"/>
                  </a:lnTo>
                  <a:cubicBezTo>
                    <a:pt x="0" y="42230"/>
                    <a:pt x="6291" y="27377"/>
                    <a:pt x="17446" y="16595"/>
                  </a:cubicBezTo>
                  <a:cubicBezTo>
                    <a:pt x="28354" y="5794"/>
                    <a:pt x="43254" y="0"/>
                    <a:pt x="58594" y="593"/>
                  </a:cubicBezTo>
                  <a:cubicBezTo>
                    <a:pt x="168322" y="4022"/>
                    <a:pt x="278621" y="25739"/>
                    <a:pt x="335771" y="66601"/>
                  </a:cubicBezTo>
                  <a:cubicBezTo>
                    <a:pt x="340882" y="70319"/>
                    <a:pt x="347806" y="70319"/>
                    <a:pt x="352916" y="66601"/>
                  </a:cubicBezTo>
                  <a:cubicBezTo>
                    <a:pt x="408637" y="25453"/>
                    <a:pt x="518937" y="3736"/>
                    <a:pt x="628665" y="593"/>
                  </a:cubicBezTo>
                  <a:cubicBezTo>
                    <a:pt x="643561" y="435"/>
                    <a:pt x="657888" y="6310"/>
                    <a:pt x="668384" y="16881"/>
                  </a:cubicBezTo>
                  <a:cubicBezTo>
                    <a:pt x="679467" y="27594"/>
                    <a:pt x="685753" y="42329"/>
                    <a:pt x="685815" y="57743"/>
                  </a:cubicBezTo>
                  <a:close/>
                  <a:moveTo>
                    <a:pt x="321484" y="245195"/>
                  </a:moveTo>
                  <a:cubicBezTo>
                    <a:pt x="321484" y="201796"/>
                    <a:pt x="286302" y="166614"/>
                    <a:pt x="242902" y="166614"/>
                  </a:cubicBezTo>
                  <a:cubicBezTo>
                    <a:pt x="199503" y="166614"/>
                    <a:pt x="164321" y="201796"/>
                    <a:pt x="164321" y="245195"/>
                  </a:cubicBezTo>
                  <a:lnTo>
                    <a:pt x="164321" y="402358"/>
                  </a:lnTo>
                  <a:cubicBezTo>
                    <a:pt x="164321" y="414194"/>
                    <a:pt x="173916" y="423789"/>
                    <a:pt x="185752" y="423789"/>
                  </a:cubicBezTo>
                  <a:cubicBezTo>
                    <a:pt x="197588" y="423789"/>
                    <a:pt x="207184" y="414194"/>
                    <a:pt x="207184" y="402358"/>
                  </a:cubicBezTo>
                  <a:lnTo>
                    <a:pt x="207184" y="338064"/>
                  </a:lnTo>
                  <a:lnTo>
                    <a:pt x="278621" y="338064"/>
                  </a:lnTo>
                  <a:lnTo>
                    <a:pt x="278621" y="402358"/>
                  </a:lnTo>
                  <a:cubicBezTo>
                    <a:pt x="278621" y="414194"/>
                    <a:pt x="288216" y="423789"/>
                    <a:pt x="300052" y="423789"/>
                  </a:cubicBezTo>
                  <a:cubicBezTo>
                    <a:pt x="311888" y="423789"/>
                    <a:pt x="321484" y="414194"/>
                    <a:pt x="321484" y="402358"/>
                  </a:cubicBezTo>
                  <a:close/>
                  <a:moveTo>
                    <a:pt x="521509" y="245195"/>
                  </a:moveTo>
                  <a:cubicBezTo>
                    <a:pt x="521509" y="201796"/>
                    <a:pt x="486327" y="166614"/>
                    <a:pt x="442927" y="166614"/>
                  </a:cubicBezTo>
                  <a:lnTo>
                    <a:pt x="400065" y="166614"/>
                  </a:lnTo>
                  <a:cubicBezTo>
                    <a:pt x="388229" y="166614"/>
                    <a:pt x="378634" y="176209"/>
                    <a:pt x="378634" y="188045"/>
                  </a:cubicBezTo>
                  <a:lnTo>
                    <a:pt x="378634" y="402358"/>
                  </a:lnTo>
                  <a:cubicBezTo>
                    <a:pt x="378787" y="414129"/>
                    <a:pt x="388293" y="423635"/>
                    <a:pt x="400065" y="423789"/>
                  </a:cubicBezTo>
                  <a:lnTo>
                    <a:pt x="442927" y="423789"/>
                  </a:lnTo>
                  <a:cubicBezTo>
                    <a:pt x="486327" y="423789"/>
                    <a:pt x="521509" y="388607"/>
                    <a:pt x="521509" y="3452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19">
              <a:extLst>
                <a:ext uri="{FF2B5EF4-FFF2-40B4-BE49-F238E27FC236}">
                  <a16:creationId xmlns:a16="http://schemas.microsoft.com/office/drawing/2014/main" id="{C24B7A16-356E-D151-8EF9-3195D98871A2}"/>
                </a:ext>
              </a:extLst>
            </p:cNvPr>
            <p:cNvSpPr/>
            <p:nvPr/>
          </p:nvSpPr>
          <p:spPr>
            <a:xfrm>
              <a:off x="5021451" y="1962341"/>
              <a:ext cx="685800" cy="637813"/>
            </a:xfrm>
            <a:custGeom>
              <a:avLst/>
              <a:gdLst/>
              <a:ahLst/>
              <a:cxnLst/>
              <a:rect l="0" t="0" r="0" b="0"/>
              <a:pathLst>
                <a:path w="685800" h="637813">
                  <a:moveTo>
                    <a:pt x="685800" y="284321"/>
                  </a:moveTo>
                  <a:cubicBezTo>
                    <a:pt x="685800" y="442055"/>
                    <a:pt x="532066" y="570071"/>
                    <a:pt x="342900" y="570071"/>
                  </a:cubicBezTo>
                  <a:cubicBezTo>
                    <a:pt x="319529" y="570083"/>
                    <a:pt x="296201" y="568076"/>
                    <a:pt x="273177" y="564070"/>
                  </a:cubicBezTo>
                  <a:cubicBezTo>
                    <a:pt x="251745" y="568356"/>
                    <a:pt x="150876" y="604646"/>
                    <a:pt x="62579" y="636079"/>
                  </a:cubicBezTo>
                  <a:cubicBezTo>
                    <a:pt x="59464" y="637210"/>
                    <a:pt x="56177" y="637790"/>
                    <a:pt x="52863" y="637793"/>
                  </a:cubicBezTo>
                  <a:cubicBezTo>
                    <a:pt x="42991" y="637813"/>
                    <a:pt x="33807" y="632735"/>
                    <a:pt x="28575" y="624363"/>
                  </a:cubicBezTo>
                  <a:cubicBezTo>
                    <a:pt x="21701" y="613259"/>
                    <a:pt x="23230" y="598908"/>
                    <a:pt x="32289" y="589502"/>
                  </a:cubicBezTo>
                  <a:cubicBezTo>
                    <a:pt x="73723" y="550068"/>
                    <a:pt x="95154" y="514350"/>
                    <a:pt x="95154" y="482917"/>
                  </a:cubicBezTo>
                  <a:cubicBezTo>
                    <a:pt x="35872" y="434474"/>
                    <a:pt x="1040" y="362300"/>
                    <a:pt x="0" y="285750"/>
                  </a:cubicBezTo>
                  <a:cubicBezTo>
                    <a:pt x="0" y="127730"/>
                    <a:pt x="153733" y="0"/>
                    <a:pt x="342900" y="0"/>
                  </a:cubicBezTo>
                  <a:cubicBezTo>
                    <a:pt x="532066" y="0"/>
                    <a:pt x="685800" y="126587"/>
                    <a:pt x="685800" y="284321"/>
                  </a:cubicBezTo>
                  <a:close/>
                  <a:moveTo>
                    <a:pt x="342900" y="512921"/>
                  </a:moveTo>
                  <a:cubicBezTo>
                    <a:pt x="500348" y="512921"/>
                    <a:pt x="628650" y="411194"/>
                    <a:pt x="628650" y="284892"/>
                  </a:cubicBezTo>
                  <a:cubicBezTo>
                    <a:pt x="628650" y="158591"/>
                    <a:pt x="500348" y="56292"/>
                    <a:pt x="342900" y="56292"/>
                  </a:cubicBezTo>
                  <a:cubicBezTo>
                    <a:pt x="185451" y="56292"/>
                    <a:pt x="57150" y="159448"/>
                    <a:pt x="57150" y="284892"/>
                  </a:cubicBezTo>
                  <a:cubicBezTo>
                    <a:pt x="58953" y="348858"/>
                    <a:pt x="90296" y="408377"/>
                    <a:pt x="142017" y="446055"/>
                  </a:cubicBezTo>
                  <a:cubicBezTo>
                    <a:pt x="147811" y="450646"/>
                    <a:pt x="151601" y="457303"/>
                    <a:pt x="152590" y="464629"/>
                  </a:cubicBezTo>
                  <a:cubicBezTo>
                    <a:pt x="156407" y="494143"/>
                    <a:pt x="150913" y="524113"/>
                    <a:pt x="136874" y="550354"/>
                  </a:cubicBezTo>
                  <a:cubicBezTo>
                    <a:pt x="262604" y="505491"/>
                    <a:pt x="272891" y="508634"/>
                    <a:pt x="279749" y="508634"/>
                  </a:cubicBezTo>
                  <a:cubicBezTo>
                    <a:pt x="300587" y="512417"/>
                    <a:pt x="321721" y="514329"/>
                    <a:pt x="342900" y="514350"/>
                  </a:cubicBezTo>
                  <a:close/>
                  <a:moveTo>
                    <a:pt x="571500" y="290321"/>
                  </a:moveTo>
                  <a:cubicBezTo>
                    <a:pt x="569955" y="344849"/>
                    <a:pt x="541904" y="395192"/>
                    <a:pt x="496347" y="425195"/>
                  </a:cubicBezTo>
                  <a:cubicBezTo>
                    <a:pt x="488103" y="431679"/>
                    <a:pt x="476970" y="433125"/>
                    <a:pt x="467343" y="428963"/>
                  </a:cubicBezTo>
                  <a:cubicBezTo>
                    <a:pt x="457716" y="424801"/>
                    <a:pt x="451143" y="415700"/>
                    <a:pt x="450219" y="405253"/>
                  </a:cubicBezTo>
                  <a:cubicBezTo>
                    <a:pt x="449295" y="394806"/>
                    <a:pt x="454168" y="384692"/>
                    <a:pt x="462915" y="378904"/>
                  </a:cubicBezTo>
                  <a:cubicBezTo>
                    <a:pt x="492353" y="359045"/>
                    <a:pt x="510598" y="326374"/>
                    <a:pt x="512064" y="290893"/>
                  </a:cubicBezTo>
                  <a:cubicBezTo>
                    <a:pt x="512064" y="236029"/>
                    <a:pt x="465772" y="188023"/>
                    <a:pt x="397764" y="174021"/>
                  </a:cubicBezTo>
                  <a:cubicBezTo>
                    <a:pt x="381982" y="170865"/>
                    <a:pt x="371747" y="155513"/>
                    <a:pt x="374904" y="139731"/>
                  </a:cubicBezTo>
                  <a:cubicBezTo>
                    <a:pt x="378060" y="123950"/>
                    <a:pt x="393412" y="113715"/>
                    <a:pt x="409194" y="116871"/>
                  </a:cubicBezTo>
                  <a:cubicBezTo>
                    <a:pt x="504063" y="136302"/>
                    <a:pt x="571500" y="207454"/>
                    <a:pt x="571500" y="2903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20">
              <a:extLst>
                <a:ext uri="{FF2B5EF4-FFF2-40B4-BE49-F238E27FC236}">
                  <a16:creationId xmlns:a16="http://schemas.microsoft.com/office/drawing/2014/main" id="{0B1CFF96-67AC-7002-3B5F-CCDA6E99E6B0}"/>
                </a:ext>
              </a:extLst>
            </p:cNvPr>
            <p:cNvSpPr/>
            <p:nvPr/>
          </p:nvSpPr>
          <p:spPr>
            <a:xfrm>
              <a:off x="6634786" y="1955482"/>
              <a:ext cx="659529" cy="651510"/>
            </a:xfrm>
            <a:custGeom>
              <a:avLst/>
              <a:gdLst/>
              <a:ahLst/>
              <a:cxnLst/>
              <a:rect l="0" t="0" r="0" b="0"/>
              <a:pathLst>
                <a:path w="659529" h="651510">
                  <a:moveTo>
                    <a:pt x="331193" y="57150"/>
                  </a:moveTo>
                  <a:cubicBezTo>
                    <a:pt x="181432" y="57150"/>
                    <a:pt x="62588" y="178479"/>
                    <a:pt x="62588" y="325755"/>
                  </a:cubicBezTo>
                  <a:cubicBezTo>
                    <a:pt x="62479" y="375613"/>
                    <a:pt x="76412" y="424494"/>
                    <a:pt x="102793" y="466801"/>
                  </a:cubicBezTo>
                  <a:lnTo>
                    <a:pt x="142512" y="427081"/>
                  </a:lnTo>
                  <a:cubicBezTo>
                    <a:pt x="146602" y="423005"/>
                    <a:pt x="152743" y="421791"/>
                    <a:pt x="158076" y="424004"/>
                  </a:cubicBezTo>
                  <a:cubicBezTo>
                    <a:pt x="163409" y="426217"/>
                    <a:pt x="166886" y="431423"/>
                    <a:pt x="166887" y="437197"/>
                  </a:cubicBezTo>
                  <a:lnTo>
                    <a:pt x="166887" y="574357"/>
                  </a:lnTo>
                  <a:cubicBezTo>
                    <a:pt x="166887" y="582248"/>
                    <a:pt x="160490" y="588645"/>
                    <a:pt x="152599" y="588645"/>
                  </a:cubicBezTo>
                  <a:lnTo>
                    <a:pt x="15439" y="588645"/>
                  </a:lnTo>
                  <a:cubicBezTo>
                    <a:pt x="9653" y="588655"/>
                    <a:pt x="4431" y="585174"/>
                    <a:pt x="2215" y="579828"/>
                  </a:cubicBezTo>
                  <a:cubicBezTo>
                    <a:pt x="0" y="574482"/>
                    <a:pt x="1227" y="568328"/>
                    <a:pt x="5324" y="564242"/>
                  </a:cubicBezTo>
                  <a:lnTo>
                    <a:pt x="61502" y="508092"/>
                  </a:lnTo>
                  <a:cubicBezTo>
                    <a:pt x="24866" y="454351"/>
                    <a:pt x="5324" y="390795"/>
                    <a:pt x="5438" y="325755"/>
                  </a:cubicBezTo>
                  <a:cubicBezTo>
                    <a:pt x="5438" y="147275"/>
                    <a:pt x="149485" y="0"/>
                    <a:pt x="331193" y="0"/>
                  </a:cubicBezTo>
                  <a:cubicBezTo>
                    <a:pt x="375113" y="0"/>
                    <a:pt x="418833" y="9372"/>
                    <a:pt x="456495" y="25060"/>
                  </a:cubicBezTo>
                  <a:cubicBezTo>
                    <a:pt x="471064" y="31134"/>
                    <a:pt x="477950" y="47870"/>
                    <a:pt x="471873" y="62438"/>
                  </a:cubicBezTo>
                  <a:cubicBezTo>
                    <a:pt x="465796" y="77006"/>
                    <a:pt x="449059" y="83889"/>
                    <a:pt x="434492" y="77809"/>
                  </a:cubicBezTo>
                  <a:cubicBezTo>
                    <a:pt x="401723" y="64293"/>
                    <a:pt x="366640" y="57276"/>
                    <a:pt x="331193" y="57149"/>
                  </a:cubicBezTo>
                  <a:close/>
                  <a:moveTo>
                    <a:pt x="492642" y="100012"/>
                  </a:moveTo>
                  <a:cubicBezTo>
                    <a:pt x="492642" y="92121"/>
                    <a:pt x="499039" y="85725"/>
                    <a:pt x="506929" y="85725"/>
                  </a:cubicBezTo>
                  <a:lnTo>
                    <a:pt x="644089" y="85725"/>
                  </a:lnTo>
                  <a:cubicBezTo>
                    <a:pt x="649876" y="85714"/>
                    <a:pt x="655098" y="89195"/>
                    <a:pt x="657313" y="94541"/>
                  </a:cubicBezTo>
                  <a:cubicBezTo>
                    <a:pt x="659529" y="99887"/>
                    <a:pt x="658302" y="106041"/>
                    <a:pt x="654205" y="110128"/>
                  </a:cubicBezTo>
                  <a:lnTo>
                    <a:pt x="606942" y="157333"/>
                  </a:lnTo>
                  <a:cubicBezTo>
                    <a:pt x="637883" y="208054"/>
                    <a:pt x="654200" y="266341"/>
                    <a:pt x="654091" y="325755"/>
                  </a:cubicBezTo>
                  <a:cubicBezTo>
                    <a:pt x="654091" y="504234"/>
                    <a:pt x="510015" y="651510"/>
                    <a:pt x="328335" y="651510"/>
                  </a:cubicBezTo>
                  <a:cubicBezTo>
                    <a:pt x="285336" y="651384"/>
                    <a:pt x="242774" y="642871"/>
                    <a:pt x="203034" y="626449"/>
                  </a:cubicBezTo>
                  <a:cubicBezTo>
                    <a:pt x="188471" y="620371"/>
                    <a:pt x="181591" y="603640"/>
                    <a:pt x="187666" y="589075"/>
                  </a:cubicBezTo>
                  <a:cubicBezTo>
                    <a:pt x="193741" y="574511"/>
                    <a:pt x="210471" y="567628"/>
                    <a:pt x="225037" y="573700"/>
                  </a:cubicBezTo>
                  <a:cubicBezTo>
                    <a:pt x="257806" y="587215"/>
                    <a:pt x="292889" y="594232"/>
                    <a:pt x="328336" y="594360"/>
                  </a:cubicBezTo>
                  <a:cubicBezTo>
                    <a:pt x="478126" y="594360"/>
                    <a:pt x="596941" y="473030"/>
                    <a:pt x="596941" y="325755"/>
                  </a:cubicBezTo>
                  <a:cubicBezTo>
                    <a:pt x="596941" y="279806"/>
                    <a:pt x="585511" y="236972"/>
                    <a:pt x="565108" y="199167"/>
                  </a:cubicBezTo>
                  <a:lnTo>
                    <a:pt x="517045" y="247288"/>
                  </a:lnTo>
                  <a:cubicBezTo>
                    <a:pt x="512958" y="251385"/>
                    <a:pt x="506804" y="252612"/>
                    <a:pt x="501458" y="250396"/>
                  </a:cubicBezTo>
                  <a:cubicBezTo>
                    <a:pt x="496113" y="248180"/>
                    <a:pt x="492631" y="242959"/>
                    <a:pt x="492642" y="237172"/>
                  </a:cubicBezTo>
                  <a:close/>
                  <a:moveTo>
                    <a:pt x="447865" y="351472"/>
                  </a:moveTo>
                  <a:lnTo>
                    <a:pt x="467867" y="362902"/>
                  </a:lnTo>
                  <a:cubicBezTo>
                    <a:pt x="476440" y="368617"/>
                    <a:pt x="479297" y="380047"/>
                    <a:pt x="476440" y="388620"/>
                  </a:cubicBezTo>
                  <a:lnTo>
                    <a:pt x="459295" y="417195"/>
                  </a:lnTo>
                  <a:cubicBezTo>
                    <a:pt x="456438" y="422910"/>
                    <a:pt x="453580" y="425767"/>
                    <a:pt x="447865" y="425767"/>
                  </a:cubicBezTo>
                  <a:cubicBezTo>
                    <a:pt x="442150" y="425767"/>
                    <a:pt x="436435" y="425767"/>
                    <a:pt x="433577" y="422910"/>
                  </a:cubicBezTo>
                  <a:lnTo>
                    <a:pt x="413575" y="411480"/>
                  </a:lnTo>
                  <a:cubicBezTo>
                    <a:pt x="399287" y="425767"/>
                    <a:pt x="382142" y="434340"/>
                    <a:pt x="364997" y="440055"/>
                  </a:cubicBezTo>
                  <a:lnTo>
                    <a:pt x="364997" y="462915"/>
                  </a:lnTo>
                  <a:cubicBezTo>
                    <a:pt x="364997" y="471487"/>
                    <a:pt x="356425" y="480060"/>
                    <a:pt x="347852" y="480060"/>
                  </a:cubicBezTo>
                  <a:lnTo>
                    <a:pt x="313562" y="480060"/>
                  </a:lnTo>
                  <a:cubicBezTo>
                    <a:pt x="304990" y="480060"/>
                    <a:pt x="296418" y="471487"/>
                    <a:pt x="296418" y="462915"/>
                  </a:cubicBezTo>
                  <a:lnTo>
                    <a:pt x="296418" y="440055"/>
                  </a:lnTo>
                  <a:cubicBezTo>
                    <a:pt x="276415" y="434340"/>
                    <a:pt x="262127" y="422910"/>
                    <a:pt x="247840" y="411480"/>
                  </a:cubicBezTo>
                  <a:lnTo>
                    <a:pt x="227837" y="422910"/>
                  </a:lnTo>
                  <a:cubicBezTo>
                    <a:pt x="222122" y="425767"/>
                    <a:pt x="219265" y="425767"/>
                    <a:pt x="213550" y="425767"/>
                  </a:cubicBezTo>
                  <a:cubicBezTo>
                    <a:pt x="207835" y="422910"/>
                    <a:pt x="204977" y="420052"/>
                    <a:pt x="202120" y="417195"/>
                  </a:cubicBezTo>
                  <a:lnTo>
                    <a:pt x="184975" y="388620"/>
                  </a:lnTo>
                  <a:cubicBezTo>
                    <a:pt x="179260" y="380047"/>
                    <a:pt x="182118" y="371475"/>
                    <a:pt x="190690" y="365760"/>
                  </a:cubicBezTo>
                  <a:lnTo>
                    <a:pt x="210693" y="354330"/>
                  </a:lnTo>
                  <a:cubicBezTo>
                    <a:pt x="207835" y="337185"/>
                    <a:pt x="204977" y="320040"/>
                    <a:pt x="210693" y="300037"/>
                  </a:cubicBezTo>
                  <a:lnTo>
                    <a:pt x="190690" y="288607"/>
                  </a:lnTo>
                  <a:cubicBezTo>
                    <a:pt x="184975" y="285750"/>
                    <a:pt x="182118" y="282892"/>
                    <a:pt x="182118" y="277177"/>
                  </a:cubicBezTo>
                  <a:cubicBezTo>
                    <a:pt x="182118" y="271462"/>
                    <a:pt x="182118" y="265747"/>
                    <a:pt x="184975" y="262890"/>
                  </a:cubicBezTo>
                  <a:lnTo>
                    <a:pt x="202120" y="234315"/>
                  </a:lnTo>
                  <a:cubicBezTo>
                    <a:pt x="204977" y="228600"/>
                    <a:pt x="207835" y="225742"/>
                    <a:pt x="213550" y="225742"/>
                  </a:cubicBezTo>
                  <a:cubicBezTo>
                    <a:pt x="219265" y="225742"/>
                    <a:pt x="224980" y="225742"/>
                    <a:pt x="227837" y="228600"/>
                  </a:cubicBezTo>
                  <a:lnTo>
                    <a:pt x="247840" y="240030"/>
                  </a:lnTo>
                  <a:cubicBezTo>
                    <a:pt x="262127" y="225742"/>
                    <a:pt x="279272" y="217170"/>
                    <a:pt x="296418" y="211455"/>
                  </a:cubicBezTo>
                  <a:lnTo>
                    <a:pt x="296418" y="188595"/>
                  </a:lnTo>
                  <a:cubicBezTo>
                    <a:pt x="296418" y="180022"/>
                    <a:pt x="304990" y="171450"/>
                    <a:pt x="313562" y="171450"/>
                  </a:cubicBezTo>
                  <a:lnTo>
                    <a:pt x="347852" y="171450"/>
                  </a:lnTo>
                  <a:cubicBezTo>
                    <a:pt x="356425" y="171450"/>
                    <a:pt x="364997" y="180022"/>
                    <a:pt x="364997" y="188595"/>
                  </a:cubicBezTo>
                  <a:lnTo>
                    <a:pt x="364997" y="211455"/>
                  </a:lnTo>
                  <a:cubicBezTo>
                    <a:pt x="382142" y="217170"/>
                    <a:pt x="396430" y="228600"/>
                    <a:pt x="410717" y="240030"/>
                  </a:cubicBezTo>
                  <a:lnTo>
                    <a:pt x="430720" y="228600"/>
                  </a:lnTo>
                  <a:cubicBezTo>
                    <a:pt x="436435" y="225742"/>
                    <a:pt x="439292" y="225742"/>
                    <a:pt x="445007" y="225742"/>
                  </a:cubicBezTo>
                  <a:cubicBezTo>
                    <a:pt x="450722" y="228600"/>
                    <a:pt x="453580" y="231457"/>
                    <a:pt x="456437" y="234315"/>
                  </a:cubicBezTo>
                  <a:lnTo>
                    <a:pt x="473582" y="262890"/>
                  </a:lnTo>
                  <a:cubicBezTo>
                    <a:pt x="479297" y="271462"/>
                    <a:pt x="476440" y="280035"/>
                    <a:pt x="467867" y="285750"/>
                  </a:cubicBezTo>
                  <a:lnTo>
                    <a:pt x="447865" y="297180"/>
                  </a:lnTo>
                  <a:cubicBezTo>
                    <a:pt x="450722" y="314325"/>
                    <a:pt x="453580" y="331470"/>
                    <a:pt x="447865" y="351472"/>
                  </a:cubicBezTo>
                  <a:close/>
                  <a:moveTo>
                    <a:pt x="282130" y="325755"/>
                  </a:moveTo>
                  <a:cubicBezTo>
                    <a:pt x="282130" y="354330"/>
                    <a:pt x="304990" y="377190"/>
                    <a:pt x="333565" y="377190"/>
                  </a:cubicBezTo>
                  <a:cubicBezTo>
                    <a:pt x="362140" y="377190"/>
                    <a:pt x="385000" y="354330"/>
                    <a:pt x="385000" y="325755"/>
                  </a:cubicBezTo>
                  <a:cubicBezTo>
                    <a:pt x="385000" y="297180"/>
                    <a:pt x="362140" y="274320"/>
                    <a:pt x="333565" y="274320"/>
                  </a:cubicBezTo>
                  <a:cubicBezTo>
                    <a:pt x="304990" y="274320"/>
                    <a:pt x="282130" y="297180"/>
                    <a:pt x="282130" y="3257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445305F-3D84-E96E-E720-E37E3792FA79}"/>
                </a:ext>
              </a:extLst>
            </p:cNvPr>
            <p:cNvSpPr txBox="1"/>
            <p:nvPr/>
          </p:nvSpPr>
          <p:spPr>
            <a:xfrm>
              <a:off x="1555133" y="3786188"/>
              <a:ext cx="1187153" cy="237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E0CB15"/>
                  </a:solidFill>
                  <a:latin typeface="+mj-lt"/>
                </a:rPr>
                <a:t>Versatilidad</a:t>
              </a:r>
              <a:endParaRPr sz="2000" b="1" dirty="0">
                <a:solidFill>
                  <a:srgbClr val="E0CB15"/>
                </a:solidFill>
                <a:latin typeface="+mj-lt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4EC847A-B7F0-7EA5-5A30-BCC7FDBFF5F4}"/>
                </a:ext>
              </a:extLst>
            </p:cNvPr>
            <p:cNvSpPr txBox="1"/>
            <p:nvPr/>
          </p:nvSpPr>
          <p:spPr>
            <a:xfrm>
              <a:off x="3126592" y="3786188"/>
              <a:ext cx="1453157" cy="7116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Acceso</a:t>
              </a:r>
              <a:r>
                <a:rPr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Rápido</a:t>
              </a:r>
              <a:r>
                <a:rPr lang="es-ES"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>
                  <a:solidFill>
                    <a:srgbClr val="DE8431"/>
                  </a:solidFill>
                  <a:latin typeface="+mj-lt"/>
                </a:rPr>
                <a:t>al</a:t>
              </a:r>
              <a:r>
                <a:rPr lang="es-ES"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Conocimiento</a:t>
              </a:r>
              <a:endParaRPr sz="2000" b="1" dirty="0">
                <a:solidFill>
                  <a:srgbClr val="DE8431"/>
                </a:solidFill>
                <a:latin typeface="+mj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0C03F7B-0DD7-69C1-5C1E-A897B03F2722}"/>
                </a:ext>
              </a:extLst>
            </p:cNvPr>
            <p:cNvSpPr txBox="1"/>
            <p:nvPr/>
          </p:nvSpPr>
          <p:spPr>
            <a:xfrm>
              <a:off x="4726792" y="3798104"/>
              <a:ext cx="1453157" cy="7116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E55753"/>
                  </a:solidFill>
                  <a:latin typeface="+mj-lt"/>
                </a:rPr>
                <a:t>Generación de
</a:t>
              </a:r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Lenguaje</a:t>
              </a:r>
              <a:r>
                <a:rPr sz="2000" b="1" dirty="0">
                  <a:solidFill>
                    <a:srgbClr val="E55753"/>
                  </a:solidFill>
                  <a:latin typeface="+mj-lt"/>
                </a:rPr>
                <a:t>
Natural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B9DD554-23F2-DA49-3CC8-7A2BACCB2D7E}"/>
                </a:ext>
              </a:extLst>
            </p:cNvPr>
            <p:cNvSpPr txBox="1"/>
            <p:nvPr/>
          </p:nvSpPr>
          <p:spPr>
            <a:xfrm>
              <a:off x="6353605" y="3786188"/>
              <a:ext cx="1376198" cy="4744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Aumento</a:t>
              </a:r>
              <a:r>
                <a:rPr sz="2000" b="1" dirty="0">
                  <a:solidFill>
                    <a:srgbClr val="DE58A9"/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Productividad</a:t>
              </a:r>
              <a:endParaRPr sz="2000" b="1" dirty="0">
                <a:solidFill>
                  <a:srgbClr val="DE58A9"/>
                </a:solidFill>
                <a:latin typeface="+mj-lt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5E97291-D3FD-AE66-D7FC-00833F6A1C3B}"/>
                </a:ext>
              </a:extLst>
            </p:cNvPr>
            <p:cNvSpPr txBox="1"/>
            <p:nvPr/>
          </p:nvSpPr>
          <p:spPr>
            <a:xfrm>
              <a:off x="1478151" y="4168629"/>
              <a:ext cx="1341118" cy="1162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+mj-lt"/>
                </a:rPr>
                <a:t>Los LLM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pueden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realizar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muchas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tareas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sin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necesidad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entrenamiento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específico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,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como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responder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preguntas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y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traducir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D3941C5-9379-57EC-98B6-0E947EF372A5}"/>
                </a:ext>
              </a:extLst>
            </p:cNvPr>
            <p:cNvSpPr txBox="1"/>
            <p:nvPr/>
          </p:nvSpPr>
          <p:spPr>
            <a:xfrm>
              <a:off x="6353605" y="4381500"/>
              <a:ext cx="1376198" cy="1162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Automatizan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tareas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repetitivas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,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permitiendo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a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los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profesionales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enfocarse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actividades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mayor valor.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CCD21B0-7F18-4F1A-4350-D0828580244F}"/>
                </a:ext>
              </a:extLst>
            </p:cNvPr>
            <p:cNvSpPr txBox="1"/>
            <p:nvPr/>
          </p:nvSpPr>
          <p:spPr>
            <a:xfrm>
              <a:off x="3078351" y="4598371"/>
              <a:ext cx="1551960" cy="8303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Entregan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información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compleja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manera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clara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y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rápida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,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ayudando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educación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y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soporte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técnico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69BD497-A6E6-BD09-2840-9A8C81213F32}"/>
                </a:ext>
              </a:extLst>
            </p:cNvPr>
            <p:cNvSpPr txBox="1"/>
            <p:nvPr/>
          </p:nvSpPr>
          <p:spPr>
            <a:xfrm>
              <a:off x="4747029" y="4604912"/>
              <a:ext cx="1489858" cy="8303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484848"/>
                  </a:solidFill>
                  <a:latin typeface="+mj-lt"/>
                </a:rPr>
                <a:t>Su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capacidad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para</a:t>
              </a:r>
              <a:r>
                <a:rPr lang="es-ES"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generar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texto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coherente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crea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contenido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alta</a:t>
              </a:r>
              <a:r>
                <a:rPr lang="es-ES" sz="140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calidad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rápidamente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6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49D7-A279-23C1-7374-32DF463D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45DB-9F2A-5BC8-9512-54A34796E8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5263" y="2974768"/>
            <a:ext cx="3316424" cy="391824"/>
          </a:xfrm>
        </p:spPr>
        <p:txBody>
          <a:bodyPr/>
          <a:lstStyle/>
          <a:p>
            <a:r>
              <a:rPr lang="es-CL" dirty="0"/>
              <a:t>Desventajas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9F86C7-9373-08D4-E6B7-984B73060949}"/>
              </a:ext>
            </a:extLst>
          </p:cNvPr>
          <p:cNvGrpSpPr>
            <a:grpSpLocks noChangeAspect="1"/>
          </p:cNvGrpSpPr>
          <p:nvPr/>
        </p:nvGrpSpPr>
        <p:grpSpPr>
          <a:xfrm>
            <a:off x="3190093" y="530530"/>
            <a:ext cx="5665277" cy="5959300"/>
            <a:chOff x="2617216" y="1766481"/>
            <a:chExt cx="3953637" cy="415882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B0B6FE7-6A75-BBB9-89EB-571C684567BD}"/>
                </a:ext>
              </a:extLst>
            </p:cNvPr>
            <p:cNvGrpSpPr/>
            <p:nvPr/>
          </p:nvGrpSpPr>
          <p:grpSpPr>
            <a:xfrm>
              <a:off x="2617216" y="2008372"/>
              <a:ext cx="1105786" cy="3639879"/>
              <a:chOff x="368595" y="1474381"/>
              <a:chExt cx="1105786" cy="3639879"/>
            </a:xfrm>
          </p:grpSpPr>
          <p:sp>
            <p:nvSpPr>
              <p:cNvPr id="58" name="Rounded Rectangle 1">
                <a:extLst>
                  <a:ext uri="{FF2B5EF4-FFF2-40B4-BE49-F238E27FC236}">
                    <a16:creationId xmlns:a16="http://schemas.microsoft.com/office/drawing/2014/main" id="{E11A4A38-2834-FF61-2FA5-83C837A1945A}"/>
                  </a:ext>
                </a:extLst>
              </p:cNvPr>
              <p:cNvSpPr/>
              <p:nvPr/>
            </p:nvSpPr>
            <p:spPr>
              <a:xfrm>
                <a:off x="368595" y="1474381"/>
                <a:ext cx="1105786" cy="3639879"/>
              </a:xfrm>
              <a:custGeom>
                <a:avLst/>
                <a:gdLst/>
                <a:ahLst/>
                <a:cxnLst/>
                <a:rect l="0" t="0" r="0" b="0"/>
                <a:pathLst>
                  <a:path w="1105786" h="3639879">
                    <a:moveTo>
                      <a:pt x="322520" y="322520"/>
                    </a:moveTo>
                    <a:lnTo>
                      <a:pt x="322520" y="2633920"/>
                    </a:lnTo>
                    <a:lnTo>
                      <a:pt x="230372" y="2633920"/>
                    </a:lnTo>
                    <a:lnTo>
                      <a:pt x="230372" y="322520"/>
                    </a:lnTo>
                    <a:close/>
                    <a:moveTo>
                      <a:pt x="875413" y="322520"/>
                    </a:moveTo>
                    <a:lnTo>
                      <a:pt x="875413" y="2633920"/>
                    </a:lnTo>
                    <a:lnTo>
                      <a:pt x="783265" y="2633920"/>
                    </a:lnTo>
                    <a:lnTo>
                      <a:pt x="783265" y="322520"/>
                    </a:lnTo>
                    <a:close/>
                    <a:moveTo>
                      <a:pt x="783265" y="322520"/>
                    </a:moveTo>
                    <a:cubicBezTo>
                      <a:pt x="783265" y="195290"/>
                      <a:pt x="680123" y="92148"/>
                      <a:pt x="552893" y="92148"/>
                    </a:cubicBezTo>
                    <a:cubicBezTo>
                      <a:pt x="425662" y="92148"/>
                      <a:pt x="322520" y="195290"/>
                      <a:pt x="322520" y="322520"/>
                    </a:cubicBezTo>
                    <a:lnTo>
                      <a:pt x="230372" y="322520"/>
                    </a:lnTo>
                    <a:cubicBezTo>
                      <a:pt x="230372" y="144397"/>
                      <a:pt x="374769" y="0"/>
                      <a:pt x="552893" y="0"/>
                    </a:cubicBezTo>
                    <a:cubicBezTo>
                      <a:pt x="731016" y="0"/>
                      <a:pt x="875413" y="144397"/>
                      <a:pt x="875413" y="322520"/>
                    </a:cubicBezTo>
                    <a:close/>
                    <a:moveTo>
                      <a:pt x="230372" y="2637857"/>
                    </a:moveTo>
                    <a:lnTo>
                      <a:pt x="230372" y="2633920"/>
                    </a:lnTo>
                    <a:lnTo>
                      <a:pt x="322520" y="2633920"/>
                    </a:lnTo>
                    <a:lnTo>
                      <a:pt x="322520" y="2687880"/>
                    </a:lnTo>
                    <a:cubicBezTo>
                      <a:pt x="184804" y="2767545"/>
                      <a:pt x="92148" y="2916445"/>
                      <a:pt x="92148" y="3086986"/>
                    </a:cubicBezTo>
                    <a:cubicBezTo>
                      <a:pt x="92148" y="3341448"/>
                      <a:pt x="298430" y="3547730"/>
                      <a:pt x="552893" y="3547730"/>
                    </a:cubicBezTo>
                    <a:cubicBezTo>
                      <a:pt x="807355" y="3547730"/>
                      <a:pt x="1013637" y="3341448"/>
                      <a:pt x="1013637" y="3086986"/>
                    </a:cubicBezTo>
                    <a:cubicBezTo>
                      <a:pt x="1013637" y="2916445"/>
                      <a:pt x="920981" y="2767545"/>
                      <a:pt x="783265" y="2687880"/>
                    </a:cubicBezTo>
                    <a:lnTo>
                      <a:pt x="783265" y="2633920"/>
                    </a:lnTo>
                    <a:lnTo>
                      <a:pt x="875413" y="2633920"/>
                    </a:lnTo>
                    <a:lnTo>
                      <a:pt x="875413" y="2637857"/>
                    </a:lnTo>
                    <a:cubicBezTo>
                      <a:pt x="1014933" y="2738223"/>
                      <a:pt x="1105786" y="2901994"/>
                      <a:pt x="1105786" y="3086986"/>
                    </a:cubicBezTo>
                    <a:cubicBezTo>
                      <a:pt x="1105786" y="3392340"/>
                      <a:pt x="858247" y="3639879"/>
                      <a:pt x="552893" y="3639879"/>
                    </a:cubicBezTo>
                    <a:cubicBezTo>
                      <a:pt x="247538" y="3639879"/>
                      <a:pt x="0" y="3392340"/>
                      <a:pt x="0" y="3086986"/>
                    </a:cubicBezTo>
                    <a:cubicBezTo>
                      <a:pt x="0" y="2901994"/>
                      <a:pt x="90852" y="2738223"/>
                      <a:pt x="230372" y="2637857"/>
                    </a:cubicBez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Rounded Rectangle 2">
                <a:extLst>
                  <a:ext uri="{FF2B5EF4-FFF2-40B4-BE49-F238E27FC236}">
                    <a16:creationId xmlns:a16="http://schemas.microsoft.com/office/drawing/2014/main" id="{F44B1C8E-6DCE-25C2-B0C0-AFCF282E292D}"/>
                  </a:ext>
                </a:extLst>
              </p:cNvPr>
              <p:cNvSpPr/>
              <p:nvPr/>
            </p:nvSpPr>
            <p:spPr>
              <a:xfrm>
                <a:off x="368595" y="1474381"/>
                <a:ext cx="1105786" cy="3639879"/>
              </a:xfrm>
              <a:custGeom>
                <a:avLst/>
                <a:gdLst/>
                <a:ahLst/>
                <a:cxnLst/>
                <a:rect l="0" t="0" r="0" b="0"/>
                <a:pathLst>
                  <a:path w="1105786" h="3639879">
                    <a:moveTo>
                      <a:pt x="230372" y="322520"/>
                    </a:moveTo>
                    <a:lnTo>
                      <a:pt x="230372" y="2633920"/>
                    </a:lnTo>
                    <a:moveTo>
                      <a:pt x="875413" y="322520"/>
                    </a:moveTo>
                    <a:lnTo>
                      <a:pt x="875413" y="2633920"/>
                    </a:lnTo>
                    <a:moveTo>
                      <a:pt x="230372" y="322520"/>
                    </a:moveTo>
                    <a:cubicBezTo>
                      <a:pt x="230372" y="144397"/>
                      <a:pt x="374769" y="0"/>
                      <a:pt x="552893" y="0"/>
                    </a:cubicBezTo>
                    <a:cubicBezTo>
                      <a:pt x="731016" y="0"/>
                      <a:pt x="875413" y="144397"/>
                      <a:pt x="875413" y="322520"/>
                    </a:cubicBezTo>
                    <a:moveTo>
                      <a:pt x="875413" y="2633920"/>
                    </a:moveTo>
                    <a:lnTo>
                      <a:pt x="875413" y="2637857"/>
                    </a:lnTo>
                    <a:cubicBezTo>
                      <a:pt x="1014933" y="2738223"/>
                      <a:pt x="1105786" y="2901994"/>
                      <a:pt x="1105786" y="3086986"/>
                    </a:cubicBezTo>
                    <a:cubicBezTo>
                      <a:pt x="1105786" y="3392340"/>
                      <a:pt x="858247" y="3639879"/>
                      <a:pt x="552893" y="3639879"/>
                    </a:cubicBezTo>
                    <a:cubicBezTo>
                      <a:pt x="247538" y="3639879"/>
                      <a:pt x="0" y="3392340"/>
                      <a:pt x="0" y="3086986"/>
                    </a:cubicBezTo>
                    <a:cubicBezTo>
                      <a:pt x="0" y="2901994"/>
                      <a:pt x="90852" y="2738223"/>
                      <a:pt x="230372" y="2637857"/>
                    </a:cubicBezTo>
                    <a:lnTo>
                      <a:pt x="230372" y="2633920"/>
                    </a:lnTo>
                  </a:path>
                </a:pathLst>
              </a:custGeom>
              <a:noFill/>
              <a:ln w="1151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35C9E3C-6A26-FD98-F609-4FA80492CE57}"/>
                </a:ext>
              </a:extLst>
            </p:cNvPr>
            <p:cNvGrpSpPr/>
            <p:nvPr/>
          </p:nvGrpSpPr>
          <p:grpSpPr>
            <a:xfrm>
              <a:off x="2939737" y="2100521"/>
              <a:ext cx="460744" cy="875413"/>
              <a:chOff x="691116" y="1566530"/>
              <a:chExt cx="460744" cy="875413"/>
            </a:xfrm>
          </p:grpSpPr>
          <p:sp>
            <p:nvSpPr>
              <p:cNvPr id="56" name="Rounded Rectangle 4">
                <a:extLst>
                  <a:ext uri="{FF2B5EF4-FFF2-40B4-BE49-F238E27FC236}">
                    <a16:creationId xmlns:a16="http://schemas.microsoft.com/office/drawing/2014/main" id="{F319BC34-A9D3-5742-4261-08EA2B37AFAD}"/>
                  </a:ext>
                </a:extLst>
              </p:cNvPr>
              <p:cNvSpPr/>
              <p:nvPr/>
            </p:nvSpPr>
            <p:spPr>
              <a:xfrm>
                <a:off x="691116" y="1566530"/>
                <a:ext cx="460744" cy="875413"/>
              </a:xfrm>
              <a:custGeom>
                <a:avLst/>
                <a:gdLst/>
                <a:ahLst/>
                <a:cxnLst/>
                <a:rect l="0" t="0" r="0" b="0"/>
                <a:pathLst>
                  <a:path w="460744" h="875413">
                    <a:moveTo>
                      <a:pt x="0" y="230372"/>
                    </a:moveTo>
                    <a:lnTo>
                      <a:pt x="460744" y="230372"/>
                    </a:lnTo>
                    <a:lnTo>
                      <a:pt x="460744" y="875413"/>
                    </a:lnTo>
                    <a:lnTo>
                      <a:pt x="0" y="875413"/>
                    </a:lnTo>
                    <a:close/>
                    <a:moveTo>
                      <a:pt x="0" y="230372"/>
                    </a:moveTo>
                    <a:cubicBezTo>
                      <a:pt x="0" y="103141"/>
                      <a:pt x="103141" y="0"/>
                      <a:pt x="230372" y="0"/>
                    </a:cubicBezTo>
                    <a:cubicBezTo>
                      <a:pt x="357602" y="0"/>
                      <a:pt x="460744" y="103141"/>
                      <a:pt x="460744" y="230372"/>
                    </a:cubicBezTo>
                    <a:close/>
                  </a:path>
                </a:pathLst>
              </a:custGeom>
              <a:solidFill>
                <a:srgbClr val="DE58A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Rounded Rectangle 5">
                <a:extLst>
                  <a:ext uri="{FF2B5EF4-FFF2-40B4-BE49-F238E27FC236}">
                    <a16:creationId xmlns:a16="http://schemas.microsoft.com/office/drawing/2014/main" id="{303C5F12-3AB9-981F-61AF-48A30563A72F}"/>
                  </a:ext>
                </a:extLst>
              </p:cNvPr>
              <p:cNvSpPr/>
              <p:nvPr/>
            </p:nvSpPr>
            <p:spPr>
              <a:xfrm>
                <a:off x="691116" y="1566530"/>
                <a:ext cx="460744" cy="875413"/>
              </a:xfrm>
              <a:custGeom>
                <a:avLst/>
                <a:gdLst/>
                <a:ahLst/>
                <a:cxnLst/>
                <a:rect l="0" t="0" r="0" b="0"/>
                <a:pathLst>
                  <a:path w="460744" h="875413">
                    <a:moveTo>
                      <a:pt x="460744" y="230372"/>
                    </a:moveTo>
                    <a:lnTo>
                      <a:pt x="460744" y="875413"/>
                    </a:lnTo>
                    <a:lnTo>
                      <a:pt x="0" y="875413"/>
                    </a:lnTo>
                    <a:lnTo>
                      <a:pt x="0" y="230372"/>
                    </a:lnTo>
                    <a:moveTo>
                      <a:pt x="0" y="230372"/>
                    </a:moveTo>
                    <a:cubicBezTo>
                      <a:pt x="0" y="103141"/>
                      <a:pt x="103141" y="0"/>
                      <a:pt x="230372" y="0"/>
                    </a:cubicBezTo>
                    <a:cubicBezTo>
                      <a:pt x="357602" y="0"/>
                      <a:pt x="460744" y="103141"/>
                      <a:pt x="460744" y="230372"/>
                    </a:cubicBezTo>
                  </a:path>
                </a:pathLst>
              </a:custGeom>
              <a:noFill/>
              <a:ln w="1151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220018C-7344-C45A-DEB1-AB869DDAE4FC}"/>
                </a:ext>
              </a:extLst>
            </p:cNvPr>
            <p:cNvGrpSpPr/>
            <p:nvPr/>
          </p:nvGrpSpPr>
          <p:grpSpPr>
            <a:xfrm>
              <a:off x="2939737" y="2975935"/>
              <a:ext cx="460744" cy="829339"/>
              <a:chOff x="691116" y="2441944"/>
              <a:chExt cx="460744" cy="829339"/>
            </a:xfrm>
          </p:grpSpPr>
          <p:sp>
            <p:nvSpPr>
              <p:cNvPr id="54" name="Rounded Rectangle 7">
                <a:extLst>
                  <a:ext uri="{FF2B5EF4-FFF2-40B4-BE49-F238E27FC236}">
                    <a16:creationId xmlns:a16="http://schemas.microsoft.com/office/drawing/2014/main" id="{BE8503A1-20C4-42EF-E33C-C8CB6B20F6DB}"/>
                  </a:ext>
                </a:extLst>
              </p:cNvPr>
              <p:cNvSpPr/>
              <p:nvPr/>
            </p:nvSpPr>
            <p:spPr>
              <a:xfrm>
                <a:off x="691116" y="2441944"/>
                <a:ext cx="460744" cy="829339"/>
              </a:xfrm>
              <a:custGeom>
                <a:avLst/>
                <a:gdLst/>
                <a:ahLst/>
                <a:cxnLst/>
                <a:rect l="0" t="0" r="0" b="0"/>
                <a:pathLst>
                  <a:path w="460744" h="829339">
                    <a:moveTo>
                      <a:pt x="0" y="0"/>
                    </a:moveTo>
                    <a:lnTo>
                      <a:pt x="460744" y="0"/>
                    </a:lnTo>
                    <a:lnTo>
                      <a:pt x="460744" y="829339"/>
                    </a:lnTo>
                    <a:lnTo>
                      <a:pt x="0" y="829339"/>
                    </a:lnTo>
                    <a:close/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8">
                <a:extLst>
                  <a:ext uri="{FF2B5EF4-FFF2-40B4-BE49-F238E27FC236}">
                    <a16:creationId xmlns:a16="http://schemas.microsoft.com/office/drawing/2014/main" id="{CA23AD0A-8302-E0AB-1065-703050763528}"/>
                  </a:ext>
                </a:extLst>
              </p:cNvPr>
              <p:cNvSpPr/>
              <p:nvPr/>
            </p:nvSpPr>
            <p:spPr>
              <a:xfrm>
                <a:off x="691116" y="2441944"/>
                <a:ext cx="460744" cy="829339"/>
              </a:xfrm>
              <a:custGeom>
                <a:avLst/>
                <a:gdLst/>
                <a:ahLst/>
                <a:cxnLst/>
                <a:rect l="0" t="0" r="0" b="0"/>
                <a:pathLst>
                  <a:path w="460744" h="829339">
                    <a:moveTo>
                      <a:pt x="0" y="0"/>
                    </a:moveTo>
                    <a:lnTo>
                      <a:pt x="460744" y="0"/>
                    </a:lnTo>
                    <a:lnTo>
                      <a:pt x="460744" y="829339"/>
                    </a:lnTo>
                    <a:lnTo>
                      <a:pt x="0" y="829339"/>
                    </a:lnTo>
                    <a:close/>
                  </a:path>
                </a:pathLst>
              </a:custGeom>
              <a:noFill/>
              <a:ln w="1151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A8524D0-6985-AAEE-6D35-B88550C2251E}"/>
                </a:ext>
              </a:extLst>
            </p:cNvPr>
            <p:cNvGrpSpPr/>
            <p:nvPr/>
          </p:nvGrpSpPr>
          <p:grpSpPr>
            <a:xfrm>
              <a:off x="2939737" y="3805274"/>
              <a:ext cx="460744" cy="737190"/>
              <a:chOff x="691116" y="3271283"/>
              <a:chExt cx="460744" cy="737190"/>
            </a:xfrm>
          </p:grpSpPr>
          <p:sp>
            <p:nvSpPr>
              <p:cNvPr id="52" name="Rounded Rectangle 10">
                <a:extLst>
                  <a:ext uri="{FF2B5EF4-FFF2-40B4-BE49-F238E27FC236}">
                    <a16:creationId xmlns:a16="http://schemas.microsoft.com/office/drawing/2014/main" id="{353C8495-C211-14E2-CADC-F43B55408095}"/>
                  </a:ext>
                </a:extLst>
              </p:cNvPr>
              <p:cNvSpPr/>
              <p:nvPr/>
            </p:nvSpPr>
            <p:spPr>
              <a:xfrm>
                <a:off x="691116" y="3271283"/>
                <a:ext cx="460744" cy="737190"/>
              </a:xfrm>
              <a:custGeom>
                <a:avLst/>
                <a:gdLst/>
                <a:ahLst/>
                <a:cxnLst/>
                <a:rect l="0" t="0" r="0" b="0"/>
                <a:pathLst>
                  <a:path w="460744" h="737190">
                    <a:moveTo>
                      <a:pt x="0" y="0"/>
                    </a:moveTo>
                    <a:lnTo>
                      <a:pt x="460744" y="0"/>
                    </a:lnTo>
                    <a:lnTo>
                      <a:pt x="460744" y="737190"/>
                    </a:lnTo>
                    <a:lnTo>
                      <a:pt x="0" y="737190"/>
                    </a:ln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11">
                <a:extLst>
                  <a:ext uri="{FF2B5EF4-FFF2-40B4-BE49-F238E27FC236}">
                    <a16:creationId xmlns:a16="http://schemas.microsoft.com/office/drawing/2014/main" id="{7C173A86-B22F-F5A5-14A1-EAF0601D8E89}"/>
                  </a:ext>
                </a:extLst>
              </p:cNvPr>
              <p:cNvSpPr/>
              <p:nvPr/>
            </p:nvSpPr>
            <p:spPr>
              <a:xfrm>
                <a:off x="691116" y="3271283"/>
                <a:ext cx="460744" cy="737190"/>
              </a:xfrm>
              <a:custGeom>
                <a:avLst/>
                <a:gdLst/>
                <a:ahLst/>
                <a:cxnLst/>
                <a:rect l="0" t="0" r="0" b="0"/>
                <a:pathLst>
                  <a:path w="460744" h="737190">
                    <a:moveTo>
                      <a:pt x="0" y="0"/>
                    </a:moveTo>
                    <a:lnTo>
                      <a:pt x="460744" y="0"/>
                    </a:lnTo>
                    <a:lnTo>
                      <a:pt x="460744" y="737190"/>
                    </a:lnTo>
                    <a:lnTo>
                      <a:pt x="0" y="737190"/>
                    </a:lnTo>
                    <a:close/>
                  </a:path>
                </a:pathLst>
              </a:custGeom>
              <a:noFill/>
              <a:ln w="1151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97A648A-0C90-0284-BECB-F40E2D9046E5}"/>
                </a:ext>
              </a:extLst>
            </p:cNvPr>
            <p:cNvGrpSpPr/>
            <p:nvPr/>
          </p:nvGrpSpPr>
          <p:grpSpPr>
            <a:xfrm>
              <a:off x="2709365" y="4542465"/>
              <a:ext cx="921488" cy="1013637"/>
              <a:chOff x="460744" y="4008474"/>
              <a:chExt cx="921488" cy="1013637"/>
            </a:xfrm>
          </p:grpSpPr>
          <p:sp>
            <p:nvSpPr>
              <p:cNvPr id="50" name="Rounded Rectangle 13">
                <a:extLst>
                  <a:ext uri="{FF2B5EF4-FFF2-40B4-BE49-F238E27FC236}">
                    <a16:creationId xmlns:a16="http://schemas.microsoft.com/office/drawing/2014/main" id="{506D2BEB-3CD8-E9F2-C7A2-EB68AA60AB2E}"/>
                  </a:ext>
                </a:extLst>
              </p:cNvPr>
              <p:cNvSpPr/>
              <p:nvPr/>
            </p:nvSpPr>
            <p:spPr>
              <a:xfrm>
                <a:off x="460744" y="4008474"/>
                <a:ext cx="921488" cy="1013637"/>
              </a:xfrm>
              <a:custGeom>
                <a:avLst/>
                <a:gdLst/>
                <a:ahLst/>
                <a:cxnLst/>
                <a:rect l="0" t="0" r="0" b="0"/>
                <a:pathLst>
                  <a:path w="921488" h="1013637">
                    <a:moveTo>
                      <a:pt x="0" y="552893"/>
                    </a:moveTo>
                    <a:cubicBezTo>
                      <a:pt x="0" y="382352"/>
                      <a:pt x="92655" y="233452"/>
                      <a:pt x="230372" y="153787"/>
                    </a:cubicBezTo>
                    <a:lnTo>
                      <a:pt x="230372" y="92148"/>
                    </a:lnTo>
                    <a:lnTo>
                      <a:pt x="691116" y="92148"/>
                    </a:lnTo>
                    <a:lnTo>
                      <a:pt x="691116" y="153787"/>
                    </a:lnTo>
                    <a:cubicBezTo>
                      <a:pt x="828832" y="233452"/>
                      <a:pt x="921488" y="382352"/>
                      <a:pt x="921488" y="552893"/>
                    </a:cubicBezTo>
                    <a:cubicBezTo>
                      <a:pt x="921488" y="807355"/>
                      <a:pt x="715206" y="1013637"/>
                      <a:pt x="460744" y="1013637"/>
                    </a:cubicBezTo>
                    <a:cubicBezTo>
                      <a:pt x="206282" y="1013637"/>
                      <a:pt x="0" y="807355"/>
                      <a:pt x="0" y="552893"/>
                    </a:cubicBezTo>
                    <a:close/>
                    <a:moveTo>
                      <a:pt x="230372" y="0"/>
                    </a:moveTo>
                    <a:lnTo>
                      <a:pt x="691116" y="0"/>
                    </a:lnTo>
                    <a:lnTo>
                      <a:pt x="691116" y="92148"/>
                    </a:lnTo>
                    <a:lnTo>
                      <a:pt x="230372" y="92148"/>
                    </a:ln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14">
                <a:extLst>
                  <a:ext uri="{FF2B5EF4-FFF2-40B4-BE49-F238E27FC236}">
                    <a16:creationId xmlns:a16="http://schemas.microsoft.com/office/drawing/2014/main" id="{003E503D-F915-DD62-2890-F26DA4A39866}"/>
                  </a:ext>
                </a:extLst>
              </p:cNvPr>
              <p:cNvSpPr/>
              <p:nvPr/>
            </p:nvSpPr>
            <p:spPr>
              <a:xfrm>
                <a:off x="460744" y="4008474"/>
                <a:ext cx="921488" cy="1013637"/>
              </a:xfrm>
              <a:custGeom>
                <a:avLst/>
                <a:gdLst/>
                <a:ahLst/>
                <a:cxnLst/>
                <a:rect l="0" t="0" r="0" b="0"/>
                <a:pathLst>
                  <a:path w="921488" h="1013637">
                    <a:moveTo>
                      <a:pt x="691116" y="92148"/>
                    </a:moveTo>
                    <a:lnTo>
                      <a:pt x="691116" y="153787"/>
                    </a:lnTo>
                    <a:cubicBezTo>
                      <a:pt x="828832" y="233452"/>
                      <a:pt x="921488" y="382352"/>
                      <a:pt x="921488" y="552893"/>
                    </a:cubicBezTo>
                    <a:cubicBezTo>
                      <a:pt x="921488" y="807355"/>
                      <a:pt x="715206" y="1013637"/>
                      <a:pt x="460744" y="1013637"/>
                    </a:cubicBezTo>
                    <a:cubicBezTo>
                      <a:pt x="206282" y="1013637"/>
                      <a:pt x="0" y="807355"/>
                      <a:pt x="0" y="552893"/>
                    </a:cubicBezTo>
                    <a:cubicBezTo>
                      <a:pt x="0" y="382352"/>
                      <a:pt x="92655" y="233452"/>
                      <a:pt x="230372" y="153787"/>
                    </a:cubicBezTo>
                    <a:lnTo>
                      <a:pt x="230372" y="92148"/>
                    </a:lnTo>
                    <a:moveTo>
                      <a:pt x="230372" y="92148"/>
                    </a:moveTo>
                    <a:lnTo>
                      <a:pt x="230372" y="0"/>
                    </a:lnTo>
                    <a:lnTo>
                      <a:pt x="691116" y="0"/>
                    </a:lnTo>
                    <a:lnTo>
                      <a:pt x="691116" y="92148"/>
                    </a:lnTo>
                  </a:path>
                </a:pathLst>
              </a:custGeom>
              <a:noFill/>
              <a:ln w="1151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6" name="Rounded Rectangle 16">
              <a:extLst>
                <a:ext uri="{FF2B5EF4-FFF2-40B4-BE49-F238E27FC236}">
                  <a16:creationId xmlns:a16="http://schemas.microsoft.com/office/drawing/2014/main" id="{67828117-ABA7-8D10-606B-1057635B1189}"/>
                </a:ext>
              </a:extLst>
            </p:cNvPr>
            <p:cNvSpPr/>
            <p:nvPr/>
          </p:nvSpPr>
          <p:spPr>
            <a:xfrm>
              <a:off x="2954011" y="4869248"/>
              <a:ext cx="432196" cy="456482"/>
            </a:xfrm>
            <a:custGeom>
              <a:avLst/>
              <a:gdLst/>
              <a:ahLst/>
              <a:cxnLst/>
              <a:rect l="0" t="0" r="0" b="0"/>
              <a:pathLst>
                <a:path w="432196" h="456482">
                  <a:moveTo>
                    <a:pt x="216098" y="38549"/>
                  </a:moveTo>
                  <a:cubicBezTo>
                    <a:pt x="184320" y="38395"/>
                    <a:pt x="153800" y="50950"/>
                    <a:pt x="131329" y="73420"/>
                  </a:cubicBezTo>
                  <a:cubicBezTo>
                    <a:pt x="108859" y="95891"/>
                    <a:pt x="96304" y="126411"/>
                    <a:pt x="96458" y="158188"/>
                  </a:cubicBezTo>
                  <a:lnTo>
                    <a:pt x="96458" y="265580"/>
                  </a:lnTo>
                  <a:lnTo>
                    <a:pt x="335738" y="265580"/>
                  </a:lnTo>
                  <a:lnTo>
                    <a:pt x="335738" y="160127"/>
                  </a:lnTo>
                  <a:cubicBezTo>
                    <a:pt x="335738" y="91477"/>
                    <a:pt x="282464" y="38549"/>
                    <a:pt x="216098" y="38549"/>
                  </a:cubicBezTo>
                  <a:close/>
                  <a:moveTo>
                    <a:pt x="374133" y="265580"/>
                  </a:moveTo>
                  <a:lnTo>
                    <a:pt x="383866" y="265580"/>
                  </a:lnTo>
                  <a:cubicBezTo>
                    <a:pt x="396689" y="265456"/>
                    <a:pt x="409022" y="270495"/>
                    <a:pt x="418090" y="279562"/>
                  </a:cubicBezTo>
                  <a:cubicBezTo>
                    <a:pt x="427157" y="288629"/>
                    <a:pt x="432196" y="300963"/>
                    <a:pt x="432071" y="313786"/>
                  </a:cubicBezTo>
                  <a:lnTo>
                    <a:pt x="432071" y="342717"/>
                  </a:lnTo>
                  <a:cubicBezTo>
                    <a:pt x="432071" y="358132"/>
                    <a:pt x="418576" y="371628"/>
                    <a:pt x="403141" y="371628"/>
                  </a:cubicBezTo>
                  <a:cubicBezTo>
                    <a:pt x="387725" y="371628"/>
                    <a:pt x="374229" y="358132"/>
                    <a:pt x="374229" y="342717"/>
                  </a:cubicBezTo>
                  <a:lnTo>
                    <a:pt x="374229" y="327282"/>
                  </a:lnTo>
                  <a:lnTo>
                    <a:pt x="341439" y="327282"/>
                  </a:lnTo>
                  <a:cubicBezTo>
                    <a:pt x="333722" y="346575"/>
                    <a:pt x="320226" y="361991"/>
                    <a:pt x="306730" y="375487"/>
                  </a:cubicBezTo>
                  <a:lnTo>
                    <a:pt x="306730" y="410196"/>
                  </a:lnTo>
                  <a:lnTo>
                    <a:pt x="322165" y="410196"/>
                  </a:lnTo>
                  <a:cubicBezTo>
                    <a:pt x="335661" y="410196"/>
                    <a:pt x="345298" y="421772"/>
                    <a:pt x="345298" y="433349"/>
                  </a:cubicBezTo>
                  <a:cubicBezTo>
                    <a:pt x="345298" y="444906"/>
                    <a:pt x="333722" y="456482"/>
                    <a:pt x="322165" y="456482"/>
                  </a:cubicBezTo>
                  <a:lnTo>
                    <a:pt x="235295" y="456482"/>
                  </a:lnTo>
                  <a:lnTo>
                    <a:pt x="235295" y="379691"/>
                  </a:lnTo>
                  <a:cubicBezTo>
                    <a:pt x="235295" y="369089"/>
                    <a:pt x="226700" y="360494"/>
                    <a:pt x="216098" y="360494"/>
                  </a:cubicBezTo>
                  <a:cubicBezTo>
                    <a:pt x="205495" y="360494"/>
                    <a:pt x="196900" y="369089"/>
                    <a:pt x="196900" y="379691"/>
                  </a:cubicBezTo>
                  <a:lnTo>
                    <a:pt x="196900" y="456482"/>
                  </a:lnTo>
                  <a:lnTo>
                    <a:pt x="110031" y="456482"/>
                  </a:lnTo>
                  <a:cubicBezTo>
                    <a:pt x="96535" y="456482"/>
                    <a:pt x="86897" y="444906"/>
                    <a:pt x="86897" y="433349"/>
                  </a:cubicBezTo>
                  <a:cubicBezTo>
                    <a:pt x="86897" y="421772"/>
                    <a:pt x="98474" y="410196"/>
                    <a:pt x="110031" y="410196"/>
                  </a:cubicBezTo>
                  <a:lnTo>
                    <a:pt x="125465" y="410196"/>
                  </a:lnTo>
                  <a:lnTo>
                    <a:pt x="125465" y="375487"/>
                  </a:lnTo>
                  <a:cubicBezTo>
                    <a:pt x="110031" y="361991"/>
                    <a:pt x="98474" y="346575"/>
                    <a:pt x="90756" y="327301"/>
                  </a:cubicBezTo>
                  <a:lnTo>
                    <a:pt x="57966" y="327301"/>
                  </a:lnTo>
                  <a:lnTo>
                    <a:pt x="57966" y="342717"/>
                  </a:lnTo>
                  <a:cubicBezTo>
                    <a:pt x="57966" y="358132"/>
                    <a:pt x="44470" y="371628"/>
                    <a:pt x="29055" y="371628"/>
                  </a:cubicBezTo>
                  <a:cubicBezTo>
                    <a:pt x="13620" y="371628"/>
                    <a:pt x="124" y="358132"/>
                    <a:pt x="124" y="342717"/>
                  </a:cubicBezTo>
                  <a:lnTo>
                    <a:pt x="124" y="313786"/>
                  </a:lnTo>
                  <a:cubicBezTo>
                    <a:pt x="0" y="300963"/>
                    <a:pt x="5038" y="288629"/>
                    <a:pt x="14106" y="279562"/>
                  </a:cubicBezTo>
                  <a:cubicBezTo>
                    <a:pt x="23173" y="270495"/>
                    <a:pt x="35507" y="265456"/>
                    <a:pt x="48329" y="265580"/>
                  </a:cubicBezTo>
                  <a:lnTo>
                    <a:pt x="58062" y="265580"/>
                  </a:lnTo>
                  <a:lnTo>
                    <a:pt x="58062" y="158188"/>
                  </a:lnTo>
                  <a:cubicBezTo>
                    <a:pt x="57909" y="116228"/>
                    <a:pt x="74509" y="75942"/>
                    <a:pt x="104180" y="46271"/>
                  </a:cubicBezTo>
                  <a:cubicBezTo>
                    <a:pt x="133851" y="16600"/>
                    <a:pt x="174137" y="0"/>
                    <a:pt x="216098" y="153"/>
                  </a:cubicBezTo>
                  <a:cubicBezTo>
                    <a:pt x="304023" y="153"/>
                    <a:pt x="374133" y="70628"/>
                    <a:pt x="374133" y="160127"/>
                  </a:cubicBezTo>
                  <a:close/>
                  <a:moveTo>
                    <a:pt x="292888" y="154368"/>
                  </a:moveTo>
                  <a:cubicBezTo>
                    <a:pt x="292888" y="194683"/>
                    <a:pt x="258333" y="246517"/>
                    <a:pt x="216098" y="246517"/>
                  </a:cubicBezTo>
                  <a:cubicBezTo>
                    <a:pt x="173863" y="246517"/>
                    <a:pt x="139307" y="194683"/>
                    <a:pt x="139307" y="154368"/>
                  </a:cubicBezTo>
                  <a:cubicBezTo>
                    <a:pt x="139307" y="114053"/>
                    <a:pt x="173863" y="83337"/>
                    <a:pt x="216098" y="83337"/>
                  </a:cubicBezTo>
                  <a:cubicBezTo>
                    <a:pt x="258333" y="83337"/>
                    <a:pt x="292888" y="114053"/>
                    <a:pt x="292888" y="154368"/>
                  </a:cubicBezTo>
                  <a:close/>
                  <a:moveTo>
                    <a:pt x="263247" y="172702"/>
                  </a:moveTo>
                  <a:cubicBezTo>
                    <a:pt x="270734" y="165215"/>
                    <a:pt x="271963" y="154272"/>
                    <a:pt x="265954" y="148263"/>
                  </a:cubicBezTo>
                  <a:cubicBezTo>
                    <a:pt x="259964" y="142274"/>
                    <a:pt x="249022" y="143483"/>
                    <a:pt x="241535" y="150989"/>
                  </a:cubicBezTo>
                  <a:cubicBezTo>
                    <a:pt x="234028" y="158476"/>
                    <a:pt x="232819" y="169419"/>
                    <a:pt x="238809" y="175409"/>
                  </a:cubicBezTo>
                  <a:cubicBezTo>
                    <a:pt x="244817" y="181418"/>
                    <a:pt x="255741" y="180208"/>
                    <a:pt x="263247" y="172721"/>
                  </a:cubicBezTo>
                  <a:close/>
                  <a:moveTo>
                    <a:pt x="190469" y="151412"/>
                  </a:moveTo>
                  <a:cubicBezTo>
                    <a:pt x="182982" y="143905"/>
                    <a:pt x="172039" y="142715"/>
                    <a:pt x="166049" y="148705"/>
                  </a:cubicBezTo>
                  <a:cubicBezTo>
                    <a:pt x="160040" y="154714"/>
                    <a:pt x="161269" y="165656"/>
                    <a:pt x="168756" y="173143"/>
                  </a:cubicBezTo>
                  <a:cubicBezTo>
                    <a:pt x="176262" y="180650"/>
                    <a:pt x="187186" y="181859"/>
                    <a:pt x="193176" y="175850"/>
                  </a:cubicBezTo>
                  <a:cubicBezTo>
                    <a:pt x="199185" y="169841"/>
                    <a:pt x="197975" y="158918"/>
                    <a:pt x="190488" y="1514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17">
              <a:extLst>
                <a:ext uri="{FF2B5EF4-FFF2-40B4-BE49-F238E27FC236}">
                  <a16:creationId xmlns:a16="http://schemas.microsoft.com/office/drawing/2014/main" id="{1E37EB7C-2126-CE99-F57E-EDB8738642B8}"/>
                </a:ext>
              </a:extLst>
            </p:cNvPr>
            <p:cNvSpPr/>
            <p:nvPr/>
          </p:nvSpPr>
          <p:spPr>
            <a:xfrm>
              <a:off x="2987753" y="2380495"/>
              <a:ext cx="364759" cy="363515"/>
            </a:xfrm>
            <a:custGeom>
              <a:avLst/>
              <a:gdLst/>
              <a:ahLst/>
              <a:cxnLst/>
              <a:rect l="0" t="0" r="0" b="0"/>
              <a:pathLst>
                <a:path w="364759" h="363515">
                  <a:moveTo>
                    <a:pt x="246092" y="87561"/>
                  </a:moveTo>
                  <a:cubicBezTo>
                    <a:pt x="246092" y="56108"/>
                    <a:pt x="220720" y="30736"/>
                    <a:pt x="189266" y="30736"/>
                  </a:cubicBezTo>
                  <a:cubicBezTo>
                    <a:pt x="174189" y="30716"/>
                    <a:pt x="159724" y="36696"/>
                    <a:pt x="149062" y="47357"/>
                  </a:cubicBezTo>
                  <a:cubicBezTo>
                    <a:pt x="138401" y="58019"/>
                    <a:pt x="132421" y="72484"/>
                    <a:pt x="132441" y="87561"/>
                  </a:cubicBezTo>
                  <a:lnTo>
                    <a:pt x="132441" y="117095"/>
                  </a:lnTo>
                  <a:lnTo>
                    <a:pt x="246092" y="117095"/>
                  </a:lnTo>
                  <a:close/>
                  <a:moveTo>
                    <a:pt x="281415" y="117095"/>
                  </a:moveTo>
                  <a:cubicBezTo>
                    <a:pt x="298524" y="117095"/>
                    <a:pt x="312899" y="131470"/>
                    <a:pt x="312899" y="148579"/>
                  </a:cubicBezTo>
                  <a:lnTo>
                    <a:pt x="312899" y="291410"/>
                  </a:lnTo>
                  <a:cubicBezTo>
                    <a:pt x="312899" y="293161"/>
                    <a:pt x="312746" y="294865"/>
                    <a:pt x="312469" y="296540"/>
                  </a:cubicBezTo>
                  <a:lnTo>
                    <a:pt x="357392" y="334413"/>
                  </a:lnTo>
                  <a:cubicBezTo>
                    <a:pt x="363706" y="339674"/>
                    <a:pt x="364759" y="348973"/>
                    <a:pt x="359782" y="355512"/>
                  </a:cubicBezTo>
                  <a:cubicBezTo>
                    <a:pt x="354805" y="362052"/>
                    <a:pt x="345562" y="363515"/>
                    <a:pt x="338809" y="358832"/>
                  </a:cubicBezTo>
                  <a:lnTo>
                    <a:pt x="15643" y="86379"/>
                  </a:lnTo>
                  <a:cubicBezTo>
                    <a:pt x="15305" y="86098"/>
                    <a:pt x="14951" y="85836"/>
                    <a:pt x="14583" y="85595"/>
                  </a:cubicBezTo>
                  <a:lnTo>
                    <a:pt x="7319" y="79483"/>
                  </a:lnTo>
                  <a:cubicBezTo>
                    <a:pt x="829" y="74017"/>
                    <a:pt x="0" y="64324"/>
                    <a:pt x="5467" y="57835"/>
                  </a:cubicBezTo>
                  <a:cubicBezTo>
                    <a:pt x="10934" y="51345"/>
                    <a:pt x="20626" y="50517"/>
                    <a:pt x="27115" y="55985"/>
                  </a:cubicBezTo>
                  <a:lnTo>
                    <a:pt x="99606" y="117095"/>
                  </a:lnTo>
                  <a:lnTo>
                    <a:pt x="101725" y="117095"/>
                  </a:lnTo>
                  <a:lnTo>
                    <a:pt x="101725" y="87561"/>
                  </a:lnTo>
                  <a:cubicBezTo>
                    <a:pt x="101705" y="64338"/>
                    <a:pt x="110921" y="42059"/>
                    <a:pt x="127343" y="25638"/>
                  </a:cubicBezTo>
                  <a:cubicBezTo>
                    <a:pt x="143764" y="9216"/>
                    <a:pt x="166043" y="0"/>
                    <a:pt x="189266" y="20"/>
                  </a:cubicBezTo>
                  <a:cubicBezTo>
                    <a:pt x="237675" y="20"/>
                    <a:pt x="276808" y="39152"/>
                    <a:pt x="276808" y="87561"/>
                  </a:cubicBezTo>
                  <a:lnTo>
                    <a:pt x="276808" y="117095"/>
                  </a:lnTo>
                  <a:close/>
                  <a:moveTo>
                    <a:pt x="97118" y="322894"/>
                  </a:moveTo>
                  <a:cubicBezTo>
                    <a:pt x="80009" y="322894"/>
                    <a:pt x="65633" y="308519"/>
                    <a:pt x="65633" y="291410"/>
                  </a:cubicBezTo>
                  <a:lnTo>
                    <a:pt x="65633" y="158670"/>
                  </a:lnTo>
                  <a:lnTo>
                    <a:pt x="260436" y="3228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18">
              <a:extLst>
                <a:ext uri="{FF2B5EF4-FFF2-40B4-BE49-F238E27FC236}">
                  <a16:creationId xmlns:a16="http://schemas.microsoft.com/office/drawing/2014/main" id="{48E8CDFF-535A-8FAC-4AE9-674A4180F1E4}"/>
                </a:ext>
              </a:extLst>
            </p:cNvPr>
            <p:cNvSpPr/>
            <p:nvPr/>
          </p:nvSpPr>
          <p:spPr>
            <a:xfrm>
              <a:off x="2985811" y="3211753"/>
              <a:ext cx="368595" cy="355470"/>
            </a:xfrm>
            <a:custGeom>
              <a:avLst/>
              <a:gdLst/>
              <a:ahLst/>
              <a:cxnLst/>
              <a:rect l="0" t="0" r="0" b="0"/>
              <a:pathLst>
                <a:path w="368595" h="355470">
                  <a:moveTo>
                    <a:pt x="368595" y="154278"/>
                  </a:moveTo>
                  <a:cubicBezTo>
                    <a:pt x="368595" y="192447"/>
                    <a:pt x="337652" y="223390"/>
                    <a:pt x="299483" y="223390"/>
                  </a:cubicBezTo>
                  <a:cubicBezTo>
                    <a:pt x="261314" y="223390"/>
                    <a:pt x="230372" y="192447"/>
                    <a:pt x="230372" y="154278"/>
                  </a:cubicBezTo>
                  <a:cubicBezTo>
                    <a:pt x="230480" y="152150"/>
                    <a:pt x="231002" y="150064"/>
                    <a:pt x="231907" y="148135"/>
                  </a:cubicBezTo>
                  <a:lnTo>
                    <a:pt x="268460" y="63819"/>
                  </a:lnTo>
                  <a:cubicBezTo>
                    <a:pt x="269041" y="62356"/>
                    <a:pt x="268743" y="60690"/>
                    <a:pt x="267692" y="59518"/>
                  </a:cubicBezTo>
                  <a:cubicBezTo>
                    <a:pt x="266584" y="58473"/>
                    <a:pt x="264992" y="58119"/>
                    <a:pt x="263545" y="58597"/>
                  </a:cubicBezTo>
                  <a:lnTo>
                    <a:pt x="202113" y="83170"/>
                  </a:lnTo>
                  <a:cubicBezTo>
                    <a:pt x="200649" y="83735"/>
                    <a:pt x="199676" y="85133"/>
                    <a:pt x="199655" y="86702"/>
                  </a:cubicBezTo>
                  <a:lnTo>
                    <a:pt x="199655" y="320914"/>
                  </a:lnTo>
                  <a:cubicBezTo>
                    <a:pt x="199655" y="323034"/>
                    <a:pt x="201374" y="324753"/>
                    <a:pt x="203495" y="324753"/>
                  </a:cubicBezTo>
                  <a:lnTo>
                    <a:pt x="251719" y="324753"/>
                  </a:lnTo>
                  <a:cubicBezTo>
                    <a:pt x="260201" y="324753"/>
                    <a:pt x="267078" y="331629"/>
                    <a:pt x="267078" y="340112"/>
                  </a:cubicBezTo>
                  <a:cubicBezTo>
                    <a:pt x="267078" y="348594"/>
                    <a:pt x="260201" y="355470"/>
                    <a:pt x="251719" y="355470"/>
                  </a:cubicBezTo>
                  <a:lnTo>
                    <a:pt x="116414" y="355470"/>
                  </a:lnTo>
                  <a:cubicBezTo>
                    <a:pt x="107932" y="355470"/>
                    <a:pt x="101056" y="348594"/>
                    <a:pt x="101056" y="340112"/>
                  </a:cubicBezTo>
                  <a:cubicBezTo>
                    <a:pt x="101056" y="331629"/>
                    <a:pt x="107932" y="324753"/>
                    <a:pt x="116414" y="324753"/>
                  </a:cubicBezTo>
                  <a:lnTo>
                    <a:pt x="165099" y="324753"/>
                  </a:lnTo>
                  <a:cubicBezTo>
                    <a:pt x="167220" y="324753"/>
                    <a:pt x="168939" y="323034"/>
                    <a:pt x="168939" y="320914"/>
                  </a:cubicBezTo>
                  <a:lnTo>
                    <a:pt x="168939" y="102060"/>
                  </a:lnTo>
                  <a:cubicBezTo>
                    <a:pt x="169158" y="100674"/>
                    <a:pt x="168633" y="99275"/>
                    <a:pt x="167557" y="98374"/>
                  </a:cubicBezTo>
                  <a:cubicBezTo>
                    <a:pt x="166456" y="97773"/>
                    <a:pt x="165125" y="97773"/>
                    <a:pt x="164024" y="98374"/>
                  </a:cubicBezTo>
                  <a:lnTo>
                    <a:pt x="92148" y="126633"/>
                  </a:lnTo>
                  <a:cubicBezTo>
                    <a:pt x="91108" y="127049"/>
                    <a:pt x="90241" y="127808"/>
                    <a:pt x="89691" y="128784"/>
                  </a:cubicBezTo>
                  <a:cubicBezTo>
                    <a:pt x="89223" y="129754"/>
                    <a:pt x="89223" y="130885"/>
                    <a:pt x="89691" y="131855"/>
                  </a:cubicBezTo>
                  <a:lnTo>
                    <a:pt x="136687" y="237519"/>
                  </a:lnTo>
                  <a:cubicBezTo>
                    <a:pt x="137586" y="239504"/>
                    <a:pt x="138107" y="241640"/>
                    <a:pt x="138223" y="243816"/>
                  </a:cubicBezTo>
                  <a:cubicBezTo>
                    <a:pt x="138223" y="281985"/>
                    <a:pt x="107280" y="312928"/>
                    <a:pt x="69111" y="312928"/>
                  </a:cubicBezTo>
                  <a:cubicBezTo>
                    <a:pt x="30942" y="312928"/>
                    <a:pt x="0" y="281985"/>
                    <a:pt x="0" y="243816"/>
                  </a:cubicBezTo>
                  <a:cubicBezTo>
                    <a:pt x="15" y="241742"/>
                    <a:pt x="487" y="239697"/>
                    <a:pt x="1382" y="237826"/>
                  </a:cubicBezTo>
                  <a:lnTo>
                    <a:pt x="37934" y="153510"/>
                  </a:lnTo>
                  <a:cubicBezTo>
                    <a:pt x="38466" y="152339"/>
                    <a:pt x="38466" y="150995"/>
                    <a:pt x="37934" y="149824"/>
                  </a:cubicBezTo>
                  <a:cubicBezTo>
                    <a:pt x="37145" y="148751"/>
                    <a:pt x="35888" y="148122"/>
                    <a:pt x="34555" y="148135"/>
                  </a:cubicBezTo>
                  <a:cubicBezTo>
                    <a:pt x="27050" y="148473"/>
                    <a:pt x="20402" y="143332"/>
                    <a:pt x="18841" y="135984"/>
                  </a:cubicBezTo>
                  <a:cubicBezTo>
                    <a:pt x="17280" y="128635"/>
                    <a:pt x="21264" y="121236"/>
                    <a:pt x="28258" y="118494"/>
                  </a:cubicBezTo>
                  <a:lnTo>
                    <a:pt x="166482" y="64126"/>
                  </a:lnTo>
                  <a:cubicBezTo>
                    <a:pt x="167946" y="63561"/>
                    <a:pt x="168919" y="62162"/>
                    <a:pt x="168939" y="60593"/>
                  </a:cubicBezTo>
                  <a:lnTo>
                    <a:pt x="168939" y="25270"/>
                  </a:lnTo>
                  <a:cubicBezTo>
                    <a:pt x="168939" y="16788"/>
                    <a:pt x="175815" y="9911"/>
                    <a:pt x="184297" y="9911"/>
                  </a:cubicBezTo>
                  <a:cubicBezTo>
                    <a:pt x="192779" y="9911"/>
                    <a:pt x="199655" y="16788"/>
                    <a:pt x="199655" y="25270"/>
                  </a:cubicBezTo>
                  <a:lnTo>
                    <a:pt x="199655" y="45389"/>
                  </a:lnTo>
                  <a:cubicBezTo>
                    <a:pt x="199341" y="46941"/>
                    <a:pt x="200012" y="48527"/>
                    <a:pt x="201345" y="49382"/>
                  </a:cubicBezTo>
                  <a:cubicBezTo>
                    <a:pt x="202445" y="49983"/>
                    <a:pt x="203776" y="49983"/>
                    <a:pt x="204877" y="49382"/>
                  </a:cubicBezTo>
                  <a:lnTo>
                    <a:pt x="320677" y="3307"/>
                  </a:lnTo>
                  <a:cubicBezTo>
                    <a:pt x="328566" y="0"/>
                    <a:pt x="337642" y="3713"/>
                    <a:pt x="340950" y="11601"/>
                  </a:cubicBezTo>
                  <a:cubicBezTo>
                    <a:pt x="344258" y="19489"/>
                    <a:pt x="340545" y="28566"/>
                    <a:pt x="332657" y="31874"/>
                  </a:cubicBezTo>
                  <a:lnTo>
                    <a:pt x="322520" y="35867"/>
                  </a:lnTo>
                  <a:cubicBezTo>
                    <a:pt x="321415" y="36052"/>
                    <a:pt x="320454" y="36730"/>
                    <a:pt x="319910" y="37710"/>
                  </a:cubicBezTo>
                  <a:cubicBezTo>
                    <a:pt x="319526" y="38644"/>
                    <a:pt x="319526" y="39693"/>
                    <a:pt x="319910" y="40628"/>
                  </a:cubicBezTo>
                  <a:lnTo>
                    <a:pt x="367213" y="147674"/>
                  </a:lnTo>
                  <a:cubicBezTo>
                    <a:pt x="368122" y="149540"/>
                    <a:pt x="368595" y="151588"/>
                    <a:pt x="368595" y="153664"/>
                  </a:cubicBezTo>
                  <a:close/>
                  <a:moveTo>
                    <a:pt x="95527" y="232605"/>
                  </a:moveTo>
                  <a:cubicBezTo>
                    <a:pt x="96811" y="232593"/>
                    <a:pt x="98011" y="231964"/>
                    <a:pt x="98752" y="230915"/>
                  </a:cubicBezTo>
                  <a:cubicBezTo>
                    <a:pt x="99285" y="229744"/>
                    <a:pt x="99285" y="228400"/>
                    <a:pt x="98752" y="227229"/>
                  </a:cubicBezTo>
                  <a:lnTo>
                    <a:pt x="72951" y="169022"/>
                  </a:lnTo>
                  <a:cubicBezTo>
                    <a:pt x="72348" y="167606"/>
                    <a:pt x="70957" y="166687"/>
                    <a:pt x="69418" y="166687"/>
                  </a:cubicBezTo>
                  <a:cubicBezTo>
                    <a:pt x="67879" y="166687"/>
                    <a:pt x="66489" y="167606"/>
                    <a:pt x="65886" y="169022"/>
                  </a:cubicBezTo>
                  <a:lnTo>
                    <a:pt x="39931" y="227229"/>
                  </a:lnTo>
                  <a:cubicBezTo>
                    <a:pt x="39398" y="228400"/>
                    <a:pt x="39398" y="229744"/>
                    <a:pt x="39931" y="230915"/>
                  </a:cubicBezTo>
                  <a:cubicBezTo>
                    <a:pt x="40672" y="231964"/>
                    <a:pt x="41872" y="232593"/>
                    <a:pt x="43156" y="232605"/>
                  </a:cubicBezTo>
                  <a:close/>
                  <a:moveTo>
                    <a:pt x="325899" y="142299"/>
                  </a:moveTo>
                  <a:cubicBezTo>
                    <a:pt x="327183" y="142287"/>
                    <a:pt x="328384" y="141658"/>
                    <a:pt x="329124" y="140609"/>
                  </a:cubicBezTo>
                  <a:cubicBezTo>
                    <a:pt x="329657" y="139438"/>
                    <a:pt x="329657" y="138094"/>
                    <a:pt x="329124" y="136923"/>
                  </a:cubicBezTo>
                  <a:lnTo>
                    <a:pt x="303169" y="78716"/>
                  </a:lnTo>
                  <a:cubicBezTo>
                    <a:pt x="302566" y="77300"/>
                    <a:pt x="301176" y="76381"/>
                    <a:pt x="299637" y="76381"/>
                  </a:cubicBezTo>
                  <a:cubicBezTo>
                    <a:pt x="298098" y="76381"/>
                    <a:pt x="296708" y="77300"/>
                    <a:pt x="296104" y="78716"/>
                  </a:cubicBezTo>
                  <a:lnTo>
                    <a:pt x="270303" y="136923"/>
                  </a:lnTo>
                  <a:cubicBezTo>
                    <a:pt x="269771" y="138094"/>
                    <a:pt x="269771" y="139438"/>
                    <a:pt x="270303" y="140609"/>
                  </a:cubicBezTo>
                  <a:cubicBezTo>
                    <a:pt x="271044" y="141658"/>
                    <a:pt x="272244" y="142287"/>
                    <a:pt x="273528" y="142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19">
              <a:extLst>
                <a:ext uri="{FF2B5EF4-FFF2-40B4-BE49-F238E27FC236}">
                  <a16:creationId xmlns:a16="http://schemas.microsoft.com/office/drawing/2014/main" id="{0BEF5AFB-F5DE-7751-89C8-7E51E20763E8}"/>
                </a:ext>
              </a:extLst>
            </p:cNvPr>
            <p:cNvSpPr/>
            <p:nvPr/>
          </p:nvSpPr>
          <p:spPr>
            <a:xfrm>
              <a:off x="2987721" y="3989507"/>
              <a:ext cx="353670" cy="368660"/>
            </a:xfrm>
            <a:custGeom>
              <a:avLst/>
              <a:gdLst/>
              <a:ahLst/>
              <a:cxnLst/>
              <a:rect l="0" t="0" r="0" b="0"/>
              <a:pathLst>
                <a:path w="353670" h="368660">
                  <a:moveTo>
                    <a:pt x="241041" y="17189"/>
                  </a:moveTo>
                  <a:cubicBezTo>
                    <a:pt x="261206" y="28277"/>
                    <a:pt x="276902" y="44127"/>
                    <a:pt x="289895" y="62818"/>
                  </a:cubicBezTo>
                  <a:cubicBezTo>
                    <a:pt x="311135" y="93319"/>
                    <a:pt x="325986" y="132912"/>
                    <a:pt x="341391" y="173888"/>
                  </a:cubicBezTo>
                  <a:cubicBezTo>
                    <a:pt x="344543" y="182313"/>
                    <a:pt x="347733" y="190724"/>
                    <a:pt x="350959" y="199121"/>
                  </a:cubicBezTo>
                  <a:cubicBezTo>
                    <a:pt x="353670" y="206204"/>
                    <a:pt x="352727" y="214166"/>
                    <a:pt x="348437" y="220420"/>
                  </a:cubicBezTo>
                  <a:cubicBezTo>
                    <a:pt x="344146" y="226673"/>
                    <a:pt x="337056" y="230418"/>
                    <a:pt x="329473" y="230437"/>
                  </a:cubicBezTo>
                  <a:lnTo>
                    <a:pt x="329442" y="230437"/>
                  </a:lnTo>
                  <a:lnTo>
                    <a:pt x="311780" y="230437"/>
                  </a:lnTo>
                  <a:lnTo>
                    <a:pt x="311780" y="264992"/>
                  </a:lnTo>
                  <a:cubicBezTo>
                    <a:pt x="311780" y="296800"/>
                    <a:pt x="285995" y="322585"/>
                    <a:pt x="254187" y="322585"/>
                  </a:cubicBezTo>
                  <a:lnTo>
                    <a:pt x="242668" y="322585"/>
                  </a:lnTo>
                  <a:lnTo>
                    <a:pt x="242668" y="357141"/>
                  </a:lnTo>
                  <a:cubicBezTo>
                    <a:pt x="242668" y="363503"/>
                    <a:pt x="237511" y="368660"/>
                    <a:pt x="231150" y="368660"/>
                  </a:cubicBezTo>
                  <a:lnTo>
                    <a:pt x="69889" y="368660"/>
                  </a:lnTo>
                  <a:cubicBezTo>
                    <a:pt x="63531" y="368660"/>
                    <a:pt x="58371" y="363499"/>
                    <a:pt x="58371" y="357141"/>
                  </a:cubicBezTo>
                  <a:lnTo>
                    <a:pt x="58371" y="265837"/>
                  </a:lnTo>
                  <a:cubicBezTo>
                    <a:pt x="13581" y="221517"/>
                    <a:pt x="0" y="154533"/>
                    <a:pt x="23989" y="96268"/>
                  </a:cubicBezTo>
                  <a:cubicBezTo>
                    <a:pt x="47979" y="38002"/>
                    <a:pt x="104787" y="0"/>
                    <a:pt x="167798" y="65"/>
                  </a:cubicBezTo>
                  <a:cubicBezTo>
                    <a:pt x="196855" y="65"/>
                    <a:pt x="220860" y="6054"/>
                    <a:pt x="241041" y="17189"/>
                  </a:cubicBezTo>
                  <a:close/>
                  <a:moveTo>
                    <a:pt x="191787" y="78176"/>
                  </a:moveTo>
                  <a:lnTo>
                    <a:pt x="168903" y="55292"/>
                  </a:lnTo>
                  <a:cubicBezTo>
                    <a:pt x="168183" y="54570"/>
                    <a:pt x="167205" y="54164"/>
                    <a:pt x="166185" y="54164"/>
                  </a:cubicBezTo>
                  <a:cubicBezTo>
                    <a:pt x="165165" y="54164"/>
                    <a:pt x="164187" y="54570"/>
                    <a:pt x="163467" y="55292"/>
                  </a:cubicBezTo>
                  <a:lnTo>
                    <a:pt x="136989" y="81785"/>
                  </a:lnTo>
                  <a:cubicBezTo>
                    <a:pt x="135495" y="83284"/>
                    <a:pt x="135495" y="85708"/>
                    <a:pt x="136989" y="87207"/>
                  </a:cubicBezTo>
                  <a:cubicBezTo>
                    <a:pt x="146112" y="96360"/>
                    <a:pt x="146173" y="110966"/>
                    <a:pt x="137296" y="119827"/>
                  </a:cubicBezTo>
                  <a:cubicBezTo>
                    <a:pt x="128419" y="128735"/>
                    <a:pt x="113814" y="128658"/>
                    <a:pt x="104660" y="119520"/>
                  </a:cubicBezTo>
                  <a:cubicBezTo>
                    <a:pt x="103162" y="118026"/>
                    <a:pt x="100737" y="118026"/>
                    <a:pt x="99239" y="119520"/>
                  </a:cubicBezTo>
                  <a:lnTo>
                    <a:pt x="72746" y="146013"/>
                  </a:lnTo>
                  <a:cubicBezTo>
                    <a:pt x="72024" y="146733"/>
                    <a:pt x="71618" y="147711"/>
                    <a:pt x="71618" y="148731"/>
                  </a:cubicBezTo>
                  <a:cubicBezTo>
                    <a:pt x="71618" y="149751"/>
                    <a:pt x="72024" y="150729"/>
                    <a:pt x="72746" y="151450"/>
                  </a:cubicBezTo>
                  <a:lnTo>
                    <a:pt x="96044" y="174748"/>
                  </a:lnTo>
                  <a:cubicBezTo>
                    <a:pt x="95522" y="175193"/>
                    <a:pt x="95015" y="175669"/>
                    <a:pt x="94539" y="176161"/>
                  </a:cubicBezTo>
                  <a:cubicBezTo>
                    <a:pt x="82744" y="187941"/>
                    <a:pt x="83082" y="207154"/>
                    <a:pt x="95000" y="219087"/>
                  </a:cubicBezTo>
                  <a:cubicBezTo>
                    <a:pt x="106918" y="230989"/>
                    <a:pt x="126131" y="231327"/>
                    <a:pt x="137911" y="219548"/>
                  </a:cubicBezTo>
                  <a:cubicBezTo>
                    <a:pt x="138402" y="219056"/>
                    <a:pt x="138878" y="218549"/>
                    <a:pt x="139324" y="218027"/>
                  </a:cubicBezTo>
                  <a:lnTo>
                    <a:pt x="162637" y="241325"/>
                  </a:lnTo>
                  <a:cubicBezTo>
                    <a:pt x="164136" y="242819"/>
                    <a:pt x="166560" y="242819"/>
                    <a:pt x="168059" y="241325"/>
                  </a:cubicBezTo>
                  <a:lnTo>
                    <a:pt x="195611" y="213788"/>
                  </a:lnTo>
                  <a:cubicBezTo>
                    <a:pt x="196333" y="213068"/>
                    <a:pt x="196739" y="212090"/>
                    <a:pt x="196739" y="211070"/>
                  </a:cubicBezTo>
                  <a:cubicBezTo>
                    <a:pt x="196739" y="210050"/>
                    <a:pt x="196333" y="209072"/>
                    <a:pt x="195611" y="208352"/>
                  </a:cubicBezTo>
                  <a:cubicBezTo>
                    <a:pt x="186977" y="199730"/>
                    <a:pt x="186956" y="185745"/>
                    <a:pt x="195565" y="177098"/>
                  </a:cubicBezTo>
                  <a:cubicBezTo>
                    <a:pt x="204209" y="168474"/>
                    <a:pt x="218207" y="168488"/>
                    <a:pt x="226834" y="177128"/>
                  </a:cubicBezTo>
                  <a:cubicBezTo>
                    <a:pt x="227555" y="177851"/>
                    <a:pt x="228533" y="178257"/>
                    <a:pt x="229553" y="178257"/>
                  </a:cubicBezTo>
                  <a:cubicBezTo>
                    <a:pt x="230573" y="178257"/>
                    <a:pt x="231551" y="177851"/>
                    <a:pt x="232271" y="177128"/>
                  </a:cubicBezTo>
                  <a:lnTo>
                    <a:pt x="258795" y="150605"/>
                  </a:lnTo>
                  <a:cubicBezTo>
                    <a:pt x="260288" y="149106"/>
                    <a:pt x="260288" y="146682"/>
                    <a:pt x="258795" y="145184"/>
                  </a:cubicBezTo>
                  <a:lnTo>
                    <a:pt x="236310" y="122699"/>
                  </a:lnTo>
                  <a:cubicBezTo>
                    <a:pt x="244055" y="117276"/>
                    <a:pt x="249006" y="108707"/>
                    <a:pt x="249835" y="99289"/>
                  </a:cubicBezTo>
                  <a:cubicBezTo>
                    <a:pt x="250665" y="89871"/>
                    <a:pt x="247288" y="80569"/>
                    <a:pt x="240610" y="73876"/>
                  </a:cubicBezTo>
                  <a:cubicBezTo>
                    <a:pt x="228084" y="61394"/>
                    <a:pt x="207810" y="61435"/>
                    <a:pt x="195335" y="73968"/>
                  </a:cubicBezTo>
                  <a:cubicBezTo>
                    <a:pt x="194014" y="75289"/>
                    <a:pt x="192831" y="76702"/>
                    <a:pt x="191787" y="781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52083D-7320-63D9-261A-65FAA8D0B272}"/>
                </a:ext>
              </a:extLst>
            </p:cNvPr>
            <p:cNvSpPr txBox="1"/>
            <p:nvPr/>
          </p:nvSpPr>
          <p:spPr>
            <a:xfrm>
              <a:off x="2842285" y="1766481"/>
              <a:ext cx="815526" cy="150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84848"/>
                  </a:solidFill>
                  <a:latin typeface="+mj-lt"/>
                </a:rPr>
                <a:t>Uso </a:t>
              </a:r>
              <a:r>
                <a:rPr sz="1400" b="1" dirty="0" err="1">
                  <a:solidFill>
                    <a:srgbClr val="484848"/>
                  </a:solidFill>
                  <a:latin typeface="+mj-lt"/>
                </a:rPr>
                <a:t>indebido</a:t>
              </a:r>
              <a:endParaRPr sz="1400" b="1" dirty="0">
                <a:solidFill>
                  <a:srgbClr val="484848"/>
                </a:solidFill>
                <a:latin typeface="+mj-lt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5032D89-C11F-98DD-B4BB-BEA489B44D87}"/>
                </a:ext>
              </a:extLst>
            </p:cNvPr>
            <p:cNvSpPr txBox="1"/>
            <p:nvPr/>
          </p:nvSpPr>
          <p:spPr>
            <a:xfrm>
              <a:off x="3830509" y="2261735"/>
              <a:ext cx="2740344" cy="2147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Preocupiones</a:t>
              </a:r>
              <a:r>
                <a:rPr sz="2000" b="1" dirty="0">
                  <a:solidFill>
                    <a:srgbClr val="DE58A9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sobre</a:t>
              </a:r>
              <a:r>
                <a:rPr sz="2000" b="1" dirty="0">
                  <a:solidFill>
                    <a:srgbClr val="DE58A9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privacidad</a:t>
              </a:r>
              <a:endParaRPr sz="2000" b="1" dirty="0">
                <a:solidFill>
                  <a:srgbClr val="DE58A9"/>
                </a:solidFill>
                <a:latin typeface="+mj-lt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049592-C48A-0D7B-3047-9EFCE9D5EE3B}"/>
                </a:ext>
              </a:extLst>
            </p:cNvPr>
            <p:cNvSpPr txBox="1"/>
            <p:nvPr/>
          </p:nvSpPr>
          <p:spPr>
            <a:xfrm>
              <a:off x="3830509" y="2534341"/>
              <a:ext cx="2092802" cy="3007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484848"/>
                  </a:solidFill>
                  <a:latin typeface="+mj-lt"/>
                </a:rPr>
                <a:t>Genera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desinformación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y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contenido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dañino</a:t>
              </a:r>
              <a:endParaRPr sz="1400" b="0" dirty="0">
                <a:solidFill>
                  <a:srgbClr val="484848"/>
                </a:solidFill>
                <a:latin typeface="+mj-lt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B754FDC-5A1A-505E-0240-09BC53876B6F}"/>
                </a:ext>
              </a:extLst>
            </p:cNvPr>
            <p:cNvSpPr txBox="1"/>
            <p:nvPr/>
          </p:nvSpPr>
          <p:spPr>
            <a:xfrm>
              <a:off x="3830509" y="3114138"/>
              <a:ext cx="1247340" cy="2147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Riesgos</a:t>
              </a:r>
              <a:r>
                <a:rPr sz="2000" b="1" dirty="0">
                  <a:solidFill>
                    <a:srgbClr val="E55753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éticos</a:t>
              </a:r>
              <a:endParaRPr sz="2000" b="1" dirty="0">
                <a:solidFill>
                  <a:srgbClr val="E55753"/>
                </a:solidFill>
                <a:latin typeface="+mj-lt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27641D-79A1-B6EC-ACCC-1B222D17FADD}"/>
                </a:ext>
              </a:extLst>
            </p:cNvPr>
            <p:cNvSpPr txBox="1"/>
            <p:nvPr/>
          </p:nvSpPr>
          <p:spPr>
            <a:xfrm>
              <a:off x="3830509" y="3386745"/>
              <a:ext cx="2321865" cy="3007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Amplifica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los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prejuicios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presentes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en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los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datos</a:t>
              </a:r>
              <a:endParaRPr sz="1400" b="0" dirty="0">
                <a:solidFill>
                  <a:srgbClr val="484848"/>
                </a:solidFill>
                <a:latin typeface="+mj-lt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8A14CCA-A86B-CFF1-0123-7662023015D9}"/>
                </a:ext>
              </a:extLst>
            </p:cNvPr>
            <p:cNvSpPr txBox="1"/>
            <p:nvPr/>
          </p:nvSpPr>
          <p:spPr>
            <a:xfrm>
              <a:off x="3830509" y="3958856"/>
              <a:ext cx="1926162" cy="2147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DE8431"/>
                  </a:solidFill>
                  <a:latin typeface="+mj-lt"/>
                </a:rPr>
                <a:t>Falta de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comprensión</a:t>
              </a:r>
              <a:endParaRPr sz="2000" b="1" dirty="0">
                <a:solidFill>
                  <a:srgbClr val="DE8431"/>
                </a:solidFill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B88582-D322-2CCF-A946-8235900ACA1B}"/>
                </a:ext>
              </a:extLst>
            </p:cNvPr>
            <p:cNvSpPr txBox="1"/>
            <p:nvPr/>
          </p:nvSpPr>
          <p:spPr>
            <a:xfrm>
              <a:off x="3830509" y="4254500"/>
              <a:ext cx="2221764" cy="150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Predice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palabras sin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comprensión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real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9F984C-2AA6-893E-D263-952D135655F5}"/>
                </a:ext>
              </a:extLst>
            </p:cNvPr>
            <p:cNvSpPr txBox="1"/>
            <p:nvPr/>
          </p:nvSpPr>
          <p:spPr>
            <a:xfrm>
              <a:off x="3830509" y="4696046"/>
              <a:ext cx="1238391" cy="2147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FC000"/>
                  </a:solidFill>
                  <a:latin typeface="+mj-lt"/>
                </a:rPr>
                <a:t>Alucinaciones</a:t>
              </a:r>
              <a:endParaRPr sz="2000" b="1" dirty="0">
                <a:solidFill>
                  <a:srgbClr val="FFC000"/>
                </a:solidFill>
                <a:latin typeface="+mj-lt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7DFEB24-774A-2241-8A77-6B8C4B9858F4}"/>
                </a:ext>
              </a:extLst>
            </p:cNvPr>
            <p:cNvSpPr txBox="1"/>
            <p:nvPr/>
          </p:nvSpPr>
          <p:spPr>
            <a:xfrm>
              <a:off x="3830509" y="4991691"/>
              <a:ext cx="2211383" cy="150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0" dirty="0">
                  <a:solidFill>
                    <a:srgbClr val="484848"/>
                  </a:solidFill>
                  <a:latin typeface="+mj-lt"/>
                </a:rPr>
                <a:t>Genera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información</a:t>
              </a:r>
              <a:r>
                <a:rPr sz="1400" b="0" dirty="0">
                  <a:solidFill>
                    <a:srgbClr val="484848"/>
                  </a:solidFill>
                  <a:latin typeface="+mj-lt"/>
                </a:rPr>
                <a:t> falsa </a:t>
              </a:r>
              <a:r>
                <a:rPr sz="1400" b="0" dirty="0" err="1">
                  <a:solidFill>
                    <a:srgbClr val="484848"/>
                  </a:solidFill>
                  <a:latin typeface="+mj-lt"/>
                </a:rPr>
                <a:t>convincente</a:t>
              </a:r>
              <a:endParaRPr sz="1400" b="0" dirty="0">
                <a:solidFill>
                  <a:srgbClr val="484848"/>
                </a:solidFill>
                <a:latin typeface="+mj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906456-2047-2481-6099-29933AB54223}"/>
                </a:ext>
              </a:extLst>
            </p:cNvPr>
            <p:cNvSpPr txBox="1"/>
            <p:nvPr/>
          </p:nvSpPr>
          <p:spPr>
            <a:xfrm>
              <a:off x="2680432" y="5774956"/>
              <a:ext cx="1101910" cy="150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1" dirty="0" err="1">
                  <a:solidFill>
                    <a:srgbClr val="484848"/>
                  </a:solidFill>
                  <a:latin typeface="+mj-lt"/>
                </a:rPr>
                <a:t>Información</a:t>
              </a:r>
              <a:r>
                <a:rPr sz="1400" b="1" dirty="0">
                  <a:solidFill>
                    <a:srgbClr val="484848"/>
                  </a:solidFill>
                  <a:latin typeface="+mj-lt"/>
                </a:rPr>
                <a:t> falsa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4588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D1F02-A581-F329-62CF-3F3949395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06CA1-1EAD-D979-634E-4848544022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4" y="444789"/>
            <a:ext cx="6123096" cy="391824"/>
          </a:xfrm>
        </p:spPr>
        <p:txBody>
          <a:bodyPr/>
          <a:lstStyle/>
          <a:p>
            <a:r>
              <a:rPr lang="es-CL" dirty="0"/>
              <a:t>Algunas arquitecturas actuales</a:t>
            </a:r>
            <a:endParaRPr lang="en-US" dirty="0"/>
          </a:p>
        </p:txBody>
      </p:sp>
      <p:pic>
        <p:nvPicPr>
          <p:cNvPr id="6" name="Picture 5" descr="A diagram of a cell phone&#10;&#10;AI-generated content may be incorrect.">
            <a:extLst>
              <a:ext uri="{FF2B5EF4-FFF2-40B4-BE49-F238E27FC236}">
                <a16:creationId xmlns:a16="http://schemas.microsoft.com/office/drawing/2014/main" id="{F79E2490-1016-5FCA-02AD-614C39044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56" y="939043"/>
            <a:ext cx="10926450" cy="5620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724D39-0E12-BD8E-A22A-33CDA7849A34}"/>
              </a:ext>
            </a:extLst>
          </p:cNvPr>
          <p:cNvSpPr txBox="1"/>
          <p:nvPr/>
        </p:nvSpPr>
        <p:spPr>
          <a:xfrm>
            <a:off x="0" y="6559336"/>
            <a:ext cx="5349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hlinkClick r:id="rId4"/>
              </a:rPr>
              <a:t>https://magazine.sebastianraschka.com/p/the-big-llm-architecture-comparison</a:t>
            </a:r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4293468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1D8-0B2B-6CB4-3ECB-CF7F4EA8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A82A2-80FF-74D6-9CE0-DF0EA54864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4" y="444789"/>
            <a:ext cx="6123096" cy="391824"/>
          </a:xfrm>
        </p:spPr>
        <p:txBody>
          <a:bodyPr/>
          <a:lstStyle/>
          <a:p>
            <a:r>
              <a:rPr lang="es-CL" dirty="0"/>
              <a:t>Algunas arquitecturas actuales</a:t>
            </a:r>
            <a:endParaRPr lang="en-US" dirty="0"/>
          </a:p>
        </p:txBody>
      </p:sp>
      <p:pic>
        <p:nvPicPr>
          <p:cNvPr id="7" name="Picture 6" descr="A diagram of a multi-head attention&#10;&#10;AI-generated content may be incorrect.">
            <a:extLst>
              <a:ext uri="{FF2B5EF4-FFF2-40B4-BE49-F238E27FC236}">
                <a16:creationId xmlns:a16="http://schemas.microsoft.com/office/drawing/2014/main" id="{135AC3F5-B3F0-1518-D5B5-38CB8AB39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83" y="1373578"/>
            <a:ext cx="9470834" cy="524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098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and a square&#10;&#10;AI-generated content may be incorrect.">
            <a:extLst>
              <a:ext uri="{FF2B5EF4-FFF2-40B4-BE49-F238E27FC236}">
                <a16:creationId xmlns:a16="http://schemas.microsoft.com/office/drawing/2014/main" id="{BC7CEF28-6506-3127-8AB2-F02377489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586023"/>
            <a:ext cx="3948223" cy="3948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C6096E-6F18-9FDF-6A7E-591FC5C6BA28}"/>
              </a:ext>
            </a:extLst>
          </p:cNvPr>
          <p:cNvSpPr txBox="1"/>
          <p:nvPr/>
        </p:nvSpPr>
        <p:spPr>
          <a:xfrm>
            <a:off x="6096000" y="3298524"/>
            <a:ext cx="48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Veamos cómo funciona…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2403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8269</TotalTime>
  <Words>1060</Words>
  <Application>Microsoft Office PowerPoint</Application>
  <PresentationFormat>Panorámica</PresentationFormat>
  <Paragraphs>119</Paragraphs>
  <Slides>16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5" baseType="lpstr">
      <vt:lpstr>Bitter</vt:lpstr>
      <vt:lpstr>Arial</vt:lpstr>
      <vt:lpstr>Calibri</vt:lpstr>
      <vt:lpstr>Cambria</vt:lpstr>
      <vt:lpstr>Cambria Math</vt:lpstr>
      <vt:lpstr>Open Sans</vt:lpstr>
      <vt:lpstr>Roboto</vt:lpstr>
      <vt:lpstr>Segoe UI Light</vt:lpstr>
      <vt:lpstr>Template FIC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Anthony Douglas Cho Lo</cp:lastModifiedBy>
  <cp:revision>666</cp:revision>
  <dcterms:created xsi:type="dcterms:W3CDTF">2020-06-07T00:37:01Z</dcterms:created>
  <dcterms:modified xsi:type="dcterms:W3CDTF">2026-05-29T04:47:00Z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