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364" r:id="rId5"/>
    <p:sldId id="357" r:id="rId6"/>
    <p:sldId id="365" r:id="rId7"/>
    <p:sldId id="449" r:id="rId8"/>
    <p:sldId id="430" r:id="rId9"/>
    <p:sldId id="457" r:id="rId10"/>
    <p:sldId id="431" r:id="rId11"/>
    <p:sldId id="458" r:id="rId12"/>
    <p:sldId id="459" r:id="rId13"/>
    <p:sldId id="460" r:id="rId14"/>
    <p:sldId id="461" r:id="rId15"/>
    <p:sldId id="462" r:id="rId16"/>
    <p:sldId id="463" r:id="rId17"/>
    <p:sldId id="464" r:id="rId18"/>
    <p:sldId id="465" r:id="rId19"/>
    <p:sldId id="412" r:id="rId20"/>
    <p:sldId id="455" r:id="rId21"/>
    <p:sldId id="456" r:id="rId22"/>
    <p:sldId id="415" r:id="rId23"/>
    <p:sldId id="416" r:id="rId24"/>
    <p:sldId id="409" r:id="rId25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19991CA-E404-4645-BAC6-815AAED2CAC3}">
          <p14:sldIdLst>
            <p14:sldId id="364"/>
          </p14:sldIdLst>
        </p14:section>
        <p14:section name="U-Net" id="{D5A990E5-DC56-4893-9776-4548E5075A46}">
          <p14:sldIdLst>
            <p14:sldId id="357"/>
            <p14:sldId id="365"/>
            <p14:sldId id="449"/>
            <p14:sldId id="430"/>
            <p14:sldId id="457"/>
            <p14:sldId id="431"/>
            <p14:sldId id="458"/>
            <p14:sldId id="459"/>
            <p14:sldId id="460"/>
            <p14:sldId id="461"/>
            <p14:sldId id="462"/>
            <p14:sldId id="463"/>
            <p14:sldId id="464"/>
            <p14:sldId id="465"/>
            <p14:sldId id="412"/>
            <p14:sldId id="455"/>
            <p14:sldId id="456"/>
            <p14:sldId id="415"/>
            <p14:sldId id="416"/>
            <p14:sldId id="40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54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B613"/>
    <a:srgbClr val="06070C"/>
    <a:srgbClr val="8CBB23"/>
    <a:srgbClr val="24C679"/>
    <a:srgbClr val="353274"/>
    <a:srgbClr val="00B2D2"/>
    <a:srgbClr val="FFFFFF"/>
    <a:srgbClr val="00CAF2"/>
    <a:srgbClr val="00AACC"/>
    <a:srgbClr val="4DCA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79A64D-7C55-2840-C072-F9058C5698AE}" v="1" dt="2024-08-16T20:21:03.2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4C1A8A3-306A-4EB7-A6B1-4F7E0EB9C5D6}" styleName="Estilo medio 3 - Énfasis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27102A9-8310-4765-A935-A1911B00CA55}" styleName="Estilo claro 1 - Acento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63" autoAdjust="0"/>
    <p:restoredTop sz="78069" autoAdjust="0"/>
  </p:normalViewPr>
  <p:slideViewPr>
    <p:cSldViewPr snapToGrid="0" showGuides="1">
      <p:cViewPr varScale="1">
        <p:scale>
          <a:sx n="86" d="100"/>
          <a:sy n="86" d="100"/>
        </p:scale>
        <p:origin x="956" y="44"/>
      </p:cViewPr>
      <p:guideLst>
        <p:guide orient="horz" pos="2183"/>
        <p:guide pos="3545"/>
      </p:guideLst>
    </p:cSldViewPr>
  </p:slideViewPr>
  <p:outlineViewPr>
    <p:cViewPr>
      <p:scale>
        <a:sx n="33" d="100"/>
        <a:sy n="33" d="100"/>
      </p:scale>
      <p:origin x="0" y="-14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howGuides="1">
      <p:cViewPr varScale="1">
        <p:scale>
          <a:sx n="83" d="100"/>
          <a:sy n="83" d="100"/>
        </p:scale>
        <p:origin x="3284" y="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C17A1EC7-F631-4DA2-A6A4-65B810731B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4FE2C35-B54B-4AE6-9FEE-0F06044179D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9EF640-1EFE-4126-9EF1-ECC306D4A890}" type="datetimeFigureOut">
              <a:rPr lang="es-CL" smtClean="0"/>
              <a:t>29-05-2026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B818A21-CEE5-44A1-8CA6-078D88C21E4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DFE806D-F6B2-46CE-B3B1-B47F693A6E4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74F35F-58A4-4647-8F94-02BE1FB528D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443172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111BE5-A7D5-41F7-AD02-F56B828BDE3A}" type="datetimeFigureOut">
              <a:rPr lang="es-CL" smtClean="0"/>
              <a:t>29-05-2026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BEDE30-4E62-4AE7-928F-F48C777B123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55368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594570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29D98-06D5-AA5C-BEFF-20737B9E7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149511-2D89-7B0F-9D6F-60475102AF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0A337D-20B9-9B66-DA18-A87356FF04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DF12B-89B7-7C31-736D-6779C9EA90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394167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B5F4F-A8B3-0CCF-FA8F-51E3F0509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0D4875-C256-DBF8-B834-C8BD7D1B3F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FD307-BFCD-78A6-F674-2F88AA54C7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Contracción (</a:t>
            </a:r>
            <a:r>
              <a:rPr kumimoji="0" lang="es-CL" altLang="es-CL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encoder</a:t>
            </a:r>
            <a:r>
              <a:rPr kumimoji="0" lang="es-CL" altLang="es-CL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</a:t>
            </a:r>
            <a:r>
              <a:rPr kumimoji="0" lang="es-CL" altLang="es-CL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Reduce progresivamente la resolución de la imagen mientras extrae características importantes. Similar a una CNN tradicional.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CL" altLang="es-CL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Expansión (</a:t>
            </a:r>
            <a:r>
              <a:rPr kumimoji="0" lang="es-CL" altLang="es-CL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decoder</a:t>
            </a:r>
            <a:r>
              <a:rPr kumimoji="0" lang="es-CL" altLang="es-CL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</a:t>
            </a:r>
            <a:r>
              <a:rPr kumimoji="0" lang="es-CL" altLang="es-CL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Aumenta la resolución para volver al tamaño original de la imagen y poder predecir etiquetas a nivel de píxel.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6E60B2-D271-E207-2355-70795D1258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379489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052D0-FC6C-489A-F9DF-6C6BB7396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645810-EA67-91B6-7130-CDF417AB0C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CF6A91-7C0D-6236-40E8-7D3CB38942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0B4143-EBF1-BC5F-BF28-117F6A20D5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927664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2D7C7-DD1B-39A5-00A9-F7541181C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94A080-79A3-A430-BA08-0CB4A524F2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9638AF-8149-14E2-17C8-A5A9AA431A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4CAE5A-B37D-B2B6-0463-736699EE96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621266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53438-3478-FC07-9D80-44CB1F0F3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1EAB2D-FD62-1A95-156D-F9132B68E8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F0BDC2-C0CC-0503-E218-6FD2C3383E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7ECE04-E309-16F9-CC21-CF6636A3EE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152720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A099C-5ABC-8EF5-D410-89E54077D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C98D5B-1ED8-CF80-6C57-595B59323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C67CF8-B86C-DEFC-69E7-CE344F56DF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8148C1-36DB-8B29-FE7B-AD80F89B88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877130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D5A77-1326-62B0-10B5-43441CE54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0C0DAC-F3FF-9EE9-720D-347676675D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8A3263-7E0C-D401-7B77-247D8A03C0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A1375C-F268-6581-FB32-DC2EF5526A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55180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8C01C-2DFC-04AC-FBCA-07A9DB4EC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9F379A-CE5F-F7CB-0053-FF2C25A0C2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2EC398-AC4D-DE97-36D7-E9C97E1BFC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F3C08-A60A-A009-E483-FF07569075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11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082226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D3DC3-7E12-813E-4BA2-014A02760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4F49BE-5481-3C64-0DAF-2B7BD60F19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D47190-F324-14DF-B1B9-94B566FB3B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01CD6-1469-6BA5-9784-DF2019764E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12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347475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AF459-EB30-7E18-AEB3-E38FBAB0F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78F5CB-4330-8133-63B6-E833A2237A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AAEE3A-8303-A43B-4965-92C1C72C78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F3794C-F424-82F3-16FE-94B4EDE1B8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13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914963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15B0B-57BB-B44E-7A80-1EED8DD09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838AF8-9722-B264-1422-C53C05CDDC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92842B-1169-1DCB-9E9D-12868D8455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32089E-6504-A860-2D62-5FEFB7EAEF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14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67724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BD97D-81B5-56B4-C9BD-5E59A44D9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85D528-0A5F-D22E-0D13-11AEB2BDB4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4B04C9-B678-4BB8-0EDD-B8E45CF10B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CD5129-3B09-C698-27DD-EA9F83C76E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15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377339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16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387578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F7D08-E727-BA51-BD98-3859E9EFD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9DDD59-4DA4-19DF-1CBA-A2CFCE8EC9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C39123-8CF7-C034-4BBA-F6C9385326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https://machinelearningmastery.com/impressive-applications-of-generative-adversarial-networks/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79501A-BD1E-D288-35A2-5E96E3A3A3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17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351044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ADA5B-DD45-08F1-95F1-9D13B1519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46530B-54EA-17F5-F684-1280F834CE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285BFE-27CF-1A62-9C52-E3F34B6DEF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https://machinelearningmastery.com/impressive-applications-of-generative-adversarial-networks/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E6E8BC-124B-E0C3-CE9D-0B11886692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18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806151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19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967590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20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243599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_portada">
    <p:bg>
      <p:bgPr>
        <a:solidFill>
          <a:srgbClr val="23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n 38">
            <a:extLst>
              <a:ext uri="{FF2B5EF4-FFF2-40B4-BE49-F238E27FC236}">
                <a16:creationId xmlns:a16="http://schemas.microsoft.com/office/drawing/2014/main" id="{D16A04AC-9E50-4E85-8667-A28A9ED3D6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3" name="Marcador de texto 42">
            <a:extLst>
              <a:ext uri="{FF2B5EF4-FFF2-40B4-BE49-F238E27FC236}">
                <a16:creationId xmlns:a16="http://schemas.microsoft.com/office/drawing/2014/main" id="{EF9AC805-712C-4A3F-A841-A733BF1EE9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887" y="5306437"/>
            <a:ext cx="4086225" cy="4000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Título de la presentación</a:t>
            </a:r>
            <a:endParaRPr lang="es-CL" dirty="0"/>
          </a:p>
        </p:txBody>
      </p:sp>
      <p:sp>
        <p:nvSpPr>
          <p:cNvPr id="45" name="Marcador de texto 42">
            <a:extLst>
              <a:ext uri="{FF2B5EF4-FFF2-40B4-BE49-F238E27FC236}">
                <a16:creationId xmlns:a16="http://schemas.microsoft.com/office/drawing/2014/main" id="{84B1BE1A-3D9F-4BDA-941B-9BDCBF8174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52887" y="5601712"/>
            <a:ext cx="4086225" cy="4000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tabLst>
                <a:tab pos="3771900" algn="l"/>
              </a:tabLst>
              <a:defRPr sz="28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Idea principal</a:t>
            </a:r>
            <a:endParaRPr lang="es-CL" dirty="0"/>
          </a:p>
        </p:txBody>
      </p:sp>
      <p:grpSp>
        <p:nvGrpSpPr>
          <p:cNvPr id="41" name="Grupo 40">
            <a:extLst>
              <a:ext uri="{FF2B5EF4-FFF2-40B4-BE49-F238E27FC236}">
                <a16:creationId xmlns:a16="http://schemas.microsoft.com/office/drawing/2014/main" id="{652A0FED-5C51-4971-AE80-7E1673715FBD}"/>
              </a:ext>
            </a:extLst>
          </p:cNvPr>
          <p:cNvGrpSpPr/>
          <p:nvPr userDrawn="1"/>
        </p:nvGrpSpPr>
        <p:grpSpPr>
          <a:xfrm>
            <a:off x="8611026" y="498906"/>
            <a:ext cx="3283381" cy="718962"/>
            <a:chOff x="457020" y="572789"/>
            <a:chExt cx="4284663" cy="938213"/>
          </a:xfrm>
        </p:grpSpPr>
        <p:grpSp>
          <p:nvGrpSpPr>
            <p:cNvPr id="42" name="Grupo 41">
              <a:extLst>
                <a:ext uri="{FF2B5EF4-FFF2-40B4-BE49-F238E27FC236}">
                  <a16:creationId xmlns:a16="http://schemas.microsoft.com/office/drawing/2014/main" id="{8D995825-8EEB-4630-8AD5-42ED9D6D1383}"/>
                </a:ext>
              </a:extLst>
            </p:cNvPr>
            <p:cNvGrpSpPr/>
            <p:nvPr userDrawn="1"/>
          </p:nvGrpSpPr>
          <p:grpSpPr>
            <a:xfrm>
              <a:off x="2741433" y="842664"/>
              <a:ext cx="2000250" cy="411162"/>
              <a:chOff x="6094413" y="2516188"/>
              <a:chExt cx="2000250" cy="411162"/>
            </a:xfrm>
          </p:grpSpPr>
          <p:sp>
            <p:nvSpPr>
              <p:cNvPr id="49" name="Freeform 7">
                <a:extLst>
                  <a:ext uri="{FF2B5EF4-FFF2-40B4-BE49-F238E27FC236}">
                    <a16:creationId xmlns:a16="http://schemas.microsoft.com/office/drawing/2014/main" id="{DCF0126A-C226-4813-8BCF-C5278F2A107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94463" y="2516188"/>
                <a:ext cx="1600200" cy="265113"/>
              </a:xfrm>
              <a:custGeom>
                <a:avLst/>
                <a:gdLst>
                  <a:gd name="T0" fmla="*/ 644 w 1008"/>
                  <a:gd name="T1" fmla="*/ 90 h 167"/>
                  <a:gd name="T2" fmla="*/ 644 w 1008"/>
                  <a:gd name="T3" fmla="*/ 39 h 167"/>
                  <a:gd name="T4" fmla="*/ 363 w 1008"/>
                  <a:gd name="T5" fmla="*/ 39 h 167"/>
                  <a:gd name="T6" fmla="*/ 363 w 1008"/>
                  <a:gd name="T7" fmla="*/ 90 h 167"/>
                  <a:gd name="T8" fmla="*/ 644 w 1008"/>
                  <a:gd name="T9" fmla="*/ 90 h 167"/>
                  <a:gd name="T10" fmla="*/ 40 w 1008"/>
                  <a:gd name="T11" fmla="*/ 0 h 167"/>
                  <a:gd name="T12" fmla="*/ 40 w 1008"/>
                  <a:gd name="T13" fmla="*/ 128 h 167"/>
                  <a:gd name="T14" fmla="*/ 323 w 1008"/>
                  <a:gd name="T15" fmla="*/ 128 h 167"/>
                  <a:gd name="T16" fmla="*/ 323 w 1008"/>
                  <a:gd name="T17" fmla="*/ 0 h 167"/>
                  <a:gd name="T18" fmla="*/ 685 w 1008"/>
                  <a:gd name="T19" fmla="*/ 0 h 167"/>
                  <a:gd name="T20" fmla="*/ 685 w 1008"/>
                  <a:gd name="T21" fmla="*/ 129 h 167"/>
                  <a:gd name="T22" fmla="*/ 967 w 1008"/>
                  <a:gd name="T23" fmla="*/ 129 h 167"/>
                  <a:gd name="T24" fmla="*/ 967 w 1008"/>
                  <a:gd name="T25" fmla="*/ 58 h 167"/>
                  <a:gd name="T26" fmla="*/ 1008 w 1008"/>
                  <a:gd name="T27" fmla="*/ 58 h 167"/>
                  <a:gd name="T28" fmla="*/ 1008 w 1008"/>
                  <a:gd name="T29" fmla="*/ 167 h 167"/>
                  <a:gd name="T30" fmla="*/ 644 w 1008"/>
                  <a:gd name="T31" fmla="*/ 167 h 167"/>
                  <a:gd name="T32" fmla="*/ 644 w 1008"/>
                  <a:gd name="T33" fmla="*/ 130 h 167"/>
                  <a:gd name="T34" fmla="*/ 363 w 1008"/>
                  <a:gd name="T35" fmla="*/ 130 h 167"/>
                  <a:gd name="T36" fmla="*/ 363 w 1008"/>
                  <a:gd name="T37" fmla="*/ 167 h 167"/>
                  <a:gd name="T38" fmla="*/ 0 w 1008"/>
                  <a:gd name="T39" fmla="*/ 167 h 167"/>
                  <a:gd name="T40" fmla="*/ 0 w 1008"/>
                  <a:gd name="T41" fmla="*/ 0 h 167"/>
                  <a:gd name="T42" fmla="*/ 40 w 1008"/>
                  <a:gd name="T43" fmla="*/ 0 h 167"/>
                  <a:gd name="T44" fmla="*/ 967 w 1008"/>
                  <a:gd name="T45" fmla="*/ 0 h 167"/>
                  <a:gd name="T46" fmla="*/ 1007 w 1008"/>
                  <a:gd name="T47" fmla="*/ 0 h 167"/>
                  <a:gd name="T48" fmla="*/ 1007 w 1008"/>
                  <a:gd name="T49" fmla="*/ 38 h 167"/>
                  <a:gd name="T50" fmla="*/ 967 w 1008"/>
                  <a:gd name="T51" fmla="*/ 38 h 167"/>
                  <a:gd name="T52" fmla="*/ 967 w 1008"/>
                  <a:gd name="T53" fmla="*/ 0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08" h="167">
                    <a:moveTo>
                      <a:pt x="644" y="90"/>
                    </a:moveTo>
                    <a:lnTo>
                      <a:pt x="644" y="39"/>
                    </a:lnTo>
                    <a:lnTo>
                      <a:pt x="363" y="39"/>
                    </a:lnTo>
                    <a:lnTo>
                      <a:pt x="363" y="90"/>
                    </a:lnTo>
                    <a:lnTo>
                      <a:pt x="644" y="90"/>
                    </a:lnTo>
                    <a:close/>
                    <a:moveTo>
                      <a:pt x="40" y="0"/>
                    </a:moveTo>
                    <a:lnTo>
                      <a:pt x="40" y="128"/>
                    </a:lnTo>
                    <a:lnTo>
                      <a:pt x="323" y="128"/>
                    </a:lnTo>
                    <a:lnTo>
                      <a:pt x="323" y="0"/>
                    </a:lnTo>
                    <a:lnTo>
                      <a:pt x="685" y="0"/>
                    </a:lnTo>
                    <a:lnTo>
                      <a:pt x="685" y="129"/>
                    </a:lnTo>
                    <a:lnTo>
                      <a:pt x="967" y="129"/>
                    </a:lnTo>
                    <a:lnTo>
                      <a:pt x="967" y="58"/>
                    </a:lnTo>
                    <a:lnTo>
                      <a:pt x="1008" y="58"/>
                    </a:lnTo>
                    <a:lnTo>
                      <a:pt x="1008" y="167"/>
                    </a:lnTo>
                    <a:lnTo>
                      <a:pt x="644" y="167"/>
                    </a:lnTo>
                    <a:lnTo>
                      <a:pt x="644" y="130"/>
                    </a:lnTo>
                    <a:lnTo>
                      <a:pt x="363" y="130"/>
                    </a:lnTo>
                    <a:lnTo>
                      <a:pt x="363" y="167"/>
                    </a:lnTo>
                    <a:lnTo>
                      <a:pt x="0" y="167"/>
                    </a:lnTo>
                    <a:lnTo>
                      <a:pt x="0" y="0"/>
                    </a:lnTo>
                    <a:lnTo>
                      <a:pt x="40" y="0"/>
                    </a:lnTo>
                    <a:close/>
                    <a:moveTo>
                      <a:pt x="967" y="0"/>
                    </a:moveTo>
                    <a:lnTo>
                      <a:pt x="1007" y="0"/>
                    </a:lnTo>
                    <a:lnTo>
                      <a:pt x="1007" y="38"/>
                    </a:lnTo>
                    <a:lnTo>
                      <a:pt x="967" y="38"/>
                    </a:lnTo>
                    <a:lnTo>
                      <a:pt x="96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0" name="Freeform 8">
                <a:extLst>
                  <a:ext uri="{FF2B5EF4-FFF2-40B4-BE49-F238E27FC236}">
                    <a16:creationId xmlns:a16="http://schemas.microsoft.com/office/drawing/2014/main" id="{DE71634D-26AD-4925-8FA5-FE6BA750DF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94463" y="2840038"/>
                <a:ext cx="63500" cy="80963"/>
              </a:xfrm>
              <a:custGeom>
                <a:avLst/>
                <a:gdLst>
                  <a:gd name="T0" fmla="*/ 29 w 29"/>
                  <a:gd name="T1" fmla="*/ 0 h 37"/>
                  <a:gd name="T2" fmla="*/ 22 w 29"/>
                  <a:gd name="T3" fmla="*/ 0 h 37"/>
                  <a:gd name="T4" fmla="*/ 22 w 29"/>
                  <a:gd name="T5" fmla="*/ 23 h 37"/>
                  <a:gd name="T6" fmla="*/ 21 w 29"/>
                  <a:gd name="T7" fmla="*/ 28 h 37"/>
                  <a:gd name="T8" fmla="*/ 16 w 29"/>
                  <a:gd name="T9" fmla="*/ 30 h 37"/>
                  <a:gd name="T10" fmla="*/ 10 w 29"/>
                  <a:gd name="T11" fmla="*/ 28 h 37"/>
                  <a:gd name="T12" fmla="*/ 9 w 29"/>
                  <a:gd name="T13" fmla="*/ 23 h 37"/>
                  <a:gd name="T14" fmla="*/ 9 w 29"/>
                  <a:gd name="T15" fmla="*/ 0 h 37"/>
                  <a:gd name="T16" fmla="*/ 0 w 29"/>
                  <a:gd name="T17" fmla="*/ 0 h 37"/>
                  <a:gd name="T18" fmla="*/ 0 w 29"/>
                  <a:gd name="T19" fmla="*/ 23 h 37"/>
                  <a:gd name="T20" fmla="*/ 3 w 29"/>
                  <a:gd name="T21" fmla="*/ 33 h 37"/>
                  <a:gd name="T22" fmla="*/ 15 w 29"/>
                  <a:gd name="T23" fmla="*/ 37 h 37"/>
                  <a:gd name="T24" fmla="*/ 26 w 29"/>
                  <a:gd name="T25" fmla="*/ 34 h 37"/>
                  <a:gd name="T26" fmla="*/ 29 w 29"/>
                  <a:gd name="T27" fmla="*/ 23 h 37"/>
                  <a:gd name="T28" fmla="*/ 29 w 29"/>
                  <a:gd name="T2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9" h="37">
                    <a:moveTo>
                      <a:pt x="29" y="0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6"/>
                      <a:pt x="22" y="27"/>
                      <a:pt x="21" y="28"/>
                    </a:cubicBezTo>
                    <a:cubicBezTo>
                      <a:pt x="20" y="29"/>
                      <a:pt x="18" y="30"/>
                      <a:pt x="16" y="30"/>
                    </a:cubicBezTo>
                    <a:cubicBezTo>
                      <a:pt x="13" y="30"/>
                      <a:pt x="11" y="29"/>
                      <a:pt x="10" y="28"/>
                    </a:cubicBezTo>
                    <a:cubicBezTo>
                      <a:pt x="10" y="27"/>
                      <a:pt x="9" y="26"/>
                      <a:pt x="9" y="23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8"/>
                      <a:pt x="1" y="31"/>
                      <a:pt x="3" y="33"/>
                    </a:cubicBezTo>
                    <a:cubicBezTo>
                      <a:pt x="6" y="36"/>
                      <a:pt x="10" y="37"/>
                      <a:pt x="15" y="37"/>
                    </a:cubicBezTo>
                    <a:cubicBezTo>
                      <a:pt x="20" y="37"/>
                      <a:pt x="23" y="36"/>
                      <a:pt x="26" y="34"/>
                    </a:cubicBezTo>
                    <a:cubicBezTo>
                      <a:pt x="28" y="31"/>
                      <a:pt x="29" y="29"/>
                      <a:pt x="29" y="23"/>
                    </a:cubicBez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1" name="Freeform 9">
                <a:extLst>
                  <a:ext uri="{FF2B5EF4-FFF2-40B4-BE49-F238E27FC236}">
                    <a16:creationId xmlns:a16="http://schemas.microsoft.com/office/drawing/2014/main" id="{3FE50B5F-E948-46FA-BB17-8A567D30D6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72250" y="2840038"/>
                <a:ext cx="60325" cy="77788"/>
              </a:xfrm>
              <a:custGeom>
                <a:avLst/>
                <a:gdLst>
                  <a:gd name="T0" fmla="*/ 28 w 28"/>
                  <a:gd name="T1" fmla="*/ 0 h 36"/>
                  <a:gd name="T2" fmla="*/ 22 w 28"/>
                  <a:gd name="T3" fmla="*/ 0 h 36"/>
                  <a:gd name="T4" fmla="*/ 22 w 28"/>
                  <a:gd name="T5" fmla="*/ 19 h 36"/>
                  <a:gd name="T6" fmla="*/ 22 w 28"/>
                  <a:gd name="T7" fmla="*/ 21 h 36"/>
                  <a:gd name="T8" fmla="*/ 9 w 28"/>
                  <a:gd name="T9" fmla="*/ 0 h 36"/>
                  <a:gd name="T10" fmla="*/ 0 w 28"/>
                  <a:gd name="T11" fmla="*/ 0 h 36"/>
                  <a:gd name="T12" fmla="*/ 0 w 28"/>
                  <a:gd name="T13" fmla="*/ 36 h 36"/>
                  <a:gd name="T14" fmla="*/ 7 w 28"/>
                  <a:gd name="T15" fmla="*/ 36 h 36"/>
                  <a:gd name="T16" fmla="*/ 7 w 28"/>
                  <a:gd name="T17" fmla="*/ 15 h 36"/>
                  <a:gd name="T18" fmla="*/ 7 w 28"/>
                  <a:gd name="T19" fmla="*/ 13 h 36"/>
                  <a:gd name="T20" fmla="*/ 6 w 28"/>
                  <a:gd name="T21" fmla="*/ 12 h 36"/>
                  <a:gd name="T22" fmla="*/ 21 w 28"/>
                  <a:gd name="T23" fmla="*/ 36 h 36"/>
                  <a:gd name="T24" fmla="*/ 28 w 28"/>
                  <a:gd name="T25" fmla="*/ 36 h 36"/>
                  <a:gd name="T26" fmla="*/ 28 w 28"/>
                  <a:gd name="T27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8" h="36">
                    <a:moveTo>
                      <a:pt x="28" y="0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20"/>
                      <a:pt x="22" y="20"/>
                      <a:pt x="22" y="21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28" y="36"/>
                      <a:pt x="28" y="36"/>
                      <a:pt x="28" y="36"/>
                    </a:cubicBez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2" name="Rectangle 10">
                <a:extLst>
                  <a:ext uri="{FF2B5EF4-FFF2-40B4-BE49-F238E27FC236}">
                    <a16:creationId xmlns:a16="http://schemas.microsoft.com/office/drawing/2014/main" id="{2CA580E6-ED9D-48B1-AB4B-27CB1AA2F0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48450" y="2840038"/>
                <a:ext cx="19050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3" name="Freeform 11">
                <a:extLst>
                  <a:ext uri="{FF2B5EF4-FFF2-40B4-BE49-F238E27FC236}">
                    <a16:creationId xmlns:a16="http://schemas.microsoft.com/office/drawing/2014/main" id="{D7BC5542-17F1-41DE-9131-2085970F3F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73850" y="2840038"/>
                <a:ext cx="68263" cy="77788"/>
              </a:xfrm>
              <a:custGeom>
                <a:avLst/>
                <a:gdLst>
                  <a:gd name="T0" fmla="*/ 43 w 43"/>
                  <a:gd name="T1" fmla="*/ 0 h 49"/>
                  <a:gd name="T2" fmla="*/ 33 w 43"/>
                  <a:gd name="T3" fmla="*/ 0 h 49"/>
                  <a:gd name="T4" fmla="*/ 24 w 43"/>
                  <a:gd name="T5" fmla="*/ 36 h 49"/>
                  <a:gd name="T6" fmla="*/ 13 w 43"/>
                  <a:gd name="T7" fmla="*/ 0 h 49"/>
                  <a:gd name="T8" fmla="*/ 0 w 43"/>
                  <a:gd name="T9" fmla="*/ 0 h 49"/>
                  <a:gd name="T10" fmla="*/ 15 w 43"/>
                  <a:gd name="T11" fmla="*/ 49 h 49"/>
                  <a:gd name="T12" fmla="*/ 28 w 43"/>
                  <a:gd name="T13" fmla="*/ 49 h 49"/>
                  <a:gd name="T14" fmla="*/ 43 w 43"/>
                  <a:gd name="T15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3" h="49">
                    <a:moveTo>
                      <a:pt x="43" y="0"/>
                    </a:moveTo>
                    <a:lnTo>
                      <a:pt x="33" y="0"/>
                    </a:lnTo>
                    <a:lnTo>
                      <a:pt x="24" y="36"/>
                    </a:lnTo>
                    <a:lnTo>
                      <a:pt x="13" y="0"/>
                    </a:lnTo>
                    <a:lnTo>
                      <a:pt x="0" y="0"/>
                    </a:lnTo>
                    <a:lnTo>
                      <a:pt x="15" y="49"/>
                    </a:lnTo>
                    <a:lnTo>
                      <a:pt x="28" y="49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4" name="Freeform 12">
                <a:extLst>
                  <a:ext uri="{FF2B5EF4-FFF2-40B4-BE49-F238E27FC236}">
                    <a16:creationId xmlns:a16="http://schemas.microsoft.com/office/drawing/2014/main" id="{28BECA7C-03FD-4C6D-B4A8-80547DEFBB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50050" y="2840038"/>
                <a:ext cx="57150" cy="77788"/>
              </a:xfrm>
              <a:custGeom>
                <a:avLst/>
                <a:gdLst>
                  <a:gd name="T0" fmla="*/ 36 w 36"/>
                  <a:gd name="T1" fmla="*/ 10 h 49"/>
                  <a:gd name="T2" fmla="*/ 36 w 36"/>
                  <a:gd name="T3" fmla="*/ 0 h 49"/>
                  <a:gd name="T4" fmla="*/ 0 w 36"/>
                  <a:gd name="T5" fmla="*/ 0 h 49"/>
                  <a:gd name="T6" fmla="*/ 0 w 36"/>
                  <a:gd name="T7" fmla="*/ 49 h 49"/>
                  <a:gd name="T8" fmla="*/ 36 w 36"/>
                  <a:gd name="T9" fmla="*/ 49 h 49"/>
                  <a:gd name="T10" fmla="*/ 36 w 36"/>
                  <a:gd name="T11" fmla="*/ 40 h 49"/>
                  <a:gd name="T12" fmla="*/ 11 w 36"/>
                  <a:gd name="T13" fmla="*/ 40 h 49"/>
                  <a:gd name="T14" fmla="*/ 11 w 36"/>
                  <a:gd name="T15" fmla="*/ 29 h 49"/>
                  <a:gd name="T16" fmla="*/ 30 w 36"/>
                  <a:gd name="T17" fmla="*/ 29 h 49"/>
                  <a:gd name="T18" fmla="*/ 30 w 36"/>
                  <a:gd name="T19" fmla="*/ 19 h 49"/>
                  <a:gd name="T20" fmla="*/ 11 w 36"/>
                  <a:gd name="T21" fmla="*/ 19 h 49"/>
                  <a:gd name="T22" fmla="*/ 11 w 36"/>
                  <a:gd name="T23" fmla="*/ 10 h 49"/>
                  <a:gd name="T24" fmla="*/ 36 w 36"/>
                  <a:gd name="T25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" h="49">
                    <a:moveTo>
                      <a:pt x="36" y="10"/>
                    </a:moveTo>
                    <a:lnTo>
                      <a:pt x="36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6" y="49"/>
                    </a:lnTo>
                    <a:lnTo>
                      <a:pt x="36" y="40"/>
                    </a:lnTo>
                    <a:lnTo>
                      <a:pt x="11" y="40"/>
                    </a:lnTo>
                    <a:lnTo>
                      <a:pt x="11" y="29"/>
                    </a:lnTo>
                    <a:lnTo>
                      <a:pt x="30" y="29"/>
                    </a:lnTo>
                    <a:lnTo>
                      <a:pt x="30" y="19"/>
                    </a:lnTo>
                    <a:lnTo>
                      <a:pt x="11" y="19"/>
                    </a:lnTo>
                    <a:lnTo>
                      <a:pt x="11" y="10"/>
                    </a:lnTo>
                    <a:lnTo>
                      <a:pt x="36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5" name="Freeform 13">
                <a:extLst>
                  <a:ext uri="{FF2B5EF4-FFF2-40B4-BE49-F238E27FC236}">
                    <a16:creationId xmlns:a16="http://schemas.microsoft.com/office/drawing/2014/main" id="{38563BAC-D668-47D0-B490-0FB05F8BE70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816725" y="2840038"/>
                <a:ext cx="65088" cy="77788"/>
              </a:xfrm>
              <a:custGeom>
                <a:avLst/>
                <a:gdLst>
                  <a:gd name="T0" fmla="*/ 8 w 30"/>
                  <a:gd name="T1" fmla="*/ 22 h 36"/>
                  <a:gd name="T2" fmla="*/ 15 w 30"/>
                  <a:gd name="T3" fmla="*/ 22 h 36"/>
                  <a:gd name="T4" fmla="*/ 20 w 30"/>
                  <a:gd name="T5" fmla="*/ 36 h 36"/>
                  <a:gd name="T6" fmla="*/ 30 w 30"/>
                  <a:gd name="T7" fmla="*/ 36 h 36"/>
                  <a:gd name="T8" fmla="*/ 23 w 30"/>
                  <a:gd name="T9" fmla="*/ 20 h 36"/>
                  <a:gd name="T10" fmla="*/ 26 w 30"/>
                  <a:gd name="T11" fmla="*/ 18 h 36"/>
                  <a:gd name="T12" fmla="*/ 29 w 30"/>
                  <a:gd name="T13" fmla="*/ 11 h 36"/>
                  <a:gd name="T14" fmla="*/ 25 w 30"/>
                  <a:gd name="T15" fmla="*/ 2 h 36"/>
                  <a:gd name="T16" fmla="*/ 16 w 30"/>
                  <a:gd name="T17" fmla="*/ 0 h 36"/>
                  <a:gd name="T18" fmla="*/ 0 w 30"/>
                  <a:gd name="T19" fmla="*/ 0 h 36"/>
                  <a:gd name="T20" fmla="*/ 0 w 30"/>
                  <a:gd name="T21" fmla="*/ 36 h 36"/>
                  <a:gd name="T22" fmla="*/ 8 w 30"/>
                  <a:gd name="T23" fmla="*/ 36 h 36"/>
                  <a:gd name="T24" fmla="*/ 8 w 30"/>
                  <a:gd name="T25" fmla="*/ 22 h 36"/>
                  <a:gd name="T26" fmla="*/ 8 w 30"/>
                  <a:gd name="T27" fmla="*/ 6 h 36"/>
                  <a:gd name="T28" fmla="*/ 13 w 30"/>
                  <a:gd name="T29" fmla="*/ 6 h 36"/>
                  <a:gd name="T30" fmla="*/ 19 w 30"/>
                  <a:gd name="T31" fmla="*/ 7 h 36"/>
                  <a:gd name="T32" fmla="*/ 20 w 30"/>
                  <a:gd name="T33" fmla="*/ 11 h 36"/>
                  <a:gd name="T34" fmla="*/ 18 w 30"/>
                  <a:gd name="T35" fmla="*/ 15 h 36"/>
                  <a:gd name="T36" fmla="*/ 14 w 30"/>
                  <a:gd name="T37" fmla="*/ 16 h 36"/>
                  <a:gd name="T38" fmla="*/ 8 w 30"/>
                  <a:gd name="T39" fmla="*/ 16 h 36"/>
                  <a:gd name="T40" fmla="*/ 8 w 30"/>
                  <a:gd name="T41" fmla="*/ 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" h="36">
                    <a:moveTo>
                      <a:pt x="8" y="22"/>
                    </a:moveTo>
                    <a:cubicBezTo>
                      <a:pt x="15" y="22"/>
                      <a:pt x="15" y="22"/>
                      <a:pt x="15" y="22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30" y="36"/>
                      <a:pt x="30" y="36"/>
                      <a:pt x="30" y="36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5" y="19"/>
                      <a:pt x="25" y="19"/>
                      <a:pt x="26" y="18"/>
                    </a:cubicBezTo>
                    <a:cubicBezTo>
                      <a:pt x="28" y="16"/>
                      <a:pt x="29" y="14"/>
                      <a:pt x="29" y="11"/>
                    </a:cubicBezTo>
                    <a:cubicBezTo>
                      <a:pt x="29" y="8"/>
                      <a:pt x="28" y="4"/>
                      <a:pt x="25" y="2"/>
                    </a:cubicBezTo>
                    <a:cubicBezTo>
                      <a:pt x="23" y="1"/>
                      <a:pt x="21" y="0"/>
                      <a:pt x="16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8" y="36"/>
                      <a:pt x="8" y="36"/>
                      <a:pt x="8" y="36"/>
                    </a:cubicBezTo>
                    <a:lnTo>
                      <a:pt x="8" y="22"/>
                    </a:lnTo>
                    <a:close/>
                    <a:moveTo>
                      <a:pt x="8" y="6"/>
                    </a:moveTo>
                    <a:cubicBezTo>
                      <a:pt x="13" y="6"/>
                      <a:pt x="13" y="6"/>
                      <a:pt x="13" y="6"/>
                    </a:cubicBezTo>
                    <a:cubicBezTo>
                      <a:pt x="17" y="6"/>
                      <a:pt x="18" y="6"/>
                      <a:pt x="19" y="7"/>
                    </a:cubicBezTo>
                    <a:cubicBezTo>
                      <a:pt x="20" y="8"/>
                      <a:pt x="20" y="10"/>
                      <a:pt x="20" y="11"/>
                    </a:cubicBezTo>
                    <a:cubicBezTo>
                      <a:pt x="20" y="12"/>
                      <a:pt x="19" y="14"/>
                      <a:pt x="18" y="15"/>
                    </a:cubicBezTo>
                    <a:cubicBezTo>
                      <a:pt x="17" y="16"/>
                      <a:pt x="17" y="16"/>
                      <a:pt x="14" y="16"/>
                    </a:cubicBezTo>
                    <a:cubicBezTo>
                      <a:pt x="8" y="16"/>
                      <a:pt x="8" y="16"/>
                      <a:pt x="8" y="16"/>
                    </a:cubicBezTo>
                    <a:lnTo>
                      <a:pt x="8" y="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6" name="Freeform 14">
                <a:extLst>
                  <a:ext uri="{FF2B5EF4-FFF2-40B4-BE49-F238E27FC236}">
                    <a16:creationId xmlns:a16="http://schemas.microsoft.com/office/drawing/2014/main" id="{90E972A2-CCB9-4B8D-A497-FEBC672B87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86575" y="2838450"/>
                <a:ext cx="65088" cy="82550"/>
              </a:xfrm>
              <a:custGeom>
                <a:avLst/>
                <a:gdLst>
                  <a:gd name="T0" fmla="*/ 29 w 30"/>
                  <a:gd name="T1" fmla="*/ 9 h 38"/>
                  <a:gd name="T2" fmla="*/ 25 w 30"/>
                  <a:gd name="T3" fmla="*/ 3 h 38"/>
                  <a:gd name="T4" fmla="*/ 15 w 30"/>
                  <a:gd name="T5" fmla="*/ 0 h 38"/>
                  <a:gd name="T6" fmla="*/ 6 w 30"/>
                  <a:gd name="T7" fmla="*/ 3 h 38"/>
                  <a:gd name="T8" fmla="*/ 2 w 30"/>
                  <a:gd name="T9" fmla="*/ 12 h 38"/>
                  <a:gd name="T10" fmla="*/ 6 w 30"/>
                  <a:gd name="T11" fmla="*/ 20 h 38"/>
                  <a:gd name="T12" fmla="*/ 15 w 30"/>
                  <a:gd name="T13" fmla="*/ 23 h 38"/>
                  <a:gd name="T14" fmla="*/ 21 w 30"/>
                  <a:gd name="T15" fmla="*/ 27 h 38"/>
                  <a:gd name="T16" fmla="*/ 15 w 30"/>
                  <a:gd name="T17" fmla="*/ 31 h 38"/>
                  <a:gd name="T18" fmla="*/ 8 w 30"/>
                  <a:gd name="T19" fmla="*/ 26 h 38"/>
                  <a:gd name="T20" fmla="*/ 0 w 30"/>
                  <a:gd name="T21" fmla="*/ 28 h 38"/>
                  <a:gd name="T22" fmla="*/ 4 w 30"/>
                  <a:gd name="T23" fmla="*/ 35 h 38"/>
                  <a:gd name="T24" fmla="*/ 15 w 30"/>
                  <a:gd name="T25" fmla="*/ 38 h 38"/>
                  <a:gd name="T26" fmla="*/ 25 w 30"/>
                  <a:gd name="T27" fmla="*/ 36 h 38"/>
                  <a:gd name="T28" fmla="*/ 30 w 30"/>
                  <a:gd name="T29" fmla="*/ 26 h 38"/>
                  <a:gd name="T30" fmla="*/ 25 w 30"/>
                  <a:gd name="T31" fmla="*/ 17 h 38"/>
                  <a:gd name="T32" fmla="*/ 16 w 30"/>
                  <a:gd name="T33" fmla="*/ 14 h 38"/>
                  <a:gd name="T34" fmla="*/ 10 w 30"/>
                  <a:gd name="T35" fmla="*/ 10 h 38"/>
                  <a:gd name="T36" fmla="*/ 15 w 30"/>
                  <a:gd name="T37" fmla="*/ 7 h 38"/>
                  <a:gd name="T38" fmla="*/ 22 w 30"/>
                  <a:gd name="T39" fmla="*/ 11 h 38"/>
                  <a:gd name="T40" fmla="*/ 29 w 30"/>
                  <a:gd name="T41" fmla="*/ 9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" h="38">
                    <a:moveTo>
                      <a:pt x="29" y="9"/>
                    </a:moveTo>
                    <a:cubicBezTo>
                      <a:pt x="28" y="6"/>
                      <a:pt x="27" y="5"/>
                      <a:pt x="25" y="3"/>
                    </a:cubicBezTo>
                    <a:cubicBezTo>
                      <a:pt x="22" y="1"/>
                      <a:pt x="19" y="0"/>
                      <a:pt x="15" y="0"/>
                    </a:cubicBezTo>
                    <a:cubicBezTo>
                      <a:pt x="11" y="0"/>
                      <a:pt x="8" y="1"/>
                      <a:pt x="6" y="3"/>
                    </a:cubicBezTo>
                    <a:cubicBezTo>
                      <a:pt x="3" y="6"/>
                      <a:pt x="2" y="9"/>
                      <a:pt x="2" y="12"/>
                    </a:cubicBezTo>
                    <a:cubicBezTo>
                      <a:pt x="2" y="16"/>
                      <a:pt x="4" y="19"/>
                      <a:pt x="6" y="20"/>
                    </a:cubicBezTo>
                    <a:cubicBezTo>
                      <a:pt x="8" y="21"/>
                      <a:pt x="11" y="22"/>
                      <a:pt x="15" y="23"/>
                    </a:cubicBezTo>
                    <a:cubicBezTo>
                      <a:pt x="20" y="24"/>
                      <a:pt x="21" y="25"/>
                      <a:pt x="21" y="27"/>
                    </a:cubicBezTo>
                    <a:cubicBezTo>
                      <a:pt x="21" y="30"/>
                      <a:pt x="19" y="31"/>
                      <a:pt x="15" y="31"/>
                    </a:cubicBezTo>
                    <a:cubicBezTo>
                      <a:pt x="11" y="31"/>
                      <a:pt x="9" y="30"/>
                      <a:pt x="8" y="26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1" y="31"/>
                      <a:pt x="2" y="33"/>
                      <a:pt x="4" y="35"/>
                    </a:cubicBezTo>
                    <a:cubicBezTo>
                      <a:pt x="7" y="37"/>
                      <a:pt x="11" y="38"/>
                      <a:pt x="15" y="38"/>
                    </a:cubicBezTo>
                    <a:cubicBezTo>
                      <a:pt x="19" y="38"/>
                      <a:pt x="22" y="37"/>
                      <a:pt x="25" y="36"/>
                    </a:cubicBezTo>
                    <a:cubicBezTo>
                      <a:pt x="28" y="33"/>
                      <a:pt x="30" y="30"/>
                      <a:pt x="30" y="26"/>
                    </a:cubicBezTo>
                    <a:cubicBezTo>
                      <a:pt x="30" y="22"/>
                      <a:pt x="28" y="19"/>
                      <a:pt x="25" y="17"/>
                    </a:cubicBezTo>
                    <a:cubicBezTo>
                      <a:pt x="24" y="16"/>
                      <a:pt x="21" y="15"/>
                      <a:pt x="16" y="14"/>
                    </a:cubicBezTo>
                    <a:cubicBezTo>
                      <a:pt x="12" y="13"/>
                      <a:pt x="10" y="12"/>
                      <a:pt x="10" y="10"/>
                    </a:cubicBezTo>
                    <a:cubicBezTo>
                      <a:pt x="10" y="8"/>
                      <a:pt x="12" y="7"/>
                      <a:pt x="15" y="7"/>
                    </a:cubicBezTo>
                    <a:cubicBezTo>
                      <a:pt x="19" y="7"/>
                      <a:pt x="20" y="8"/>
                      <a:pt x="22" y="11"/>
                    </a:cubicBezTo>
                    <a:lnTo>
                      <a:pt x="29" y="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7" name="Rectangle 15">
                <a:extLst>
                  <a:ext uri="{FF2B5EF4-FFF2-40B4-BE49-F238E27FC236}">
                    <a16:creationId xmlns:a16="http://schemas.microsoft.com/office/drawing/2014/main" id="{41CD71C4-C596-4AD9-A519-10F15D474E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64363" y="2840038"/>
                <a:ext cx="17463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8" name="Freeform 16">
                <a:extLst>
                  <a:ext uri="{FF2B5EF4-FFF2-40B4-BE49-F238E27FC236}">
                    <a16:creationId xmlns:a16="http://schemas.microsoft.com/office/drawing/2014/main" id="{1294F96A-B067-469B-9109-CD31FD81500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97700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6 w 30"/>
                  <a:gd name="T7" fmla="*/ 31 h 36"/>
                  <a:gd name="T8" fmla="*/ 30 w 30"/>
                  <a:gd name="T9" fmla="*/ 18 h 36"/>
                  <a:gd name="T10" fmla="*/ 26 w 30"/>
                  <a:gd name="T11" fmla="*/ 5 h 36"/>
                  <a:gd name="T12" fmla="*/ 11 w 30"/>
                  <a:gd name="T13" fmla="*/ 0 h 36"/>
                  <a:gd name="T14" fmla="*/ 0 w 30"/>
                  <a:gd name="T15" fmla="*/ 0 h 36"/>
                  <a:gd name="T16" fmla="*/ 9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1 w 30"/>
                  <a:gd name="T23" fmla="*/ 18 h 36"/>
                  <a:gd name="T24" fmla="*/ 19 w 30"/>
                  <a:gd name="T25" fmla="*/ 27 h 36"/>
                  <a:gd name="T26" fmla="*/ 12 w 30"/>
                  <a:gd name="T27" fmla="*/ 30 h 36"/>
                  <a:gd name="T28" fmla="*/ 9 w 30"/>
                  <a:gd name="T29" fmla="*/ 30 h 36"/>
                  <a:gd name="T30" fmla="*/ 9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3" y="35"/>
                      <a:pt x="26" y="31"/>
                    </a:cubicBezTo>
                    <a:cubicBezTo>
                      <a:pt x="29" y="28"/>
                      <a:pt x="30" y="23"/>
                      <a:pt x="30" y="18"/>
                    </a:cubicBezTo>
                    <a:cubicBezTo>
                      <a:pt x="30" y="13"/>
                      <a:pt x="29" y="8"/>
                      <a:pt x="26" y="5"/>
                    </a:cubicBezTo>
                    <a:cubicBezTo>
                      <a:pt x="22" y="1"/>
                      <a:pt x="18" y="0"/>
                      <a:pt x="11" y="0"/>
                    </a:cubicBezTo>
                    <a:lnTo>
                      <a:pt x="0" y="0"/>
                    </a:lnTo>
                    <a:close/>
                    <a:moveTo>
                      <a:pt x="9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0" y="12"/>
                      <a:pt x="21" y="15"/>
                      <a:pt x="21" y="18"/>
                    </a:cubicBezTo>
                    <a:cubicBezTo>
                      <a:pt x="21" y="21"/>
                      <a:pt x="20" y="24"/>
                      <a:pt x="19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9" name="Freeform 17">
                <a:extLst>
                  <a:ext uri="{FF2B5EF4-FFF2-40B4-BE49-F238E27FC236}">
                    <a16:creationId xmlns:a16="http://schemas.microsoft.com/office/drawing/2014/main" id="{9B6A02E8-9E6F-4D04-A316-D4631D0C58D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65963" y="2840038"/>
                <a:ext cx="71438" cy="77788"/>
              </a:xfrm>
              <a:custGeom>
                <a:avLst/>
                <a:gdLst>
                  <a:gd name="T0" fmla="*/ 30 w 45"/>
                  <a:gd name="T1" fmla="*/ 0 h 49"/>
                  <a:gd name="T2" fmla="*/ 17 w 45"/>
                  <a:gd name="T3" fmla="*/ 0 h 49"/>
                  <a:gd name="T4" fmla="*/ 0 w 45"/>
                  <a:gd name="T5" fmla="*/ 49 h 49"/>
                  <a:gd name="T6" fmla="*/ 11 w 45"/>
                  <a:gd name="T7" fmla="*/ 49 h 49"/>
                  <a:gd name="T8" fmla="*/ 14 w 45"/>
                  <a:gd name="T9" fmla="*/ 40 h 49"/>
                  <a:gd name="T10" fmla="*/ 30 w 45"/>
                  <a:gd name="T11" fmla="*/ 40 h 49"/>
                  <a:gd name="T12" fmla="*/ 33 w 45"/>
                  <a:gd name="T13" fmla="*/ 49 h 49"/>
                  <a:gd name="T14" fmla="*/ 45 w 45"/>
                  <a:gd name="T15" fmla="*/ 49 h 49"/>
                  <a:gd name="T16" fmla="*/ 30 w 45"/>
                  <a:gd name="T17" fmla="*/ 0 h 49"/>
                  <a:gd name="T18" fmla="*/ 17 w 45"/>
                  <a:gd name="T19" fmla="*/ 30 h 49"/>
                  <a:gd name="T20" fmla="*/ 22 w 45"/>
                  <a:gd name="T21" fmla="*/ 12 h 49"/>
                  <a:gd name="T22" fmla="*/ 28 w 45"/>
                  <a:gd name="T23" fmla="*/ 30 h 49"/>
                  <a:gd name="T24" fmla="*/ 17 w 45"/>
                  <a:gd name="T25" fmla="*/ 3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" h="49">
                    <a:moveTo>
                      <a:pt x="30" y="0"/>
                    </a:moveTo>
                    <a:lnTo>
                      <a:pt x="17" y="0"/>
                    </a:lnTo>
                    <a:lnTo>
                      <a:pt x="0" y="49"/>
                    </a:lnTo>
                    <a:lnTo>
                      <a:pt x="11" y="49"/>
                    </a:lnTo>
                    <a:lnTo>
                      <a:pt x="14" y="40"/>
                    </a:lnTo>
                    <a:lnTo>
                      <a:pt x="30" y="40"/>
                    </a:lnTo>
                    <a:lnTo>
                      <a:pt x="33" y="49"/>
                    </a:lnTo>
                    <a:lnTo>
                      <a:pt x="45" y="49"/>
                    </a:lnTo>
                    <a:lnTo>
                      <a:pt x="30" y="0"/>
                    </a:lnTo>
                    <a:close/>
                    <a:moveTo>
                      <a:pt x="17" y="30"/>
                    </a:moveTo>
                    <a:lnTo>
                      <a:pt x="22" y="12"/>
                    </a:lnTo>
                    <a:lnTo>
                      <a:pt x="28" y="30"/>
                    </a:lnTo>
                    <a:lnTo>
                      <a:pt x="17" y="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0" name="Freeform 18">
                <a:extLst>
                  <a:ext uri="{FF2B5EF4-FFF2-40B4-BE49-F238E27FC236}">
                    <a16:creationId xmlns:a16="http://schemas.microsoft.com/office/drawing/2014/main" id="{95C8D89B-EC89-4DCB-820B-09F3E08C7D8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146925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5 w 30"/>
                  <a:gd name="T7" fmla="*/ 31 h 36"/>
                  <a:gd name="T8" fmla="*/ 30 w 30"/>
                  <a:gd name="T9" fmla="*/ 18 h 36"/>
                  <a:gd name="T10" fmla="*/ 25 w 30"/>
                  <a:gd name="T11" fmla="*/ 5 h 36"/>
                  <a:gd name="T12" fmla="*/ 11 w 30"/>
                  <a:gd name="T13" fmla="*/ 0 h 36"/>
                  <a:gd name="T14" fmla="*/ 0 w 30"/>
                  <a:gd name="T15" fmla="*/ 0 h 36"/>
                  <a:gd name="T16" fmla="*/ 8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1 w 30"/>
                  <a:gd name="T23" fmla="*/ 18 h 36"/>
                  <a:gd name="T24" fmla="*/ 18 w 30"/>
                  <a:gd name="T25" fmla="*/ 27 h 36"/>
                  <a:gd name="T26" fmla="*/ 12 w 30"/>
                  <a:gd name="T27" fmla="*/ 30 h 36"/>
                  <a:gd name="T28" fmla="*/ 8 w 30"/>
                  <a:gd name="T29" fmla="*/ 30 h 36"/>
                  <a:gd name="T30" fmla="*/ 8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2" y="35"/>
                      <a:pt x="25" y="31"/>
                    </a:cubicBezTo>
                    <a:cubicBezTo>
                      <a:pt x="28" y="28"/>
                      <a:pt x="30" y="23"/>
                      <a:pt x="30" y="18"/>
                    </a:cubicBezTo>
                    <a:cubicBezTo>
                      <a:pt x="30" y="13"/>
                      <a:pt x="28" y="8"/>
                      <a:pt x="25" y="5"/>
                    </a:cubicBezTo>
                    <a:cubicBezTo>
                      <a:pt x="22" y="1"/>
                      <a:pt x="18" y="0"/>
                      <a:pt x="11" y="0"/>
                    </a:cubicBezTo>
                    <a:lnTo>
                      <a:pt x="0" y="0"/>
                    </a:lnTo>
                    <a:close/>
                    <a:moveTo>
                      <a:pt x="8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0" y="12"/>
                      <a:pt x="21" y="15"/>
                      <a:pt x="21" y="18"/>
                    </a:cubicBezTo>
                    <a:cubicBezTo>
                      <a:pt x="21" y="21"/>
                      <a:pt x="20" y="24"/>
                      <a:pt x="18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8" y="30"/>
                      <a:pt x="8" y="30"/>
                      <a:pt x="8" y="30"/>
                    </a:cubicBezTo>
                    <a:lnTo>
                      <a:pt x="8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1" name="Freeform 19">
                <a:extLst>
                  <a:ext uri="{FF2B5EF4-FFF2-40B4-BE49-F238E27FC236}">
                    <a16:creationId xmlns:a16="http://schemas.microsoft.com/office/drawing/2014/main" id="{F247AA86-E76F-4750-A56D-3DF386B6945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246938" y="2840038"/>
                <a:ext cx="68263" cy="77788"/>
              </a:xfrm>
              <a:custGeom>
                <a:avLst/>
                <a:gdLst>
                  <a:gd name="T0" fmla="*/ 28 w 43"/>
                  <a:gd name="T1" fmla="*/ 0 h 49"/>
                  <a:gd name="T2" fmla="*/ 15 w 43"/>
                  <a:gd name="T3" fmla="*/ 0 h 49"/>
                  <a:gd name="T4" fmla="*/ 0 w 43"/>
                  <a:gd name="T5" fmla="*/ 49 h 49"/>
                  <a:gd name="T6" fmla="*/ 9 w 43"/>
                  <a:gd name="T7" fmla="*/ 49 h 49"/>
                  <a:gd name="T8" fmla="*/ 12 w 43"/>
                  <a:gd name="T9" fmla="*/ 40 h 49"/>
                  <a:gd name="T10" fmla="*/ 28 w 43"/>
                  <a:gd name="T11" fmla="*/ 40 h 49"/>
                  <a:gd name="T12" fmla="*/ 31 w 43"/>
                  <a:gd name="T13" fmla="*/ 49 h 49"/>
                  <a:gd name="T14" fmla="*/ 43 w 43"/>
                  <a:gd name="T15" fmla="*/ 49 h 49"/>
                  <a:gd name="T16" fmla="*/ 28 w 43"/>
                  <a:gd name="T17" fmla="*/ 0 h 49"/>
                  <a:gd name="T18" fmla="*/ 15 w 43"/>
                  <a:gd name="T19" fmla="*/ 30 h 49"/>
                  <a:gd name="T20" fmla="*/ 20 w 43"/>
                  <a:gd name="T21" fmla="*/ 12 h 49"/>
                  <a:gd name="T22" fmla="*/ 25 w 43"/>
                  <a:gd name="T23" fmla="*/ 30 h 49"/>
                  <a:gd name="T24" fmla="*/ 15 w 43"/>
                  <a:gd name="T25" fmla="*/ 3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3" h="49">
                    <a:moveTo>
                      <a:pt x="28" y="0"/>
                    </a:moveTo>
                    <a:lnTo>
                      <a:pt x="15" y="0"/>
                    </a:lnTo>
                    <a:lnTo>
                      <a:pt x="0" y="49"/>
                    </a:lnTo>
                    <a:lnTo>
                      <a:pt x="9" y="49"/>
                    </a:lnTo>
                    <a:lnTo>
                      <a:pt x="12" y="40"/>
                    </a:lnTo>
                    <a:lnTo>
                      <a:pt x="28" y="40"/>
                    </a:lnTo>
                    <a:lnTo>
                      <a:pt x="31" y="49"/>
                    </a:lnTo>
                    <a:lnTo>
                      <a:pt x="43" y="49"/>
                    </a:lnTo>
                    <a:lnTo>
                      <a:pt x="28" y="0"/>
                    </a:lnTo>
                    <a:close/>
                    <a:moveTo>
                      <a:pt x="15" y="30"/>
                    </a:moveTo>
                    <a:lnTo>
                      <a:pt x="20" y="12"/>
                    </a:lnTo>
                    <a:lnTo>
                      <a:pt x="25" y="30"/>
                    </a:lnTo>
                    <a:lnTo>
                      <a:pt x="15" y="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2" name="Freeform 20">
                <a:extLst>
                  <a:ext uri="{FF2B5EF4-FFF2-40B4-BE49-F238E27FC236}">
                    <a16:creationId xmlns:a16="http://schemas.microsoft.com/office/drawing/2014/main" id="{0106E86D-07E7-44D8-BAAD-FE116E6F978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24725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6 w 30"/>
                  <a:gd name="T7" fmla="*/ 31 h 36"/>
                  <a:gd name="T8" fmla="*/ 30 w 30"/>
                  <a:gd name="T9" fmla="*/ 18 h 36"/>
                  <a:gd name="T10" fmla="*/ 26 w 30"/>
                  <a:gd name="T11" fmla="*/ 5 h 36"/>
                  <a:gd name="T12" fmla="*/ 12 w 30"/>
                  <a:gd name="T13" fmla="*/ 0 h 36"/>
                  <a:gd name="T14" fmla="*/ 0 w 30"/>
                  <a:gd name="T15" fmla="*/ 0 h 36"/>
                  <a:gd name="T16" fmla="*/ 9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2 w 30"/>
                  <a:gd name="T23" fmla="*/ 18 h 36"/>
                  <a:gd name="T24" fmla="*/ 19 w 30"/>
                  <a:gd name="T25" fmla="*/ 27 h 36"/>
                  <a:gd name="T26" fmla="*/ 12 w 30"/>
                  <a:gd name="T27" fmla="*/ 30 h 36"/>
                  <a:gd name="T28" fmla="*/ 9 w 30"/>
                  <a:gd name="T29" fmla="*/ 30 h 36"/>
                  <a:gd name="T30" fmla="*/ 9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3" y="35"/>
                      <a:pt x="26" y="31"/>
                    </a:cubicBezTo>
                    <a:cubicBezTo>
                      <a:pt x="29" y="28"/>
                      <a:pt x="30" y="23"/>
                      <a:pt x="30" y="18"/>
                    </a:cubicBezTo>
                    <a:cubicBezTo>
                      <a:pt x="30" y="13"/>
                      <a:pt x="29" y="8"/>
                      <a:pt x="26" y="5"/>
                    </a:cubicBezTo>
                    <a:cubicBezTo>
                      <a:pt x="22" y="1"/>
                      <a:pt x="19" y="0"/>
                      <a:pt x="12" y="0"/>
                    </a:cubicBezTo>
                    <a:lnTo>
                      <a:pt x="0" y="0"/>
                    </a:lnTo>
                    <a:close/>
                    <a:moveTo>
                      <a:pt x="9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1" y="12"/>
                      <a:pt x="22" y="15"/>
                      <a:pt x="22" y="18"/>
                    </a:cubicBezTo>
                    <a:cubicBezTo>
                      <a:pt x="22" y="21"/>
                      <a:pt x="21" y="24"/>
                      <a:pt x="19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3" name="Freeform 21">
                <a:extLst>
                  <a:ext uri="{FF2B5EF4-FFF2-40B4-BE49-F238E27FC236}">
                    <a16:creationId xmlns:a16="http://schemas.microsoft.com/office/drawing/2014/main" id="{666D8E34-9C82-4FCF-9FD0-B3DAAB8A71E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97750" y="2838450"/>
                <a:ext cx="66675" cy="82550"/>
              </a:xfrm>
              <a:custGeom>
                <a:avLst/>
                <a:gdLst>
                  <a:gd name="T0" fmla="*/ 16 w 31"/>
                  <a:gd name="T1" fmla="*/ 0 h 38"/>
                  <a:gd name="T2" fmla="*/ 4 w 31"/>
                  <a:gd name="T3" fmla="*/ 6 h 38"/>
                  <a:gd name="T4" fmla="*/ 0 w 31"/>
                  <a:gd name="T5" fmla="*/ 19 h 38"/>
                  <a:gd name="T6" fmla="*/ 4 w 31"/>
                  <a:gd name="T7" fmla="*/ 33 h 38"/>
                  <a:gd name="T8" fmla="*/ 15 w 31"/>
                  <a:gd name="T9" fmla="*/ 38 h 38"/>
                  <a:gd name="T10" fmla="*/ 27 w 31"/>
                  <a:gd name="T11" fmla="*/ 33 h 38"/>
                  <a:gd name="T12" fmla="*/ 31 w 31"/>
                  <a:gd name="T13" fmla="*/ 19 h 38"/>
                  <a:gd name="T14" fmla="*/ 27 w 31"/>
                  <a:gd name="T15" fmla="*/ 6 h 38"/>
                  <a:gd name="T16" fmla="*/ 16 w 31"/>
                  <a:gd name="T17" fmla="*/ 0 h 38"/>
                  <a:gd name="T18" fmla="*/ 16 w 31"/>
                  <a:gd name="T19" fmla="*/ 7 h 38"/>
                  <a:gd name="T20" fmla="*/ 21 w 31"/>
                  <a:gd name="T21" fmla="*/ 10 h 38"/>
                  <a:gd name="T22" fmla="*/ 22 w 31"/>
                  <a:gd name="T23" fmla="*/ 19 h 38"/>
                  <a:gd name="T24" fmla="*/ 16 w 31"/>
                  <a:gd name="T25" fmla="*/ 31 h 38"/>
                  <a:gd name="T26" fmla="*/ 9 w 31"/>
                  <a:gd name="T27" fmla="*/ 19 h 38"/>
                  <a:gd name="T28" fmla="*/ 16 w 31"/>
                  <a:gd name="T29" fmla="*/ 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1" h="38">
                    <a:moveTo>
                      <a:pt x="16" y="0"/>
                    </a:moveTo>
                    <a:cubicBezTo>
                      <a:pt x="11" y="0"/>
                      <a:pt x="7" y="2"/>
                      <a:pt x="4" y="6"/>
                    </a:cubicBezTo>
                    <a:cubicBezTo>
                      <a:pt x="2" y="9"/>
                      <a:pt x="0" y="14"/>
                      <a:pt x="0" y="19"/>
                    </a:cubicBezTo>
                    <a:cubicBezTo>
                      <a:pt x="0" y="24"/>
                      <a:pt x="2" y="29"/>
                      <a:pt x="4" y="33"/>
                    </a:cubicBezTo>
                    <a:cubicBezTo>
                      <a:pt x="7" y="36"/>
                      <a:pt x="11" y="38"/>
                      <a:pt x="15" y="38"/>
                    </a:cubicBezTo>
                    <a:cubicBezTo>
                      <a:pt x="20" y="38"/>
                      <a:pt x="25" y="36"/>
                      <a:pt x="27" y="33"/>
                    </a:cubicBezTo>
                    <a:cubicBezTo>
                      <a:pt x="30" y="29"/>
                      <a:pt x="31" y="24"/>
                      <a:pt x="31" y="19"/>
                    </a:cubicBezTo>
                    <a:cubicBezTo>
                      <a:pt x="31" y="14"/>
                      <a:pt x="30" y="9"/>
                      <a:pt x="27" y="6"/>
                    </a:cubicBezTo>
                    <a:cubicBezTo>
                      <a:pt x="25" y="2"/>
                      <a:pt x="21" y="0"/>
                      <a:pt x="16" y="0"/>
                    </a:cubicBezTo>
                    <a:moveTo>
                      <a:pt x="16" y="7"/>
                    </a:moveTo>
                    <a:cubicBezTo>
                      <a:pt x="18" y="7"/>
                      <a:pt x="20" y="8"/>
                      <a:pt x="21" y="10"/>
                    </a:cubicBezTo>
                    <a:cubicBezTo>
                      <a:pt x="22" y="12"/>
                      <a:pt x="22" y="15"/>
                      <a:pt x="22" y="19"/>
                    </a:cubicBezTo>
                    <a:cubicBezTo>
                      <a:pt x="22" y="27"/>
                      <a:pt x="20" y="31"/>
                      <a:pt x="16" y="31"/>
                    </a:cubicBezTo>
                    <a:cubicBezTo>
                      <a:pt x="11" y="31"/>
                      <a:pt x="9" y="27"/>
                      <a:pt x="9" y="19"/>
                    </a:cubicBezTo>
                    <a:cubicBezTo>
                      <a:pt x="9" y="11"/>
                      <a:pt x="11" y="7"/>
                      <a:pt x="16" y="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4" name="Freeform 22">
                <a:extLst>
                  <a:ext uri="{FF2B5EF4-FFF2-40B4-BE49-F238E27FC236}">
                    <a16:creationId xmlns:a16="http://schemas.microsoft.com/office/drawing/2014/main" id="{89A08A6E-99AC-4740-A3D4-24006FD9E2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78713" y="2840038"/>
                <a:ext cx="49213" cy="77788"/>
              </a:xfrm>
              <a:custGeom>
                <a:avLst/>
                <a:gdLst>
                  <a:gd name="T0" fmla="*/ 10 w 31"/>
                  <a:gd name="T1" fmla="*/ 40 h 49"/>
                  <a:gd name="T2" fmla="*/ 10 w 31"/>
                  <a:gd name="T3" fmla="*/ 0 h 49"/>
                  <a:gd name="T4" fmla="*/ 0 w 31"/>
                  <a:gd name="T5" fmla="*/ 0 h 49"/>
                  <a:gd name="T6" fmla="*/ 0 w 31"/>
                  <a:gd name="T7" fmla="*/ 49 h 49"/>
                  <a:gd name="T8" fmla="*/ 31 w 31"/>
                  <a:gd name="T9" fmla="*/ 49 h 49"/>
                  <a:gd name="T10" fmla="*/ 31 w 31"/>
                  <a:gd name="T11" fmla="*/ 40 h 49"/>
                  <a:gd name="T12" fmla="*/ 10 w 31"/>
                  <a:gd name="T13" fmla="*/ 4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1" h="49">
                    <a:moveTo>
                      <a:pt x="10" y="40"/>
                    </a:moveTo>
                    <a:lnTo>
                      <a:pt x="10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1" y="49"/>
                    </a:lnTo>
                    <a:lnTo>
                      <a:pt x="31" y="40"/>
                    </a:lnTo>
                    <a:lnTo>
                      <a:pt x="10" y="4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5" name="Freeform 23">
                <a:extLst>
                  <a:ext uri="{FF2B5EF4-FFF2-40B4-BE49-F238E27FC236}">
                    <a16:creationId xmlns:a16="http://schemas.microsoft.com/office/drawing/2014/main" id="{3374E897-2561-4A01-A07E-4F65EFA90D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35863" y="2840038"/>
                <a:ext cx="57150" cy="77788"/>
              </a:xfrm>
              <a:custGeom>
                <a:avLst/>
                <a:gdLst>
                  <a:gd name="T0" fmla="*/ 36 w 36"/>
                  <a:gd name="T1" fmla="*/ 10 h 49"/>
                  <a:gd name="T2" fmla="*/ 36 w 36"/>
                  <a:gd name="T3" fmla="*/ 0 h 49"/>
                  <a:gd name="T4" fmla="*/ 0 w 36"/>
                  <a:gd name="T5" fmla="*/ 0 h 49"/>
                  <a:gd name="T6" fmla="*/ 0 w 36"/>
                  <a:gd name="T7" fmla="*/ 49 h 49"/>
                  <a:gd name="T8" fmla="*/ 13 w 36"/>
                  <a:gd name="T9" fmla="*/ 49 h 49"/>
                  <a:gd name="T10" fmla="*/ 13 w 36"/>
                  <a:gd name="T11" fmla="*/ 30 h 49"/>
                  <a:gd name="T12" fmla="*/ 32 w 36"/>
                  <a:gd name="T13" fmla="*/ 30 h 49"/>
                  <a:gd name="T14" fmla="*/ 32 w 36"/>
                  <a:gd name="T15" fmla="*/ 21 h 49"/>
                  <a:gd name="T16" fmla="*/ 13 w 36"/>
                  <a:gd name="T17" fmla="*/ 21 h 49"/>
                  <a:gd name="T18" fmla="*/ 13 w 36"/>
                  <a:gd name="T19" fmla="*/ 10 h 49"/>
                  <a:gd name="T20" fmla="*/ 36 w 36"/>
                  <a:gd name="T21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49">
                    <a:moveTo>
                      <a:pt x="36" y="10"/>
                    </a:moveTo>
                    <a:lnTo>
                      <a:pt x="36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13" y="49"/>
                    </a:lnTo>
                    <a:lnTo>
                      <a:pt x="13" y="30"/>
                    </a:lnTo>
                    <a:lnTo>
                      <a:pt x="32" y="30"/>
                    </a:lnTo>
                    <a:lnTo>
                      <a:pt x="32" y="21"/>
                    </a:lnTo>
                    <a:lnTo>
                      <a:pt x="13" y="21"/>
                    </a:lnTo>
                    <a:lnTo>
                      <a:pt x="13" y="10"/>
                    </a:lnTo>
                    <a:lnTo>
                      <a:pt x="36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6" name="Freeform 24">
                <a:extLst>
                  <a:ext uri="{FF2B5EF4-FFF2-40B4-BE49-F238E27FC236}">
                    <a16:creationId xmlns:a16="http://schemas.microsoft.com/office/drawing/2014/main" id="{07E210E5-5CAC-47B9-8BD4-F85014E14EA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599363" y="2838450"/>
                <a:ext cx="66675" cy="82550"/>
              </a:xfrm>
              <a:custGeom>
                <a:avLst/>
                <a:gdLst>
                  <a:gd name="T0" fmla="*/ 16 w 31"/>
                  <a:gd name="T1" fmla="*/ 0 h 38"/>
                  <a:gd name="T2" fmla="*/ 4 w 31"/>
                  <a:gd name="T3" fmla="*/ 6 h 38"/>
                  <a:gd name="T4" fmla="*/ 0 w 31"/>
                  <a:gd name="T5" fmla="*/ 19 h 38"/>
                  <a:gd name="T6" fmla="*/ 4 w 31"/>
                  <a:gd name="T7" fmla="*/ 33 h 38"/>
                  <a:gd name="T8" fmla="*/ 15 w 31"/>
                  <a:gd name="T9" fmla="*/ 38 h 38"/>
                  <a:gd name="T10" fmla="*/ 27 w 31"/>
                  <a:gd name="T11" fmla="*/ 33 h 38"/>
                  <a:gd name="T12" fmla="*/ 31 w 31"/>
                  <a:gd name="T13" fmla="*/ 19 h 38"/>
                  <a:gd name="T14" fmla="*/ 27 w 31"/>
                  <a:gd name="T15" fmla="*/ 6 h 38"/>
                  <a:gd name="T16" fmla="*/ 16 w 31"/>
                  <a:gd name="T17" fmla="*/ 0 h 38"/>
                  <a:gd name="T18" fmla="*/ 15 w 31"/>
                  <a:gd name="T19" fmla="*/ 7 h 38"/>
                  <a:gd name="T20" fmla="*/ 21 w 31"/>
                  <a:gd name="T21" fmla="*/ 10 h 38"/>
                  <a:gd name="T22" fmla="*/ 22 w 31"/>
                  <a:gd name="T23" fmla="*/ 19 h 38"/>
                  <a:gd name="T24" fmla="*/ 15 w 31"/>
                  <a:gd name="T25" fmla="*/ 31 h 38"/>
                  <a:gd name="T26" fmla="*/ 9 w 31"/>
                  <a:gd name="T27" fmla="*/ 19 h 38"/>
                  <a:gd name="T28" fmla="*/ 15 w 31"/>
                  <a:gd name="T29" fmla="*/ 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1" h="38">
                    <a:moveTo>
                      <a:pt x="16" y="0"/>
                    </a:moveTo>
                    <a:cubicBezTo>
                      <a:pt x="11" y="0"/>
                      <a:pt x="7" y="2"/>
                      <a:pt x="4" y="6"/>
                    </a:cubicBezTo>
                    <a:cubicBezTo>
                      <a:pt x="1" y="9"/>
                      <a:pt x="0" y="14"/>
                      <a:pt x="0" y="19"/>
                    </a:cubicBezTo>
                    <a:cubicBezTo>
                      <a:pt x="0" y="24"/>
                      <a:pt x="1" y="29"/>
                      <a:pt x="4" y="33"/>
                    </a:cubicBezTo>
                    <a:cubicBezTo>
                      <a:pt x="7" y="36"/>
                      <a:pt x="11" y="38"/>
                      <a:pt x="15" y="38"/>
                    </a:cubicBezTo>
                    <a:cubicBezTo>
                      <a:pt x="20" y="38"/>
                      <a:pt x="24" y="36"/>
                      <a:pt x="27" y="33"/>
                    </a:cubicBezTo>
                    <a:cubicBezTo>
                      <a:pt x="29" y="29"/>
                      <a:pt x="31" y="24"/>
                      <a:pt x="31" y="19"/>
                    </a:cubicBezTo>
                    <a:cubicBezTo>
                      <a:pt x="31" y="14"/>
                      <a:pt x="30" y="9"/>
                      <a:pt x="27" y="6"/>
                    </a:cubicBezTo>
                    <a:cubicBezTo>
                      <a:pt x="24" y="2"/>
                      <a:pt x="20" y="0"/>
                      <a:pt x="16" y="0"/>
                    </a:cubicBezTo>
                    <a:moveTo>
                      <a:pt x="15" y="7"/>
                    </a:moveTo>
                    <a:cubicBezTo>
                      <a:pt x="18" y="7"/>
                      <a:pt x="19" y="8"/>
                      <a:pt x="21" y="10"/>
                    </a:cubicBezTo>
                    <a:cubicBezTo>
                      <a:pt x="22" y="12"/>
                      <a:pt x="22" y="15"/>
                      <a:pt x="22" y="19"/>
                    </a:cubicBezTo>
                    <a:cubicBezTo>
                      <a:pt x="22" y="27"/>
                      <a:pt x="20" y="31"/>
                      <a:pt x="15" y="31"/>
                    </a:cubicBezTo>
                    <a:cubicBezTo>
                      <a:pt x="11" y="31"/>
                      <a:pt x="9" y="27"/>
                      <a:pt x="9" y="19"/>
                    </a:cubicBezTo>
                    <a:cubicBezTo>
                      <a:pt x="9" y="11"/>
                      <a:pt x="11" y="7"/>
                      <a:pt x="15" y="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7" name="Rectangle 25">
                <a:extLst>
                  <a:ext uri="{FF2B5EF4-FFF2-40B4-BE49-F238E27FC236}">
                    <a16:creationId xmlns:a16="http://schemas.microsoft.com/office/drawing/2014/main" id="{A9F078EA-6AC7-4789-A4D7-9BFC8EE2FE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7313" y="2840038"/>
                <a:ext cx="19050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8" name="Freeform 26">
                <a:extLst>
                  <a:ext uri="{FF2B5EF4-FFF2-40B4-BE49-F238E27FC236}">
                    <a16:creationId xmlns:a16="http://schemas.microsoft.com/office/drawing/2014/main" id="{1D579FA9-EC9E-4E9C-B1D0-C2AC098E22A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742238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7 w 30"/>
                  <a:gd name="T5" fmla="*/ 36 h 36"/>
                  <a:gd name="T6" fmla="*/ 27 w 30"/>
                  <a:gd name="T7" fmla="*/ 34 h 36"/>
                  <a:gd name="T8" fmla="*/ 30 w 30"/>
                  <a:gd name="T9" fmla="*/ 26 h 36"/>
                  <a:gd name="T10" fmla="*/ 27 w 30"/>
                  <a:gd name="T11" fmla="*/ 20 h 36"/>
                  <a:gd name="T12" fmla="*/ 23 w 30"/>
                  <a:gd name="T13" fmla="*/ 17 h 36"/>
                  <a:gd name="T14" fmla="*/ 29 w 30"/>
                  <a:gd name="T15" fmla="*/ 9 h 36"/>
                  <a:gd name="T16" fmla="*/ 26 w 30"/>
                  <a:gd name="T17" fmla="*/ 2 h 36"/>
                  <a:gd name="T18" fmla="*/ 17 w 30"/>
                  <a:gd name="T19" fmla="*/ 0 h 36"/>
                  <a:gd name="T20" fmla="*/ 0 w 30"/>
                  <a:gd name="T21" fmla="*/ 0 h 36"/>
                  <a:gd name="T22" fmla="*/ 9 w 30"/>
                  <a:gd name="T23" fmla="*/ 6 h 36"/>
                  <a:gd name="T24" fmla="*/ 14 w 30"/>
                  <a:gd name="T25" fmla="*/ 6 h 36"/>
                  <a:gd name="T26" fmla="*/ 19 w 30"/>
                  <a:gd name="T27" fmla="*/ 7 h 36"/>
                  <a:gd name="T28" fmla="*/ 20 w 30"/>
                  <a:gd name="T29" fmla="*/ 10 h 36"/>
                  <a:gd name="T30" fmla="*/ 19 w 30"/>
                  <a:gd name="T31" fmla="*/ 13 h 36"/>
                  <a:gd name="T32" fmla="*/ 15 w 30"/>
                  <a:gd name="T33" fmla="*/ 14 h 36"/>
                  <a:gd name="T34" fmla="*/ 9 w 30"/>
                  <a:gd name="T35" fmla="*/ 14 h 36"/>
                  <a:gd name="T36" fmla="*/ 9 w 30"/>
                  <a:gd name="T37" fmla="*/ 6 h 36"/>
                  <a:gd name="T38" fmla="*/ 9 w 30"/>
                  <a:gd name="T39" fmla="*/ 21 h 36"/>
                  <a:gd name="T40" fmla="*/ 16 w 30"/>
                  <a:gd name="T41" fmla="*/ 21 h 36"/>
                  <a:gd name="T42" fmla="*/ 21 w 30"/>
                  <a:gd name="T43" fmla="*/ 25 h 36"/>
                  <a:gd name="T44" fmla="*/ 19 w 30"/>
                  <a:gd name="T45" fmla="*/ 29 h 36"/>
                  <a:gd name="T46" fmla="*/ 15 w 30"/>
                  <a:gd name="T47" fmla="*/ 30 h 36"/>
                  <a:gd name="T48" fmla="*/ 9 w 30"/>
                  <a:gd name="T49" fmla="*/ 30 h 36"/>
                  <a:gd name="T50" fmla="*/ 9 w 30"/>
                  <a:gd name="T51" fmla="*/ 21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22" y="36"/>
                      <a:pt x="25" y="36"/>
                      <a:pt x="27" y="34"/>
                    </a:cubicBezTo>
                    <a:cubicBezTo>
                      <a:pt x="29" y="32"/>
                      <a:pt x="30" y="29"/>
                      <a:pt x="30" y="26"/>
                    </a:cubicBezTo>
                    <a:cubicBezTo>
                      <a:pt x="30" y="24"/>
                      <a:pt x="29" y="21"/>
                      <a:pt x="27" y="20"/>
                    </a:cubicBezTo>
                    <a:cubicBezTo>
                      <a:pt x="26" y="18"/>
                      <a:pt x="25" y="18"/>
                      <a:pt x="23" y="17"/>
                    </a:cubicBezTo>
                    <a:cubicBezTo>
                      <a:pt x="27" y="16"/>
                      <a:pt x="29" y="13"/>
                      <a:pt x="29" y="9"/>
                    </a:cubicBezTo>
                    <a:cubicBezTo>
                      <a:pt x="29" y="6"/>
                      <a:pt x="28" y="4"/>
                      <a:pt x="26" y="2"/>
                    </a:cubicBezTo>
                    <a:cubicBezTo>
                      <a:pt x="24" y="0"/>
                      <a:pt x="21" y="0"/>
                      <a:pt x="17" y="0"/>
                    </a:cubicBezTo>
                    <a:lnTo>
                      <a:pt x="0" y="0"/>
                    </a:lnTo>
                    <a:close/>
                    <a:moveTo>
                      <a:pt x="9" y="6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18" y="6"/>
                      <a:pt x="18" y="6"/>
                      <a:pt x="19" y="7"/>
                    </a:cubicBezTo>
                    <a:cubicBezTo>
                      <a:pt x="20" y="8"/>
                      <a:pt x="20" y="9"/>
                      <a:pt x="20" y="10"/>
                    </a:cubicBezTo>
                    <a:cubicBezTo>
                      <a:pt x="20" y="12"/>
                      <a:pt x="20" y="13"/>
                      <a:pt x="19" y="13"/>
                    </a:cubicBezTo>
                    <a:cubicBezTo>
                      <a:pt x="18" y="14"/>
                      <a:pt x="17" y="14"/>
                      <a:pt x="15" y="14"/>
                    </a:cubicBezTo>
                    <a:cubicBezTo>
                      <a:pt x="9" y="14"/>
                      <a:pt x="9" y="14"/>
                      <a:pt x="9" y="14"/>
                    </a:cubicBezTo>
                    <a:lnTo>
                      <a:pt x="9" y="6"/>
                    </a:lnTo>
                    <a:close/>
                    <a:moveTo>
                      <a:pt x="9" y="21"/>
                    </a:moveTo>
                    <a:cubicBezTo>
                      <a:pt x="16" y="21"/>
                      <a:pt x="16" y="21"/>
                      <a:pt x="16" y="21"/>
                    </a:cubicBezTo>
                    <a:cubicBezTo>
                      <a:pt x="19" y="21"/>
                      <a:pt x="21" y="22"/>
                      <a:pt x="21" y="25"/>
                    </a:cubicBezTo>
                    <a:cubicBezTo>
                      <a:pt x="21" y="27"/>
                      <a:pt x="20" y="28"/>
                      <a:pt x="19" y="29"/>
                    </a:cubicBezTo>
                    <a:cubicBezTo>
                      <a:pt x="18" y="29"/>
                      <a:pt x="17" y="30"/>
                      <a:pt x="15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2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0" name="Freeform 27">
                <a:extLst>
                  <a:ext uri="{FF2B5EF4-FFF2-40B4-BE49-F238E27FC236}">
                    <a16:creationId xmlns:a16="http://schemas.microsoft.com/office/drawing/2014/main" id="{11585D17-04B8-4960-BF6E-3A1F756E5BC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12088" y="2814638"/>
                <a:ext cx="71438" cy="103188"/>
              </a:xfrm>
              <a:custGeom>
                <a:avLst/>
                <a:gdLst>
                  <a:gd name="T0" fmla="*/ 30 w 45"/>
                  <a:gd name="T1" fmla="*/ 16 h 65"/>
                  <a:gd name="T2" fmla="*/ 16 w 45"/>
                  <a:gd name="T3" fmla="*/ 16 h 65"/>
                  <a:gd name="T4" fmla="*/ 0 w 45"/>
                  <a:gd name="T5" fmla="*/ 65 h 65"/>
                  <a:gd name="T6" fmla="*/ 9 w 45"/>
                  <a:gd name="T7" fmla="*/ 65 h 65"/>
                  <a:gd name="T8" fmla="*/ 13 w 45"/>
                  <a:gd name="T9" fmla="*/ 56 h 65"/>
                  <a:gd name="T10" fmla="*/ 30 w 45"/>
                  <a:gd name="T11" fmla="*/ 56 h 65"/>
                  <a:gd name="T12" fmla="*/ 32 w 45"/>
                  <a:gd name="T13" fmla="*/ 65 h 65"/>
                  <a:gd name="T14" fmla="*/ 45 w 45"/>
                  <a:gd name="T15" fmla="*/ 65 h 65"/>
                  <a:gd name="T16" fmla="*/ 30 w 45"/>
                  <a:gd name="T17" fmla="*/ 16 h 65"/>
                  <a:gd name="T18" fmla="*/ 16 w 45"/>
                  <a:gd name="T19" fmla="*/ 46 h 65"/>
                  <a:gd name="T20" fmla="*/ 21 w 45"/>
                  <a:gd name="T21" fmla="*/ 28 h 65"/>
                  <a:gd name="T22" fmla="*/ 27 w 45"/>
                  <a:gd name="T23" fmla="*/ 46 h 65"/>
                  <a:gd name="T24" fmla="*/ 16 w 45"/>
                  <a:gd name="T25" fmla="*/ 46 h 65"/>
                  <a:gd name="T26" fmla="*/ 32 w 45"/>
                  <a:gd name="T27" fmla="*/ 0 h 65"/>
                  <a:gd name="T28" fmla="*/ 16 w 45"/>
                  <a:gd name="T29" fmla="*/ 8 h 65"/>
                  <a:gd name="T30" fmla="*/ 19 w 45"/>
                  <a:gd name="T31" fmla="*/ 12 h 65"/>
                  <a:gd name="T32" fmla="*/ 35 w 45"/>
                  <a:gd name="T33" fmla="*/ 7 h 65"/>
                  <a:gd name="T34" fmla="*/ 32 w 45"/>
                  <a:gd name="T35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5" h="65">
                    <a:moveTo>
                      <a:pt x="30" y="16"/>
                    </a:moveTo>
                    <a:lnTo>
                      <a:pt x="16" y="16"/>
                    </a:lnTo>
                    <a:lnTo>
                      <a:pt x="0" y="65"/>
                    </a:lnTo>
                    <a:lnTo>
                      <a:pt x="9" y="65"/>
                    </a:lnTo>
                    <a:lnTo>
                      <a:pt x="13" y="56"/>
                    </a:lnTo>
                    <a:lnTo>
                      <a:pt x="30" y="56"/>
                    </a:lnTo>
                    <a:lnTo>
                      <a:pt x="32" y="65"/>
                    </a:lnTo>
                    <a:lnTo>
                      <a:pt x="45" y="65"/>
                    </a:lnTo>
                    <a:lnTo>
                      <a:pt x="30" y="16"/>
                    </a:lnTo>
                    <a:close/>
                    <a:moveTo>
                      <a:pt x="16" y="46"/>
                    </a:moveTo>
                    <a:lnTo>
                      <a:pt x="21" y="28"/>
                    </a:lnTo>
                    <a:lnTo>
                      <a:pt x="27" y="46"/>
                    </a:lnTo>
                    <a:lnTo>
                      <a:pt x="16" y="46"/>
                    </a:lnTo>
                    <a:close/>
                    <a:moveTo>
                      <a:pt x="32" y="0"/>
                    </a:moveTo>
                    <a:lnTo>
                      <a:pt x="16" y="8"/>
                    </a:lnTo>
                    <a:lnTo>
                      <a:pt x="19" y="12"/>
                    </a:lnTo>
                    <a:lnTo>
                      <a:pt x="35" y="7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1" name="Freeform 28">
                <a:extLst>
                  <a:ext uri="{FF2B5EF4-FFF2-40B4-BE49-F238E27FC236}">
                    <a16:creationId xmlns:a16="http://schemas.microsoft.com/office/drawing/2014/main" id="{B25FF06A-A471-48CC-834B-642F5620B7F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91463" y="2816225"/>
                <a:ext cx="60325" cy="101600"/>
              </a:xfrm>
              <a:custGeom>
                <a:avLst/>
                <a:gdLst>
                  <a:gd name="T0" fmla="*/ 28 w 28"/>
                  <a:gd name="T1" fmla="*/ 11 h 47"/>
                  <a:gd name="T2" fmla="*/ 21 w 28"/>
                  <a:gd name="T3" fmla="*/ 11 h 47"/>
                  <a:gd name="T4" fmla="*/ 21 w 28"/>
                  <a:gd name="T5" fmla="*/ 30 h 47"/>
                  <a:gd name="T6" fmla="*/ 22 w 28"/>
                  <a:gd name="T7" fmla="*/ 32 h 47"/>
                  <a:gd name="T8" fmla="*/ 9 w 28"/>
                  <a:gd name="T9" fmla="*/ 11 h 47"/>
                  <a:gd name="T10" fmla="*/ 0 w 28"/>
                  <a:gd name="T11" fmla="*/ 11 h 47"/>
                  <a:gd name="T12" fmla="*/ 0 w 28"/>
                  <a:gd name="T13" fmla="*/ 47 h 47"/>
                  <a:gd name="T14" fmla="*/ 7 w 28"/>
                  <a:gd name="T15" fmla="*/ 47 h 47"/>
                  <a:gd name="T16" fmla="*/ 7 w 28"/>
                  <a:gd name="T17" fmla="*/ 26 h 47"/>
                  <a:gd name="T18" fmla="*/ 6 w 28"/>
                  <a:gd name="T19" fmla="*/ 24 h 47"/>
                  <a:gd name="T20" fmla="*/ 6 w 28"/>
                  <a:gd name="T21" fmla="*/ 23 h 47"/>
                  <a:gd name="T22" fmla="*/ 21 w 28"/>
                  <a:gd name="T23" fmla="*/ 47 h 47"/>
                  <a:gd name="T24" fmla="*/ 28 w 28"/>
                  <a:gd name="T25" fmla="*/ 47 h 47"/>
                  <a:gd name="T26" fmla="*/ 28 w 28"/>
                  <a:gd name="T27" fmla="*/ 11 h 47"/>
                  <a:gd name="T28" fmla="*/ 22 w 28"/>
                  <a:gd name="T29" fmla="*/ 0 h 47"/>
                  <a:gd name="T30" fmla="*/ 18 w 28"/>
                  <a:gd name="T31" fmla="*/ 3 h 47"/>
                  <a:gd name="T32" fmla="*/ 15 w 28"/>
                  <a:gd name="T33" fmla="*/ 2 h 47"/>
                  <a:gd name="T34" fmla="*/ 11 w 28"/>
                  <a:gd name="T35" fmla="*/ 1 h 47"/>
                  <a:gd name="T36" fmla="*/ 5 w 28"/>
                  <a:gd name="T37" fmla="*/ 4 h 47"/>
                  <a:gd name="T38" fmla="*/ 7 w 28"/>
                  <a:gd name="T39" fmla="*/ 7 h 47"/>
                  <a:gd name="T40" fmla="*/ 11 w 28"/>
                  <a:gd name="T41" fmla="*/ 5 h 47"/>
                  <a:gd name="T42" fmla="*/ 13 w 28"/>
                  <a:gd name="T43" fmla="*/ 5 h 47"/>
                  <a:gd name="T44" fmla="*/ 18 w 28"/>
                  <a:gd name="T45" fmla="*/ 7 h 47"/>
                  <a:gd name="T46" fmla="*/ 24 w 28"/>
                  <a:gd name="T47" fmla="*/ 3 h 47"/>
                  <a:gd name="T48" fmla="*/ 22 w 28"/>
                  <a:gd name="T49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8" h="47">
                    <a:moveTo>
                      <a:pt x="28" y="11"/>
                    </a:move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30"/>
                      <a:pt x="21" y="30"/>
                      <a:pt x="21" y="30"/>
                    </a:cubicBezTo>
                    <a:cubicBezTo>
                      <a:pt x="21" y="31"/>
                      <a:pt x="21" y="31"/>
                      <a:pt x="22" y="32"/>
                    </a:cubicBezTo>
                    <a:cubicBezTo>
                      <a:pt x="9" y="11"/>
                      <a:pt x="9" y="11"/>
                      <a:pt x="9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7" y="47"/>
                      <a:pt x="7" y="47"/>
                      <a:pt x="7" y="47"/>
                    </a:cubicBezTo>
                    <a:cubicBezTo>
                      <a:pt x="7" y="26"/>
                      <a:pt x="7" y="26"/>
                      <a:pt x="7" y="26"/>
                    </a:cubicBezTo>
                    <a:cubicBezTo>
                      <a:pt x="6" y="24"/>
                      <a:pt x="6" y="24"/>
                      <a:pt x="6" y="24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8" y="47"/>
                      <a:pt x="28" y="47"/>
                      <a:pt x="28" y="47"/>
                    </a:cubicBezTo>
                    <a:lnTo>
                      <a:pt x="28" y="11"/>
                    </a:lnTo>
                    <a:close/>
                    <a:moveTo>
                      <a:pt x="22" y="0"/>
                    </a:moveTo>
                    <a:cubicBezTo>
                      <a:pt x="21" y="2"/>
                      <a:pt x="19" y="3"/>
                      <a:pt x="18" y="3"/>
                    </a:cubicBezTo>
                    <a:cubicBezTo>
                      <a:pt x="17" y="3"/>
                      <a:pt x="16" y="2"/>
                      <a:pt x="15" y="2"/>
                    </a:cubicBezTo>
                    <a:cubicBezTo>
                      <a:pt x="13" y="1"/>
                      <a:pt x="12" y="1"/>
                      <a:pt x="11" y="1"/>
                    </a:cubicBezTo>
                    <a:cubicBezTo>
                      <a:pt x="9" y="1"/>
                      <a:pt x="7" y="2"/>
                      <a:pt x="5" y="4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9" y="5"/>
                      <a:pt x="10" y="5"/>
                      <a:pt x="11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6" y="7"/>
                      <a:pt x="16" y="7"/>
                      <a:pt x="18" y="7"/>
                    </a:cubicBezTo>
                    <a:cubicBezTo>
                      <a:pt x="20" y="7"/>
                      <a:pt x="22" y="6"/>
                      <a:pt x="24" y="3"/>
                    </a:cubicBez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2" name="Freeform 29">
                <a:extLst>
                  <a:ext uri="{FF2B5EF4-FFF2-40B4-BE49-F238E27FC236}">
                    <a16:creationId xmlns:a16="http://schemas.microsoft.com/office/drawing/2014/main" id="{D9384773-06F8-4527-9EAA-31D36BA939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67663" y="2840038"/>
                <a:ext cx="55563" cy="77788"/>
              </a:xfrm>
              <a:custGeom>
                <a:avLst/>
                <a:gdLst>
                  <a:gd name="T0" fmla="*/ 35 w 35"/>
                  <a:gd name="T1" fmla="*/ 10 h 49"/>
                  <a:gd name="T2" fmla="*/ 35 w 35"/>
                  <a:gd name="T3" fmla="*/ 0 h 49"/>
                  <a:gd name="T4" fmla="*/ 0 w 35"/>
                  <a:gd name="T5" fmla="*/ 0 h 49"/>
                  <a:gd name="T6" fmla="*/ 0 w 35"/>
                  <a:gd name="T7" fmla="*/ 49 h 49"/>
                  <a:gd name="T8" fmla="*/ 35 w 35"/>
                  <a:gd name="T9" fmla="*/ 49 h 49"/>
                  <a:gd name="T10" fmla="*/ 35 w 35"/>
                  <a:gd name="T11" fmla="*/ 40 h 49"/>
                  <a:gd name="T12" fmla="*/ 12 w 35"/>
                  <a:gd name="T13" fmla="*/ 40 h 49"/>
                  <a:gd name="T14" fmla="*/ 12 w 35"/>
                  <a:gd name="T15" fmla="*/ 29 h 49"/>
                  <a:gd name="T16" fmla="*/ 31 w 35"/>
                  <a:gd name="T17" fmla="*/ 29 h 49"/>
                  <a:gd name="T18" fmla="*/ 31 w 35"/>
                  <a:gd name="T19" fmla="*/ 19 h 49"/>
                  <a:gd name="T20" fmla="*/ 12 w 35"/>
                  <a:gd name="T21" fmla="*/ 19 h 49"/>
                  <a:gd name="T22" fmla="*/ 12 w 35"/>
                  <a:gd name="T23" fmla="*/ 10 h 49"/>
                  <a:gd name="T24" fmla="*/ 35 w 35"/>
                  <a:gd name="T25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5" h="49">
                    <a:moveTo>
                      <a:pt x="35" y="10"/>
                    </a:moveTo>
                    <a:lnTo>
                      <a:pt x="35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5" y="49"/>
                    </a:lnTo>
                    <a:lnTo>
                      <a:pt x="35" y="40"/>
                    </a:lnTo>
                    <a:lnTo>
                      <a:pt x="12" y="40"/>
                    </a:lnTo>
                    <a:lnTo>
                      <a:pt x="12" y="29"/>
                    </a:lnTo>
                    <a:lnTo>
                      <a:pt x="31" y="29"/>
                    </a:lnTo>
                    <a:lnTo>
                      <a:pt x="31" y="19"/>
                    </a:lnTo>
                    <a:lnTo>
                      <a:pt x="12" y="19"/>
                    </a:lnTo>
                    <a:lnTo>
                      <a:pt x="12" y="10"/>
                    </a:lnTo>
                    <a:lnTo>
                      <a:pt x="35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3" name="Freeform 30">
                <a:extLst>
                  <a:ext uri="{FF2B5EF4-FFF2-40B4-BE49-F238E27FC236}">
                    <a16:creationId xmlns:a16="http://schemas.microsoft.com/office/drawing/2014/main" id="{9FAA31D3-0B7F-4DB4-AB2F-84DE1D518B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29575" y="2840038"/>
                <a:ext cx="63500" cy="77788"/>
              </a:xfrm>
              <a:custGeom>
                <a:avLst/>
                <a:gdLst>
                  <a:gd name="T0" fmla="*/ 40 w 40"/>
                  <a:gd name="T1" fmla="*/ 8 h 49"/>
                  <a:gd name="T2" fmla="*/ 40 w 40"/>
                  <a:gd name="T3" fmla="*/ 0 h 49"/>
                  <a:gd name="T4" fmla="*/ 2 w 40"/>
                  <a:gd name="T5" fmla="*/ 0 h 49"/>
                  <a:gd name="T6" fmla="*/ 2 w 40"/>
                  <a:gd name="T7" fmla="*/ 10 h 49"/>
                  <a:gd name="T8" fmla="*/ 25 w 40"/>
                  <a:gd name="T9" fmla="*/ 10 h 49"/>
                  <a:gd name="T10" fmla="*/ 0 w 40"/>
                  <a:gd name="T11" fmla="*/ 41 h 49"/>
                  <a:gd name="T12" fmla="*/ 0 w 40"/>
                  <a:gd name="T13" fmla="*/ 49 h 49"/>
                  <a:gd name="T14" fmla="*/ 40 w 40"/>
                  <a:gd name="T15" fmla="*/ 49 h 49"/>
                  <a:gd name="T16" fmla="*/ 40 w 40"/>
                  <a:gd name="T17" fmla="*/ 40 h 49"/>
                  <a:gd name="T18" fmla="*/ 14 w 40"/>
                  <a:gd name="T19" fmla="*/ 40 h 49"/>
                  <a:gd name="T20" fmla="*/ 40 w 40"/>
                  <a:gd name="T21" fmla="*/ 8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0" h="49">
                    <a:moveTo>
                      <a:pt x="40" y="8"/>
                    </a:moveTo>
                    <a:lnTo>
                      <a:pt x="40" y="0"/>
                    </a:lnTo>
                    <a:lnTo>
                      <a:pt x="2" y="0"/>
                    </a:lnTo>
                    <a:lnTo>
                      <a:pt x="2" y="10"/>
                    </a:lnTo>
                    <a:lnTo>
                      <a:pt x="25" y="10"/>
                    </a:lnTo>
                    <a:lnTo>
                      <a:pt x="0" y="41"/>
                    </a:lnTo>
                    <a:lnTo>
                      <a:pt x="0" y="49"/>
                    </a:lnTo>
                    <a:lnTo>
                      <a:pt x="40" y="49"/>
                    </a:lnTo>
                    <a:lnTo>
                      <a:pt x="40" y="40"/>
                    </a:lnTo>
                    <a:lnTo>
                      <a:pt x="14" y="40"/>
                    </a:lnTo>
                    <a:lnTo>
                      <a:pt x="40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4" name="Freeform 31">
                <a:extLst>
                  <a:ext uri="{FF2B5EF4-FFF2-40B4-BE49-F238E27FC236}">
                    <a16:creationId xmlns:a16="http://schemas.microsoft.com/office/drawing/2014/main" id="{93AFE312-B663-4028-94FC-242395433E6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094413" y="2803525"/>
                <a:ext cx="314325" cy="123825"/>
              </a:xfrm>
              <a:custGeom>
                <a:avLst/>
                <a:gdLst>
                  <a:gd name="T0" fmla="*/ 135 w 145"/>
                  <a:gd name="T1" fmla="*/ 15 h 57"/>
                  <a:gd name="T2" fmla="*/ 24 w 145"/>
                  <a:gd name="T3" fmla="*/ 16 h 57"/>
                  <a:gd name="T4" fmla="*/ 10 w 145"/>
                  <a:gd name="T5" fmla="*/ 13 h 57"/>
                  <a:gd name="T6" fmla="*/ 142 w 145"/>
                  <a:gd name="T7" fmla="*/ 8 h 57"/>
                  <a:gd name="T8" fmla="*/ 120 w 145"/>
                  <a:gd name="T9" fmla="*/ 18 h 57"/>
                  <a:gd name="T10" fmla="*/ 42 w 145"/>
                  <a:gd name="T11" fmla="*/ 47 h 57"/>
                  <a:gd name="T12" fmla="*/ 11 w 145"/>
                  <a:gd name="T13" fmla="*/ 20 h 57"/>
                  <a:gd name="T14" fmla="*/ 127 w 145"/>
                  <a:gd name="T15" fmla="*/ 32 h 57"/>
                  <a:gd name="T16" fmla="*/ 98 w 145"/>
                  <a:gd name="T17" fmla="*/ 49 h 57"/>
                  <a:gd name="T18" fmla="*/ 85 w 145"/>
                  <a:gd name="T19" fmla="*/ 50 h 57"/>
                  <a:gd name="T20" fmla="*/ 70 w 145"/>
                  <a:gd name="T21" fmla="*/ 52 h 57"/>
                  <a:gd name="T22" fmla="*/ 97 w 145"/>
                  <a:gd name="T23" fmla="*/ 47 h 57"/>
                  <a:gd name="T24" fmla="*/ 92 w 145"/>
                  <a:gd name="T25" fmla="*/ 50 h 57"/>
                  <a:gd name="T26" fmla="*/ 0 w 145"/>
                  <a:gd name="T27" fmla="*/ 26 h 57"/>
                  <a:gd name="T28" fmla="*/ 138 w 145"/>
                  <a:gd name="T29" fmla="*/ 17 h 57"/>
                  <a:gd name="T30" fmla="*/ 82 w 145"/>
                  <a:gd name="T31" fmla="*/ 44 h 57"/>
                  <a:gd name="T32" fmla="*/ 64 w 145"/>
                  <a:gd name="T33" fmla="*/ 44 h 57"/>
                  <a:gd name="T34" fmla="*/ 13 w 145"/>
                  <a:gd name="T35" fmla="*/ 27 h 57"/>
                  <a:gd name="T36" fmla="*/ 13 w 145"/>
                  <a:gd name="T37" fmla="*/ 33 h 57"/>
                  <a:gd name="T38" fmla="*/ 17 w 145"/>
                  <a:gd name="T39" fmla="*/ 31 h 57"/>
                  <a:gd name="T40" fmla="*/ 18 w 145"/>
                  <a:gd name="T41" fmla="*/ 31 h 57"/>
                  <a:gd name="T42" fmla="*/ 19 w 145"/>
                  <a:gd name="T43" fmla="*/ 34 h 57"/>
                  <a:gd name="T44" fmla="*/ 18 w 145"/>
                  <a:gd name="T45" fmla="*/ 35 h 57"/>
                  <a:gd name="T46" fmla="*/ 26 w 145"/>
                  <a:gd name="T47" fmla="*/ 43 h 57"/>
                  <a:gd name="T48" fmla="*/ 22 w 145"/>
                  <a:gd name="T49" fmla="*/ 41 h 57"/>
                  <a:gd name="T50" fmla="*/ 28 w 145"/>
                  <a:gd name="T51" fmla="*/ 38 h 57"/>
                  <a:gd name="T52" fmla="*/ 27 w 145"/>
                  <a:gd name="T53" fmla="*/ 44 h 57"/>
                  <a:gd name="T54" fmla="*/ 31 w 145"/>
                  <a:gd name="T55" fmla="*/ 39 h 57"/>
                  <a:gd name="T56" fmla="*/ 35 w 145"/>
                  <a:gd name="T57" fmla="*/ 41 h 57"/>
                  <a:gd name="T58" fmla="*/ 39 w 145"/>
                  <a:gd name="T59" fmla="*/ 42 h 57"/>
                  <a:gd name="T60" fmla="*/ 41 w 145"/>
                  <a:gd name="T61" fmla="*/ 50 h 57"/>
                  <a:gd name="T62" fmla="*/ 39 w 145"/>
                  <a:gd name="T63" fmla="*/ 49 h 57"/>
                  <a:gd name="T64" fmla="*/ 44 w 145"/>
                  <a:gd name="T65" fmla="*/ 50 h 57"/>
                  <a:gd name="T66" fmla="*/ 46 w 145"/>
                  <a:gd name="T67" fmla="*/ 51 h 57"/>
                  <a:gd name="T68" fmla="*/ 49 w 145"/>
                  <a:gd name="T69" fmla="*/ 45 h 57"/>
                  <a:gd name="T70" fmla="*/ 62 w 145"/>
                  <a:gd name="T71" fmla="*/ 54 h 57"/>
                  <a:gd name="T72" fmla="*/ 61 w 145"/>
                  <a:gd name="T73" fmla="*/ 47 h 57"/>
                  <a:gd name="T74" fmla="*/ 66 w 145"/>
                  <a:gd name="T75" fmla="*/ 54 h 57"/>
                  <a:gd name="T76" fmla="*/ 65 w 145"/>
                  <a:gd name="T77" fmla="*/ 48 h 57"/>
                  <a:gd name="T78" fmla="*/ 69 w 145"/>
                  <a:gd name="T79" fmla="*/ 54 h 57"/>
                  <a:gd name="T80" fmla="*/ 74 w 145"/>
                  <a:gd name="T81" fmla="*/ 53 h 57"/>
                  <a:gd name="T82" fmla="*/ 74 w 145"/>
                  <a:gd name="T83" fmla="*/ 48 h 57"/>
                  <a:gd name="T84" fmla="*/ 77 w 145"/>
                  <a:gd name="T85" fmla="*/ 51 h 57"/>
                  <a:gd name="T86" fmla="*/ 77 w 145"/>
                  <a:gd name="T87" fmla="*/ 54 h 57"/>
                  <a:gd name="T88" fmla="*/ 83 w 145"/>
                  <a:gd name="T89" fmla="*/ 52 h 57"/>
                  <a:gd name="T90" fmla="*/ 80 w 145"/>
                  <a:gd name="T91" fmla="*/ 48 h 57"/>
                  <a:gd name="T92" fmla="*/ 87 w 145"/>
                  <a:gd name="T93" fmla="*/ 54 h 57"/>
                  <a:gd name="T94" fmla="*/ 92 w 145"/>
                  <a:gd name="T95" fmla="*/ 51 h 57"/>
                  <a:gd name="T96" fmla="*/ 89 w 145"/>
                  <a:gd name="T97" fmla="*/ 53 h 57"/>
                  <a:gd name="T98" fmla="*/ 97 w 145"/>
                  <a:gd name="T99" fmla="*/ 52 h 57"/>
                  <a:gd name="T100" fmla="*/ 99 w 145"/>
                  <a:gd name="T101" fmla="*/ 48 h 57"/>
                  <a:gd name="T102" fmla="*/ 101 w 145"/>
                  <a:gd name="T103" fmla="*/ 44 h 57"/>
                  <a:gd name="T104" fmla="*/ 111 w 145"/>
                  <a:gd name="T105" fmla="*/ 48 h 57"/>
                  <a:gd name="T106" fmla="*/ 105 w 145"/>
                  <a:gd name="T107" fmla="*/ 44 h 57"/>
                  <a:gd name="T108" fmla="*/ 109 w 145"/>
                  <a:gd name="T109" fmla="*/ 42 h 57"/>
                  <a:gd name="T110" fmla="*/ 115 w 145"/>
                  <a:gd name="T111" fmla="*/ 42 h 57"/>
                  <a:gd name="T112" fmla="*/ 121 w 145"/>
                  <a:gd name="T113" fmla="*/ 43 h 57"/>
                  <a:gd name="T114" fmla="*/ 119 w 145"/>
                  <a:gd name="T115" fmla="*/ 37 h 57"/>
                  <a:gd name="T116" fmla="*/ 124 w 145"/>
                  <a:gd name="T117" fmla="*/ 34 h 57"/>
                  <a:gd name="T118" fmla="*/ 135 w 145"/>
                  <a:gd name="T119" fmla="*/ 34 h 57"/>
                  <a:gd name="T120" fmla="*/ 132 w 145"/>
                  <a:gd name="T121" fmla="*/ 28 h 57"/>
                  <a:gd name="T122" fmla="*/ 137 w 145"/>
                  <a:gd name="T123" fmla="*/ 3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45" h="57">
                    <a:moveTo>
                      <a:pt x="135" y="15"/>
                    </a:moveTo>
                    <a:cubicBezTo>
                      <a:pt x="133" y="15"/>
                      <a:pt x="131" y="16"/>
                      <a:pt x="127" y="18"/>
                    </a:cubicBezTo>
                    <a:cubicBezTo>
                      <a:pt x="127" y="18"/>
                      <a:pt x="124" y="20"/>
                      <a:pt x="122" y="20"/>
                    </a:cubicBezTo>
                    <a:cubicBezTo>
                      <a:pt x="121" y="20"/>
                      <a:pt x="121" y="20"/>
                      <a:pt x="121" y="20"/>
                    </a:cubicBezTo>
                    <a:cubicBezTo>
                      <a:pt x="126" y="28"/>
                      <a:pt x="126" y="28"/>
                      <a:pt x="126" y="28"/>
                    </a:cubicBezTo>
                    <a:cubicBezTo>
                      <a:pt x="132" y="24"/>
                      <a:pt x="135" y="21"/>
                      <a:pt x="135" y="21"/>
                    </a:cubicBezTo>
                    <a:cubicBezTo>
                      <a:pt x="135" y="21"/>
                      <a:pt x="137" y="18"/>
                      <a:pt x="137" y="17"/>
                    </a:cubicBezTo>
                    <a:cubicBezTo>
                      <a:pt x="137" y="16"/>
                      <a:pt x="137" y="16"/>
                      <a:pt x="137" y="16"/>
                    </a:cubicBezTo>
                    <a:cubicBezTo>
                      <a:pt x="137" y="15"/>
                      <a:pt x="136" y="15"/>
                      <a:pt x="135" y="15"/>
                    </a:cubicBezTo>
                    <a:moveTo>
                      <a:pt x="7" y="16"/>
                    </a:moveTo>
                    <a:cubicBezTo>
                      <a:pt x="8" y="15"/>
                      <a:pt x="8" y="15"/>
                      <a:pt x="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9" y="15"/>
                      <a:pt x="10" y="14"/>
                      <a:pt x="11" y="14"/>
                    </a:cubicBezTo>
                    <a:cubicBezTo>
                      <a:pt x="12" y="14"/>
                      <a:pt x="12" y="15"/>
                      <a:pt x="13" y="15"/>
                    </a:cubicBezTo>
                    <a:cubicBezTo>
                      <a:pt x="15" y="15"/>
                      <a:pt x="17" y="17"/>
                      <a:pt x="21" y="18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4" y="18"/>
                      <a:pt x="24" y="17"/>
                      <a:pt x="24" y="17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2" y="14"/>
                      <a:pt x="21" y="13"/>
                      <a:pt x="18" y="10"/>
                    </a:cubicBezTo>
                    <a:cubicBezTo>
                      <a:pt x="13" y="6"/>
                      <a:pt x="12" y="2"/>
                      <a:pt x="12" y="0"/>
                    </a:cubicBezTo>
                    <a:cubicBezTo>
                      <a:pt x="11" y="2"/>
                      <a:pt x="10" y="4"/>
                      <a:pt x="10" y="6"/>
                    </a:cubicBezTo>
                    <a:cubicBezTo>
                      <a:pt x="10" y="9"/>
                      <a:pt x="11" y="12"/>
                      <a:pt x="11" y="12"/>
                    </a:cubicBezTo>
                    <a:cubicBezTo>
                      <a:pt x="11" y="13"/>
                      <a:pt x="11" y="13"/>
                      <a:pt x="11" y="13"/>
                    </a:cubicBezTo>
                    <a:cubicBezTo>
                      <a:pt x="11" y="13"/>
                      <a:pt x="11" y="13"/>
                      <a:pt x="11" y="13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6" y="11"/>
                      <a:pt x="3" y="8"/>
                      <a:pt x="2" y="7"/>
                    </a:cubicBezTo>
                    <a:cubicBezTo>
                      <a:pt x="2" y="12"/>
                      <a:pt x="7" y="16"/>
                      <a:pt x="7" y="16"/>
                    </a:cubicBezTo>
                    <a:moveTo>
                      <a:pt x="122" y="19"/>
                    </a:moveTo>
                    <a:cubicBezTo>
                      <a:pt x="124" y="19"/>
                      <a:pt x="127" y="18"/>
                      <a:pt x="127" y="18"/>
                    </a:cubicBezTo>
                    <a:cubicBezTo>
                      <a:pt x="130" y="15"/>
                      <a:pt x="133" y="14"/>
                      <a:pt x="135" y="14"/>
                    </a:cubicBezTo>
                    <a:cubicBezTo>
                      <a:pt x="136" y="14"/>
                      <a:pt x="136" y="14"/>
                      <a:pt x="136" y="14"/>
                    </a:cubicBezTo>
                    <a:cubicBezTo>
                      <a:pt x="138" y="16"/>
                      <a:pt x="138" y="16"/>
                      <a:pt x="138" y="16"/>
                    </a:cubicBezTo>
                    <a:cubicBezTo>
                      <a:pt x="141" y="14"/>
                      <a:pt x="142" y="10"/>
                      <a:pt x="142" y="8"/>
                    </a:cubicBezTo>
                    <a:cubicBezTo>
                      <a:pt x="140" y="10"/>
                      <a:pt x="135" y="12"/>
                      <a:pt x="135" y="12"/>
                    </a:cubicBezTo>
                    <a:cubicBezTo>
                      <a:pt x="134" y="12"/>
                      <a:pt x="134" y="12"/>
                      <a:pt x="134" y="12"/>
                    </a:cubicBezTo>
                    <a:cubicBezTo>
                      <a:pt x="134" y="11"/>
                      <a:pt x="134" y="11"/>
                      <a:pt x="134" y="11"/>
                    </a:cubicBezTo>
                    <a:cubicBezTo>
                      <a:pt x="134" y="10"/>
                      <a:pt x="134" y="10"/>
                      <a:pt x="134" y="10"/>
                    </a:cubicBezTo>
                    <a:cubicBezTo>
                      <a:pt x="134" y="5"/>
                      <a:pt x="133" y="3"/>
                      <a:pt x="132" y="1"/>
                    </a:cubicBezTo>
                    <a:cubicBezTo>
                      <a:pt x="132" y="2"/>
                      <a:pt x="132" y="2"/>
                      <a:pt x="132" y="2"/>
                    </a:cubicBezTo>
                    <a:cubicBezTo>
                      <a:pt x="132" y="4"/>
                      <a:pt x="132" y="4"/>
                      <a:pt x="132" y="4"/>
                    </a:cubicBezTo>
                    <a:cubicBezTo>
                      <a:pt x="131" y="6"/>
                      <a:pt x="127" y="10"/>
                      <a:pt x="125" y="12"/>
                    </a:cubicBezTo>
                    <a:cubicBezTo>
                      <a:pt x="124" y="14"/>
                      <a:pt x="120" y="16"/>
                      <a:pt x="120" y="18"/>
                    </a:cubicBezTo>
                    <a:cubicBezTo>
                      <a:pt x="121" y="19"/>
                      <a:pt x="121" y="19"/>
                      <a:pt x="121" y="19"/>
                    </a:cubicBezTo>
                    <a:lnTo>
                      <a:pt x="122" y="19"/>
                    </a:lnTo>
                    <a:close/>
                    <a:moveTo>
                      <a:pt x="42" y="44"/>
                    </a:moveTo>
                    <a:cubicBezTo>
                      <a:pt x="42" y="44"/>
                      <a:pt x="42" y="44"/>
                      <a:pt x="42" y="44"/>
                    </a:cubicBezTo>
                    <a:cubicBezTo>
                      <a:pt x="42" y="44"/>
                      <a:pt x="42" y="44"/>
                      <a:pt x="42" y="44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2" y="46"/>
                      <a:pt x="42" y="46"/>
                      <a:pt x="42" y="46"/>
                    </a:cubicBezTo>
                    <a:lnTo>
                      <a:pt x="42" y="44"/>
                    </a:lnTo>
                    <a:close/>
                    <a:moveTo>
                      <a:pt x="21" y="18"/>
                    </a:moveTo>
                    <a:cubicBezTo>
                      <a:pt x="17" y="17"/>
                      <a:pt x="15" y="16"/>
                      <a:pt x="13" y="15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9" y="15"/>
                      <a:pt x="8" y="15"/>
                      <a:pt x="8" y="16"/>
                    </a:cubicBezTo>
                    <a:cubicBezTo>
                      <a:pt x="8" y="17"/>
                      <a:pt x="9" y="17"/>
                      <a:pt x="10" y="19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1" y="21"/>
                      <a:pt x="14" y="23"/>
                      <a:pt x="18" y="26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2" y="18"/>
                      <a:pt x="22" y="18"/>
                      <a:pt x="22" y="18"/>
                    </a:cubicBezTo>
                    <a:lnTo>
                      <a:pt x="21" y="18"/>
                    </a:lnTo>
                    <a:close/>
                    <a:moveTo>
                      <a:pt x="127" y="32"/>
                    </a:moveTo>
                    <a:cubicBezTo>
                      <a:pt x="126" y="33"/>
                      <a:pt x="126" y="34"/>
                      <a:pt x="127" y="35"/>
                    </a:cubicBezTo>
                    <a:cubicBezTo>
                      <a:pt x="127" y="37"/>
                      <a:pt x="129" y="38"/>
                      <a:pt x="131" y="37"/>
                    </a:cubicBezTo>
                    <a:cubicBezTo>
                      <a:pt x="132" y="36"/>
                      <a:pt x="132" y="35"/>
                      <a:pt x="131" y="33"/>
                    </a:cubicBezTo>
                    <a:cubicBezTo>
                      <a:pt x="130" y="32"/>
                      <a:pt x="128" y="31"/>
                      <a:pt x="127" y="32"/>
                    </a:cubicBezTo>
                    <a:moveTo>
                      <a:pt x="71" y="51"/>
                    </a:moveTo>
                    <a:cubicBezTo>
                      <a:pt x="71" y="51"/>
                      <a:pt x="71" y="51"/>
                      <a:pt x="71" y="51"/>
                    </a:cubicBezTo>
                    <a:cubicBezTo>
                      <a:pt x="72" y="50"/>
                      <a:pt x="72" y="50"/>
                      <a:pt x="72" y="50"/>
                    </a:cubicBezTo>
                    <a:cubicBezTo>
                      <a:pt x="72" y="49"/>
                      <a:pt x="72" y="49"/>
                      <a:pt x="71" y="49"/>
                    </a:cubicBezTo>
                    <a:cubicBezTo>
                      <a:pt x="70" y="49"/>
                      <a:pt x="70" y="49"/>
                      <a:pt x="70" y="49"/>
                    </a:cubicBezTo>
                    <a:cubicBezTo>
                      <a:pt x="70" y="51"/>
                      <a:pt x="70" y="51"/>
                      <a:pt x="70" y="51"/>
                    </a:cubicBezTo>
                    <a:lnTo>
                      <a:pt x="71" y="51"/>
                    </a:lnTo>
                    <a:close/>
                    <a:moveTo>
                      <a:pt x="98" y="48"/>
                    </a:moveTo>
                    <a:cubicBezTo>
                      <a:pt x="98" y="49"/>
                      <a:pt x="98" y="49"/>
                      <a:pt x="98" y="49"/>
                    </a:cubicBezTo>
                    <a:cubicBezTo>
                      <a:pt x="98" y="50"/>
                      <a:pt x="98" y="50"/>
                      <a:pt x="98" y="50"/>
                    </a:cubicBezTo>
                    <a:cubicBezTo>
                      <a:pt x="98" y="51"/>
                      <a:pt x="98" y="52"/>
                      <a:pt x="99" y="51"/>
                    </a:cubicBezTo>
                    <a:cubicBezTo>
                      <a:pt x="100" y="51"/>
                      <a:pt x="101" y="50"/>
                      <a:pt x="100" y="49"/>
                    </a:cubicBezTo>
                    <a:cubicBezTo>
                      <a:pt x="100" y="49"/>
                      <a:pt x="100" y="48"/>
                      <a:pt x="98" y="48"/>
                    </a:cubicBezTo>
                    <a:moveTo>
                      <a:pt x="83" y="48"/>
                    </a:moveTo>
                    <a:cubicBezTo>
                      <a:pt x="82" y="49"/>
                      <a:pt x="82" y="49"/>
                      <a:pt x="82" y="49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5" y="51"/>
                      <a:pt x="85" y="50"/>
                      <a:pt x="85" y="50"/>
                    </a:cubicBezTo>
                    <a:cubicBezTo>
                      <a:pt x="85" y="49"/>
                      <a:pt x="84" y="48"/>
                      <a:pt x="83" y="48"/>
                    </a:cubicBezTo>
                    <a:moveTo>
                      <a:pt x="26" y="38"/>
                    </a:moveTo>
                    <a:cubicBezTo>
                      <a:pt x="26" y="36"/>
                      <a:pt x="26" y="36"/>
                      <a:pt x="26" y="36"/>
                    </a:cubicBezTo>
                    <a:cubicBezTo>
                      <a:pt x="25" y="36"/>
                      <a:pt x="25" y="36"/>
                      <a:pt x="25" y="36"/>
                    </a:cubicBezTo>
                    <a:cubicBezTo>
                      <a:pt x="24" y="37"/>
                      <a:pt x="24" y="37"/>
                      <a:pt x="24" y="37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6" y="39"/>
                      <a:pt x="26" y="38"/>
                      <a:pt x="26" y="38"/>
                    </a:cubicBezTo>
                    <a:moveTo>
                      <a:pt x="70" y="52"/>
                    </a:moveTo>
                    <a:cubicBezTo>
                      <a:pt x="70" y="52"/>
                      <a:pt x="70" y="52"/>
                      <a:pt x="70" y="52"/>
                    </a:cubicBezTo>
                    <a:cubicBezTo>
                      <a:pt x="70" y="54"/>
                      <a:pt x="70" y="54"/>
                      <a:pt x="70" y="54"/>
                    </a:cubicBezTo>
                    <a:cubicBezTo>
                      <a:pt x="70" y="54"/>
                      <a:pt x="70" y="55"/>
                      <a:pt x="71" y="55"/>
                    </a:cubicBezTo>
                    <a:cubicBezTo>
                      <a:pt x="72" y="55"/>
                      <a:pt x="72" y="54"/>
                      <a:pt x="73" y="53"/>
                    </a:cubicBezTo>
                    <a:cubicBezTo>
                      <a:pt x="73" y="53"/>
                      <a:pt x="72" y="52"/>
                      <a:pt x="70" y="52"/>
                    </a:cubicBezTo>
                    <a:moveTo>
                      <a:pt x="98" y="48"/>
                    </a:moveTo>
                    <a:cubicBezTo>
                      <a:pt x="98" y="48"/>
                      <a:pt x="98" y="48"/>
                      <a:pt x="98" y="48"/>
                    </a:cubicBezTo>
                    <a:cubicBezTo>
                      <a:pt x="99" y="47"/>
                      <a:pt x="99" y="47"/>
                      <a:pt x="99" y="47"/>
                    </a:cubicBezTo>
                    <a:cubicBezTo>
                      <a:pt x="99" y="46"/>
                      <a:pt x="98" y="45"/>
                      <a:pt x="97" y="45"/>
                    </a:cubicBezTo>
                    <a:cubicBezTo>
                      <a:pt x="97" y="47"/>
                      <a:pt x="97" y="47"/>
                      <a:pt x="97" y="47"/>
                    </a:cubicBezTo>
                    <a:cubicBezTo>
                      <a:pt x="97" y="48"/>
                      <a:pt x="97" y="48"/>
                      <a:pt x="97" y="48"/>
                    </a:cubicBezTo>
                    <a:lnTo>
                      <a:pt x="98" y="48"/>
                    </a:lnTo>
                    <a:close/>
                    <a:moveTo>
                      <a:pt x="91" y="48"/>
                    </a:moveTo>
                    <a:cubicBezTo>
                      <a:pt x="91" y="48"/>
                      <a:pt x="91" y="48"/>
                      <a:pt x="91" y="48"/>
                    </a:cubicBezTo>
                    <a:cubicBezTo>
                      <a:pt x="90" y="48"/>
                      <a:pt x="90" y="48"/>
                      <a:pt x="90" y="48"/>
                    </a:cubicBezTo>
                    <a:cubicBezTo>
                      <a:pt x="90" y="50"/>
                      <a:pt x="90" y="50"/>
                      <a:pt x="90" y="50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0"/>
                      <a:pt x="92" y="50"/>
                      <a:pt x="92" y="50"/>
                    </a:cubicBezTo>
                    <a:lnTo>
                      <a:pt x="91" y="48"/>
                    </a:lnTo>
                    <a:close/>
                    <a:moveTo>
                      <a:pt x="11" y="21"/>
                    </a:moveTo>
                    <a:cubicBezTo>
                      <a:pt x="9" y="19"/>
                      <a:pt x="9" y="19"/>
                      <a:pt x="9" y="19"/>
                    </a:cubicBezTo>
                    <a:cubicBezTo>
                      <a:pt x="8" y="18"/>
                      <a:pt x="8" y="17"/>
                      <a:pt x="8" y="16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7" y="17"/>
                      <a:pt x="5" y="19"/>
                      <a:pt x="2" y="23"/>
                    </a:cubicBezTo>
                    <a:cubicBezTo>
                      <a:pt x="1" y="24"/>
                      <a:pt x="0" y="25"/>
                      <a:pt x="0" y="26"/>
                    </a:cubicBezTo>
                    <a:cubicBezTo>
                      <a:pt x="0" y="28"/>
                      <a:pt x="2" y="30"/>
                      <a:pt x="2" y="30"/>
                    </a:cubicBezTo>
                    <a:cubicBezTo>
                      <a:pt x="2" y="30"/>
                      <a:pt x="10" y="37"/>
                      <a:pt x="23" y="44"/>
                    </a:cubicBezTo>
                    <a:cubicBezTo>
                      <a:pt x="35" y="50"/>
                      <a:pt x="53" y="57"/>
                      <a:pt x="74" y="57"/>
                    </a:cubicBezTo>
                    <a:cubicBezTo>
                      <a:pt x="114" y="57"/>
                      <a:pt x="140" y="33"/>
                      <a:pt x="143" y="30"/>
                    </a:cubicBezTo>
                    <a:cubicBezTo>
                      <a:pt x="145" y="28"/>
                      <a:pt x="145" y="26"/>
                      <a:pt x="145" y="25"/>
                    </a:cubicBezTo>
                    <a:cubicBezTo>
                      <a:pt x="145" y="24"/>
                      <a:pt x="145" y="23"/>
                      <a:pt x="145" y="23"/>
                    </a:cubicBezTo>
                    <a:cubicBezTo>
                      <a:pt x="138" y="17"/>
                      <a:pt x="138" y="17"/>
                      <a:pt x="138" y="17"/>
                    </a:cubicBezTo>
                    <a:cubicBezTo>
                      <a:pt x="138" y="16"/>
                      <a:pt x="138" y="16"/>
                      <a:pt x="138" y="16"/>
                    </a:cubicBezTo>
                    <a:cubicBezTo>
                      <a:pt x="138" y="17"/>
                      <a:pt x="138" y="17"/>
                      <a:pt x="138" y="17"/>
                    </a:cubicBezTo>
                    <a:cubicBezTo>
                      <a:pt x="138" y="19"/>
                      <a:pt x="135" y="21"/>
                      <a:pt x="135" y="21"/>
                    </a:cubicBezTo>
                    <a:cubicBezTo>
                      <a:pt x="135" y="21"/>
                      <a:pt x="120" y="36"/>
                      <a:pt x="95" y="42"/>
                    </a:cubicBezTo>
                    <a:cubicBezTo>
                      <a:pt x="94" y="42"/>
                      <a:pt x="94" y="42"/>
                      <a:pt x="94" y="42"/>
                    </a:cubicBezTo>
                    <a:cubicBezTo>
                      <a:pt x="93" y="43"/>
                      <a:pt x="92" y="43"/>
                      <a:pt x="91" y="43"/>
                    </a:cubicBezTo>
                    <a:cubicBezTo>
                      <a:pt x="91" y="43"/>
                      <a:pt x="91" y="43"/>
                      <a:pt x="91" y="43"/>
                    </a:cubicBezTo>
                    <a:cubicBezTo>
                      <a:pt x="89" y="44"/>
                      <a:pt x="88" y="44"/>
                      <a:pt x="87" y="44"/>
                    </a:cubicBezTo>
                    <a:cubicBezTo>
                      <a:pt x="86" y="44"/>
                      <a:pt x="86" y="44"/>
                      <a:pt x="86" y="44"/>
                    </a:cubicBezTo>
                    <a:cubicBezTo>
                      <a:pt x="85" y="44"/>
                      <a:pt x="84" y="44"/>
                      <a:pt x="83" y="44"/>
                    </a:cubicBezTo>
                    <a:cubicBezTo>
                      <a:pt x="82" y="44"/>
                      <a:pt x="82" y="44"/>
                      <a:pt x="82" y="44"/>
                    </a:cubicBezTo>
                    <a:cubicBezTo>
                      <a:pt x="81" y="45"/>
                      <a:pt x="80" y="45"/>
                      <a:pt x="79" y="45"/>
                    </a:cubicBezTo>
                    <a:cubicBezTo>
                      <a:pt x="78" y="45"/>
                      <a:pt x="78" y="45"/>
                      <a:pt x="78" y="45"/>
                    </a:cubicBezTo>
                    <a:cubicBezTo>
                      <a:pt x="76" y="45"/>
                      <a:pt x="75" y="45"/>
                      <a:pt x="74" y="45"/>
                    </a:cubicBezTo>
                    <a:cubicBezTo>
                      <a:pt x="74" y="45"/>
                      <a:pt x="74" y="45"/>
                      <a:pt x="74" y="45"/>
                    </a:cubicBezTo>
                    <a:cubicBezTo>
                      <a:pt x="73" y="45"/>
                      <a:pt x="73" y="45"/>
                      <a:pt x="73" y="45"/>
                    </a:cubicBezTo>
                    <a:cubicBezTo>
                      <a:pt x="72" y="45"/>
                      <a:pt x="71" y="45"/>
                      <a:pt x="69" y="45"/>
                    </a:cubicBezTo>
                    <a:cubicBezTo>
                      <a:pt x="68" y="45"/>
                      <a:pt x="68" y="45"/>
                      <a:pt x="68" y="45"/>
                    </a:cubicBezTo>
                    <a:cubicBezTo>
                      <a:pt x="67" y="45"/>
                      <a:pt x="66" y="45"/>
                      <a:pt x="65" y="44"/>
                    </a:cubicBezTo>
                    <a:cubicBezTo>
                      <a:pt x="64" y="44"/>
                      <a:pt x="64" y="44"/>
                      <a:pt x="64" y="44"/>
                    </a:cubicBezTo>
                    <a:cubicBezTo>
                      <a:pt x="63" y="44"/>
                      <a:pt x="61" y="44"/>
                      <a:pt x="60" y="44"/>
                    </a:cubicBezTo>
                    <a:cubicBezTo>
                      <a:pt x="59" y="44"/>
                      <a:pt x="59" y="44"/>
                      <a:pt x="59" y="44"/>
                    </a:cubicBezTo>
                    <a:cubicBezTo>
                      <a:pt x="58" y="44"/>
                      <a:pt x="57" y="43"/>
                      <a:pt x="56" y="43"/>
                    </a:cubicBezTo>
                    <a:cubicBezTo>
                      <a:pt x="55" y="43"/>
                      <a:pt x="55" y="43"/>
                      <a:pt x="55" y="43"/>
                    </a:cubicBezTo>
                    <a:cubicBezTo>
                      <a:pt x="28" y="37"/>
                      <a:pt x="11" y="21"/>
                      <a:pt x="11" y="21"/>
                    </a:cubicBezTo>
                    <a:moveTo>
                      <a:pt x="11" y="34"/>
                    </a:moveTo>
                    <a:cubicBezTo>
                      <a:pt x="11" y="34"/>
                      <a:pt x="11" y="34"/>
                      <a:pt x="11" y="34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2" y="26"/>
                      <a:pt x="12" y="26"/>
                      <a:pt x="12" y="26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9"/>
                      <a:pt x="14" y="29"/>
                      <a:pt x="14" y="29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6" y="31"/>
                      <a:pt x="16" y="31"/>
                      <a:pt x="16" y="31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18" y="30"/>
                      <a:pt x="18" y="30"/>
                      <a:pt x="18" y="30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2" y="34"/>
                      <a:pt x="12" y="34"/>
                      <a:pt x="12" y="34"/>
                    </a:cubicBezTo>
                    <a:lnTo>
                      <a:pt x="11" y="34"/>
                    </a:lnTo>
                    <a:close/>
                    <a:moveTo>
                      <a:pt x="18" y="39"/>
                    </a:moveTo>
                    <a:cubicBezTo>
                      <a:pt x="17" y="38"/>
                      <a:pt x="17" y="38"/>
                      <a:pt x="16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6"/>
                      <a:pt x="16" y="37"/>
                      <a:pt x="16" y="36"/>
                    </a:cubicBezTo>
                    <a:cubicBezTo>
                      <a:pt x="19" y="32"/>
                      <a:pt x="19" y="32"/>
                      <a:pt x="19" y="32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9" y="31"/>
                      <a:pt x="19" y="31"/>
                      <a:pt x="19" y="31"/>
                    </a:cubicBezTo>
                    <a:cubicBezTo>
                      <a:pt x="19" y="31"/>
                      <a:pt x="20" y="31"/>
                      <a:pt x="21" y="32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2" y="34"/>
                      <a:pt x="22" y="34"/>
                      <a:pt x="22" y="34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2" y="34"/>
                      <a:pt x="23" y="34"/>
                      <a:pt x="21" y="33"/>
                    </a:cubicBezTo>
                    <a:cubicBezTo>
                      <a:pt x="20" y="32"/>
                      <a:pt x="20" y="32"/>
                      <a:pt x="20" y="33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20" y="35"/>
                      <a:pt x="20" y="35"/>
                      <a:pt x="20" y="35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0" y="35"/>
                      <a:pt x="20" y="35"/>
                      <a:pt x="20" y="35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8" y="35"/>
                      <a:pt x="18" y="35"/>
                      <a:pt x="18" y="35"/>
                    </a:cubicBezTo>
                    <a:cubicBezTo>
                      <a:pt x="17" y="37"/>
                      <a:pt x="17" y="37"/>
                      <a:pt x="17" y="37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20" y="39"/>
                      <a:pt x="20" y="38"/>
                      <a:pt x="21" y="38"/>
                    </a:cubicBezTo>
                    <a:cubicBezTo>
                      <a:pt x="21" y="38"/>
                      <a:pt x="21" y="38"/>
                      <a:pt x="21" y="38"/>
                    </a:cubicBezTo>
                    <a:lnTo>
                      <a:pt x="18" y="39"/>
                    </a:lnTo>
                    <a:close/>
                    <a:moveTo>
                      <a:pt x="26" y="42"/>
                    </a:moveTo>
                    <a:cubicBezTo>
                      <a:pt x="26" y="42"/>
                      <a:pt x="26" y="42"/>
                      <a:pt x="26" y="42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5" y="43"/>
                      <a:pt x="25" y="43"/>
                      <a:pt x="25" y="43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5" y="39"/>
                      <a:pt x="25" y="39"/>
                      <a:pt x="25" y="39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2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2" y="41"/>
                      <a:pt x="22" y="41"/>
                      <a:pt x="22" y="41"/>
                    </a:cubicBezTo>
                    <a:cubicBezTo>
                      <a:pt x="21" y="40"/>
                      <a:pt x="21" y="40"/>
                      <a:pt x="21" y="40"/>
                    </a:cubicBezTo>
                    <a:cubicBezTo>
                      <a:pt x="20" y="40"/>
                      <a:pt x="20" y="40"/>
                      <a:pt x="20" y="40"/>
                    </a:cubicBezTo>
                    <a:cubicBezTo>
                      <a:pt x="21" y="40"/>
                      <a:pt x="21" y="40"/>
                      <a:pt x="22" y="39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4" y="34"/>
                      <a:pt x="23" y="34"/>
                      <a:pt x="23" y="34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5" y="34"/>
                      <a:pt x="25" y="34"/>
                      <a:pt x="25" y="34"/>
                    </a:cubicBezTo>
                    <a:cubicBezTo>
                      <a:pt x="26" y="35"/>
                      <a:pt x="26" y="35"/>
                      <a:pt x="26" y="35"/>
                    </a:cubicBezTo>
                    <a:cubicBezTo>
                      <a:pt x="28" y="36"/>
                      <a:pt x="28" y="38"/>
                      <a:pt x="28" y="38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6" y="39"/>
                      <a:pt x="26" y="39"/>
                      <a:pt x="26" y="39"/>
                    </a:cubicBezTo>
                    <a:cubicBezTo>
                      <a:pt x="26" y="39"/>
                      <a:pt x="26" y="41"/>
                      <a:pt x="26" y="42"/>
                    </a:cubicBezTo>
                    <a:moveTo>
                      <a:pt x="31" y="39"/>
                    </a:move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44"/>
                      <a:pt x="30" y="45"/>
                      <a:pt x="30" y="45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28" y="44"/>
                      <a:pt x="28" y="44"/>
                      <a:pt x="28" y="44"/>
                    </a:cubicBezTo>
                    <a:cubicBezTo>
                      <a:pt x="27" y="44"/>
                      <a:pt x="27" y="44"/>
                      <a:pt x="27" y="44"/>
                    </a:cubicBezTo>
                    <a:cubicBezTo>
                      <a:pt x="27" y="44"/>
                      <a:pt x="27" y="44"/>
                      <a:pt x="27" y="44"/>
                    </a:cubicBezTo>
                    <a:cubicBezTo>
                      <a:pt x="28" y="43"/>
                      <a:pt x="28" y="43"/>
                      <a:pt x="28" y="43"/>
                    </a:cubicBezTo>
                    <a:cubicBezTo>
                      <a:pt x="30" y="39"/>
                      <a:pt x="30" y="39"/>
                      <a:pt x="30" y="39"/>
                    </a:cubicBezTo>
                    <a:cubicBezTo>
                      <a:pt x="30" y="37"/>
                      <a:pt x="30" y="37"/>
                      <a:pt x="30" y="37"/>
                    </a:cubicBezTo>
                    <a:cubicBezTo>
                      <a:pt x="30" y="37"/>
                      <a:pt x="30" y="37"/>
                      <a:pt x="30" y="37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2" y="39"/>
                      <a:pt x="32" y="38"/>
                      <a:pt x="31" y="39"/>
                    </a:cubicBezTo>
                    <a:moveTo>
                      <a:pt x="36" y="41"/>
                    </a:moveTo>
                    <a:cubicBezTo>
                      <a:pt x="35" y="46"/>
                      <a:pt x="35" y="46"/>
                      <a:pt x="35" y="46"/>
                    </a:cubicBezTo>
                    <a:cubicBezTo>
                      <a:pt x="34" y="47"/>
                      <a:pt x="35" y="47"/>
                      <a:pt x="35" y="47"/>
                    </a:cubicBezTo>
                    <a:cubicBezTo>
                      <a:pt x="35" y="47"/>
                      <a:pt x="35" y="47"/>
                      <a:pt x="35" y="47"/>
                    </a:cubicBezTo>
                    <a:cubicBezTo>
                      <a:pt x="33" y="47"/>
                      <a:pt x="33" y="47"/>
                      <a:pt x="33" y="47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5"/>
                      <a:pt x="33" y="46"/>
                      <a:pt x="33" y="45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4" y="40"/>
                      <a:pt x="34" y="40"/>
                      <a:pt x="34" y="40"/>
                    </a:cubicBezTo>
                    <a:cubicBezTo>
                      <a:pt x="33" y="40"/>
                      <a:pt x="33" y="41"/>
                      <a:pt x="33" y="41"/>
                    </a:cubicBezTo>
                    <a:cubicBezTo>
                      <a:pt x="33" y="40"/>
                      <a:pt x="33" y="40"/>
                      <a:pt x="33" y="40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4" y="39"/>
                      <a:pt x="35" y="40"/>
                      <a:pt x="36" y="40"/>
                    </a:cubicBezTo>
                    <a:cubicBezTo>
                      <a:pt x="38" y="41"/>
                      <a:pt x="38" y="41"/>
                      <a:pt x="39" y="41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9" y="42"/>
                      <a:pt x="38" y="42"/>
                    </a:cubicBezTo>
                    <a:cubicBezTo>
                      <a:pt x="37" y="41"/>
                      <a:pt x="37" y="41"/>
                      <a:pt x="37" y="41"/>
                    </a:cubicBezTo>
                    <a:lnTo>
                      <a:pt x="36" y="41"/>
                    </a:lnTo>
                    <a:close/>
                    <a:moveTo>
                      <a:pt x="44" y="50"/>
                    </a:moveTo>
                    <a:cubicBezTo>
                      <a:pt x="44" y="50"/>
                      <a:pt x="44" y="50"/>
                      <a:pt x="44" y="50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49"/>
                      <a:pt x="41" y="49"/>
                      <a:pt x="41" y="49"/>
                    </a:cubicBezTo>
                    <a:cubicBezTo>
                      <a:pt x="42" y="49"/>
                      <a:pt x="42" y="49"/>
                      <a:pt x="42" y="49"/>
                    </a:cubicBezTo>
                    <a:cubicBezTo>
                      <a:pt x="42" y="48"/>
                      <a:pt x="42" y="48"/>
                      <a:pt x="42" y="48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39" y="48"/>
                      <a:pt x="39" y="48"/>
                      <a:pt x="39" y="48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8" y="48"/>
                      <a:pt x="38" y="48"/>
                      <a:pt x="38" y="48"/>
                    </a:cubicBezTo>
                    <a:cubicBezTo>
                      <a:pt x="37" y="48"/>
                      <a:pt x="37" y="48"/>
                      <a:pt x="37" y="48"/>
                    </a:cubicBezTo>
                    <a:cubicBezTo>
                      <a:pt x="37" y="48"/>
                      <a:pt x="37" y="48"/>
                      <a:pt x="37" y="48"/>
                    </a:cubicBezTo>
                    <a:cubicBezTo>
                      <a:pt x="38" y="48"/>
                      <a:pt x="38" y="48"/>
                      <a:pt x="38" y="48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3" y="50"/>
                      <a:pt x="43" y="50"/>
                      <a:pt x="43" y="50"/>
                    </a:cubicBezTo>
                    <a:lnTo>
                      <a:pt x="44" y="50"/>
                    </a:lnTo>
                    <a:close/>
                    <a:moveTo>
                      <a:pt x="51" y="46"/>
                    </a:moveTo>
                    <a:cubicBezTo>
                      <a:pt x="50" y="47"/>
                      <a:pt x="50" y="47"/>
                      <a:pt x="50" y="47"/>
                    </a:cubicBezTo>
                    <a:cubicBezTo>
                      <a:pt x="50" y="47"/>
                      <a:pt x="50" y="47"/>
                      <a:pt x="50" y="47"/>
                    </a:cubicBezTo>
                    <a:cubicBezTo>
                      <a:pt x="50" y="47"/>
                      <a:pt x="50" y="45"/>
                      <a:pt x="49" y="45"/>
                    </a:cubicBezTo>
                    <a:cubicBezTo>
                      <a:pt x="47" y="46"/>
                      <a:pt x="47" y="46"/>
                      <a:pt x="47" y="46"/>
                    </a:cubicBezTo>
                    <a:cubicBezTo>
                      <a:pt x="47" y="46"/>
                      <a:pt x="48" y="47"/>
                      <a:pt x="49" y="47"/>
                    </a:cubicBezTo>
                    <a:cubicBezTo>
                      <a:pt x="50" y="48"/>
                      <a:pt x="50" y="49"/>
                      <a:pt x="50" y="50"/>
                    </a:cubicBezTo>
                    <a:cubicBezTo>
                      <a:pt x="49" y="51"/>
                      <a:pt x="48" y="52"/>
                      <a:pt x="47" y="51"/>
                    </a:cubicBezTo>
                    <a:cubicBezTo>
                      <a:pt x="46" y="51"/>
                      <a:pt x="46" y="51"/>
                      <a:pt x="46" y="51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5" y="49"/>
                      <a:pt x="45" y="49"/>
                      <a:pt x="45" y="49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9"/>
                      <a:pt x="46" y="49"/>
                      <a:pt x="46" y="49"/>
                    </a:cubicBezTo>
                    <a:cubicBezTo>
                      <a:pt x="46" y="50"/>
                      <a:pt x="46" y="51"/>
                      <a:pt x="47" y="51"/>
                    </a:cubicBezTo>
                    <a:cubicBezTo>
                      <a:pt x="49" y="50"/>
                      <a:pt x="49" y="50"/>
                      <a:pt x="49" y="50"/>
                    </a:cubicBezTo>
                    <a:cubicBezTo>
                      <a:pt x="49" y="49"/>
                      <a:pt x="49" y="49"/>
                      <a:pt x="47" y="48"/>
                    </a:cubicBezTo>
                    <a:cubicBezTo>
                      <a:pt x="47" y="47"/>
                      <a:pt x="46" y="47"/>
                      <a:pt x="46" y="46"/>
                    </a:cubicBezTo>
                    <a:cubicBezTo>
                      <a:pt x="47" y="45"/>
                      <a:pt x="48" y="44"/>
                      <a:pt x="49" y="45"/>
                    </a:cubicBezTo>
                    <a:cubicBezTo>
                      <a:pt x="50" y="45"/>
                      <a:pt x="50" y="45"/>
                      <a:pt x="50" y="45"/>
                    </a:cubicBezTo>
                    <a:cubicBezTo>
                      <a:pt x="51" y="45"/>
                      <a:pt x="51" y="45"/>
                      <a:pt x="51" y="45"/>
                    </a:cubicBezTo>
                    <a:lnTo>
                      <a:pt x="51" y="46"/>
                    </a:lnTo>
                    <a:close/>
                    <a:moveTo>
                      <a:pt x="55" y="49"/>
                    </a:moveTo>
                    <a:cubicBezTo>
                      <a:pt x="54" y="50"/>
                      <a:pt x="54" y="50"/>
                      <a:pt x="54" y="50"/>
                    </a:cubicBezTo>
                    <a:cubicBezTo>
                      <a:pt x="54" y="49"/>
                      <a:pt x="54" y="49"/>
                      <a:pt x="54" y="49"/>
                    </a:cubicBezTo>
                    <a:cubicBezTo>
                      <a:pt x="54" y="48"/>
                      <a:pt x="54" y="48"/>
                      <a:pt x="54" y="48"/>
                    </a:cubicBezTo>
                    <a:lnTo>
                      <a:pt x="55" y="49"/>
                    </a:lnTo>
                    <a:close/>
                    <a:moveTo>
                      <a:pt x="62" y="54"/>
                    </a:moveTo>
                    <a:cubicBezTo>
                      <a:pt x="60" y="54"/>
                      <a:pt x="59" y="54"/>
                      <a:pt x="59" y="54"/>
                    </a:cubicBezTo>
                    <a:cubicBezTo>
                      <a:pt x="58" y="54"/>
                      <a:pt x="58" y="54"/>
                      <a:pt x="58" y="54"/>
                    </a:cubicBezTo>
                    <a:cubicBezTo>
                      <a:pt x="58" y="54"/>
                      <a:pt x="58" y="54"/>
                      <a:pt x="58" y="54"/>
                    </a:cubicBezTo>
                    <a:cubicBezTo>
                      <a:pt x="58" y="53"/>
                      <a:pt x="58" y="54"/>
                      <a:pt x="58" y="53"/>
                    </a:cubicBezTo>
                    <a:cubicBezTo>
                      <a:pt x="59" y="48"/>
                      <a:pt x="59" y="48"/>
                      <a:pt x="59" y="48"/>
                    </a:cubicBezTo>
                    <a:cubicBezTo>
                      <a:pt x="58" y="47"/>
                      <a:pt x="58" y="47"/>
                      <a:pt x="58" y="47"/>
                    </a:cubicBezTo>
                    <a:cubicBezTo>
                      <a:pt x="59" y="47"/>
                      <a:pt x="59" y="47"/>
                      <a:pt x="59" y="47"/>
                    </a:cubicBezTo>
                    <a:cubicBezTo>
                      <a:pt x="60" y="47"/>
                      <a:pt x="60" y="47"/>
                      <a:pt x="60" y="47"/>
                    </a:cubicBezTo>
                    <a:cubicBezTo>
                      <a:pt x="61" y="47"/>
                      <a:pt x="61" y="47"/>
                      <a:pt x="61" y="47"/>
                    </a:cubicBezTo>
                    <a:cubicBezTo>
                      <a:pt x="61" y="47"/>
                      <a:pt x="61" y="47"/>
                      <a:pt x="61" y="47"/>
                    </a:cubicBezTo>
                    <a:cubicBezTo>
                      <a:pt x="60" y="48"/>
                      <a:pt x="60" y="48"/>
                      <a:pt x="60" y="48"/>
                    </a:cubicBezTo>
                    <a:cubicBezTo>
                      <a:pt x="60" y="53"/>
                      <a:pt x="60" y="53"/>
                      <a:pt x="60" y="53"/>
                    </a:cubicBezTo>
                    <a:cubicBezTo>
                      <a:pt x="60" y="54"/>
                      <a:pt x="60" y="54"/>
                      <a:pt x="60" y="54"/>
                    </a:cubicBezTo>
                    <a:cubicBezTo>
                      <a:pt x="63" y="54"/>
                      <a:pt x="63" y="53"/>
                      <a:pt x="63" y="53"/>
                    </a:cubicBezTo>
                    <a:cubicBezTo>
                      <a:pt x="63" y="53"/>
                      <a:pt x="63" y="53"/>
                      <a:pt x="63" y="53"/>
                    </a:cubicBezTo>
                    <a:lnTo>
                      <a:pt x="62" y="54"/>
                    </a:lnTo>
                    <a:close/>
                    <a:moveTo>
                      <a:pt x="66" y="49"/>
                    </a:moveTo>
                    <a:cubicBezTo>
                      <a:pt x="66" y="54"/>
                      <a:pt x="66" y="54"/>
                      <a:pt x="66" y="54"/>
                    </a:cubicBezTo>
                    <a:cubicBezTo>
                      <a:pt x="66" y="55"/>
                      <a:pt x="67" y="54"/>
                      <a:pt x="67" y="55"/>
                    </a:cubicBezTo>
                    <a:cubicBezTo>
                      <a:pt x="67" y="55"/>
                      <a:pt x="67" y="55"/>
                      <a:pt x="67" y="55"/>
                    </a:cubicBezTo>
                    <a:cubicBezTo>
                      <a:pt x="65" y="55"/>
                      <a:pt x="65" y="55"/>
                      <a:pt x="65" y="55"/>
                    </a:cubicBezTo>
                    <a:cubicBezTo>
                      <a:pt x="64" y="55"/>
                      <a:pt x="64" y="55"/>
                      <a:pt x="64" y="55"/>
                    </a:cubicBezTo>
                    <a:cubicBezTo>
                      <a:pt x="64" y="54"/>
                      <a:pt x="64" y="54"/>
                      <a:pt x="64" y="54"/>
                    </a:cubicBezTo>
                    <a:cubicBezTo>
                      <a:pt x="64" y="54"/>
                      <a:pt x="65" y="54"/>
                      <a:pt x="65" y="54"/>
                    </a:cubicBezTo>
                    <a:cubicBezTo>
                      <a:pt x="65" y="49"/>
                      <a:pt x="65" y="49"/>
                      <a:pt x="65" y="49"/>
                    </a:cubicBezTo>
                    <a:cubicBezTo>
                      <a:pt x="65" y="48"/>
                      <a:pt x="64" y="48"/>
                      <a:pt x="64" y="48"/>
                    </a:cubicBezTo>
                    <a:cubicBezTo>
                      <a:pt x="65" y="48"/>
                      <a:pt x="65" y="48"/>
                      <a:pt x="65" y="48"/>
                    </a:cubicBezTo>
                    <a:cubicBezTo>
                      <a:pt x="66" y="48"/>
                      <a:pt x="66" y="48"/>
                      <a:pt x="66" y="48"/>
                    </a:cubicBezTo>
                    <a:cubicBezTo>
                      <a:pt x="67" y="48"/>
                      <a:pt x="67" y="48"/>
                      <a:pt x="67" y="48"/>
                    </a:cubicBezTo>
                    <a:cubicBezTo>
                      <a:pt x="67" y="48"/>
                      <a:pt x="67" y="48"/>
                      <a:pt x="67" y="48"/>
                    </a:cubicBezTo>
                    <a:cubicBezTo>
                      <a:pt x="67" y="48"/>
                      <a:pt x="67" y="48"/>
                      <a:pt x="66" y="49"/>
                    </a:cubicBezTo>
                    <a:moveTo>
                      <a:pt x="71" y="55"/>
                    </a:moveTo>
                    <a:cubicBezTo>
                      <a:pt x="70" y="55"/>
                      <a:pt x="69" y="55"/>
                      <a:pt x="69" y="55"/>
                    </a:cubicBezTo>
                    <a:cubicBezTo>
                      <a:pt x="68" y="55"/>
                      <a:pt x="68" y="55"/>
                      <a:pt x="68" y="55"/>
                    </a:cubicBezTo>
                    <a:cubicBezTo>
                      <a:pt x="68" y="55"/>
                      <a:pt x="68" y="55"/>
                      <a:pt x="68" y="55"/>
                    </a:cubicBezTo>
                    <a:cubicBezTo>
                      <a:pt x="68" y="54"/>
                      <a:pt x="69" y="55"/>
                      <a:pt x="69" y="54"/>
                    </a:cubicBezTo>
                    <a:cubicBezTo>
                      <a:pt x="69" y="50"/>
                      <a:pt x="69" y="50"/>
                      <a:pt x="69" y="50"/>
                    </a:cubicBezTo>
                    <a:cubicBezTo>
                      <a:pt x="69" y="48"/>
                      <a:pt x="68" y="49"/>
                      <a:pt x="68" y="48"/>
                    </a:cubicBezTo>
                    <a:cubicBezTo>
                      <a:pt x="68" y="48"/>
                      <a:pt x="68" y="48"/>
                      <a:pt x="68" y="48"/>
                    </a:cubicBezTo>
                    <a:cubicBezTo>
                      <a:pt x="68" y="48"/>
                      <a:pt x="68" y="48"/>
                      <a:pt x="68" y="48"/>
                    </a:cubicBezTo>
                    <a:cubicBezTo>
                      <a:pt x="71" y="48"/>
                      <a:pt x="71" y="48"/>
                      <a:pt x="71" y="48"/>
                    </a:cubicBezTo>
                    <a:cubicBezTo>
                      <a:pt x="73" y="48"/>
                      <a:pt x="73" y="50"/>
                      <a:pt x="73" y="50"/>
                    </a:cubicBezTo>
                    <a:cubicBezTo>
                      <a:pt x="72" y="51"/>
                      <a:pt x="72" y="51"/>
                      <a:pt x="72" y="51"/>
                    </a:cubicBezTo>
                    <a:cubicBezTo>
                      <a:pt x="72" y="51"/>
                      <a:pt x="72" y="51"/>
                      <a:pt x="72" y="51"/>
                    </a:cubicBezTo>
                    <a:cubicBezTo>
                      <a:pt x="73" y="52"/>
                      <a:pt x="74" y="52"/>
                      <a:pt x="74" y="53"/>
                    </a:cubicBezTo>
                    <a:cubicBezTo>
                      <a:pt x="74" y="54"/>
                      <a:pt x="73" y="55"/>
                      <a:pt x="71" y="55"/>
                    </a:cubicBezTo>
                    <a:moveTo>
                      <a:pt x="79" y="55"/>
                    </a:moveTo>
                    <a:cubicBezTo>
                      <a:pt x="77" y="55"/>
                      <a:pt x="77" y="55"/>
                      <a:pt x="76" y="55"/>
                    </a:cubicBezTo>
                    <a:cubicBezTo>
                      <a:pt x="75" y="55"/>
                      <a:pt x="75" y="55"/>
                      <a:pt x="75" y="55"/>
                    </a:cubicBezTo>
                    <a:cubicBezTo>
                      <a:pt x="75" y="55"/>
                      <a:pt x="75" y="55"/>
                      <a:pt x="75" y="55"/>
                    </a:cubicBezTo>
                    <a:cubicBezTo>
                      <a:pt x="75" y="55"/>
                      <a:pt x="75" y="55"/>
                      <a:pt x="75" y="54"/>
                    </a:cubicBezTo>
                    <a:cubicBezTo>
                      <a:pt x="75" y="49"/>
                      <a:pt x="75" y="49"/>
                      <a:pt x="75" y="49"/>
                    </a:cubicBezTo>
                    <a:cubicBezTo>
                      <a:pt x="74" y="48"/>
                      <a:pt x="74" y="48"/>
                      <a:pt x="74" y="48"/>
                    </a:cubicBezTo>
                    <a:cubicBezTo>
                      <a:pt x="74" y="48"/>
                      <a:pt x="74" y="48"/>
                      <a:pt x="74" y="48"/>
                    </a:cubicBezTo>
                    <a:cubicBezTo>
                      <a:pt x="75" y="48"/>
                      <a:pt x="75" y="48"/>
                      <a:pt x="77" y="48"/>
                    </a:cubicBezTo>
                    <a:cubicBezTo>
                      <a:pt x="78" y="48"/>
                      <a:pt x="78" y="48"/>
                      <a:pt x="79" y="48"/>
                    </a:cubicBezTo>
                    <a:cubicBezTo>
                      <a:pt x="79" y="48"/>
                      <a:pt x="79" y="48"/>
                      <a:pt x="79" y="48"/>
                    </a:cubicBezTo>
                    <a:cubicBezTo>
                      <a:pt x="79" y="49"/>
                      <a:pt x="79" y="49"/>
                      <a:pt x="79" y="49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0"/>
                      <a:pt x="80" y="48"/>
                      <a:pt x="78" y="49"/>
                    </a:cubicBezTo>
                    <a:cubicBezTo>
                      <a:pt x="77" y="49"/>
                      <a:pt x="76" y="49"/>
                      <a:pt x="76" y="49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8" y="51"/>
                      <a:pt x="78" y="51"/>
                      <a:pt x="78" y="51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2"/>
                      <a:pt x="79" y="52"/>
                      <a:pt x="79" y="52"/>
                    </a:cubicBezTo>
                    <a:cubicBezTo>
                      <a:pt x="79" y="53"/>
                      <a:pt x="79" y="53"/>
                      <a:pt x="79" y="53"/>
                    </a:cubicBezTo>
                    <a:cubicBezTo>
                      <a:pt x="79" y="53"/>
                      <a:pt x="79" y="52"/>
                      <a:pt x="78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4"/>
                      <a:pt x="77" y="54"/>
                      <a:pt x="77" y="54"/>
                    </a:cubicBezTo>
                    <a:cubicBezTo>
                      <a:pt x="77" y="55"/>
                      <a:pt x="77" y="55"/>
                      <a:pt x="77" y="55"/>
                    </a:cubicBezTo>
                    <a:cubicBezTo>
                      <a:pt x="80" y="54"/>
                      <a:pt x="80" y="53"/>
                      <a:pt x="80" y="53"/>
                    </a:cubicBezTo>
                    <a:cubicBezTo>
                      <a:pt x="80" y="53"/>
                      <a:pt x="80" y="53"/>
                      <a:pt x="80" y="53"/>
                    </a:cubicBezTo>
                    <a:lnTo>
                      <a:pt x="79" y="55"/>
                    </a:lnTo>
                    <a:close/>
                    <a:moveTo>
                      <a:pt x="87" y="54"/>
                    </a:moveTo>
                    <a:cubicBezTo>
                      <a:pt x="85" y="53"/>
                      <a:pt x="85" y="53"/>
                      <a:pt x="85" y="53"/>
                    </a:cubicBezTo>
                    <a:cubicBezTo>
                      <a:pt x="84" y="52"/>
                      <a:pt x="84" y="52"/>
                      <a:pt x="84" y="52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3" y="52"/>
                      <a:pt x="83" y="52"/>
                      <a:pt x="83" y="52"/>
                    </a:cubicBezTo>
                    <a:cubicBezTo>
                      <a:pt x="83" y="54"/>
                      <a:pt x="83" y="54"/>
                      <a:pt x="83" y="54"/>
                    </a:cubicBezTo>
                    <a:cubicBezTo>
                      <a:pt x="83" y="55"/>
                      <a:pt x="84" y="54"/>
                      <a:pt x="84" y="54"/>
                    </a:cubicBezTo>
                    <a:cubicBezTo>
                      <a:pt x="84" y="55"/>
                      <a:pt x="84" y="55"/>
                      <a:pt x="84" y="55"/>
                    </a:cubicBezTo>
                    <a:cubicBezTo>
                      <a:pt x="83" y="55"/>
                      <a:pt x="83" y="55"/>
                      <a:pt x="83" y="55"/>
                    </a:cubicBezTo>
                    <a:cubicBezTo>
                      <a:pt x="81" y="55"/>
                      <a:pt x="81" y="55"/>
                      <a:pt x="81" y="55"/>
                    </a:cubicBezTo>
                    <a:cubicBezTo>
                      <a:pt x="81" y="55"/>
                      <a:pt x="81" y="55"/>
                      <a:pt x="81" y="55"/>
                    </a:cubicBezTo>
                    <a:cubicBezTo>
                      <a:pt x="81" y="54"/>
                      <a:pt x="82" y="55"/>
                      <a:pt x="82" y="53"/>
                    </a:cubicBezTo>
                    <a:cubicBezTo>
                      <a:pt x="81" y="49"/>
                      <a:pt x="81" y="49"/>
                      <a:pt x="81" y="49"/>
                    </a:cubicBezTo>
                    <a:cubicBezTo>
                      <a:pt x="81" y="48"/>
                      <a:pt x="80" y="48"/>
                      <a:pt x="80" y="48"/>
                    </a:cubicBezTo>
                    <a:cubicBezTo>
                      <a:pt x="80" y="48"/>
                      <a:pt x="80" y="48"/>
                      <a:pt x="80" y="48"/>
                    </a:cubicBezTo>
                    <a:cubicBezTo>
                      <a:pt x="81" y="48"/>
                      <a:pt x="81" y="48"/>
                      <a:pt x="81" y="48"/>
                    </a:cubicBezTo>
                    <a:cubicBezTo>
                      <a:pt x="83" y="48"/>
                      <a:pt x="83" y="48"/>
                      <a:pt x="83" y="48"/>
                    </a:cubicBezTo>
                    <a:cubicBezTo>
                      <a:pt x="86" y="47"/>
                      <a:pt x="86" y="49"/>
                      <a:pt x="86" y="49"/>
                    </a:cubicBezTo>
                    <a:cubicBezTo>
                      <a:pt x="85" y="50"/>
                      <a:pt x="85" y="50"/>
                      <a:pt x="85" y="50"/>
                    </a:cubicBezTo>
                    <a:cubicBezTo>
                      <a:pt x="85" y="51"/>
                      <a:pt x="85" y="51"/>
                      <a:pt x="85" y="51"/>
                    </a:cubicBezTo>
                    <a:cubicBezTo>
                      <a:pt x="85" y="51"/>
                      <a:pt x="86" y="52"/>
                      <a:pt x="87" y="54"/>
                    </a:cubicBezTo>
                    <a:cubicBezTo>
                      <a:pt x="87" y="54"/>
                      <a:pt x="87" y="54"/>
                      <a:pt x="87" y="54"/>
                    </a:cubicBezTo>
                    <a:cubicBezTo>
                      <a:pt x="87" y="54"/>
                      <a:pt x="87" y="54"/>
                      <a:pt x="87" y="54"/>
                    </a:cubicBezTo>
                    <a:cubicBezTo>
                      <a:pt x="88" y="54"/>
                      <a:pt x="88" y="54"/>
                      <a:pt x="88" y="54"/>
                    </a:cubicBezTo>
                    <a:lnTo>
                      <a:pt x="87" y="54"/>
                    </a:lnTo>
                    <a:close/>
                    <a:moveTo>
                      <a:pt x="95" y="53"/>
                    </a:moveTo>
                    <a:cubicBezTo>
                      <a:pt x="94" y="53"/>
                      <a:pt x="94" y="53"/>
                      <a:pt x="94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2" y="51"/>
                      <a:pt x="92" y="51"/>
                      <a:pt x="92" y="51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0" y="52"/>
                      <a:pt x="90" y="52"/>
                      <a:pt x="90" y="52"/>
                    </a:cubicBezTo>
                    <a:cubicBezTo>
                      <a:pt x="90" y="53"/>
                      <a:pt x="90" y="53"/>
                      <a:pt x="90" y="53"/>
                    </a:cubicBezTo>
                    <a:cubicBezTo>
                      <a:pt x="91" y="54"/>
                      <a:pt x="91" y="54"/>
                      <a:pt x="91" y="54"/>
                    </a:cubicBezTo>
                    <a:cubicBezTo>
                      <a:pt x="90" y="54"/>
                      <a:pt x="90" y="54"/>
                      <a:pt x="90" y="54"/>
                    </a:cubicBezTo>
                    <a:cubicBezTo>
                      <a:pt x="89" y="54"/>
                      <a:pt x="89" y="54"/>
                      <a:pt x="89" y="54"/>
                    </a:cubicBezTo>
                    <a:cubicBezTo>
                      <a:pt x="89" y="54"/>
                      <a:pt x="89" y="54"/>
                      <a:pt x="89" y="54"/>
                    </a:cubicBezTo>
                    <a:cubicBezTo>
                      <a:pt x="88" y="54"/>
                      <a:pt x="88" y="54"/>
                      <a:pt x="88" y="54"/>
                    </a:cubicBezTo>
                    <a:cubicBezTo>
                      <a:pt x="89" y="53"/>
                      <a:pt x="89" y="53"/>
                      <a:pt x="89" y="53"/>
                    </a:cubicBezTo>
                    <a:cubicBezTo>
                      <a:pt x="90" y="47"/>
                      <a:pt x="90" y="47"/>
                      <a:pt x="90" y="47"/>
                    </a:cubicBezTo>
                    <a:cubicBezTo>
                      <a:pt x="91" y="46"/>
                      <a:pt x="91" y="46"/>
                      <a:pt x="91" y="46"/>
                    </a:cubicBezTo>
                    <a:cubicBezTo>
                      <a:pt x="91" y="47"/>
                      <a:pt x="91" y="47"/>
                      <a:pt x="91" y="47"/>
                    </a:cubicBezTo>
                    <a:cubicBezTo>
                      <a:pt x="95" y="52"/>
                      <a:pt x="95" y="52"/>
                      <a:pt x="95" y="52"/>
                    </a:cubicBezTo>
                    <a:cubicBezTo>
                      <a:pt x="96" y="53"/>
                      <a:pt x="96" y="53"/>
                      <a:pt x="96" y="53"/>
                    </a:cubicBezTo>
                    <a:lnTo>
                      <a:pt x="95" y="53"/>
                    </a:lnTo>
                    <a:close/>
                    <a:moveTo>
                      <a:pt x="100" y="52"/>
                    </a:moveTo>
                    <a:cubicBezTo>
                      <a:pt x="98" y="52"/>
                      <a:pt x="98" y="52"/>
                      <a:pt x="97" y="52"/>
                    </a:cubicBezTo>
                    <a:cubicBezTo>
                      <a:pt x="97" y="52"/>
                      <a:pt x="97" y="52"/>
                      <a:pt x="97" y="52"/>
                    </a:cubicBezTo>
                    <a:cubicBezTo>
                      <a:pt x="96" y="52"/>
                      <a:pt x="96" y="52"/>
                      <a:pt x="96" y="52"/>
                    </a:cubicBezTo>
                    <a:cubicBezTo>
                      <a:pt x="96" y="52"/>
                      <a:pt x="97" y="52"/>
                      <a:pt x="97" y="51"/>
                    </a:cubicBezTo>
                    <a:cubicBezTo>
                      <a:pt x="96" y="47"/>
                      <a:pt x="96" y="47"/>
                      <a:pt x="96" y="47"/>
                    </a:cubicBezTo>
                    <a:cubicBezTo>
                      <a:pt x="95" y="46"/>
                      <a:pt x="94" y="46"/>
                      <a:pt x="94" y="46"/>
                    </a:cubicBezTo>
                    <a:cubicBezTo>
                      <a:pt x="94" y="46"/>
                      <a:pt x="94" y="46"/>
                      <a:pt x="94" y="46"/>
                    </a:cubicBezTo>
                    <a:cubicBezTo>
                      <a:pt x="95" y="46"/>
                      <a:pt x="95" y="46"/>
                      <a:pt x="95" y="46"/>
                    </a:cubicBezTo>
                    <a:cubicBezTo>
                      <a:pt x="97" y="45"/>
                      <a:pt x="97" y="45"/>
                      <a:pt x="97" y="45"/>
                    </a:cubicBezTo>
                    <a:cubicBezTo>
                      <a:pt x="100" y="44"/>
                      <a:pt x="100" y="46"/>
                      <a:pt x="100" y="46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101" y="48"/>
                      <a:pt x="101" y="48"/>
                      <a:pt x="101" y="49"/>
                    </a:cubicBezTo>
                    <a:cubicBezTo>
                      <a:pt x="102" y="50"/>
                      <a:pt x="101" y="51"/>
                      <a:pt x="100" y="52"/>
                    </a:cubicBezTo>
                    <a:moveTo>
                      <a:pt x="106" y="50"/>
                    </a:moveTo>
                    <a:cubicBezTo>
                      <a:pt x="104" y="50"/>
                      <a:pt x="104" y="50"/>
                      <a:pt x="104" y="50"/>
                    </a:cubicBezTo>
                    <a:cubicBezTo>
                      <a:pt x="103" y="50"/>
                      <a:pt x="103" y="50"/>
                      <a:pt x="103" y="50"/>
                    </a:cubicBezTo>
                    <a:cubicBezTo>
                      <a:pt x="103" y="50"/>
                      <a:pt x="103" y="50"/>
                      <a:pt x="103" y="50"/>
                    </a:cubicBezTo>
                    <a:cubicBezTo>
                      <a:pt x="103" y="49"/>
                      <a:pt x="103" y="49"/>
                      <a:pt x="103" y="49"/>
                    </a:cubicBezTo>
                    <a:cubicBezTo>
                      <a:pt x="102" y="45"/>
                      <a:pt x="102" y="45"/>
                      <a:pt x="102" y="45"/>
                    </a:cubicBezTo>
                    <a:cubicBezTo>
                      <a:pt x="101" y="44"/>
                      <a:pt x="101" y="44"/>
                      <a:pt x="101" y="44"/>
                    </a:cubicBezTo>
                    <a:cubicBezTo>
                      <a:pt x="101" y="44"/>
                      <a:pt x="101" y="44"/>
                      <a:pt x="101" y="44"/>
                    </a:cubicBezTo>
                    <a:cubicBezTo>
                      <a:pt x="102" y="44"/>
                      <a:pt x="102" y="44"/>
                      <a:pt x="102" y="44"/>
                    </a:cubicBezTo>
                    <a:cubicBezTo>
                      <a:pt x="103" y="43"/>
                      <a:pt x="103" y="43"/>
                      <a:pt x="103" y="43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3" y="44"/>
                      <a:pt x="103" y="44"/>
                      <a:pt x="103" y="44"/>
                    </a:cubicBezTo>
                    <a:cubicBezTo>
                      <a:pt x="105" y="49"/>
                      <a:pt x="105" y="49"/>
                      <a:pt x="105" y="49"/>
                    </a:cubicBezTo>
                    <a:cubicBezTo>
                      <a:pt x="105" y="50"/>
                      <a:pt x="106" y="49"/>
                      <a:pt x="106" y="49"/>
                    </a:cubicBezTo>
                    <a:lnTo>
                      <a:pt x="106" y="50"/>
                    </a:lnTo>
                    <a:close/>
                    <a:moveTo>
                      <a:pt x="111" y="48"/>
                    </a:moveTo>
                    <a:cubicBezTo>
                      <a:pt x="110" y="48"/>
                      <a:pt x="110" y="48"/>
                      <a:pt x="110" y="48"/>
                    </a:cubicBezTo>
                    <a:cubicBezTo>
                      <a:pt x="109" y="49"/>
                      <a:pt x="109" y="49"/>
                      <a:pt x="109" y="49"/>
                    </a:cubicBezTo>
                    <a:cubicBezTo>
                      <a:pt x="108" y="49"/>
                      <a:pt x="108" y="49"/>
                      <a:pt x="108" y="49"/>
                    </a:cubicBezTo>
                    <a:cubicBezTo>
                      <a:pt x="108" y="48"/>
                      <a:pt x="109" y="48"/>
                      <a:pt x="109" y="47"/>
                    </a:cubicBezTo>
                    <a:cubicBezTo>
                      <a:pt x="107" y="43"/>
                      <a:pt x="107" y="43"/>
                      <a:pt x="107" y="43"/>
                    </a:cubicBezTo>
                    <a:cubicBezTo>
                      <a:pt x="106" y="43"/>
                      <a:pt x="106" y="43"/>
                      <a:pt x="106" y="43"/>
                    </a:cubicBezTo>
                    <a:cubicBezTo>
                      <a:pt x="106" y="43"/>
                      <a:pt x="106" y="43"/>
                      <a:pt x="106" y="43"/>
                    </a:cubicBezTo>
                    <a:cubicBezTo>
                      <a:pt x="105" y="43"/>
                      <a:pt x="105" y="44"/>
                      <a:pt x="105" y="45"/>
                    </a:cubicBezTo>
                    <a:cubicBezTo>
                      <a:pt x="105" y="44"/>
                      <a:pt x="105" y="44"/>
                      <a:pt x="105" y="44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5" y="42"/>
                      <a:pt x="106" y="42"/>
                      <a:pt x="107" y="42"/>
                    </a:cubicBezTo>
                    <a:cubicBezTo>
                      <a:pt x="109" y="41"/>
                      <a:pt x="109" y="41"/>
                      <a:pt x="110" y="41"/>
                    </a:cubicBezTo>
                    <a:cubicBezTo>
                      <a:pt x="110" y="41"/>
                      <a:pt x="110" y="41"/>
                      <a:pt x="110" y="41"/>
                    </a:cubicBezTo>
                    <a:cubicBezTo>
                      <a:pt x="111" y="42"/>
                      <a:pt x="111" y="42"/>
                      <a:pt x="111" y="42"/>
                    </a:cubicBezTo>
                    <a:cubicBezTo>
                      <a:pt x="111" y="42"/>
                      <a:pt x="111" y="42"/>
                      <a:pt x="111" y="42"/>
                    </a:cubicBezTo>
                    <a:cubicBezTo>
                      <a:pt x="110" y="42"/>
                      <a:pt x="110" y="41"/>
                      <a:pt x="109" y="42"/>
                    </a:cubicBezTo>
                    <a:cubicBezTo>
                      <a:pt x="109" y="42"/>
                      <a:pt x="109" y="42"/>
                      <a:pt x="109" y="42"/>
                    </a:cubicBezTo>
                    <a:cubicBezTo>
                      <a:pt x="108" y="43"/>
                      <a:pt x="108" y="43"/>
                      <a:pt x="108" y="43"/>
                    </a:cubicBezTo>
                    <a:cubicBezTo>
                      <a:pt x="110" y="47"/>
                      <a:pt x="110" y="47"/>
                      <a:pt x="110" y="47"/>
                    </a:cubicBezTo>
                    <a:cubicBezTo>
                      <a:pt x="110" y="48"/>
                      <a:pt x="111" y="47"/>
                      <a:pt x="111" y="47"/>
                    </a:cubicBezTo>
                    <a:lnTo>
                      <a:pt x="111" y="48"/>
                    </a:lnTo>
                    <a:close/>
                    <a:moveTo>
                      <a:pt x="115" y="42"/>
                    </a:moveTo>
                    <a:cubicBezTo>
                      <a:pt x="114" y="42"/>
                      <a:pt x="114" y="42"/>
                      <a:pt x="114" y="42"/>
                    </a:cubicBezTo>
                    <a:cubicBezTo>
                      <a:pt x="115" y="41"/>
                      <a:pt x="115" y="41"/>
                      <a:pt x="115" y="41"/>
                    </a:cubicBezTo>
                    <a:cubicBezTo>
                      <a:pt x="116" y="41"/>
                      <a:pt x="116" y="41"/>
                      <a:pt x="116" y="41"/>
                    </a:cubicBezTo>
                    <a:lnTo>
                      <a:pt x="115" y="42"/>
                    </a:lnTo>
                    <a:close/>
                    <a:moveTo>
                      <a:pt x="126" y="40"/>
                    </a:moveTo>
                    <a:cubicBezTo>
                      <a:pt x="126" y="40"/>
                      <a:pt x="126" y="40"/>
                      <a:pt x="126" y="40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21" y="41"/>
                      <a:pt x="121" y="41"/>
                      <a:pt x="121" y="41"/>
                    </a:cubicBezTo>
                    <a:cubicBezTo>
                      <a:pt x="122" y="43"/>
                      <a:pt x="122" y="42"/>
                      <a:pt x="123" y="42"/>
                    </a:cubicBezTo>
                    <a:cubicBezTo>
                      <a:pt x="122" y="42"/>
                      <a:pt x="122" y="42"/>
                      <a:pt x="122" y="42"/>
                    </a:cubicBezTo>
                    <a:cubicBezTo>
                      <a:pt x="121" y="43"/>
                      <a:pt x="121" y="43"/>
                      <a:pt x="121" y="43"/>
                    </a:cubicBezTo>
                    <a:cubicBezTo>
                      <a:pt x="121" y="43"/>
                      <a:pt x="121" y="43"/>
                      <a:pt x="121" y="43"/>
                    </a:cubicBezTo>
                    <a:cubicBezTo>
                      <a:pt x="120" y="44"/>
                      <a:pt x="120" y="44"/>
                      <a:pt x="120" y="44"/>
                    </a:cubicBezTo>
                    <a:cubicBezTo>
                      <a:pt x="120" y="42"/>
                      <a:pt x="120" y="42"/>
                      <a:pt x="120" y="42"/>
                    </a:cubicBezTo>
                    <a:cubicBezTo>
                      <a:pt x="119" y="39"/>
                      <a:pt x="119" y="39"/>
                      <a:pt x="119" y="39"/>
                    </a:cubicBezTo>
                    <a:cubicBezTo>
                      <a:pt x="118" y="37"/>
                      <a:pt x="117" y="38"/>
                      <a:pt x="117" y="38"/>
                    </a:cubicBezTo>
                    <a:cubicBezTo>
                      <a:pt x="117" y="37"/>
                      <a:pt x="117" y="37"/>
                      <a:pt x="117" y="37"/>
                    </a:cubicBezTo>
                    <a:cubicBezTo>
                      <a:pt x="117" y="37"/>
                      <a:pt x="117" y="37"/>
                      <a:pt x="117" y="37"/>
                    </a:cubicBezTo>
                    <a:cubicBezTo>
                      <a:pt x="118" y="37"/>
                      <a:pt x="118" y="37"/>
                      <a:pt x="118" y="37"/>
                    </a:cubicBezTo>
                    <a:cubicBezTo>
                      <a:pt x="119" y="37"/>
                      <a:pt x="119" y="37"/>
                      <a:pt x="119" y="37"/>
                    </a:cubicBezTo>
                    <a:cubicBezTo>
                      <a:pt x="124" y="39"/>
                      <a:pt x="124" y="39"/>
                      <a:pt x="124" y="39"/>
                    </a:cubicBezTo>
                    <a:cubicBezTo>
                      <a:pt x="125" y="39"/>
                      <a:pt x="125" y="39"/>
                      <a:pt x="125" y="39"/>
                    </a:cubicBezTo>
                    <a:cubicBezTo>
                      <a:pt x="125" y="38"/>
                      <a:pt x="125" y="38"/>
                      <a:pt x="125" y="38"/>
                    </a:cubicBezTo>
                    <a:cubicBezTo>
                      <a:pt x="123" y="35"/>
                      <a:pt x="123" y="35"/>
                      <a:pt x="123" y="35"/>
                    </a:cubicBezTo>
                    <a:cubicBezTo>
                      <a:pt x="121" y="35"/>
                      <a:pt x="121" y="35"/>
                      <a:pt x="121" y="35"/>
                    </a:cubicBezTo>
                    <a:cubicBezTo>
                      <a:pt x="121" y="35"/>
                      <a:pt x="121" y="35"/>
                      <a:pt x="121" y="35"/>
                    </a:cubicBezTo>
                    <a:cubicBezTo>
                      <a:pt x="122" y="34"/>
                      <a:pt x="122" y="34"/>
                      <a:pt x="122" y="34"/>
                    </a:cubicBezTo>
                    <a:cubicBezTo>
                      <a:pt x="123" y="34"/>
                      <a:pt x="123" y="34"/>
                      <a:pt x="123" y="34"/>
                    </a:cubicBezTo>
                    <a:cubicBezTo>
                      <a:pt x="124" y="34"/>
                      <a:pt x="124" y="34"/>
                      <a:pt x="124" y="34"/>
                    </a:cubicBezTo>
                    <a:cubicBezTo>
                      <a:pt x="124" y="34"/>
                      <a:pt x="123" y="34"/>
                      <a:pt x="123" y="35"/>
                    </a:cubicBezTo>
                    <a:cubicBezTo>
                      <a:pt x="126" y="40"/>
                      <a:pt x="126" y="40"/>
                      <a:pt x="126" y="40"/>
                    </a:cubicBezTo>
                    <a:close/>
                    <a:moveTo>
                      <a:pt x="131" y="38"/>
                    </a:moveTo>
                    <a:cubicBezTo>
                      <a:pt x="129" y="39"/>
                      <a:pt x="127" y="38"/>
                      <a:pt x="126" y="37"/>
                    </a:cubicBezTo>
                    <a:cubicBezTo>
                      <a:pt x="125" y="35"/>
                      <a:pt x="125" y="33"/>
                      <a:pt x="127" y="31"/>
                    </a:cubicBezTo>
                    <a:cubicBezTo>
                      <a:pt x="128" y="30"/>
                      <a:pt x="130" y="31"/>
                      <a:pt x="132" y="32"/>
                    </a:cubicBezTo>
                    <a:cubicBezTo>
                      <a:pt x="132" y="33"/>
                      <a:pt x="133" y="36"/>
                      <a:pt x="131" y="38"/>
                    </a:cubicBezTo>
                    <a:moveTo>
                      <a:pt x="136" y="33"/>
                    </a:moveTo>
                    <a:cubicBezTo>
                      <a:pt x="135" y="34"/>
                      <a:pt x="135" y="34"/>
                      <a:pt x="135" y="34"/>
                    </a:cubicBezTo>
                    <a:cubicBezTo>
                      <a:pt x="134" y="34"/>
                      <a:pt x="134" y="34"/>
                      <a:pt x="134" y="34"/>
                    </a:cubicBezTo>
                    <a:cubicBezTo>
                      <a:pt x="133" y="33"/>
                      <a:pt x="133" y="33"/>
                      <a:pt x="133" y="33"/>
                    </a:cubicBezTo>
                    <a:cubicBezTo>
                      <a:pt x="133" y="33"/>
                      <a:pt x="133" y="33"/>
                      <a:pt x="133" y="33"/>
                    </a:cubicBezTo>
                    <a:cubicBezTo>
                      <a:pt x="134" y="33"/>
                      <a:pt x="134" y="33"/>
                      <a:pt x="134" y="33"/>
                    </a:cubicBezTo>
                    <a:cubicBezTo>
                      <a:pt x="136" y="33"/>
                      <a:pt x="136" y="33"/>
                      <a:pt x="136" y="33"/>
                    </a:cubicBezTo>
                    <a:cubicBezTo>
                      <a:pt x="137" y="31"/>
                      <a:pt x="137" y="31"/>
                      <a:pt x="137" y="31"/>
                    </a:cubicBezTo>
                    <a:cubicBezTo>
                      <a:pt x="136" y="30"/>
                      <a:pt x="135" y="31"/>
                      <a:pt x="134" y="31"/>
                    </a:cubicBezTo>
                    <a:cubicBezTo>
                      <a:pt x="132" y="31"/>
                      <a:pt x="132" y="31"/>
                      <a:pt x="132" y="31"/>
                    </a:cubicBezTo>
                    <a:cubicBezTo>
                      <a:pt x="131" y="30"/>
                      <a:pt x="131" y="29"/>
                      <a:pt x="132" y="28"/>
                    </a:cubicBezTo>
                    <a:cubicBezTo>
                      <a:pt x="133" y="27"/>
                      <a:pt x="133" y="27"/>
                      <a:pt x="133" y="27"/>
                    </a:cubicBezTo>
                    <a:cubicBezTo>
                      <a:pt x="134" y="27"/>
                      <a:pt x="134" y="27"/>
                      <a:pt x="134" y="27"/>
                    </a:cubicBezTo>
                    <a:cubicBezTo>
                      <a:pt x="134" y="27"/>
                      <a:pt x="134" y="27"/>
                      <a:pt x="134" y="27"/>
                    </a:cubicBezTo>
                    <a:cubicBezTo>
                      <a:pt x="135" y="28"/>
                      <a:pt x="135" y="28"/>
                      <a:pt x="135" y="28"/>
                    </a:cubicBezTo>
                    <a:cubicBezTo>
                      <a:pt x="135" y="28"/>
                      <a:pt x="135" y="28"/>
                      <a:pt x="135" y="28"/>
                    </a:cubicBezTo>
                    <a:cubicBezTo>
                      <a:pt x="135" y="29"/>
                      <a:pt x="133" y="27"/>
                      <a:pt x="132" y="28"/>
                    </a:cubicBezTo>
                    <a:cubicBezTo>
                      <a:pt x="132" y="30"/>
                      <a:pt x="132" y="30"/>
                      <a:pt x="132" y="30"/>
                    </a:cubicBezTo>
                    <a:cubicBezTo>
                      <a:pt x="132" y="30"/>
                      <a:pt x="133" y="30"/>
                      <a:pt x="134" y="30"/>
                    </a:cubicBezTo>
                    <a:cubicBezTo>
                      <a:pt x="135" y="29"/>
                      <a:pt x="136" y="29"/>
                      <a:pt x="137" y="30"/>
                    </a:cubicBezTo>
                    <a:cubicBezTo>
                      <a:pt x="138" y="31"/>
                      <a:pt x="138" y="33"/>
                      <a:pt x="136" y="3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5" name="Freeform 32">
                <a:extLst>
                  <a:ext uri="{FF2B5EF4-FFF2-40B4-BE49-F238E27FC236}">
                    <a16:creationId xmlns:a16="http://schemas.microsoft.com/office/drawing/2014/main" id="{22B8C2A3-44C9-4C1B-8CEE-C1B08FC735A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11875" y="2517775"/>
                <a:ext cx="104775" cy="215900"/>
              </a:xfrm>
              <a:custGeom>
                <a:avLst/>
                <a:gdLst>
                  <a:gd name="T0" fmla="*/ 44 w 49"/>
                  <a:gd name="T1" fmla="*/ 10 h 100"/>
                  <a:gd name="T2" fmla="*/ 38 w 49"/>
                  <a:gd name="T3" fmla="*/ 26 h 100"/>
                  <a:gd name="T4" fmla="*/ 33 w 49"/>
                  <a:gd name="T5" fmla="*/ 21 h 100"/>
                  <a:gd name="T6" fmla="*/ 20 w 49"/>
                  <a:gd name="T7" fmla="*/ 15 h 100"/>
                  <a:gd name="T8" fmla="*/ 3 w 49"/>
                  <a:gd name="T9" fmla="*/ 2 h 100"/>
                  <a:gd name="T10" fmla="*/ 2 w 49"/>
                  <a:gd name="T11" fmla="*/ 43 h 100"/>
                  <a:gd name="T12" fmla="*/ 7 w 49"/>
                  <a:gd name="T13" fmla="*/ 38 h 100"/>
                  <a:gd name="T14" fmla="*/ 6 w 49"/>
                  <a:gd name="T15" fmla="*/ 82 h 100"/>
                  <a:gd name="T16" fmla="*/ 11 w 49"/>
                  <a:gd name="T17" fmla="*/ 86 h 100"/>
                  <a:gd name="T18" fmla="*/ 34 w 49"/>
                  <a:gd name="T19" fmla="*/ 79 h 100"/>
                  <a:gd name="T20" fmla="*/ 29 w 49"/>
                  <a:gd name="T21" fmla="*/ 52 h 100"/>
                  <a:gd name="T22" fmla="*/ 40 w 49"/>
                  <a:gd name="T23" fmla="*/ 58 h 100"/>
                  <a:gd name="T24" fmla="*/ 40 w 49"/>
                  <a:gd name="T25" fmla="*/ 50 h 100"/>
                  <a:gd name="T26" fmla="*/ 44 w 49"/>
                  <a:gd name="T27" fmla="*/ 26 h 100"/>
                  <a:gd name="T28" fmla="*/ 35 w 49"/>
                  <a:gd name="T29" fmla="*/ 21 h 100"/>
                  <a:gd name="T30" fmla="*/ 42 w 49"/>
                  <a:gd name="T31" fmla="*/ 14 h 100"/>
                  <a:gd name="T32" fmla="*/ 29 w 49"/>
                  <a:gd name="T33" fmla="*/ 20 h 100"/>
                  <a:gd name="T34" fmla="*/ 29 w 49"/>
                  <a:gd name="T35" fmla="*/ 15 h 100"/>
                  <a:gd name="T36" fmla="*/ 25 w 49"/>
                  <a:gd name="T37" fmla="*/ 15 h 100"/>
                  <a:gd name="T38" fmla="*/ 35 w 49"/>
                  <a:gd name="T39" fmla="*/ 35 h 100"/>
                  <a:gd name="T40" fmla="*/ 20 w 49"/>
                  <a:gd name="T41" fmla="*/ 26 h 100"/>
                  <a:gd name="T42" fmla="*/ 19 w 49"/>
                  <a:gd name="T43" fmla="*/ 24 h 100"/>
                  <a:gd name="T44" fmla="*/ 13 w 49"/>
                  <a:gd name="T45" fmla="*/ 1 h 100"/>
                  <a:gd name="T46" fmla="*/ 25 w 49"/>
                  <a:gd name="T47" fmla="*/ 40 h 100"/>
                  <a:gd name="T48" fmla="*/ 20 w 49"/>
                  <a:gd name="T49" fmla="*/ 44 h 100"/>
                  <a:gd name="T50" fmla="*/ 14 w 49"/>
                  <a:gd name="T51" fmla="*/ 42 h 100"/>
                  <a:gd name="T52" fmla="*/ 18 w 49"/>
                  <a:gd name="T53" fmla="*/ 42 h 100"/>
                  <a:gd name="T54" fmla="*/ 11 w 49"/>
                  <a:gd name="T55" fmla="*/ 36 h 100"/>
                  <a:gd name="T56" fmla="*/ 7 w 49"/>
                  <a:gd name="T57" fmla="*/ 28 h 100"/>
                  <a:gd name="T58" fmla="*/ 3 w 49"/>
                  <a:gd name="T59" fmla="*/ 3 h 100"/>
                  <a:gd name="T60" fmla="*/ 6 w 49"/>
                  <a:gd name="T61" fmla="*/ 22 h 100"/>
                  <a:gd name="T62" fmla="*/ 4 w 49"/>
                  <a:gd name="T63" fmla="*/ 30 h 100"/>
                  <a:gd name="T64" fmla="*/ 2 w 49"/>
                  <a:gd name="T65" fmla="*/ 48 h 100"/>
                  <a:gd name="T66" fmla="*/ 2 w 49"/>
                  <a:gd name="T67" fmla="*/ 50 h 100"/>
                  <a:gd name="T68" fmla="*/ 11 w 49"/>
                  <a:gd name="T69" fmla="*/ 36 h 100"/>
                  <a:gd name="T70" fmla="*/ 32 w 49"/>
                  <a:gd name="T71" fmla="*/ 77 h 100"/>
                  <a:gd name="T72" fmla="*/ 27 w 49"/>
                  <a:gd name="T73" fmla="*/ 78 h 100"/>
                  <a:gd name="T74" fmla="*/ 20 w 49"/>
                  <a:gd name="T75" fmla="*/ 62 h 100"/>
                  <a:gd name="T76" fmla="*/ 18 w 49"/>
                  <a:gd name="T77" fmla="*/ 57 h 100"/>
                  <a:gd name="T78" fmla="*/ 13 w 49"/>
                  <a:gd name="T79" fmla="*/ 96 h 100"/>
                  <a:gd name="T80" fmla="*/ 7 w 49"/>
                  <a:gd name="T81" fmla="*/ 88 h 100"/>
                  <a:gd name="T82" fmla="*/ 9 w 49"/>
                  <a:gd name="T83" fmla="*/ 75 h 100"/>
                  <a:gd name="T84" fmla="*/ 10 w 49"/>
                  <a:gd name="T85" fmla="*/ 43 h 100"/>
                  <a:gd name="T86" fmla="*/ 27 w 49"/>
                  <a:gd name="T87" fmla="*/ 49 h 100"/>
                  <a:gd name="T88" fmla="*/ 41 w 49"/>
                  <a:gd name="T89" fmla="*/ 48 h 100"/>
                  <a:gd name="T90" fmla="*/ 40 w 49"/>
                  <a:gd name="T91" fmla="*/ 52 h 100"/>
                  <a:gd name="T92" fmla="*/ 34 w 49"/>
                  <a:gd name="T93" fmla="*/ 53 h 100"/>
                  <a:gd name="T94" fmla="*/ 27 w 49"/>
                  <a:gd name="T95" fmla="*/ 48 h 100"/>
                  <a:gd name="T96" fmla="*/ 18 w 49"/>
                  <a:gd name="T97" fmla="*/ 38 h 100"/>
                  <a:gd name="T98" fmla="*/ 11 w 49"/>
                  <a:gd name="T99" fmla="*/ 28 h 100"/>
                  <a:gd name="T100" fmla="*/ 13 w 49"/>
                  <a:gd name="T101" fmla="*/ 19 h 100"/>
                  <a:gd name="T102" fmla="*/ 31 w 49"/>
                  <a:gd name="T103" fmla="*/ 39 h 100"/>
                  <a:gd name="T104" fmla="*/ 36 w 49"/>
                  <a:gd name="T105" fmla="*/ 42 h 100"/>
                  <a:gd name="T106" fmla="*/ 42 w 49"/>
                  <a:gd name="T107" fmla="*/ 28 h 100"/>
                  <a:gd name="T108" fmla="*/ 46 w 49"/>
                  <a:gd name="T109" fmla="*/ 26 h 100"/>
                  <a:gd name="T110" fmla="*/ 43 w 49"/>
                  <a:gd name="T111" fmla="*/ 14 h 100"/>
                  <a:gd name="T112" fmla="*/ 48 w 49"/>
                  <a:gd name="T113" fmla="*/ 13 h 100"/>
                  <a:gd name="T114" fmla="*/ 8 w 49"/>
                  <a:gd name="T115" fmla="*/ 83 h 100"/>
                  <a:gd name="T116" fmla="*/ 19 w 49"/>
                  <a:gd name="T117" fmla="*/ 34 h 100"/>
                  <a:gd name="T118" fmla="*/ 14 w 49"/>
                  <a:gd name="T119" fmla="*/ 24 h 100"/>
                  <a:gd name="T120" fmla="*/ 25 w 49"/>
                  <a:gd name="T121" fmla="*/ 2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49" h="100">
                    <a:moveTo>
                      <a:pt x="11" y="71"/>
                    </a:moveTo>
                    <a:cubicBezTo>
                      <a:pt x="11" y="72"/>
                      <a:pt x="11" y="72"/>
                      <a:pt x="11" y="72"/>
                    </a:cubicBezTo>
                    <a:cubicBezTo>
                      <a:pt x="11" y="73"/>
                      <a:pt x="11" y="73"/>
                      <a:pt x="11" y="73"/>
                    </a:cubicBezTo>
                    <a:cubicBezTo>
                      <a:pt x="12" y="73"/>
                      <a:pt x="12" y="73"/>
                      <a:pt x="12" y="73"/>
                    </a:cubicBezTo>
                    <a:cubicBezTo>
                      <a:pt x="12" y="72"/>
                      <a:pt x="12" y="72"/>
                      <a:pt x="12" y="72"/>
                    </a:cubicBezTo>
                    <a:cubicBezTo>
                      <a:pt x="12" y="71"/>
                      <a:pt x="12" y="71"/>
                      <a:pt x="12" y="71"/>
                    </a:cubicBezTo>
                    <a:lnTo>
                      <a:pt x="11" y="71"/>
                    </a:lnTo>
                    <a:close/>
                    <a:moveTo>
                      <a:pt x="49" y="12"/>
                    </a:moveTo>
                    <a:cubicBezTo>
                      <a:pt x="49" y="12"/>
                      <a:pt x="49" y="12"/>
                      <a:pt x="49" y="12"/>
                    </a:cubicBezTo>
                    <a:cubicBezTo>
                      <a:pt x="49" y="12"/>
                      <a:pt x="49" y="12"/>
                      <a:pt x="49" y="12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6" y="13"/>
                      <a:pt x="46" y="13"/>
                      <a:pt x="46" y="13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2"/>
                      <a:pt x="45" y="12"/>
                      <a:pt x="45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1"/>
                      <a:pt x="45" y="10"/>
                      <a:pt x="45" y="10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4" y="10"/>
                      <a:pt x="44" y="10"/>
                      <a:pt x="44" y="10"/>
                    </a:cubicBezTo>
                    <a:cubicBezTo>
                      <a:pt x="43" y="10"/>
                      <a:pt x="43" y="11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2" y="11"/>
                      <a:pt x="42" y="11"/>
                      <a:pt x="42" y="11"/>
                    </a:cubicBezTo>
                    <a:cubicBezTo>
                      <a:pt x="41" y="13"/>
                      <a:pt x="41" y="13"/>
                      <a:pt x="41" y="13"/>
                    </a:cubicBezTo>
                    <a:cubicBezTo>
                      <a:pt x="41" y="13"/>
                      <a:pt x="41" y="13"/>
                      <a:pt x="41" y="13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1" y="16"/>
                      <a:pt x="42" y="17"/>
                      <a:pt x="42" y="17"/>
                    </a:cubicBezTo>
                    <a:cubicBezTo>
                      <a:pt x="43" y="18"/>
                      <a:pt x="43" y="19"/>
                      <a:pt x="43" y="20"/>
                    </a:cubicBezTo>
                    <a:cubicBezTo>
                      <a:pt x="43" y="21"/>
                      <a:pt x="43" y="21"/>
                      <a:pt x="43" y="21"/>
                    </a:cubicBezTo>
                    <a:cubicBezTo>
                      <a:pt x="43" y="22"/>
                      <a:pt x="42" y="24"/>
                      <a:pt x="42" y="25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40" y="26"/>
                      <a:pt x="39" y="25"/>
                      <a:pt x="39" y="25"/>
                    </a:cubicBezTo>
                    <a:cubicBezTo>
                      <a:pt x="38" y="25"/>
                      <a:pt x="38" y="25"/>
                      <a:pt x="38" y="25"/>
                    </a:cubicBezTo>
                    <a:cubicBezTo>
                      <a:pt x="38" y="26"/>
                      <a:pt x="38" y="26"/>
                      <a:pt x="38" y="26"/>
                    </a:cubicBezTo>
                    <a:cubicBezTo>
                      <a:pt x="38" y="26"/>
                      <a:pt x="38" y="26"/>
                      <a:pt x="38" y="26"/>
                    </a:cubicBezTo>
                    <a:cubicBezTo>
                      <a:pt x="38" y="27"/>
                      <a:pt x="38" y="28"/>
                      <a:pt x="38" y="29"/>
                    </a:cubicBezTo>
                    <a:cubicBezTo>
                      <a:pt x="38" y="30"/>
                      <a:pt x="38" y="30"/>
                      <a:pt x="37" y="31"/>
                    </a:cubicBezTo>
                    <a:cubicBezTo>
                      <a:pt x="36" y="33"/>
                      <a:pt x="36" y="33"/>
                      <a:pt x="36" y="33"/>
                    </a:cubicBezTo>
                    <a:cubicBezTo>
                      <a:pt x="35" y="32"/>
                      <a:pt x="35" y="31"/>
                      <a:pt x="34" y="30"/>
                    </a:cubicBezTo>
                    <a:cubicBezTo>
                      <a:pt x="33" y="28"/>
                      <a:pt x="31" y="27"/>
                      <a:pt x="30" y="26"/>
                    </a:cubicBezTo>
                    <a:cubicBezTo>
                      <a:pt x="28" y="25"/>
                      <a:pt x="27" y="24"/>
                      <a:pt x="27" y="23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9" y="22"/>
                      <a:pt x="29" y="22"/>
                      <a:pt x="29" y="22"/>
                    </a:cubicBezTo>
                    <a:cubicBezTo>
                      <a:pt x="29" y="22"/>
                      <a:pt x="29" y="22"/>
                      <a:pt x="29" y="22"/>
                    </a:cubicBezTo>
                    <a:cubicBezTo>
                      <a:pt x="30" y="22"/>
                      <a:pt x="31" y="23"/>
                      <a:pt x="32" y="23"/>
                    </a:cubicBezTo>
                    <a:cubicBezTo>
                      <a:pt x="32" y="23"/>
                      <a:pt x="32" y="23"/>
                      <a:pt x="32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4" y="21"/>
                      <a:pt x="34" y="21"/>
                      <a:pt x="34" y="21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1" y="19"/>
                      <a:pt x="31" y="19"/>
                      <a:pt x="31" y="19"/>
                    </a:cubicBezTo>
                    <a:cubicBezTo>
                      <a:pt x="32" y="19"/>
                      <a:pt x="32" y="19"/>
                      <a:pt x="32" y="19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4" y="19"/>
                      <a:pt x="34" y="19"/>
                      <a:pt x="34" y="19"/>
                    </a:cubicBezTo>
                    <a:cubicBezTo>
                      <a:pt x="35" y="19"/>
                      <a:pt x="35" y="19"/>
                      <a:pt x="35" y="19"/>
                    </a:cubicBezTo>
                    <a:cubicBezTo>
                      <a:pt x="35" y="19"/>
                      <a:pt x="35" y="19"/>
                      <a:pt x="35" y="19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35" y="17"/>
                      <a:pt x="35" y="14"/>
                      <a:pt x="32" y="14"/>
                    </a:cubicBezTo>
                    <a:cubicBezTo>
                      <a:pt x="29" y="14"/>
                      <a:pt x="29" y="14"/>
                      <a:pt x="29" y="14"/>
                    </a:cubicBezTo>
                    <a:cubicBezTo>
                      <a:pt x="29" y="14"/>
                      <a:pt x="29" y="13"/>
                      <a:pt x="27" y="13"/>
                    </a:cubicBezTo>
                    <a:cubicBezTo>
                      <a:pt x="26" y="13"/>
                      <a:pt x="26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1" y="13"/>
                      <a:pt x="21" y="13"/>
                      <a:pt x="21" y="13"/>
                    </a:cubicBezTo>
                    <a:cubicBezTo>
                      <a:pt x="20" y="12"/>
                      <a:pt x="20" y="12"/>
                      <a:pt x="20" y="12"/>
                    </a:cubicBezTo>
                    <a:cubicBezTo>
                      <a:pt x="20" y="13"/>
                      <a:pt x="20" y="13"/>
                      <a:pt x="20" y="13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19" y="16"/>
                      <a:pt x="19" y="16"/>
                      <a:pt x="19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19" y="17"/>
                      <a:pt x="19" y="19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7" y="17"/>
                      <a:pt x="17" y="16"/>
                      <a:pt x="17" y="16"/>
                    </a:cubicBezTo>
                    <a:cubicBezTo>
                      <a:pt x="17" y="15"/>
                      <a:pt x="17" y="15"/>
                      <a:pt x="17" y="15"/>
                    </a:cubicBezTo>
                    <a:cubicBezTo>
                      <a:pt x="16" y="15"/>
                      <a:pt x="16" y="15"/>
                      <a:pt x="16" y="15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5" y="14"/>
                      <a:pt x="15" y="11"/>
                      <a:pt x="15" y="11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13" y="11"/>
                      <a:pt x="13" y="9"/>
                      <a:pt x="13" y="8"/>
                    </a:cubicBezTo>
                    <a:cubicBezTo>
                      <a:pt x="13" y="4"/>
                      <a:pt x="14" y="0"/>
                      <a:pt x="14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1" y="0"/>
                      <a:pt x="9" y="6"/>
                      <a:pt x="9" y="9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8" y="10"/>
                      <a:pt x="6" y="8"/>
                      <a:pt x="5" y="6"/>
                    </a:cubicBezTo>
                    <a:cubicBezTo>
                      <a:pt x="4" y="4"/>
                      <a:pt x="3" y="2"/>
                      <a:pt x="3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1" y="4"/>
                      <a:pt x="1" y="5"/>
                    </a:cubicBezTo>
                    <a:cubicBezTo>
                      <a:pt x="1" y="9"/>
                      <a:pt x="4" y="13"/>
                      <a:pt x="5" y="15"/>
                    </a:cubicBezTo>
                    <a:cubicBezTo>
                      <a:pt x="4" y="14"/>
                      <a:pt x="2" y="12"/>
                      <a:pt x="2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" y="14"/>
                      <a:pt x="1" y="14"/>
                      <a:pt x="1" y="14"/>
                    </a:cubicBezTo>
                    <a:cubicBezTo>
                      <a:pt x="1" y="17"/>
                      <a:pt x="3" y="20"/>
                      <a:pt x="5" y="21"/>
                    </a:cubicBezTo>
                    <a:cubicBezTo>
                      <a:pt x="3" y="21"/>
                      <a:pt x="2" y="20"/>
                      <a:pt x="2" y="20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1" y="21"/>
                      <a:pt x="1" y="21"/>
                      <a:pt x="1" y="21"/>
                    </a:cubicBezTo>
                    <a:cubicBezTo>
                      <a:pt x="1" y="21"/>
                      <a:pt x="1" y="21"/>
                      <a:pt x="1" y="21"/>
                    </a:cubicBezTo>
                    <a:cubicBezTo>
                      <a:pt x="1" y="24"/>
                      <a:pt x="4" y="27"/>
                      <a:pt x="5" y="28"/>
                    </a:cubicBezTo>
                    <a:cubicBezTo>
                      <a:pt x="4" y="28"/>
                      <a:pt x="3" y="29"/>
                      <a:pt x="3" y="29"/>
                    </a:cubicBezTo>
                    <a:cubicBezTo>
                      <a:pt x="3" y="29"/>
                      <a:pt x="3" y="29"/>
                      <a:pt x="3" y="29"/>
                    </a:cubicBezTo>
                    <a:cubicBezTo>
                      <a:pt x="3" y="29"/>
                      <a:pt x="3" y="29"/>
                      <a:pt x="3" y="29"/>
                    </a:cubicBezTo>
                    <a:cubicBezTo>
                      <a:pt x="3" y="31"/>
                      <a:pt x="5" y="32"/>
                      <a:pt x="6" y="33"/>
                    </a:cubicBezTo>
                    <a:cubicBezTo>
                      <a:pt x="6" y="33"/>
                      <a:pt x="6" y="33"/>
                      <a:pt x="6" y="33"/>
                    </a:cubicBezTo>
                    <a:cubicBezTo>
                      <a:pt x="5" y="33"/>
                      <a:pt x="5" y="33"/>
                      <a:pt x="5" y="33"/>
                    </a:cubicBezTo>
                    <a:cubicBezTo>
                      <a:pt x="3" y="33"/>
                      <a:pt x="0" y="35"/>
                      <a:pt x="0" y="38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41"/>
                      <a:pt x="2" y="42"/>
                      <a:pt x="2" y="43"/>
                    </a:cubicBezTo>
                    <a:cubicBezTo>
                      <a:pt x="2" y="43"/>
                      <a:pt x="2" y="43"/>
                      <a:pt x="2" y="43"/>
                    </a:cubicBezTo>
                    <a:cubicBezTo>
                      <a:pt x="1" y="44"/>
                      <a:pt x="1" y="44"/>
                      <a:pt x="0" y="4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51"/>
                      <a:pt x="2" y="51"/>
                      <a:pt x="3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5" y="51"/>
                      <a:pt x="5" y="51"/>
                      <a:pt x="5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51"/>
                      <a:pt x="3" y="49"/>
                      <a:pt x="3" y="48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3" y="47"/>
                      <a:pt x="5" y="45"/>
                      <a:pt x="6" y="43"/>
                    </a:cubicBezTo>
                    <a:cubicBezTo>
                      <a:pt x="6" y="42"/>
                      <a:pt x="6" y="42"/>
                      <a:pt x="6" y="42"/>
                    </a:cubicBezTo>
                    <a:cubicBezTo>
                      <a:pt x="6" y="40"/>
                      <a:pt x="4" y="39"/>
                      <a:pt x="3" y="39"/>
                    </a:cubicBezTo>
                    <a:cubicBezTo>
                      <a:pt x="3" y="38"/>
                      <a:pt x="3" y="38"/>
                      <a:pt x="3" y="38"/>
                    </a:cubicBezTo>
                    <a:cubicBezTo>
                      <a:pt x="3" y="38"/>
                      <a:pt x="3" y="38"/>
                      <a:pt x="3" y="38"/>
                    </a:cubicBezTo>
                    <a:cubicBezTo>
                      <a:pt x="3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9" y="39"/>
                      <a:pt x="9" y="40"/>
                      <a:pt x="9" y="41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8"/>
                      <a:pt x="1" y="54"/>
                      <a:pt x="1" y="59"/>
                    </a:cubicBezTo>
                    <a:cubicBezTo>
                      <a:pt x="1" y="62"/>
                      <a:pt x="4" y="65"/>
                      <a:pt x="5" y="66"/>
                    </a:cubicBezTo>
                    <a:cubicBezTo>
                      <a:pt x="4" y="68"/>
                      <a:pt x="4" y="68"/>
                      <a:pt x="4" y="68"/>
                    </a:cubicBezTo>
                    <a:cubicBezTo>
                      <a:pt x="4" y="68"/>
                      <a:pt x="4" y="68"/>
                      <a:pt x="4" y="68"/>
                    </a:cubicBezTo>
                    <a:cubicBezTo>
                      <a:pt x="5" y="69"/>
                      <a:pt x="5" y="69"/>
                      <a:pt x="5" y="69"/>
                    </a:cubicBezTo>
                    <a:cubicBezTo>
                      <a:pt x="5" y="70"/>
                      <a:pt x="5" y="70"/>
                      <a:pt x="5" y="70"/>
                    </a:cubicBezTo>
                    <a:cubicBezTo>
                      <a:pt x="6" y="70"/>
                      <a:pt x="6" y="70"/>
                      <a:pt x="6" y="70"/>
                    </a:cubicBezTo>
                    <a:cubicBezTo>
                      <a:pt x="5" y="71"/>
                      <a:pt x="5" y="71"/>
                      <a:pt x="5" y="71"/>
                    </a:cubicBezTo>
                    <a:cubicBezTo>
                      <a:pt x="5" y="72"/>
                      <a:pt x="5" y="72"/>
                      <a:pt x="5" y="72"/>
                    </a:cubicBezTo>
                    <a:cubicBezTo>
                      <a:pt x="6" y="72"/>
                      <a:pt x="6" y="72"/>
                      <a:pt x="6" y="72"/>
                    </a:cubicBezTo>
                    <a:cubicBezTo>
                      <a:pt x="6" y="73"/>
                      <a:pt x="6" y="73"/>
                      <a:pt x="6" y="73"/>
                    </a:cubicBezTo>
                    <a:cubicBezTo>
                      <a:pt x="6" y="73"/>
                      <a:pt x="6" y="73"/>
                      <a:pt x="6" y="73"/>
                    </a:cubicBezTo>
                    <a:cubicBezTo>
                      <a:pt x="7" y="73"/>
                      <a:pt x="7" y="73"/>
                      <a:pt x="7" y="73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7" y="75"/>
                      <a:pt x="7" y="75"/>
                      <a:pt x="7" y="75"/>
                    </a:cubicBezTo>
                    <a:cubicBezTo>
                      <a:pt x="8" y="75"/>
                      <a:pt x="8" y="75"/>
                      <a:pt x="8" y="75"/>
                    </a:cubicBezTo>
                    <a:cubicBezTo>
                      <a:pt x="7" y="77"/>
                      <a:pt x="7" y="77"/>
                      <a:pt x="7" y="77"/>
                    </a:cubicBezTo>
                    <a:cubicBezTo>
                      <a:pt x="7" y="77"/>
                      <a:pt x="7" y="77"/>
                      <a:pt x="7" y="77"/>
                    </a:cubicBezTo>
                    <a:cubicBezTo>
                      <a:pt x="8" y="77"/>
                      <a:pt x="8" y="77"/>
                      <a:pt x="8" y="77"/>
                    </a:cubicBezTo>
                    <a:cubicBezTo>
                      <a:pt x="8" y="79"/>
                      <a:pt x="8" y="79"/>
                      <a:pt x="8" y="79"/>
                    </a:cubicBezTo>
                    <a:cubicBezTo>
                      <a:pt x="6" y="82"/>
                      <a:pt x="6" y="82"/>
                      <a:pt x="6" y="82"/>
                    </a:cubicBezTo>
                    <a:cubicBezTo>
                      <a:pt x="6" y="83"/>
                      <a:pt x="7" y="84"/>
                      <a:pt x="7" y="86"/>
                    </a:cubicBezTo>
                    <a:cubicBezTo>
                      <a:pt x="7" y="87"/>
                      <a:pt x="6" y="88"/>
                      <a:pt x="6" y="88"/>
                    </a:cubicBezTo>
                    <a:cubicBezTo>
                      <a:pt x="5" y="93"/>
                      <a:pt x="5" y="93"/>
                      <a:pt x="5" y="93"/>
                    </a:cubicBezTo>
                    <a:cubicBezTo>
                      <a:pt x="6" y="95"/>
                      <a:pt x="6" y="95"/>
                      <a:pt x="6" y="95"/>
                    </a:cubicBezTo>
                    <a:cubicBezTo>
                      <a:pt x="6" y="99"/>
                      <a:pt x="6" y="99"/>
                      <a:pt x="6" y="99"/>
                    </a:cubicBezTo>
                    <a:cubicBezTo>
                      <a:pt x="7" y="100"/>
                      <a:pt x="8" y="100"/>
                      <a:pt x="9" y="100"/>
                    </a:cubicBezTo>
                    <a:cubicBezTo>
                      <a:pt x="10" y="100"/>
                      <a:pt x="10" y="100"/>
                      <a:pt x="10" y="100"/>
                    </a:cubicBezTo>
                    <a:cubicBezTo>
                      <a:pt x="11" y="100"/>
                      <a:pt x="12" y="100"/>
                      <a:pt x="13" y="100"/>
                    </a:cubicBezTo>
                    <a:cubicBezTo>
                      <a:pt x="15" y="100"/>
                      <a:pt x="16" y="99"/>
                      <a:pt x="17" y="98"/>
                    </a:cubicBezTo>
                    <a:cubicBezTo>
                      <a:pt x="19" y="97"/>
                      <a:pt x="19" y="97"/>
                      <a:pt x="19" y="97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7" y="95"/>
                      <a:pt x="17" y="95"/>
                      <a:pt x="17" y="95"/>
                    </a:cubicBezTo>
                    <a:cubicBezTo>
                      <a:pt x="15" y="95"/>
                      <a:pt x="15" y="95"/>
                      <a:pt x="15" y="95"/>
                    </a:cubicBezTo>
                    <a:cubicBezTo>
                      <a:pt x="15" y="95"/>
                      <a:pt x="15" y="95"/>
                      <a:pt x="15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3" y="95"/>
                      <a:pt x="12" y="96"/>
                      <a:pt x="11" y="96"/>
                    </a:cubicBezTo>
                    <a:cubicBezTo>
                      <a:pt x="11" y="96"/>
                      <a:pt x="11" y="96"/>
                      <a:pt x="11" y="96"/>
                    </a:cubicBezTo>
                    <a:cubicBezTo>
                      <a:pt x="10" y="96"/>
                      <a:pt x="10" y="94"/>
                      <a:pt x="10" y="93"/>
                    </a:cubicBezTo>
                    <a:cubicBezTo>
                      <a:pt x="10" y="92"/>
                      <a:pt x="10" y="92"/>
                      <a:pt x="10" y="92"/>
                    </a:cubicBezTo>
                    <a:cubicBezTo>
                      <a:pt x="10" y="91"/>
                      <a:pt x="10" y="91"/>
                      <a:pt x="10" y="90"/>
                    </a:cubicBezTo>
                    <a:cubicBezTo>
                      <a:pt x="11" y="89"/>
                      <a:pt x="11" y="88"/>
                      <a:pt x="11" y="87"/>
                    </a:cubicBezTo>
                    <a:cubicBezTo>
                      <a:pt x="11" y="86"/>
                      <a:pt x="11" y="86"/>
                      <a:pt x="11" y="86"/>
                    </a:cubicBezTo>
                    <a:cubicBezTo>
                      <a:pt x="11" y="85"/>
                      <a:pt x="11" y="85"/>
                      <a:pt x="12" y="84"/>
                    </a:cubicBezTo>
                    <a:cubicBezTo>
                      <a:pt x="13" y="83"/>
                      <a:pt x="12" y="82"/>
                      <a:pt x="13" y="81"/>
                    </a:cubicBezTo>
                    <a:cubicBezTo>
                      <a:pt x="13" y="80"/>
                      <a:pt x="13" y="79"/>
                      <a:pt x="14" y="78"/>
                    </a:cubicBezTo>
                    <a:cubicBezTo>
                      <a:pt x="15" y="77"/>
                      <a:pt x="16" y="75"/>
                      <a:pt x="17" y="74"/>
                    </a:cubicBezTo>
                    <a:cubicBezTo>
                      <a:pt x="17" y="72"/>
                      <a:pt x="17" y="72"/>
                      <a:pt x="17" y="72"/>
                    </a:cubicBezTo>
                    <a:cubicBezTo>
                      <a:pt x="18" y="70"/>
                      <a:pt x="18" y="70"/>
                      <a:pt x="18" y="70"/>
                    </a:cubicBezTo>
                    <a:cubicBezTo>
                      <a:pt x="19" y="70"/>
                      <a:pt x="19" y="70"/>
                      <a:pt x="19" y="70"/>
                    </a:cubicBezTo>
                    <a:cubicBezTo>
                      <a:pt x="19" y="69"/>
                      <a:pt x="20" y="69"/>
                      <a:pt x="20" y="68"/>
                    </a:cubicBezTo>
                    <a:cubicBezTo>
                      <a:pt x="22" y="67"/>
                      <a:pt x="22" y="67"/>
                      <a:pt x="22" y="67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1" y="69"/>
                      <a:pt x="21" y="69"/>
                      <a:pt x="21" y="69"/>
                    </a:cubicBezTo>
                    <a:cubicBezTo>
                      <a:pt x="20" y="71"/>
                      <a:pt x="20" y="71"/>
                      <a:pt x="20" y="71"/>
                    </a:cubicBezTo>
                    <a:cubicBezTo>
                      <a:pt x="20" y="72"/>
                      <a:pt x="20" y="72"/>
                      <a:pt x="20" y="72"/>
                    </a:cubicBezTo>
                    <a:cubicBezTo>
                      <a:pt x="20" y="74"/>
                      <a:pt x="20" y="74"/>
                      <a:pt x="20" y="74"/>
                    </a:cubicBezTo>
                    <a:cubicBezTo>
                      <a:pt x="22" y="75"/>
                      <a:pt x="22" y="75"/>
                      <a:pt x="22" y="75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5" y="78"/>
                      <a:pt x="25" y="78"/>
                      <a:pt x="25" y="78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8" y="81"/>
                      <a:pt x="28" y="81"/>
                      <a:pt x="28" y="81"/>
                    </a:cubicBezTo>
                    <a:cubicBezTo>
                      <a:pt x="28" y="82"/>
                      <a:pt x="29" y="83"/>
                      <a:pt x="31" y="83"/>
                    </a:cubicBezTo>
                    <a:cubicBezTo>
                      <a:pt x="32" y="83"/>
                      <a:pt x="34" y="80"/>
                      <a:pt x="34" y="79"/>
                    </a:cubicBezTo>
                    <a:cubicBezTo>
                      <a:pt x="35" y="78"/>
                      <a:pt x="36" y="76"/>
                      <a:pt x="36" y="75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4" y="73"/>
                      <a:pt x="34" y="73"/>
                      <a:pt x="34" y="73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1" y="75"/>
                      <a:pt x="31" y="75"/>
                      <a:pt x="31" y="75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0" y="76"/>
                      <a:pt x="30" y="76"/>
                      <a:pt x="30" y="76"/>
                    </a:cubicBezTo>
                    <a:cubicBezTo>
                      <a:pt x="29" y="76"/>
                      <a:pt x="27" y="74"/>
                      <a:pt x="27" y="73"/>
                    </a:cubicBezTo>
                    <a:cubicBezTo>
                      <a:pt x="26" y="72"/>
                      <a:pt x="25" y="71"/>
                      <a:pt x="25" y="70"/>
                    </a:cubicBezTo>
                    <a:cubicBezTo>
                      <a:pt x="26" y="69"/>
                      <a:pt x="26" y="69"/>
                      <a:pt x="26" y="69"/>
                    </a:cubicBezTo>
                    <a:cubicBezTo>
                      <a:pt x="27" y="68"/>
                      <a:pt x="29" y="66"/>
                      <a:pt x="30" y="65"/>
                    </a:cubicBezTo>
                    <a:cubicBezTo>
                      <a:pt x="31" y="64"/>
                      <a:pt x="31" y="64"/>
                      <a:pt x="31" y="64"/>
                    </a:cubicBezTo>
                    <a:cubicBezTo>
                      <a:pt x="31" y="63"/>
                      <a:pt x="31" y="63"/>
                      <a:pt x="31" y="63"/>
                    </a:cubicBezTo>
                    <a:cubicBezTo>
                      <a:pt x="31" y="62"/>
                      <a:pt x="32" y="61"/>
                      <a:pt x="32" y="61"/>
                    </a:cubicBezTo>
                    <a:cubicBezTo>
                      <a:pt x="31" y="57"/>
                      <a:pt x="29" y="56"/>
                      <a:pt x="27" y="56"/>
                    </a:cubicBezTo>
                    <a:cubicBezTo>
                      <a:pt x="25" y="56"/>
                      <a:pt x="25" y="56"/>
                      <a:pt x="25" y="56"/>
                    </a:cubicBezTo>
                    <a:cubicBezTo>
                      <a:pt x="25" y="56"/>
                      <a:pt x="25" y="56"/>
                      <a:pt x="25" y="56"/>
                    </a:cubicBezTo>
                    <a:cubicBezTo>
                      <a:pt x="27" y="54"/>
                      <a:pt x="27" y="54"/>
                      <a:pt x="27" y="54"/>
                    </a:cubicBezTo>
                    <a:cubicBezTo>
                      <a:pt x="28" y="53"/>
                      <a:pt x="28" y="53"/>
                      <a:pt x="28" y="53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1"/>
                      <a:pt x="29" y="51"/>
                      <a:pt x="29" y="51"/>
                    </a:cubicBezTo>
                    <a:cubicBezTo>
                      <a:pt x="31" y="52"/>
                      <a:pt x="32" y="56"/>
                      <a:pt x="32" y="56"/>
                    </a:cubicBezTo>
                    <a:cubicBezTo>
                      <a:pt x="32" y="57"/>
                      <a:pt x="32" y="57"/>
                      <a:pt x="32" y="57"/>
                    </a:cubicBezTo>
                    <a:cubicBezTo>
                      <a:pt x="33" y="56"/>
                      <a:pt x="33" y="56"/>
                      <a:pt x="33" y="56"/>
                    </a:cubicBezTo>
                    <a:cubicBezTo>
                      <a:pt x="33" y="55"/>
                      <a:pt x="34" y="54"/>
                      <a:pt x="34" y="53"/>
                    </a:cubicBezTo>
                    <a:cubicBezTo>
                      <a:pt x="35" y="54"/>
                      <a:pt x="35" y="54"/>
                      <a:pt x="35" y="54"/>
                    </a:cubicBezTo>
                    <a:cubicBezTo>
                      <a:pt x="36" y="54"/>
                      <a:pt x="37" y="54"/>
                      <a:pt x="38" y="55"/>
                    </a:cubicBezTo>
                    <a:cubicBezTo>
                      <a:pt x="39" y="55"/>
                      <a:pt x="39" y="55"/>
                      <a:pt x="39" y="56"/>
                    </a:cubicBezTo>
                    <a:cubicBezTo>
                      <a:pt x="39" y="57"/>
                      <a:pt x="39" y="57"/>
                      <a:pt x="39" y="57"/>
                    </a:cubicBezTo>
                    <a:cubicBezTo>
                      <a:pt x="38" y="58"/>
                      <a:pt x="38" y="58"/>
                      <a:pt x="38" y="58"/>
                    </a:cubicBezTo>
                    <a:cubicBezTo>
                      <a:pt x="37" y="60"/>
                      <a:pt x="37" y="60"/>
                      <a:pt x="37" y="60"/>
                    </a:cubicBezTo>
                    <a:cubicBezTo>
                      <a:pt x="37" y="60"/>
                      <a:pt x="37" y="60"/>
                      <a:pt x="37" y="60"/>
                    </a:cubicBezTo>
                    <a:cubicBezTo>
                      <a:pt x="37" y="61"/>
                      <a:pt x="37" y="61"/>
                      <a:pt x="37" y="61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3"/>
                      <a:pt x="38" y="63"/>
                      <a:pt x="38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40" y="61"/>
                      <a:pt x="40" y="61"/>
                      <a:pt x="40" y="61"/>
                    </a:cubicBezTo>
                    <a:cubicBezTo>
                      <a:pt x="40" y="58"/>
                      <a:pt x="40" y="58"/>
                      <a:pt x="40" y="58"/>
                    </a:cubicBezTo>
                    <a:cubicBezTo>
                      <a:pt x="41" y="55"/>
                      <a:pt x="41" y="55"/>
                      <a:pt x="41" y="55"/>
                    </a:cubicBezTo>
                    <a:cubicBezTo>
                      <a:pt x="42" y="54"/>
                      <a:pt x="43" y="52"/>
                      <a:pt x="43" y="52"/>
                    </a:cubicBezTo>
                    <a:cubicBezTo>
                      <a:pt x="43" y="49"/>
                      <a:pt x="43" y="49"/>
                      <a:pt x="43" y="49"/>
                    </a:cubicBezTo>
                    <a:cubicBezTo>
                      <a:pt x="44" y="47"/>
                      <a:pt x="44" y="47"/>
                      <a:pt x="44" y="47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5" y="46"/>
                      <a:pt x="45" y="46"/>
                      <a:pt x="45" y="46"/>
                    </a:cubicBezTo>
                    <a:cubicBezTo>
                      <a:pt x="44" y="45"/>
                      <a:pt x="44" y="45"/>
                      <a:pt x="44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1" y="45"/>
                      <a:pt x="41" y="45"/>
                      <a:pt x="41" y="45"/>
                    </a:cubicBezTo>
                    <a:cubicBezTo>
                      <a:pt x="41" y="45"/>
                      <a:pt x="41" y="45"/>
                      <a:pt x="41" y="45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39" y="48"/>
                      <a:pt x="39" y="48"/>
                      <a:pt x="39" y="48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8" y="52"/>
                      <a:pt x="38" y="52"/>
                      <a:pt x="38" y="52"/>
                    </a:cubicBezTo>
                    <a:cubicBezTo>
                      <a:pt x="38" y="52"/>
                      <a:pt x="36" y="51"/>
                      <a:pt x="35" y="50"/>
                    </a:cubicBezTo>
                    <a:cubicBezTo>
                      <a:pt x="35" y="49"/>
                      <a:pt x="35" y="49"/>
                      <a:pt x="35" y="49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7" y="47"/>
                      <a:pt x="37" y="47"/>
                      <a:pt x="37" y="47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5" y="47"/>
                      <a:pt x="34" y="47"/>
                      <a:pt x="33" y="47"/>
                    </a:cubicBezTo>
                    <a:cubicBezTo>
                      <a:pt x="34" y="46"/>
                      <a:pt x="35" y="45"/>
                      <a:pt x="36" y="43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41" y="38"/>
                      <a:pt x="41" y="37"/>
                      <a:pt x="41" y="36"/>
                    </a:cubicBezTo>
                    <a:cubicBezTo>
                      <a:pt x="41" y="35"/>
                      <a:pt x="41" y="33"/>
                      <a:pt x="42" y="33"/>
                    </a:cubicBezTo>
                    <a:cubicBezTo>
                      <a:pt x="43" y="32"/>
                      <a:pt x="43" y="32"/>
                      <a:pt x="43" y="32"/>
                    </a:cubicBezTo>
                    <a:cubicBezTo>
                      <a:pt x="44" y="32"/>
                      <a:pt x="45" y="34"/>
                      <a:pt x="45" y="34"/>
                    </a:cubicBezTo>
                    <a:cubicBezTo>
                      <a:pt x="45" y="34"/>
                      <a:pt x="45" y="34"/>
                      <a:pt x="45" y="34"/>
                    </a:cubicBezTo>
                    <a:cubicBezTo>
                      <a:pt x="45" y="31"/>
                      <a:pt x="44" y="30"/>
                      <a:pt x="43" y="30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3" y="28"/>
                      <a:pt x="44" y="27"/>
                      <a:pt x="44" y="26"/>
                    </a:cubicBezTo>
                    <a:cubicBezTo>
                      <a:pt x="45" y="24"/>
                      <a:pt x="45" y="24"/>
                      <a:pt x="45" y="24"/>
                    </a:cubicBezTo>
                    <a:cubicBezTo>
                      <a:pt x="45" y="24"/>
                      <a:pt x="45" y="24"/>
                      <a:pt x="45" y="24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6" y="28"/>
                      <a:pt x="46" y="28"/>
                      <a:pt x="46" y="28"/>
                    </a:cubicBezTo>
                    <a:cubicBezTo>
                      <a:pt x="46" y="28"/>
                      <a:pt x="46" y="28"/>
                      <a:pt x="46" y="28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7"/>
                      <a:pt x="48" y="27"/>
                      <a:pt x="48" y="27"/>
                    </a:cubicBezTo>
                    <a:cubicBezTo>
                      <a:pt x="48" y="27"/>
                      <a:pt x="48" y="27"/>
                      <a:pt x="48" y="27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46" y="21"/>
                      <a:pt x="46" y="21"/>
                      <a:pt x="46" y="21"/>
                    </a:cubicBezTo>
                    <a:cubicBezTo>
                      <a:pt x="46" y="20"/>
                      <a:pt x="46" y="20"/>
                      <a:pt x="46" y="20"/>
                    </a:cubicBezTo>
                    <a:cubicBezTo>
                      <a:pt x="46" y="19"/>
                      <a:pt x="47" y="18"/>
                      <a:pt x="47" y="18"/>
                    </a:cubicBezTo>
                    <a:cubicBezTo>
                      <a:pt x="48" y="15"/>
                      <a:pt x="48" y="15"/>
                      <a:pt x="48" y="15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3"/>
                      <a:pt x="48" y="13"/>
                      <a:pt x="48" y="13"/>
                    </a:cubicBezTo>
                    <a:cubicBezTo>
                      <a:pt x="48" y="13"/>
                      <a:pt x="48" y="13"/>
                      <a:pt x="48" y="13"/>
                    </a:cubicBezTo>
                    <a:lnTo>
                      <a:pt x="49" y="12"/>
                    </a:lnTo>
                    <a:close/>
                    <a:moveTo>
                      <a:pt x="35" y="21"/>
                    </a:move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2"/>
                      <a:pt x="35" y="22"/>
                      <a:pt x="35" y="22"/>
                    </a:cubicBezTo>
                    <a:lnTo>
                      <a:pt x="35" y="21"/>
                    </a:lnTo>
                    <a:close/>
                    <a:moveTo>
                      <a:pt x="44" y="10"/>
                    </a:moveTo>
                    <a:cubicBezTo>
                      <a:pt x="45" y="10"/>
                      <a:pt x="45" y="10"/>
                      <a:pt x="45" y="10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lnTo>
                      <a:pt x="44" y="10"/>
                    </a:lnTo>
                    <a:close/>
                    <a:moveTo>
                      <a:pt x="42" y="12"/>
                    </a:moveTo>
                    <a:cubicBezTo>
                      <a:pt x="42" y="12"/>
                      <a:pt x="42" y="12"/>
                      <a:pt x="42" y="12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1" y="13"/>
                      <a:pt x="41" y="13"/>
                      <a:pt x="41" y="13"/>
                    </a:cubicBezTo>
                    <a:lnTo>
                      <a:pt x="42" y="12"/>
                    </a:lnTo>
                    <a:close/>
                    <a:moveTo>
                      <a:pt x="43" y="17"/>
                    </a:moveTo>
                    <a:cubicBezTo>
                      <a:pt x="42" y="16"/>
                      <a:pt x="41" y="15"/>
                      <a:pt x="41" y="15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5"/>
                      <a:pt x="43" y="15"/>
                      <a:pt x="43" y="16"/>
                    </a:cubicBezTo>
                    <a:cubicBezTo>
                      <a:pt x="43" y="18"/>
                      <a:pt x="43" y="18"/>
                      <a:pt x="43" y="18"/>
                    </a:cubicBezTo>
                    <a:cubicBezTo>
                      <a:pt x="43" y="18"/>
                      <a:pt x="43" y="18"/>
                      <a:pt x="43" y="18"/>
                    </a:cubicBezTo>
                    <a:lnTo>
                      <a:pt x="43" y="17"/>
                    </a:lnTo>
                    <a:close/>
                    <a:moveTo>
                      <a:pt x="29" y="21"/>
                    </a:moveTo>
                    <a:cubicBezTo>
                      <a:pt x="29" y="21"/>
                      <a:pt x="29" y="21"/>
                      <a:pt x="29" y="21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9" y="21"/>
                      <a:pt x="29" y="21"/>
                      <a:pt x="29" y="21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31" y="22"/>
                      <a:pt x="31" y="22"/>
                      <a:pt x="31" y="22"/>
                    </a:cubicBezTo>
                    <a:lnTo>
                      <a:pt x="29" y="21"/>
                    </a:lnTo>
                    <a:close/>
                    <a:moveTo>
                      <a:pt x="27" y="20"/>
                    </a:moveTo>
                    <a:cubicBezTo>
                      <a:pt x="27" y="20"/>
                      <a:pt x="27" y="20"/>
                      <a:pt x="27" y="20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29" y="19"/>
                      <a:pt x="29" y="19"/>
                      <a:pt x="29" y="19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7" y="20"/>
                      <a:pt x="27" y="20"/>
                      <a:pt x="27" y="20"/>
                    </a:cubicBezTo>
                    <a:close/>
                    <a:moveTo>
                      <a:pt x="32" y="21"/>
                    </a:moveTo>
                    <a:cubicBezTo>
                      <a:pt x="34" y="22"/>
                      <a:pt x="34" y="22"/>
                      <a:pt x="34" y="22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1" y="21"/>
                      <a:pt x="31" y="21"/>
                      <a:pt x="31" y="21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1" y="20"/>
                      <a:pt x="31" y="20"/>
                      <a:pt x="31" y="20"/>
                    </a:cubicBezTo>
                    <a:cubicBezTo>
                      <a:pt x="31" y="20"/>
                      <a:pt x="31" y="20"/>
                      <a:pt x="31" y="20"/>
                    </a:cubicBezTo>
                    <a:lnTo>
                      <a:pt x="32" y="21"/>
                    </a:lnTo>
                    <a:close/>
                    <a:moveTo>
                      <a:pt x="32" y="15"/>
                    </a:moveTo>
                    <a:cubicBezTo>
                      <a:pt x="33" y="15"/>
                      <a:pt x="34" y="15"/>
                      <a:pt x="34" y="16"/>
                    </a:cubicBezTo>
                    <a:cubicBezTo>
                      <a:pt x="34" y="18"/>
                      <a:pt x="34" y="18"/>
                      <a:pt x="34" y="18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9"/>
                      <a:pt x="31" y="19"/>
                      <a:pt x="31" y="19"/>
                    </a:cubicBezTo>
                    <a:cubicBezTo>
                      <a:pt x="29" y="19"/>
                      <a:pt x="29" y="19"/>
                      <a:pt x="29" y="19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9" y="15"/>
                      <a:pt x="29" y="15"/>
                      <a:pt x="29" y="15"/>
                    </a:cubicBezTo>
                    <a:lnTo>
                      <a:pt x="32" y="15"/>
                    </a:lnTo>
                    <a:close/>
                    <a:moveTo>
                      <a:pt x="28" y="15"/>
                    </a:moveTo>
                    <a:cubicBezTo>
                      <a:pt x="28" y="15"/>
                      <a:pt x="28" y="15"/>
                      <a:pt x="28" y="15"/>
                    </a:cubicBezTo>
                    <a:cubicBezTo>
                      <a:pt x="28" y="15"/>
                      <a:pt x="28" y="15"/>
                      <a:pt x="28" y="15"/>
                    </a:cubicBezTo>
                    <a:close/>
                    <a:moveTo>
                      <a:pt x="22" y="13"/>
                    </a:moveTo>
                    <a:cubicBezTo>
                      <a:pt x="23" y="14"/>
                      <a:pt x="23" y="14"/>
                      <a:pt x="23" y="14"/>
                    </a:cubicBezTo>
                    <a:cubicBezTo>
                      <a:pt x="22" y="14"/>
                      <a:pt x="22" y="14"/>
                      <a:pt x="22" y="14"/>
                    </a:cubicBezTo>
                    <a:lnTo>
                      <a:pt x="22" y="13"/>
                    </a:lnTo>
                    <a:close/>
                    <a:moveTo>
                      <a:pt x="21" y="16"/>
                    </a:moveTo>
                    <a:cubicBezTo>
                      <a:pt x="21" y="16"/>
                      <a:pt x="21" y="16"/>
                      <a:pt x="21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26" y="14"/>
                      <a:pt x="26" y="13"/>
                      <a:pt x="27" y="13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6" y="17"/>
                      <a:pt x="26" y="17"/>
                      <a:pt x="26" y="17"/>
                    </a:cubicBezTo>
                    <a:cubicBezTo>
                      <a:pt x="27" y="18"/>
                      <a:pt x="27" y="18"/>
                      <a:pt x="27" y="18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4"/>
                      <a:pt x="28" y="25"/>
                      <a:pt x="29" y="26"/>
                    </a:cubicBezTo>
                    <a:cubicBezTo>
                      <a:pt x="31" y="27"/>
                      <a:pt x="32" y="29"/>
                      <a:pt x="34" y="30"/>
                    </a:cubicBezTo>
                    <a:cubicBezTo>
                      <a:pt x="35" y="32"/>
                      <a:pt x="35" y="34"/>
                      <a:pt x="36" y="35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4" y="34"/>
                      <a:pt x="33" y="34"/>
                      <a:pt x="33" y="34"/>
                    </a:cubicBezTo>
                    <a:cubicBezTo>
                      <a:pt x="31" y="35"/>
                      <a:pt x="31" y="35"/>
                      <a:pt x="31" y="35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2"/>
                      <a:pt x="21" y="32"/>
                      <a:pt x="21" y="31"/>
                    </a:cubicBezTo>
                    <a:cubicBezTo>
                      <a:pt x="21" y="30"/>
                      <a:pt x="21" y="30"/>
                      <a:pt x="21" y="30"/>
                    </a:cubicBezTo>
                    <a:cubicBezTo>
                      <a:pt x="21" y="29"/>
                      <a:pt x="20" y="28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5"/>
                      <a:pt x="19" y="25"/>
                      <a:pt x="19" y="25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9" y="18"/>
                      <a:pt x="20" y="17"/>
                      <a:pt x="21" y="16"/>
                    </a:cubicBezTo>
                    <a:moveTo>
                      <a:pt x="20" y="31"/>
                    </a:moveTo>
                    <a:cubicBezTo>
                      <a:pt x="20" y="32"/>
                      <a:pt x="20" y="32"/>
                      <a:pt x="20" y="32"/>
                    </a:cubicBezTo>
                    <a:cubicBezTo>
                      <a:pt x="20" y="32"/>
                      <a:pt x="20" y="32"/>
                      <a:pt x="20" y="32"/>
                    </a:cubicBezTo>
                    <a:cubicBezTo>
                      <a:pt x="17" y="32"/>
                      <a:pt x="17" y="31"/>
                      <a:pt x="17" y="29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8" y="28"/>
                      <a:pt x="19" y="27"/>
                      <a:pt x="19" y="27"/>
                    </a:cubicBezTo>
                    <a:cubicBezTo>
                      <a:pt x="20" y="28"/>
                      <a:pt x="20" y="30"/>
                      <a:pt x="20" y="30"/>
                    </a:cubicBezTo>
                    <a:lnTo>
                      <a:pt x="20" y="31"/>
                    </a:lnTo>
                    <a:close/>
                    <a:moveTo>
                      <a:pt x="16" y="18"/>
                    </a:moveTo>
                    <a:cubicBezTo>
                      <a:pt x="16" y="18"/>
                      <a:pt x="16" y="18"/>
                      <a:pt x="16" y="18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7" y="19"/>
                      <a:pt x="18" y="20"/>
                      <a:pt x="18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5" y="20"/>
                      <a:pt x="15" y="20"/>
                      <a:pt x="15" y="20"/>
                    </a:cubicBezTo>
                    <a:lnTo>
                      <a:pt x="16" y="18"/>
                    </a:lnTo>
                    <a:close/>
                    <a:moveTo>
                      <a:pt x="13" y="13"/>
                    </a:moveTo>
                    <a:cubicBezTo>
                      <a:pt x="14" y="13"/>
                      <a:pt x="14" y="13"/>
                      <a:pt x="14" y="13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5" y="12"/>
                      <a:pt x="15" y="16"/>
                      <a:pt x="15" y="17"/>
                    </a:cubicBezTo>
                    <a:cubicBezTo>
                      <a:pt x="15" y="18"/>
                      <a:pt x="15" y="19"/>
                      <a:pt x="15" y="20"/>
                    </a:cubicBezTo>
                    <a:cubicBezTo>
                      <a:pt x="15" y="20"/>
                      <a:pt x="15" y="20"/>
                      <a:pt x="15" y="20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5"/>
                      <a:pt x="13" y="14"/>
                      <a:pt x="13" y="13"/>
                    </a:cubicBezTo>
                    <a:moveTo>
                      <a:pt x="13" y="1"/>
                    </a:moveTo>
                    <a:cubicBezTo>
                      <a:pt x="13" y="2"/>
                      <a:pt x="13" y="5"/>
                      <a:pt x="13" y="8"/>
                    </a:cubicBezTo>
                    <a:cubicBezTo>
                      <a:pt x="13" y="9"/>
                      <a:pt x="13" y="11"/>
                      <a:pt x="13" y="12"/>
                    </a:cubicBezTo>
                    <a:cubicBezTo>
                      <a:pt x="13" y="12"/>
                      <a:pt x="13" y="13"/>
                      <a:pt x="13" y="14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2" y="14"/>
                      <a:pt x="11" y="10"/>
                      <a:pt x="11" y="7"/>
                    </a:cubicBezTo>
                    <a:cubicBezTo>
                      <a:pt x="11" y="5"/>
                      <a:pt x="11" y="3"/>
                      <a:pt x="13" y="1"/>
                    </a:cubicBezTo>
                    <a:moveTo>
                      <a:pt x="12" y="2"/>
                    </a:moveTo>
                    <a:cubicBezTo>
                      <a:pt x="11" y="4"/>
                      <a:pt x="10" y="5"/>
                      <a:pt x="10" y="7"/>
                    </a:cubicBezTo>
                    <a:cubicBezTo>
                      <a:pt x="10" y="11"/>
                      <a:pt x="12" y="15"/>
                      <a:pt x="12" y="15"/>
                    </a:cubicBezTo>
                    <a:cubicBezTo>
                      <a:pt x="12" y="15"/>
                      <a:pt x="12" y="15"/>
                      <a:pt x="12" y="15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7"/>
                      <a:pt x="10" y="4"/>
                      <a:pt x="12" y="2"/>
                    </a:cubicBezTo>
                    <a:moveTo>
                      <a:pt x="9" y="12"/>
                    </a:moveTo>
                    <a:cubicBezTo>
                      <a:pt x="9" y="11"/>
                      <a:pt x="9" y="11"/>
                      <a:pt x="9" y="11"/>
                    </a:cubicBezTo>
                    <a:cubicBezTo>
                      <a:pt x="9" y="13"/>
                      <a:pt x="11" y="16"/>
                      <a:pt x="12" y="17"/>
                    </a:cubicBezTo>
                    <a:cubicBezTo>
                      <a:pt x="11" y="18"/>
                      <a:pt x="11" y="18"/>
                      <a:pt x="11" y="18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0" y="20"/>
                      <a:pt x="9" y="16"/>
                      <a:pt x="9" y="12"/>
                    </a:cubicBezTo>
                    <a:close/>
                    <a:moveTo>
                      <a:pt x="22" y="44"/>
                    </a:moveTo>
                    <a:cubicBezTo>
                      <a:pt x="22" y="41"/>
                      <a:pt x="22" y="41"/>
                      <a:pt x="22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5" y="42"/>
                      <a:pt x="24" y="43"/>
                      <a:pt x="22" y="44"/>
                    </a:cubicBezTo>
                    <a:moveTo>
                      <a:pt x="22" y="44"/>
                    </a:moveTo>
                    <a:cubicBezTo>
                      <a:pt x="19" y="48"/>
                      <a:pt x="19" y="48"/>
                      <a:pt x="19" y="48"/>
                    </a:cubicBezTo>
                    <a:cubicBezTo>
                      <a:pt x="20" y="47"/>
                      <a:pt x="20" y="47"/>
                      <a:pt x="20" y="47"/>
                    </a:cubicBezTo>
                    <a:cubicBezTo>
                      <a:pt x="20" y="46"/>
                      <a:pt x="20" y="45"/>
                      <a:pt x="20" y="44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21" y="44"/>
                      <a:pt x="21" y="44"/>
                      <a:pt x="21" y="44"/>
                    </a:cubicBezTo>
                    <a:lnTo>
                      <a:pt x="22" y="44"/>
                    </a:lnTo>
                    <a:close/>
                    <a:moveTo>
                      <a:pt x="21" y="44"/>
                    </a:move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22" y="41"/>
                      <a:pt x="22" y="41"/>
                      <a:pt x="22" y="41"/>
                    </a:cubicBezTo>
                    <a:lnTo>
                      <a:pt x="21" y="44"/>
                    </a:lnTo>
                    <a:close/>
                    <a:moveTo>
                      <a:pt x="20" y="44"/>
                    </a:moveTo>
                    <a:cubicBezTo>
                      <a:pt x="20" y="44"/>
                      <a:pt x="20" y="44"/>
                      <a:pt x="20" y="44"/>
                    </a:cubicBezTo>
                    <a:cubicBezTo>
                      <a:pt x="20" y="44"/>
                      <a:pt x="18" y="45"/>
                      <a:pt x="16" y="45"/>
                    </a:cubicBezTo>
                    <a:cubicBezTo>
                      <a:pt x="18" y="45"/>
                      <a:pt x="18" y="43"/>
                      <a:pt x="18" y="42"/>
                    </a:cubicBezTo>
                    <a:cubicBezTo>
                      <a:pt x="20" y="42"/>
                      <a:pt x="20" y="42"/>
                      <a:pt x="20" y="42"/>
                    </a:cubicBezTo>
                    <a:lnTo>
                      <a:pt x="20" y="44"/>
                    </a:lnTo>
                    <a:close/>
                    <a:moveTo>
                      <a:pt x="11" y="34"/>
                    </a:move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lose/>
                    <a:moveTo>
                      <a:pt x="11" y="38"/>
                    </a:moveTo>
                    <a:cubicBezTo>
                      <a:pt x="12" y="39"/>
                      <a:pt x="13" y="39"/>
                      <a:pt x="14" y="39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1"/>
                      <a:pt x="11" y="39"/>
                      <a:pt x="11" y="38"/>
                    </a:cubicBezTo>
                    <a:moveTo>
                      <a:pt x="14" y="40"/>
                    </a:moveTo>
                    <a:cubicBezTo>
                      <a:pt x="15" y="41"/>
                      <a:pt x="15" y="42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6" y="42"/>
                      <a:pt x="17" y="42"/>
                      <a:pt x="18" y="42"/>
                    </a:cubicBezTo>
                    <a:cubicBezTo>
                      <a:pt x="18" y="43"/>
                      <a:pt x="17" y="45"/>
                      <a:pt x="15" y="45"/>
                    </a:cubicBezTo>
                    <a:cubicBezTo>
                      <a:pt x="15" y="45"/>
                      <a:pt x="15" y="43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3" y="43"/>
                      <a:pt x="13" y="43"/>
                      <a:pt x="13" y="43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3" y="42"/>
                      <a:pt x="14" y="40"/>
                      <a:pt x="14" y="40"/>
                    </a:cubicBezTo>
                    <a:moveTo>
                      <a:pt x="12" y="44"/>
                    </a:moveTo>
                    <a:cubicBezTo>
                      <a:pt x="12" y="43"/>
                      <a:pt x="12" y="43"/>
                      <a:pt x="12" y="43"/>
                    </a:cubicBezTo>
                    <a:cubicBezTo>
                      <a:pt x="13" y="43"/>
                      <a:pt x="13" y="43"/>
                      <a:pt x="13" y="43"/>
                    </a:cubicBezTo>
                    <a:cubicBezTo>
                      <a:pt x="14" y="43"/>
                      <a:pt x="14" y="43"/>
                      <a:pt x="14" y="43"/>
                    </a:cubicBezTo>
                    <a:cubicBezTo>
                      <a:pt x="14" y="44"/>
                      <a:pt x="14" y="45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5" y="46"/>
                      <a:pt x="15" y="46"/>
                      <a:pt x="15" y="46"/>
                    </a:cubicBezTo>
                    <a:cubicBezTo>
                      <a:pt x="16" y="46"/>
                      <a:pt x="16" y="46"/>
                      <a:pt x="16" y="46"/>
                    </a:cubicBezTo>
                    <a:cubicBezTo>
                      <a:pt x="16" y="47"/>
                      <a:pt x="16" y="47"/>
                      <a:pt x="16" y="47"/>
                    </a:cubicBezTo>
                    <a:cubicBezTo>
                      <a:pt x="16" y="48"/>
                      <a:pt x="16" y="48"/>
                      <a:pt x="15" y="50"/>
                    </a:cubicBezTo>
                    <a:cubicBezTo>
                      <a:pt x="15" y="52"/>
                      <a:pt x="12" y="54"/>
                      <a:pt x="11" y="55"/>
                    </a:cubicBezTo>
                    <a:cubicBezTo>
                      <a:pt x="9" y="57"/>
                      <a:pt x="9" y="58"/>
                      <a:pt x="8" y="60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5" y="61"/>
                      <a:pt x="5" y="59"/>
                      <a:pt x="5" y="59"/>
                    </a:cubicBezTo>
                    <a:cubicBezTo>
                      <a:pt x="5" y="58"/>
                      <a:pt x="5" y="58"/>
                      <a:pt x="5" y="58"/>
                    </a:cubicBezTo>
                    <a:cubicBezTo>
                      <a:pt x="5" y="54"/>
                      <a:pt x="10" y="52"/>
                      <a:pt x="12" y="44"/>
                    </a:cubicBezTo>
                    <a:moveTo>
                      <a:pt x="18" y="42"/>
                    </a:moveTo>
                    <a:cubicBezTo>
                      <a:pt x="16" y="42"/>
                      <a:pt x="16" y="42"/>
                      <a:pt x="16" y="42"/>
                    </a:cubicBezTo>
                    <a:cubicBezTo>
                      <a:pt x="17" y="41"/>
                      <a:pt x="18" y="40"/>
                      <a:pt x="18" y="39"/>
                    </a:cubicBezTo>
                    <a:cubicBezTo>
                      <a:pt x="18" y="40"/>
                      <a:pt x="18" y="40"/>
                      <a:pt x="18" y="40"/>
                    </a:cubicBezTo>
                    <a:cubicBezTo>
                      <a:pt x="19" y="42"/>
                      <a:pt x="19" y="42"/>
                      <a:pt x="19" y="42"/>
                    </a:cubicBezTo>
                    <a:lnTo>
                      <a:pt x="18" y="42"/>
                    </a:lnTo>
                    <a:close/>
                    <a:moveTo>
                      <a:pt x="15" y="41"/>
                    </a:move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3" y="39"/>
                      <a:pt x="12" y="38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5" y="38"/>
                      <a:pt x="16" y="38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39"/>
                      <a:pt x="17" y="41"/>
                      <a:pt x="15" y="41"/>
                    </a:cubicBezTo>
                    <a:moveTo>
                      <a:pt x="14" y="35"/>
                    </a:moveTo>
                    <a:cubicBezTo>
                      <a:pt x="14" y="35"/>
                      <a:pt x="14" y="35"/>
                      <a:pt x="14" y="35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2" y="37"/>
                      <a:pt x="11" y="38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5"/>
                      <a:pt x="12" y="35"/>
                      <a:pt x="12" y="35"/>
                    </a:cubicBezTo>
                    <a:cubicBezTo>
                      <a:pt x="12" y="35"/>
                      <a:pt x="12" y="35"/>
                      <a:pt x="12" y="35"/>
                    </a:cubicBezTo>
                    <a:cubicBezTo>
                      <a:pt x="13" y="35"/>
                      <a:pt x="13" y="35"/>
                      <a:pt x="13" y="35"/>
                    </a:cubicBezTo>
                    <a:cubicBezTo>
                      <a:pt x="14" y="35"/>
                      <a:pt x="14" y="35"/>
                      <a:pt x="14" y="35"/>
                    </a:cubicBezTo>
                    <a:close/>
                    <a:moveTo>
                      <a:pt x="9" y="34"/>
                    </a:moveTo>
                    <a:cubicBezTo>
                      <a:pt x="9" y="32"/>
                      <a:pt x="9" y="32"/>
                      <a:pt x="9" y="32"/>
                    </a:cubicBezTo>
                    <a:cubicBezTo>
                      <a:pt x="10" y="31"/>
                      <a:pt x="10" y="31"/>
                      <a:pt x="10" y="31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29"/>
                      <a:pt x="10" y="30"/>
                      <a:pt x="10" y="30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2" y="32"/>
                      <a:pt x="12" y="32"/>
                      <a:pt x="12" y="32"/>
                    </a:cubicBezTo>
                    <a:lnTo>
                      <a:pt x="9" y="34"/>
                    </a:lnTo>
                    <a:close/>
                    <a:moveTo>
                      <a:pt x="10" y="27"/>
                    </a:moveTo>
                    <a:cubicBezTo>
                      <a:pt x="10" y="27"/>
                      <a:pt x="8" y="27"/>
                      <a:pt x="7" y="28"/>
                    </a:cubicBezTo>
                    <a:cubicBezTo>
                      <a:pt x="8" y="27"/>
                      <a:pt x="8" y="27"/>
                      <a:pt x="8" y="27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10" y="27"/>
                      <a:pt x="10" y="27"/>
                      <a:pt x="10" y="27"/>
                    </a:cubicBezTo>
                    <a:close/>
                    <a:moveTo>
                      <a:pt x="9" y="25"/>
                    </a:move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8" y="25"/>
                      <a:pt x="7" y="24"/>
                      <a:pt x="7" y="23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9" y="25"/>
                      <a:pt x="9" y="25"/>
                      <a:pt x="9" y="25"/>
                    </a:cubicBezTo>
                    <a:close/>
                    <a:moveTo>
                      <a:pt x="10" y="23"/>
                    </a:moveTo>
                    <a:cubicBezTo>
                      <a:pt x="10" y="22"/>
                      <a:pt x="9" y="22"/>
                      <a:pt x="8" y="22"/>
                    </a:cubicBezTo>
                    <a:cubicBezTo>
                      <a:pt x="10" y="21"/>
                      <a:pt x="10" y="21"/>
                      <a:pt x="10" y="21"/>
                    </a:cubicBezTo>
                    <a:cubicBezTo>
                      <a:pt x="10" y="21"/>
                      <a:pt x="10" y="21"/>
                      <a:pt x="10" y="21"/>
                    </a:cubicBezTo>
                    <a:lnTo>
                      <a:pt x="10" y="23"/>
                    </a:lnTo>
                    <a:close/>
                    <a:moveTo>
                      <a:pt x="3" y="3"/>
                    </a:moveTo>
                    <a:cubicBezTo>
                      <a:pt x="4" y="5"/>
                      <a:pt x="7" y="10"/>
                      <a:pt x="8" y="12"/>
                    </a:cubicBezTo>
                    <a:cubicBezTo>
                      <a:pt x="8" y="13"/>
                      <a:pt x="8" y="14"/>
                      <a:pt x="8" y="15"/>
                    </a:cubicBezTo>
                    <a:cubicBezTo>
                      <a:pt x="7" y="13"/>
                      <a:pt x="3" y="7"/>
                      <a:pt x="3" y="3"/>
                    </a:cubicBezTo>
                    <a:close/>
                    <a:moveTo>
                      <a:pt x="2" y="2"/>
                    </a:moveTo>
                    <a:cubicBezTo>
                      <a:pt x="3" y="3"/>
                      <a:pt x="3" y="3"/>
                      <a:pt x="3" y="3"/>
                    </a:cubicBezTo>
                    <a:cubicBezTo>
                      <a:pt x="2" y="2"/>
                      <a:pt x="2" y="2"/>
                      <a:pt x="2" y="2"/>
                    </a:cubicBezTo>
                    <a:close/>
                    <a:moveTo>
                      <a:pt x="2" y="5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9"/>
                      <a:pt x="9" y="16"/>
                      <a:pt x="9" y="16"/>
                    </a:cubicBezTo>
                    <a:cubicBezTo>
                      <a:pt x="9" y="17"/>
                      <a:pt x="9" y="19"/>
                      <a:pt x="10" y="20"/>
                    </a:cubicBezTo>
                    <a:cubicBezTo>
                      <a:pt x="9" y="19"/>
                      <a:pt x="8" y="18"/>
                      <a:pt x="7" y="16"/>
                    </a:cubicBezTo>
                    <a:cubicBezTo>
                      <a:pt x="6" y="16"/>
                      <a:pt x="6" y="16"/>
                      <a:pt x="6" y="16"/>
                    </a:cubicBezTo>
                    <a:cubicBezTo>
                      <a:pt x="6" y="16"/>
                      <a:pt x="2" y="10"/>
                      <a:pt x="2" y="5"/>
                    </a:cubicBezTo>
                    <a:moveTo>
                      <a:pt x="6" y="16"/>
                    </a:moveTo>
                    <a:cubicBezTo>
                      <a:pt x="7" y="18"/>
                      <a:pt x="9" y="20"/>
                      <a:pt x="10" y="20"/>
                    </a:cubicBezTo>
                    <a:cubicBezTo>
                      <a:pt x="9" y="21"/>
                      <a:pt x="9" y="21"/>
                      <a:pt x="9" y="21"/>
                    </a:cubicBezTo>
                    <a:cubicBezTo>
                      <a:pt x="8" y="21"/>
                      <a:pt x="7" y="19"/>
                      <a:pt x="6" y="18"/>
                    </a:cubicBezTo>
                    <a:cubicBezTo>
                      <a:pt x="4" y="17"/>
                      <a:pt x="3" y="15"/>
                      <a:pt x="2" y="13"/>
                    </a:cubicBezTo>
                    <a:cubicBezTo>
                      <a:pt x="3" y="14"/>
                      <a:pt x="5" y="16"/>
                      <a:pt x="6" y="16"/>
                    </a:cubicBezTo>
                    <a:moveTo>
                      <a:pt x="6" y="22"/>
                    </a:moveTo>
                    <a:cubicBezTo>
                      <a:pt x="6" y="22"/>
                      <a:pt x="6" y="22"/>
                      <a:pt x="6" y="22"/>
                    </a:cubicBezTo>
                    <a:cubicBezTo>
                      <a:pt x="6" y="22"/>
                      <a:pt x="1" y="18"/>
                      <a:pt x="1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3" y="17"/>
                      <a:pt x="7" y="20"/>
                      <a:pt x="8" y="2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4"/>
                      <a:pt x="8" y="25"/>
                      <a:pt x="8" y="25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5"/>
                      <a:pt x="6" y="25"/>
                      <a:pt x="5" y="24"/>
                    </a:cubicBezTo>
                    <a:cubicBezTo>
                      <a:pt x="4" y="23"/>
                      <a:pt x="3" y="22"/>
                      <a:pt x="2" y="21"/>
                    </a:cubicBezTo>
                    <a:cubicBezTo>
                      <a:pt x="3" y="21"/>
                      <a:pt x="5" y="21"/>
                      <a:pt x="6" y="22"/>
                    </a:cubicBezTo>
                    <a:moveTo>
                      <a:pt x="4" y="26"/>
                    </a:moveTo>
                    <a:cubicBezTo>
                      <a:pt x="3" y="25"/>
                      <a:pt x="2" y="23"/>
                      <a:pt x="2" y="22"/>
                    </a:cubicBezTo>
                    <a:cubicBezTo>
                      <a:pt x="3" y="24"/>
                      <a:pt x="7" y="26"/>
                      <a:pt x="8" y="26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8"/>
                      <a:pt x="5" y="27"/>
                      <a:pt x="4" y="26"/>
                    </a:cubicBezTo>
                    <a:moveTo>
                      <a:pt x="4" y="29"/>
                    </a:moveTo>
                    <a:cubicBezTo>
                      <a:pt x="4" y="29"/>
                      <a:pt x="5" y="28"/>
                      <a:pt x="6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7" y="29"/>
                      <a:pt x="7" y="29"/>
                      <a:pt x="7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5" y="30"/>
                      <a:pt x="4" y="29"/>
                      <a:pt x="4" y="29"/>
                    </a:cubicBezTo>
                    <a:close/>
                    <a:moveTo>
                      <a:pt x="4" y="30"/>
                    </a:moveTo>
                    <a:cubicBezTo>
                      <a:pt x="5" y="31"/>
                      <a:pt x="8" y="31"/>
                      <a:pt x="9" y="31"/>
                    </a:cubicBezTo>
                    <a:cubicBezTo>
                      <a:pt x="9" y="32"/>
                      <a:pt x="9" y="32"/>
                      <a:pt x="9" y="32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7" y="33"/>
                      <a:pt x="7" y="33"/>
                      <a:pt x="7" y="33"/>
                    </a:cubicBezTo>
                    <a:cubicBezTo>
                      <a:pt x="6" y="33"/>
                      <a:pt x="5" y="32"/>
                      <a:pt x="4" y="30"/>
                    </a:cubicBezTo>
                    <a:moveTo>
                      <a:pt x="6" y="35"/>
                    </a:moveTo>
                    <a:cubicBezTo>
                      <a:pt x="5" y="35"/>
                      <a:pt x="5" y="35"/>
                      <a:pt x="5" y="35"/>
                    </a:cubicBezTo>
                    <a:cubicBezTo>
                      <a:pt x="5" y="35"/>
                      <a:pt x="5" y="35"/>
                      <a:pt x="5" y="35"/>
                    </a:cubicBezTo>
                    <a:cubicBezTo>
                      <a:pt x="5" y="35"/>
                      <a:pt x="5" y="35"/>
                      <a:pt x="5" y="35"/>
                    </a:cubicBezTo>
                    <a:cubicBezTo>
                      <a:pt x="4" y="35"/>
                      <a:pt x="2" y="36"/>
                      <a:pt x="2" y="38"/>
                    </a:cubicBezTo>
                    <a:cubicBezTo>
                      <a:pt x="2" y="38"/>
                      <a:pt x="2" y="38"/>
                      <a:pt x="2" y="38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6" y="40"/>
                      <a:pt x="6" y="42"/>
                    </a:cubicBezTo>
                    <a:cubicBezTo>
                      <a:pt x="6" y="43"/>
                      <a:pt x="6" y="43"/>
                      <a:pt x="6" y="43"/>
                    </a:cubicBezTo>
                    <a:cubicBezTo>
                      <a:pt x="5" y="45"/>
                      <a:pt x="3" y="46"/>
                      <a:pt x="3" y="48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3" y="49"/>
                      <a:pt x="3" y="50"/>
                      <a:pt x="4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3" y="51"/>
                      <a:pt x="3" y="51"/>
                      <a:pt x="3" y="51"/>
                    </a:cubicBezTo>
                    <a:cubicBezTo>
                      <a:pt x="3" y="51"/>
                      <a:pt x="3" y="50"/>
                      <a:pt x="3" y="49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3" y="46"/>
                      <a:pt x="3" y="46"/>
                      <a:pt x="3" y="46"/>
                    </a:cubicBezTo>
                    <a:cubicBezTo>
                      <a:pt x="3" y="45"/>
                      <a:pt x="4" y="44"/>
                      <a:pt x="5" y="43"/>
                    </a:cubicBezTo>
                    <a:cubicBezTo>
                      <a:pt x="5" y="42"/>
                      <a:pt x="5" y="42"/>
                      <a:pt x="5" y="42"/>
                    </a:cubicBezTo>
                    <a:cubicBezTo>
                      <a:pt x="5" y="41"/>
                      <a:pt x="3" y="40"/>
                      <a:pt x="3" y="40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4" y="41"/>
                      <a:pt x="4" y="42"/>
                    </a:cubicBezTo>
                    <a:cubicBezTo>
                      <a:pt x="4" y="43"/>
                      <a:pt x="4" y="43"/>
                      <a:pt x="4" y="43"/>
                    </a:cubicBezTo>
                    <a:cubicBezTo>
                      <a:pt x="4" y="44"/>
                      <a:pt x="3" y="45"/>
                      <a:pt x="2" y="46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2" y="49"/>
                      <a:pt x="2" y="49"/>
                      <a:pt x="2" y="48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2" y="47"/>
                      <a:pt x="3" y="43"/>
                      <a:pt x="3" y="43"/>
                    </a:cubicBezTo>
                    <a:cubicBezTo>
                      <a:pt x="3" y="42"/>
                      <a:pt x="3" y="42"/>
                      <a:pt x="3" y="42"/>
                    </a:cubicBezTo>
                    <a:cubicBezTo>
                      <a:pt x="3" y="41"/>
                      <a:pt x="2" y="40"/>
                      <a:pt x="2" y="40"/>
                    </a:cubicBezTo>
                    <a:cubicBezTo>
                      <a:pt x="1" y="41"/>
                      <a:pt x="1" y="41"/>
                      <a:pt x="1" y="41"/>
                    </a:cubicBezTo>
                    <a:cubicBezTo>
                      <a:pt x="2" y="41"/>
                      <a:pt x="2" y="41"/>
                      <a:pt x="2" y="41"/>
                    </a:cubicBezTo>
                    <a:cubicBezTo>
                      <a:pt x="3" y="42"/>
                      <a:pt x="3" y="42"/>
                      <a:pt x="3" y="42"/>
                    </a:cubicBezTo>
                    <a:cubicBezTo>
                      <a:pt x="3" y="43"/>
                      <a:pt x="3" y="43"/>
                      <a:pt x="3" y="43"/>
                    </a:cubicBezTo>
                    <a:cubicBezTo>
                      <a:pt x="2" y="43"/>
                      <a:pt x="1" y="46"/>
                      <a:pt x="1" y="48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3" y="51"/>
                      <a:pt x="3" y="51"/>
                      <a:pt x="3" y="51"/>
                    </a:cubicBezTo>
                    <a:cubicBezTo>
                      <a:pt x="2" y="51"/>
                      <a:pt x="1" y="50"/>
                      <a:pt x="1" y="49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2" y="44"/>
                      <a:pt x="2" y="44"/>
                      <a:pt x="2" y="43"/>
                    </a:cubicBezTo>
                    <a:cubicBezTo>
                      <a:pt x="2" y="43"/>
                      <a:pt x="2" y="43"/>
                      <a:pt x="2" y="43"/>
                    </a:cubicBezTo>
                    <a:cubicBezTo>
                      <a:pt x="2" y="42"/>
                      <a:pt x="1" y="41"/>
                      <a:pt x="1" y="38"/>
                    </a:cubicBezTo>
                    <a:cubicBezTo>
                      <a:pt x="1" y="38"/>
                      <a:pt x="1" y="38"/>
                      <a:pt x="1" y="38"/>
                    </a:cubicBezTo>
                    <a:cubicBezTo>
                      <a:pt x="1" y="35"/>
                      <a:pt x="3" y="34"/>
                      <a:pt x="5" y="34"/>
                    </a:cubicBezTo>
                    <a:cubicBezTo>
                      <a:pt x="6" y="34"/>
                      <a:pt x="6" y="34"/>
                      <a:pt x="6" y="34"/>
                    </a:cubicBezTo>
                    <a:cubicBezTo>
                      <a:pt x="7" y="34"/>
                      <a:pt x="7" y="34"/>
                      <a:pt x="7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7" y="35"/>
                      <a:pt x="7" y="35"/>
                      <a:pt x="7" y="35"/>
                    </a:cubicBezTo>
                    <a:lnTo>
                      <a:pt x="6" y="35"/>
                    </a:lnTo>
                    <a:close/>
                    <a:moveTo>
                      <a:pt x="9" y="34"/>
                    </a:moveTo>
                    <a:cubicBezTo>
                      <a:pt x="9" y="34"/>
                      <a:pt x="9" y="34"/>
                      <a:pt x="9" y="34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9" y="35"/>
                      <a:pt x="9" y="35"/>
                      <a:pt x="9" y="35"/>
                    </a:cubicBezTo>
                    <a:cubicBezTo>
                      <a:pt x="10" y="35"/>
                      <a:pt x="10" y="35"/>
                      <a:pt x="10" y="35"/>
                    </a:cubicBezTo>
                    <a:cubicBezTo>
                      <a:pt x="8" y="37"/>
                      <a:pt x="8" y="37"/>
                      <a:pt x="8" y="37"/>
                    </a:cubicBezTo>
                    <a:lnTo>
                      <a:pt x="9" y="34"/>
                    </a:lnTo>
                    <a:close/>
                    <a:moveTo>
                      <a:pt x="8" y="37"/>
                    </a:moveTo>
                    <a:cubicBezTo>
                      <a:pt x="9" y="37"/>
                      <a:pt x="10" y="36"/>
                      <a:pt x="11" y="35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0" y="38"/>
                      <a:pt x="9" y="37"/>
                      <a:pt x="8" y="37"/>
                    </a:cubicBezTo>
                    <a:moveTo>
                      <a:pt x="27" y="57"/>
                    </a:moveTo>
                    <a:cubicBezTo>
                      <a:pt x="29" y="57"/>
                      <a:pt x="31" y="57"/>
                      <a:pt x="31" y="61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4"/>
                      <a:pt x="30" y="64"/>
                      <a:pt x="30" y="64"/>
                    </a:cubicBezTo>
                    <a:cubicBezTo>
                      <a:pt x="30" y="64"/>
                      <a:pt x="30" y="64"/>
                      <a:pt x="30" y="64"/>
                    </a:cubicBezTo>
                    <a:cubicBezTo>
                      <a:pt x="30" y="65"/>
                      <a:pt x="30" y="65"/>
                      <a:pt x="30" y="65"/>
                    </a:cubicBezTo>
                    <a:cubicBezTo>
                      <a:pt x="29" y="66"/>
                      <a:pt x="27" y="68"/>
                      <a:pt x="25" y="69"/>
                    </a:cubicBezTo>
                    <a:cubicBezTo>
                      <a:pt x="25" y="70"/>
                      <a:pt x="25" y="70"/>
                      <a:pt x="25" y="70"/>
                    </a:cubicBezTo>
                    <a:cubicBezTo>
                      <a:pt x="25" y="71"/>
                      <a:pt x="26" y="72"/>
                      <a:pt x="26" y="73"/>
                    </a:cubicBezTo>
                    <a:cubicBezTo>
                      <a:pt x="27" y="74"/>
                      <a:pt x="28" y="76"/>
                      <a:pt x="29" y="77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80"/>
                      <a:pt x="30" y="80"/>
                      <a:pt x="30" y="80"/>
                    </a:cubicBezTo>
                    <a:cubicBezTo>
                      <a:pt x="30" y="80"/>
                      <a:pt x="30" y="80"/>
                      <a:pt x="30" y="80"/>
                    </a:cubicBezTo>
                    <a:cubicBezTo>
                      <a:pt x="31" y="79"/>
                      <a:pt x="31" y="79"/>
                      <a:pt x="31" y="79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2" y="77"/>
                      <a:pt x="32" y="77"/>
                      <a:pt x="32" y="77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4" y="76"/>
                      <a:pt x="34" y="76"/>
                      <a:pt x="34" y="76"/>
                    </a:cubicBezTo>
                    <a:cubicBezTo>
                      <a:pt x="34" y="76"/>
                      <a:pt x="34" y="76"/>
                      <a:pt x="34" y="76"/>
                    </a:cubicBezTo>
                    <a:cubicBezTo>
                      <a:pt x="35" y="76"/>
                      <a:pt x="35" y="76"/>
                      <a:pt x="35" y="76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2" y="76"/>
                      <a:pt x="32" y="76"/>
                      <a:pt x="32" y="76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2" y="75"/>
                      <a:pt x="32" y="75"/>
                      <a:pt x="32" y="75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5" y="75"/>
                      <a:pt x="35" y="75"/>
                      <a:pt x="35" y="75"/>
                    </a:cubicBezTo>
                    <a:cubicBezTo>
                      <a:pt x="35" y="74"/>
                      <a:pt x="35" y="74"/>
                      <a:pt x="35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4" y="73"/>
                      <a:pt x="34" y="73"/>
                      <a:pt x="34" y="73"/>
                    </a:cubicBezTo>
                    <a:cubicBezTo>
                      <a:pt x="35" y="73"/>
                      <a:pt x="35" y="73"/>
                      <a:pt x="35" y="73"/>
                    </a:cubicBezTo>
                    <a:cubicBezTo>
                      <a:pt x="35" y="75"/>
                      <a:pt x="35" y="75"/>
                      <a:pt x="35" y="75"/>
                    </a:cubicBezTo>
                    <a:cubicBezTo>
                      <a:pt x="34" y="79"/>
                      <a:pt x="34" y="79"/>
                      <a:pt x="34" y="79"/>
                    </a:cubicBezTo>
                    <a:cubicBezTo>
                      <a:pt x="33" y="80"/>
                      <a:pt x="31" y="82"/>
                      <a:pt x="31" y="82"/>
                    </a:cubicBezTo>
                    <a:cubicBezTo>
                      <a:pt x="29" y="82"/>
                      <a:pt x="29" y="82"/>
                      <a:pt x="28" y="81"/>
                    </a:cubicBezTo>
                    <a:cubicBezTo>
                      <a:pt x="28" y="80"/>
                      <a:pt x="27" y="78"/>
                      <a:pt x="27" y="78"/>
                    </a:cubicBezTo>
                    <a:cubicBezTo>
                      <a:pt x="27" y="78"/>
                      <a:pt x="27" y="78"/>
                      <a:pt x="27" y="78"/>
                    </a:cubicBezTo>
                    <a:cubicBezTo>
                      <a:pt x="27" y="78"/>
                      <a:pt x="27" y="78"/>
                      <a:pt x="27" y="78"/>
                    </a:cubicBezTo>
                    <a:cubicBezTo>
                      <a:pt x="26" y="78"/>
                      <a:pt x="26" y="78"/>
                      <a:pt x="26" y="78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4" y="75"/>
                      <a:pt x="23" y="75"/>
                      <a:pt x="22" y="74"/>
                    </a:cubicBezTo>
                    <a:cubicBezTo>
                      <a:pt x="21" y="73"/>
                      <a:pt x="21" y="73"/>
                      <a:pt x="21" y="73"/>
                    </a:cubicBezTo>
                    <a:cubicBezTo>
                      <a:pt x="21" y="72"/>
                      <a:pt x="21" y="72"/>
                      <a:pt x="21" y="72"/>
                    </a:cubicBezTo>
                    <a:cubicBezTo>
                      <a:pt x="21" y="72"/>
                      <a:pt x="21" y="72"/>
                      <a:pt x="21" y="72"/>
                    </a:cubicBezTo>
                    <a:cubicBezTo>
                      <a:pt x="22" y="69"/>
                      <a:pt x="22" y="69"/>
                      <a:pt x="22" y="69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7"/>
                      <a:pt x="22" y="67"/>
                      <a:pt x="22" y="67"/>
                    </a:cubicBezTo>
                    <a:cubicBezTo>
                      <a:pt x="22" y="65"/>
                      <a:pt x="23" y="64"/>
                      <a:pt x="23" y="63"/>
                    </a:cubicBezTo>
                    <a:cubicBezTo>
                      <a:pt x="23" y="62"/>
                      <a:pt x="25" y="62"/>
                      <a:pt x="25" y="62"/>
                    </a:cubicBezTo>
                    <a:cubicBezTo>
                      <a:pt x="25" y="61"/>
                      <a:pt x="25" y="61"/>
                      <a:pt x="25" y="61"/>
                    </a:cubicBezTo>
                    <a:cubicBezTo>
                      <a:pt x="24" y="61"/>
                      <a:pt x="24" y="61"/>
                      <a:pt x="24" y="61"/>
                    </a:cubicBezTo>
                    <a:cubicBezTo>
                      <a:pt x="24" y="62"/>
                      <a:pt x="24" y="62"/>
                      <a:pt x="24" y="62"/>
                    </a:cubicBezTo>
                    <a:cubicBezTo>
                      <a:pt x="23" y="63"/>
                      <a:pt x="23" y="63"/>
                      <a:pt x="23" y="63"/>
                    </a:cubicBezTo>
                    <a:cubicBezTo>
                      <a:pt x="22" y="64"/>
                      <a:pt x="22" y="65"/>
                      <a:pt x="22" y="67"/>
                    </a:cubicBezTo>
                    <a:cubicBezTo>
                      <a:pt x="20" y="68"/>
                      <a:pt x="20" y="68"/>
                      <a:pt x="20" y="68"/>
                    </a:cubicBezTo>
                    <a:cubicBezTo>
                      <a:pt x="19" y="69"/>
                      <a:pt x="19" y="69"/>
                      <a:pt x="19" y="69"/>
                    </a:cubicBezTo>
                    <a:cubicBezTo>
                      <a:pt x="20" y="67"/>
                      <a:pt x="20" y="65"/>
                      <a:pt x="20" y="64"/>
                    </a:cubicBezTo>
                    <a:cubicBezTo>
                      <a:pt x="20" y="64"/>
                      <a:pt x="20" y="64"/>
                      <a:pt x="20" y="64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2"/>
                      <a:pt x="21" y="61"/>
                      <a:pt x="21" y="61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4" y="59"/>
                      <a:pt x="24" y="59"/>
                      <a:pt x="24" y="59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5" y="57"/>
                      <a:pt x="26" y="57"/>
                      <a:pt x="27" y="57"/>
                    </a:cubicBezTo>
                    <a:moveTo>
                      <a:pt x="28" y="52"/>
                    </a:moveTo>
                    <a:cubicBezTo>
                      <a:pt x="28" y="52"/>
                      <a:pt x="28" y="52"/>
                      <a:pt x="28" y="52"/>
                    </a:cubicBezTo>
                    <a:cubicBezTo>
                      <a:pt x="28" y="53"/>
                      <a:pt x="25" y="54"/>
                      <a:pt x="25" y="55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3" y="59"/>
                      <a:pt x="23" y="59"/>
                      <a:pt x="23" y="59"/>
                    </a:cubicBezTo>
                    <a:cubicBezTo>
                      <a:pt x="23" y="59"/>
                      <a:pt x="23" y="59"/>
                      <a:pt x="23" y="59"/>
                    </a:cubicBezTo>
                    <a:cubicBezTo>
                      <a:pt x="21" y="60"/>
                      <a:pt x="21" y="60"/>
                      <a:pt x="21" y="60"/>
                    </a:cubicBezTo>
                    <a:cubicBezTo>
                      <a:pt x="19" y="62"/>
                      <a:pt x="19" y="62"/>
                      <a:pt x="19" y="62"/>
                    </a:cubicBezTo>
                    <a:cubicBezTo>
                      <a:pt x="19" y="61"/>
                      <a:pt x="18" y="60"/>
                      <a:pt x="18" y="60"/>
                    </a:cubicBezTo>
                    <a:cubicBezTo>
                      <a:pt x="18" y="59"/>
                      <a:pt x="18" y="59"/>
                      <a:pt x="18" y="59"/>
                    </a:cubicBezTo>
                    <a:cubicBezTo>
                      <a:pt x="19" y="57"/>
                      <a:pt x="19" y="57"/>
                      <a:pt x="19" y="57"/>
                    </a:cubicBezTo>
                    <a:cubicBezTo>
                      <a:pt x="18" y="57"/>
                      <a:pt x="18" y="57"/>
                      <a:pt x="18" y="57"/>
                    </a:cubicBezTo>
                    <a:cubicBezTo>
                      <a:pt x="18" y="57"/>
                      <a:pt x="18" y="58"/>
                      <a:pt x="18" y="59"/>
                    </a:cubicBezTo>
                    <a:cubicBezTo>
                      <a:pt x="18" y="60"/>
                      <a:pt x="18" y="60"/>
                      <a:pt x="18" y="60"/>
                    </a:cubicBezTo>
                    <a:cubicBezTo>
                      <a:pt x="18" y="60"/>
                      <a:pt x="19" y="61"/>
                      <a:pt x="19" y="62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9" y="66"/>
                      <a:pt x="19" y="68"/>
                      <a:pt x="18" y="70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6" y="74"/>
                      <a:pt x="15" y="77"/>
                      <a:pt x="14" y="78"/>
                    </a:cubicBezTo>
                    <a:cubicBezTo>
                      <a:pt x="12" y="79"/>
                      <a:pt x="12" y="80"/>
                      <a:pt x="12" y="81"/>
                    </a:cubicBezTo>
                    <a:cubicBezTo>
                      <a:pt x="12" y="82"/>
                      <a:pt x="12" y="83"/>
                      <a:pt x="11" y="83"/>
                    </a:cubicBezTo>
                    <a:cubicBezTo>
                      <a:pt x="11" y="85"/>
                      <a:pt x="10" y="85"/>
                      <a:pt x="10" y="86"/>
                    </a:cubicBezTo>
                    <a:cubicBezTo>
                      <a:pt x="10" y="87"/>
                      <a:pt x="10" y="87"/>
                      <a:pt x="10" y="87"/>
                    </a:cubicBezTo>
                    <a:cubicBezTo>
                      <a:pt x="10" y="88"/>
                      <a:pt x="10" y="88"/>
                      <a:pt x="10" y="89"/>
                    </a:cubicBezTo>
                    <a:cubicBezTo>
                      <a:pt x="9" y="90"/>
                      <a:pt x="9" y="91"/>
                      <a:pt x="9" y="92"/>
                    </a:cubicBezTo>
                    <a:cubicBezTo>
                      <a:pt x="9" y="93"/>
                      <a:pt x="9" y="93"/>
                      <a:pt x="9" y="93"/>
                    </a:cubicBezTo>
                    <a:cubicBezTo>
                      <a:pt x="9" y="94"/>
                      <a:pt x="9" y="96"/>
                      <a:pt x="11" y="96"/>
                    </a:cubicBezTo>
                    <a:cubicBezTo>
                      <a:pt x="11" y="96"/>
                      <a:pt x="11" y="96"/>
                      <a:pt x="11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4" y="97"/>
                      <a:pt x="14" y="97"/>
                      <a:pt x="14" y="97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7"/>
                      <a:pt x="15" y="97"/>
                      <a:pt x="15" y="97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4" y="96"/>
                      <a:pt x="14" y="96"/>
                      <a:pt x="14" y="96"/>
                    </a:cubicBezTo>
                    <a:cubicBezTo>
                      <a:pt x="15" y="96"/>
                      <a:pt x="15" y="96"/>
                      <a:pt x="15" y="96"/>
                    </a:cubicBezTo>
                    <a:cubicBezTo>
                      <a:pt x="16" y="96"/>
                      <a:pt x="16" y="96"/>
                      <a:pt x="16" y="96"/>
                    </a:cubicBezTo>
                    <a:cubicBezTo>
                      <a:pt x="17" y="97"/>
                      <a:pt x="17" y="97"/>
                      <a:pt x="17" y="97"/>
                    </a:cubicBezTo>
                    <a:cubicBezTo>
                      <a:pt x="17" y="97"/>
                      <a:pt x="17" y="97"/>
                      <a:pt x="17" y="97"/>
                    </a:cubicBezTo>
                    <a:cubicBezTo>
                      <a:pt x="17" y="96"/>
                      <a:pt x="17" y="96"/>
                      <a:pt x="17" y="96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7" y="98"/>
                      <a:pt x="17" y="98"/>
                      <a:pt x="17" y="98"/>
                    </a:cubicBezTo>
                    <a:cubicBezTo>
                      <a:pt x="16" y="99"/>
                      <a:pt x="14" y="99"/>
                      <a:pt x="13" y="100"/>
                    </a:cubicBezTo>
                    <a:cubicBezTo>
                      <a:pt x="12" y="100"/>
                      <a:pt x="11" y="100"/>
                      <a:pt x="10" y="100"/>
                    </a:cubicBezTo>
                    <a:cubicBezTo>
                      <a:pt x="9" y="100"/>
                      <a:pt x="9" y="100"/>
                      <a:pt x="9" y="100"/>
                    </a:cubicBezTo>
                    <a:cubicBezTo>
                      <a:pt x="7" y="98"/>
                      <a:pt x="7" y="98"/>
                      <a:pt x="7" y="98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6" y="93"/>
                      <a:pt x="6" y="93"/>
                      <a:pt x="6" y="93"/>
                    </a:cubicBezTo>
                    <a:cubicBezTo>
                      <a:pt x="7" y="88"/>
                      <a:pt x="7" y="88"/>
                      <a:pt x="7" y="88"/>
                    </a:cubicBezTo>
                    <a:cubicBezTo>
                      <a:pt x="7" y="88"/>
                      <a:pt x="7" y="87"/>
                      <a:pt x="7" y="86"/>
                    </a:cubicBezTo>
                    <a:cubicBezTo>
                      <a:pt x="7" y="84"/>
                      <a:pt x="7" y="83"/>
                      <a:pt x="7" y="82"/>
                    </a:cubicBezTo>
                    <a:cubicBezTo>
                      <a:pt x="8" y="79"/>
                      <a:pt x="8" y="79"/>
                      <a:pt x="8" y="79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8"/>
                      <a:pt x="9" y="78"/>
                      <a:pt x="9" y="78"/>
                    </a:cubicBezTo>
                    <a:cubicBezTo>
                      <a:pt x="10" y="77"/>
                      <a:pt x="10" y="77"/>
                      <a:pt x="10" y="77"/>
                    </a:cubicBezTo>
                    <a:cubicBezTo>
                      <a:pt x="11" y="75"/>
                      <a:pt x="11" y="75"/>
                      <a:pt x="11" y="75"/>
                    </a:cubicBezTo>
                    <a:cubicBezTo>
                      <a:pt x="11" y="75"/>
                      <a:pt x="11" y="75"/>
                      <a:pt x="11" y="75"/>
                    </a:cubicBezTo>
                    <a:cubicBezTo>
                      <a:pt x="11" y="74"/>
                      <a:pt x="10" y="73"/>
                      <a:pt x="9" y="72"/>
                    </a:cubicBezTo>
                    <a:cubicBezTo>
                      <a:pt x="9" y="70"/>
                      <a:pt x="8" y="67"/>
                      <a:pt x="7" y="66"/>
                    </a:cubicBezTo>
                    <a:cubicBezTo>
                      <a:pt x="7" y="66"/>
                      <a:pt x="7" y="66"/>
                      <a:pt x="7" y="66"/>
                    </a:cubicBezTo>
                    <a:cubicBezTo>
                      <a:pt x="7" y="65"/>
                      <a:pt x="9" y="62"/>
                      <a:pt x="9" y="62"/>
                    </a:cubicBezTo>
                    <a:cubicBezTo>
                      <a:pt x="8" y="62"/>
                      <a:pt x="8" y="62"/>
                      <a:pt x="8" y="62"/>
                    </a:cubicBezTo>
                    <a:cubicBezTo>
                      <a:pt x="8" y="62"/>
                      <a:pt x="7" y="64"/>
                      <a:pt x="7" y="66"/>
                    </a:cubicBezTo>
                    <a:cubicBezTo>
                      <a:pt x="7" y="66"/>
                      <a:pt x="7" y="66"/>
                      <a:pt x="7" y="66"/>
                    </a:cubicBezTo>
                    <a:cubicBezTo>
                      <a:pt x="7" y="67"/>
                      <a:pt x="8" y="71"/>
                      <a:pt x="9" y="72"/>
                    </a:cubicBezTo>
                    <a:cubicBezTo>
                      <a:pt x="10" y="73"/>
                      <a:pt x="10" y="75"/>
                      <a:pt x="10" y="75"/>
                    </a:cubicBezTo>
                    <a:cubicBezTo>
                      <a:pt x="10" y="75"/>
                      <a:pt x="10" y="75"/>
                      <a:pt x="10" y="75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8" y="76"/>
                      <a:pt x="8" y="76"/>
                      <a:pt x="8" y="76"/>
                    </a:cubicBezTo>
                    <a:cubicBezTo>
                      <a:pt x="8" y="76"/>
                      <a:pt x="8" y="76"/>
                      <a:pt x="8" y="76"/>
                    </a:cubicBezTo>
                    <a:cubicBezTo>
                      <a:pt x="9" y="75"/>
                      <a:pt x="9" y="75"/>
                      <a:pt x="9" y="75"/>
                    </a:cubicBezTo>
                    <a:cubicBezTo>
                      <a:pt x="10" y="74"/>
                      <a:pt x="10" y="74"/>
                      <a:pt x="10" y="74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8" y="73"/>
                      <a:pt x="8" y="73"/>
                      <a:pt x="8" y="73"/>
                    </a:cubicBezTo>
                    <a:cubicBezTo>
                      <a:pt x="8" y="72"/>
                      <a:pt x="8" y="72"/>
                      <a:pt x="8" y="72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6" y="71"/>
                      <a:pt x="6" y="71"/>
                      <a:pt x="6" y="71"/>
                    </a:cubicBezTo>
                    <a:cubicBezTo>
                      <a:pt x="6" y="70"/>
                      <a:pt x="6" y="70"/>
                      <a:pt x="6" y="70"/>
                    </a:cubicBezTo>
                    <a:cubicBezTo>
                      <a:pt x="7" y="69"/>
                      <a:pt x="7" y="69"/>
                      <a:pt x="7" y="69"/>
                    </a:cubicBezTo>
                    <a:cubicBezTo>
                      <a:pt x="5" y="70"/>
                      <a:pt x="5" y="70"/>
                      <a:pt x="5" y="70"/>
                    </a:cubicBezTo>
                    <a:cubicBezTo>
                      <a:pt x="6" y="68"/>
                      <a:pt x="6" y="68"/>
                      <a:pt x="6" y="68"/>
                    </a:cubicBezTo>
                    <a:cubicBezTo>
                      <a:pt x="6" y="68"/>
                      <a:pt x="6" y="68"/>
                      <a:pt x="6" y="68"/>
                    </a:cubicBezTo>
                    <a:cubicBezTo>
                      <a:pt x="5" y="68"/>
                      <a:pt x="5" y="68"/>
                      <a:pt x="5" y="68"/>
                    </a:cubicBezTo>
                    <a:cubicBezTo>
                      <a:pt x="6" y="66"/>
                      <a:pt x="6" y="66"/>
                      <a:pt x="6" y="66"/>
                    </a:cubicBezTo>
                    <a:cubicBezTo>
                      <a:pt x="6" y="66"/>
                      <a:pt x="6" y="66"/>
                      <a:pt x="6" y="66"/>
                    </a:cubicBezTo>
                    <a:cubicBezTo>
                      <a:pt x="6" y="65"/>
                      <a:pt x="6" y="65"/>
                      <a:pt x="6" y="65"/>
                    </a:cubicBezTo>
                    <a:cubicBezTo>
                      <a:pt x="6" y="65"/>
                      <a:pt x="2" y="62"/>
                      <a:pt x="2" y="59"/>
                    </a:cubicBezTo>
                    <a:cubicBezTo>
                      <a:pt x="2" y="55"/>
                      <a:pt x="9" y="48"/>
                      <a:pt x="9" y="41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0"/>
                      <a:pt x="9" y="39"/>
                      <a:pt x="9" y="38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0" y="40"/>
                      <a:pt x="10" y="42"/>
                      <a:pt x="10" y="42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1" y="43"/>
                      <a:pt x="11" y="43"/>
                      <a:pt x="11" y="43"/>
                    </a:cubicBezTo>
                    <a:cubicBezTo>
                      <a:pt x="11" y="44"/>
                      <a:pt x="11" y="44"/>
                      <a:pt x="11" y="44"/>
                    </a:cubicBezTo>
                    <a:cubicBezTo>
                      <a:pt x="9" y="51"/>
                      <a:pt x="4" y="53"/>
                      <a:pt x="4" y="58"/>
                    </a:cubicBezTo>
                    <a:cubicBezTo>
                      <a:pt x="4" y="59"/>
                      <a:pt x="4" y="59"/>
                      <a:pt x="4" y="59"/>
                    </a:cubicBezTo>
                    <a:cubicBezTo>
                      <a:pt x="4" y="59"/>
                      <a:pt x="5" y="62"/>
                      <a:pt x="6" y="62"/>
                    </a:cubicBezTo>
                    <a:cubicBezTo>
                      <a:pt x="7" y="62"/>
                      <a:pt x="7" y="62"/>
                      <a:pt x="7" y="62"/>
                    </a:cubicBezTo>
                    <a:cubicBezTo>
                      <a:pt x="7" y="62"/>
                      <a:pt x="7" y="62"/>
                      <a:pt x="7" y="62"/>
                    </a:cubicBezTo>
                    <a:cubicBezTo>
                      <a:pt x="8" y="61"/>
                      <a:pt x="8" y="61"/>
                      <a:pt x="8" y="61"/>
                    </a:cubicBezTo>
                    <a:cubicBezTo>
                      <a:pt x="9" y="60"/>
                      <a:pt x="9" y="60"/>
                      <a:pt x="9" y="60"/>
                    </a:cubicBezTo>
                    <a:cubicBezTo>
                      <a:pt x="9" y="58"/>
                      <a:pt x="10" y="57"/>
                      <a:pt x="11" y="56"/>
                    </a:cubicBezTo>
                    <a:cubicBezTo>
                      <a:pt x="13" y="54"/>
                      <a:pt x="15" y="52"/>
                      <a:pt x="16" y="50"/>
                    </a:cubicBezTo>
                    <a:cubicBezTo>
                      <a:pt x="17" y="49"/>
                      <a:pt x="17" y="48"/>
                      <a:pt x="17" y="47"/>
                    </a:cubicBezTo>
                    <a:cubicBezTo>
                      <a:pt x="17" y="46"/>
                      <a:pt x="17" y="46"/>
                      <a:pt x="17" y="46"/>
                    </a:cubicBezTo>
                    <a:cubicBezTo>
                      <a:pt x="18" y="46"/>
                      <a:pt x="19" y="45"/>
                      <a:pt x="19" y="45"/>
                    </a:cubicBezTo>
                    <a:cubicBezTo>
                      <a:pt x="19" y="47"/>
                      <a:pt x="19" y="49"/>
                      <a:pt x="19" y="49"/>
                    </a:cubicBezTo>
                    <a:cubicBezTo>
                      <a:pt x="19" y="49"/>
                      <a:pt x="19" y="49"/>
                      <a:pt x="19" y="49"/>
                    </a:cubicBezTo>
                    <a:cubicBezTo>
                      <a:pt x="19" y="49"/>
                      <a:pt x="19" y="49"/>
                      <a:pt x="19" y="49"/>
                    </a:cubicBezTo>
                    <a:cubicBezTo>
                      <a:pt x="22" y="49"/>
                      <a:pt x="24" y="46"/>
                      <a:pt x="25" y="46"/>
                    </a:cubicBezTo>
                    <a:cubicBezTo>
                      <a:pt x="25" y="46"/>
                      <a:pt x="25" y="46"/>
                      <a:pt x="25" y="46"/>
                    </a:cubicBezTo>
                    <a:cubicBezTo>
                      <a:pt x="27" y="49"/>
                      <a:pt x="27" y="49"/>
                      <a:pt x="27" y="49"/>
                    </a:cubicBezTo>
                    <a:cubicBezTo>
                      <a:pt x="28" y="51"/>
                      <a:pt x="28" y="51"/>
                      <a:pt x="28" y="51"/>
                    </a:cubicBezTo>
                    <a:cubicBezTo>
                      <a:pt x="28" y="51"/>
                      <a:pt x="28" y="51"/>
                      <a:pt x="28" y="51"/>
                    </a:cubicBezTo>
                    <a:cubicBezTo>
                      <a:pt x="28" y="51"/>
                      <a:pt x="28" y="51"/>
                      <a:pt x="28" y="51"/>
                    </a:cubicBezTo>
                    <a:lnTo>
                      <a:pt x="28" y="52"/>
                    </a:lnTo>
                    <a:close/>
                    <a:moveTo>
                      <a:pt x="39" y="62"/>
                    </a:move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39" y="62"/>
                      <a:pt x="39" y="62"/>
                      <a:pt x="39" y="62"/>
                    </a:cubicBezTo>
                    <a:close/>
                    <a:moveTo>
                      <a:pt x="44" y="45"/>
                    </a:move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3" y="45"/>
                      <a:pt x="43" y="45"/>
                      <a:pt x="43" y="45"/>
                    </a:cubicBezTo>
                    <a:lnTo>
                      <a:pt x="44" y="45"/>
                    </a:lnTo>
                    <a:close/>
                    <a:moveTo>
                      <a:pt x="40" y="48"/>
                    </a:move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1" y="46"/>
                      <a:pt x="41" y="46"/>
                      <a:pt x="41" y="46"/>
                    </a:cubicBezTo>
                    <a:cubicBezTo>
                      <a:pt x="41" y="46"/>
                      <a:pt x="41" y="46"/>
                      <a:pt x="41" y="46"/>
                    </a:cubicBezTo>
                    <a:cubicBezTo>
                      <a:pt x="41" y="48"/>
                      <a:pt x="41" y="48"/>
                      <a:pt x="41" y="48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lose/>
                    <a:moveTo>
                      <a:pt x="40" y="49"/>
                    </a:moveTo>
                    <a:cubicBezTo>
                      <a:pt x="40" y="49"/>
                      <a:pt x="40" y="49"/>
                      <a:pt x="40" y="49"/>
                    </a:cubicBezTo>
                    <a:cubicBezTo>
                      <a:pt x="40" y="49"/>
                      <a:pt x="40" y="49"/>
                      <a:pt x="40" y="49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0"/>
                      <a:pt x="40" y="50"/>
                      <a:pt x="40" y="50"/>
                    </a:cubicBezTo>
                    <a:lnTo>
                      <a:pt x="40" y="49"/>
                    </a:lnTo>
                    <a:close/>
                    <a:moveTo>
                      <a:pt x="36" y="51"/>
                    </a:moveTo>
                    <a:cubicBezTo>
                      <a:pt x="35" y="51"/>
                      <a:pt x="35" y="51"/>
                      <a:pt x="35" y="51"/>
                    </a:cubicBezTo>
                    <a:cubicBezTo>
                      <a:pt x="36" y="52"/>
                      <a:pt x="37" y="52"/>
                      <a:pt x="38" y="52"/>
                    </a:cubicBezTo>
                    <a:cubicBezTo>
                      <a:pt x="39" y="53"/>
                      <a:pt x="39" y="53"/>
                      <a:pt x="39" y="53"/>
                    </a:cubicBezTo>
                    <a:cubicBezTo>
                      <a:pt x="39" y="53"/>
                      <a:pt x="39" y="53"/>
                      <a:pt x="39" y="53"/>
                    </a:cubicBezTo>
                    <a:cubicBezTo>
                      <a:pt x="40" y="53"/>
                      <a:pt x="40" y="53"/>
                      <a:pt x="40" y="53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41" y="52"/>
                      <a:pt x="41" y="52"/>
                      <a:pt x="41" y="52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2" y="48"/>
                      <a:pt x="42" y="48"/>
                      <a:pt x="42" y="48"/>
                    </a:cubicBezTo>
                    <a:cubicBezTo>
                      <a:pt x="42" y="46"/>
                      <a:pt x="42" y="46"/>
                      <a:pt x="42" y="46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3" y="49"/>
                      <a:pt x="43" y="49"/>
                      <a:pt x="43" y="49"/>
                    </a:cubicBezTo>
                    <a:cubicBezTo>
                      <a:pt x="42" y="52"/>
                      <a:pt x="42" y="52"/>
                      <a:pt x="42" y="52"/>
                    </a:cubicBezTo>
                    <a:cubicBezTo>
                      <a:pt x="41" y="55"/>
                      <a:pt x="41" y="55"/>
                      <a:pt x="41" y="55"/>
                    </a:cubicBezTo>
                    <a:cubicBezTo>
                      <a:pt x="40" y="56"/>
                      <a:pt x="40" y="57"/>
                      <a:pt x="40" y="58"/>
                    </a:cubicBezTo>
                    <a:cubicBezTo>
                      <a:pt x="39" y="60"/>
                      <a:pt x="39" y="60"/>
                      <a:pt x="39" y="60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38" y="60"/>
                      <a:pt x="38" y="60"/>
                      <a:pt x="38" y="60"/>
                    </a:cubicBezTo>
                    <a:cubicBezTo>
                      <a:pt x="38" y="60"/>
                      <a:pt x="38" y="60"/>
                      <a:pt x="38" y="60"/>
                    </a:cubicBezTo>
                    <a:cubicBezTo>
                      <a:pt x="38" y="59"/>
                      <a:pt x="38" y="59"/>
                      <a:pt x="38" y="59"/>
                    </a:cubicBezTo>
                    <a:cubicBezTo>
                      <a:pt x="39" y="57"/>
                      <a:pt x="39" y="57"/>
                      <a:pt x="39" y="57"/>
                    </a:cubicBezTo>
                    <a:cubicBezTo>
                      <a:pt x="40" y="56"/>
                      <a:pt x="40" y="56"/>
                      <a:pt x="40" y="56"/>
                    </a:cubicBezTo>
                    <a:cubicBezTo>
                      <a:pt x="40" y="55"/>
                      <a:pt x="40" y="55"/>
                      <a:pt x="40" y="55"/>
                    </a:cubicBezTo>
                    <a:cubicBezTo>
                      <a:pt x="39" y="55"/>
                      <a:pt x="39" y="55"/>
                      <a:pt x="38" y="54"/>
                    </a:cubicBezTo>
                    <a:cubicBezTo>
                      <a:pt x="37" y="54"/>
                      <a:pt x="36" y="53"/>
                      <a:pt x="36" y="53"/>
                    </a:cubicBezTo>
                    <a:cubicBezTo>
                      <a:pt x="34" y="53"/>
                      <a:pt x="34" y="53"/>
                      <a:pt x="34" y="53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4" y="52"/>
                      <a:pt x="34" y="52"/>
                      <a:pt x="34" y="52"/>
                    </a:cubicBezTo>
                    <a:lnTo>
                      <a:pt x="36" y="51"/>
                    </a:lnTo>
                    <a:close/>
                    <a:moveTo>
                      <a:pt x="36" y="47"/>
                    </a:moveTo>
                    <a:cubicBezTo>
                      <a:pt x="34" y="49"/>
                      <a:pt x="34" y="49"/>
                      <a:pt x="34" y="49"/>
                    </a:cubicBezTo>
                    <a:cubicBezTo>
                      <a:pt x="34" y="49"/>
                      <a:pt x="34" y="49"/>
                      <a:pt x="34" y="49"/>
                    </a:cubicBezTo>
                    <a:cubicBezTo>
                      <a:pt x="34" y="49"/>
                      <a:pt x="34" y="49"/>
                      <a:pt x="34" y="49"/>
                    </a:cubicBezTo>
                    <a:cubicBezTo>
                      <a:pt x="35" y="51"/>
                      <a:pt x="35" y="51"/>
                      <a:pt x="35" y="51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3"/>
                      <a:pt x="33" y="54"/>
                      <a:pt x="33" y="55"/>
                    </a:cubicBezTo>
                    <a:cubicBezTo>
                      <a:pt x="32" y="54"/>
                      <a:pt x="31" y="51"/>
                      <a:pt x="28" y="50"/>
                    </a:cubicBezTo>
                    <a:cubicBezTo>
                      <a:pt x="28" y="50"/>
                      <a:pt x="28" y="50"/>
                      <a:pt x="28" y="50"/>
                    </a:cubicBezTo>
                    <a:cubicBezTo>
                      <a:pt x="28" y="50"/>
                      <a:pt x="28" y="50"/>
                      <a:pt x="28" y="50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28" y="47"/>
                      <a:pt x="28" y="47"/>
                      <a:pt x="28" y="47"/>
                    </a:cubicBezTo>
                    <a:cubicBezTo>
                      <a:pt x="27" y="45"/>
                      <a:pt x="27" y="45"/>
                      <a:pt x="27" y="45"/>
                    </a:cubicBezTo>
                    <a:cubicBezTo>
                      <a:pt x="27" y="45"/>
                      <a:pt x="27" y="45"/>
                      <a:pt x="27" y="45"/>
                    </a:cubicBezTo>
                    <a:cubicBezTo>
                      <a:pt x="27" y="47"/>
                      <a:pt x="27" y="47"/>
                      <a:pt x="27" y="47"/>
                    </a:cubicBezTo>
                    <a:cubicBezTo>
                      <a:pt x="27" y="48"/>
                      <a:pt x="27" y="48"/>
                      <a:pt x="27" y="48"/>
                    </a:cubicBezTo>
                    <a:cubicBezTo>
                      <a:pt x="26" y="46"/>
                      <a:pt x="26" y="46"/>
                      <a:pt x="26" y="46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2" y="47"/>
                      <a:pt x="20" y="48"/>
                    </a:cubicBezTo>
                    <a:cubicBezTo>
                      <a:pt x="23" y="44"/>
                      <a:pt x="23" y="44"/>
                      <a:pt x="23" y="44"/>
                    </a:cubicBezTo>
                    <a:cubicBezTo>
                      <a:pt x="25" y="43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2" y="41"/>
                      <a:pt x="21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19" y="40"/>
                      <a:pt x="19" y="40"/>
                      <a:pt x="19" y="40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7" y="38"/>
                      <a:pt x="17" y="38"/>
                      <a:pt x="17" y="38"/>
                    </a:cubicBezTo>
                    <a:cubicBezTo>
                      <a:pt x="16" y="38"/>
                      <a:pt x="16" y="38"/>
                      <a:pt x="16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5" y="35"/>
                      <a:pt x="15" y="35"/>
                      <a:pt x="15" y="35"/>
                    </a:cubicBezTo>
                    <a:cubicBezTo>
                      <a:pt x="15" y="35"/>
                      <a:pt x="15" y="35"/>
                      <a:pt x="15" y="35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13" y="34"/>
                      <a:pt x="13" y="34"/>
                      <a:pt x="13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3" y="32"/>
                      <a:pt x="13" y="32"/>
                      <a:pt x="13" y="32"/>
                    </a:cubicBezTo>
                    <a:cubicBezTo>
                      <a:pt x="13" y="32"/>
                      <a:pt x="13" y="32"/>
                      <a:pt x="13" y="32"/>
                    </a:cubicBezTo>
                    <a:cubicBezTo>
                      <a:pt x="13" y="31"/>
                      <a:pt x="13" y="31"/>
                      <a:pt x="13" y="31"/>
                    </a:cubicBezTo>
                    <a:cubicBezTo>
                      <a:pt x="12" y="31"/>
                      <a:pt x="12" y="31"/>
                      <a:pt x="12" y="31"/>
                    </a:cubicBezTo>
                    <a:cubicBezTo>
                      <a:pt x="12" y="31"/>
                      <a:pt x="12" y="31"/>
                      <a:pt x="12" y="31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1" y="28"/>
                      <a:pt x="11" y="28"/>
                      <a:pt x="11" y="28"/>
                    </a:cubicBezTo>
                    <a:cubicBezTo>
                      <a:pt x="11" y="28"/>
                      <a:pt x="11" y="28"/>
                      <a:pt x="11" y="28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1" y="26"/>
                      <a:pt x="11" y="26"/>
                      <a:pt x="11" y="26"/>
                    </a:cubicBezTo>
                    <a:cubicBezTo>
                      <a:pt x="11" y="26"/>
                      <a:pt x="11" y="26"/>
                      <a:pt x="11" y="26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2" y="23"/>
                      <a:pt x="12" y="23"/>
                      <a:pt x="12" y="23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0" y="21"/>
                      <a:pt x="10" y="21"/>
                      <a:pt x="10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2" y="20"/>
                      <a:pt x="12" y="19"/>
                      <a:pt x="12" y="18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2" y="17"/>
                      <a:pt x="13" y="18"/>
                      <a:pt x="13" y="19"/>
                    </a:cubicBezTo>
                    <a:cubicBezTo>
                      <a:pt x="14" y="20"/>
                      <a:pt x="14" y="21"/>
                      <a:pt x="16" y="22"/>
                    </a:cubicBezTo>
                    <a:cubicBezTo>
                      <a:pt x="17" y="23"/>
                      <a:pt x="18" y="24"/>
                      <a:pt x="19" y="25"/>
                    </a:cubicBezTo>
                    <a:cubicBezTo>
                      <a:pt x="19" y="25"/>
                      <a:pt x="19" y="25"/>
                      <a:pt x="19" y="25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18" y="28"/>
                      <a:pt x="17" y="28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6" y="28"/>
                      <a:pt x="16" y="28"/>
                      <a:pt x="16" y="28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16" y="31"/>
                      <a:pt x="17" y="33"/>
                      <a:pt x="19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3"/>
                      <a:pt x="22" y="35"/>
                      <a:pt x="23" y="35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5" y="34"/>
                      <a:pt x="25" y="34"/>
                      <a:pt x="25" y="34"/>
                    </a:cubicBezTo>
                    <a:cubicBezTo>
                      <a:pt x="27" y="36"/>
                      <a:pt x="27" y="36"/>
                      <a:pt x="27" y="36"/>
                    </a:cubicBezTo>
                    <a:cubicBezTo>
                      <a:pt x="27" y="36"/>
                      <a:pt x="27" y="36"/>
                      <a:pt x="27" y="36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5"/>
                      <a:pt x="29" y="35"/>
                      <a:pt x="29" y="35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41"/>
                      <a:pt x="31" y="43"/>
                      <a:pt x="30" y="44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30" y="46"/>
                      <a:pt x="32" y="48"/>
                      <a:pt x="32" y="48"/>
                    </a:cubicBezTo>
                    <a:cubicBezTo>
                      <a:pt x="32" y="49"/>
                      <a:pt x="32" y="49"/>
                      <a:pt x="32" y="49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33" y="48"/>
                      <a:pt x="34" y="48"/>
                      <a:pt x="36" y="47"/>
                    </a:cubicBezTo>
                    <a:moveTo>
                      <a:pt x="11" y="27"/>
                    </a:moveTo>
                    <a:cubicBezTo>
                      <a:pt x="11" y="27"/>
                      <a:pt x="11" y="27"/>
                      <a:pt x="11" y="27"/>
                    </a:cubicBezTo>
                    <a:cubicBezTo>
                      <a:pt x="11" y="27"/>
                      <a:pt x="11" y="27"/>
                      <a:pt x="11" y="27"/>
                    </a:cubicBezTo>
                    <a:close/>
                    <a:moveTo>
                      <a:pt x="36" y="42"/>
                    </a:moveTo>
                    <a:cubicBezTo>
                      <a:pt x="34" y="45"/>
                      <a:pt x="33" y="47"/>
                      <a:pt x="32" y="48"/>
                    </a:cubicBezTo>
                    <a:cubicBezTo>
                      <a:pt x="32" y="47"/>
                      <a:pt x="31" y="46"/>
                      <a:pt x="31" y="45"/>
                    </a:cubicBezTo>
                    <a:cubicBezTo>
                      <a:pt x="31" y="44"/>
                      <a:pt x="31" y="44"/>
                      <a:pt x="31" y="44"/>
                    </a:cubicBezTo>
                    <a:cubicBezTo>
                      <a:pt x="31" y="43"/>
                      <a:pt x="32" y="41"/>
                      <a:pt x="32" y="39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1" y="37"/>
                      <a:pt x="31" y="37"/>
                      <a:pt x="31" y="37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2" y="35"/>
                      <a:pt x="32" y="35"/>
                      <a:pt x="32" y="35"/>
                    </a:cubicBezTo>
                    <a:cubicBezTo>
                      <a:pt x="33" y="34"/>
                      <a:pt x="33" y="34"/>
                      <a:pt x="33" y="34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6" y="37"/>
                      <a:pt x="36" y="37"/>
                      <a:pt x="36" y="37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40"/>
                      <a:pt x="36" y="41"/>
                      <a:pt x="36" y="42"/>
                    </a:cubicBezTo>
                    <a:moveTo>
                      <a:pt x="44" y="32"/>
                    </a:moveTo>
                    <a:cubicBezTo>
                      <a:pt x="43" y="32"/>
                      <a:pt x="43" y="32"/>
                      <a:pt x="43" y="32"/>
                    </a:cubicBezTo>
                    <a:cubicBezTo>
                      <a:pt x="42" y="32"/>
                      <a:pt x="42" y="32"/>
                      <a:pt x="42" y="32"/>
                    </a:cubicBezTo>
                    <a:cubicBezTo>
                      <a:pt x="41" y="33"/>
                      <a:pt x="40" y="35"/>
                      <a:pt x="40" y="36"/>
                    </a:cubicBezTo>
                    <a:cubicBezTo>
                      <a:pt x="40" y="37"/>
                      <a:pt x="40" y="37"/>
                      <a:pt x="40" y="37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37"/>
                      <a:pt x="37" y="37"/>
                      <a:pt x="37" y="37"/>
                    </a:cubicBezTo>
                    <a:cubicBezTo>
                      <a:pt x="37" y="37"/>
                      <a:pt x="37" y="37"/>
                      <a:pt x="37" y="37"/>
                    </a:cubicBezTo>
                    <a:cubicBezTo>
                      <a:pt x="38" y="37"/>
                      <a:pt x="38" y="37"/>
                      <a:pt x="38" y="37"/>
                    </a:cubicBezTo>
                    <a:cubicBezTo>
                      <a:pt x="38" y="37"/>
                      <a:pt x="38" y="37"/>
                      <a:pt x="38" y="37"/>
                    </a:cubicBezTo>
                    <a:cubicBezTo>
                      <a:pt x="39" y="37"/>
                      <a:pt x="39" y="37"/>
                      <a:pt x="39" y="37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7" y="31"/>
                      <a:pt x="37" y="31"/>
                      <a:pt x="37" y="31"/>
                    </a:cubicBezTo>
                    <a:cubicBezTo>
                      <a:pt x="38" y="31"/>
                      <a:pt x="38" y="30"/>
                      <a:pt x="38" y="29"/>
                    </a:cubicBezTo>
                    <a:cubicBezTo>
                      <a:pt x="39" y="28"/>
                      <a:pt x="39" y="27"/>
                      <a:pt x="39" y="26"/>
                    </a:cubicBezTo>
                    <a:cubicBezTo>
                      <a:pt x="39" y="27"/>
                      <a:pt x="40" y="28"/>
                      <a:pt x="40" y="29"/>
                    </a:cubicBezTo>
                    <a:cubicBezTo>
                      <a:pt x="40" y="29"/>
                      <a:pt x="40" y="29"/>
                      <a:pt x="40" y="29"/>
                    </a:cubicBezTo>
                    <a:cubicBezTo>
                      <a:pt x="40" y="30"/>
                      <a:pt x="40" y="30"/>
                      <a:pt x="40" y="30"/>
                    </a:cubicBezTo>
                    <a:cubicBezTo>
                      <a:pt x="41" y="29"/>
                      <a:pt x="41" y="29"/>
                      <a:pt x="41" y="29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2" y="31"/>
                      <a:pt x="42" y="31"/>
                      <a:pt x="42" y="31"/>
                    </a:cubicBezTo>
                    <a:cubicBezTo>
                      <a:pt x="42" y="31"/>
                      <a:pt x="42" y="31"/>
                      <a:pt x="42" y="31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43" y="30"/>
                      <a:pt x="44" y="31"/>
                      <a:pt x="44" y="32"/>
                    </a:cubicBezTo>
                    <a:moveTo>
                      <a:pt x="48" y="29"/>
                    </a:move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lnTo>
                      <a:pt x="48" y="29"/>
                    </a:lnTo>
                    <a:close/>
                    <a:moveTo>
                      <a:pt x="47" y="15"/>
                    </a:moveTo>
                    <a:cubicBezTo>
                      <a:pt x="46" y="18"/>
                      <a:pt x="46" y="18"/>
                      <a:pt x="46" y="18"/>
                    </a:cubicBezTo>
                    <a:cubicBezTo>
                      <a:pt x="46" y="18"/>
                      <a:pt x="46" y="19"/>
                      <a:pt x="46" y="20"/>
                    </a:cubicBezTo>
                    <a:cubicBezTo>
                      <a:pt x="46" y="21"/>
                      <a:pt x="46" y="21"/>
                      <a:pt x="46" y="21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6" y="27"/>
                      <a:pt x="46" y="27"/>
                      <a:pt x="46" y="27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6" y="24"/>
                      <a:pt x="46" y="24"/>
                      <a:pt x="46" y="24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2"/>
                      <a:pt x="45" y="22"/>
                      <a:pt x="45" y="22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4" y="25"/>
                      <a:pt x="44" y="26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42" y="26"/>
                      <a:pt x="42" y="26"/>
                      <a:pt x="42" y="26"/>
                    </a:cubicBezTo>
                    <a:cubicBezTo>
                      <a:pt x="43" y="24"/>
                      <a:pt x="43" y="22"/>
                      <a:pt x="43" y="21"/>
                    </a:cubicBezTo>
                    <a:cubicBezTo>
                      <a:pt x="43" y="20"/>
                      <a:pt x="43" y="20"/>
                      <a:pt x="43" y="20"/>
                    </a:cubicBezTo>
                    <a:cubicBezTo>
                      <a:pt x="43" y="18"/>
                      <a:pt x="43" y="18"/>
                      <a:pt x="43" y="18"/>
                    </a:cubicBezTo>
                    <a:cubicBezTo>
                      <a:pt x="44" y="19"/>
                      <a:pt x="44" y="19"/>
                      <a:pt x="44" y="19"/>
                    </a:cubicBezTo>
                    <a:cubicBezTo>
                      <a:pt x="44" y="18"/>
                      <a:pt x="44" y="18"/>
                      <a:pt x="44" y="18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5"/>
                      <a:pt x="43" y="14"/>
                      <a:pt x="43" y="14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3" y="13"/>
                      <a:pt x="43" y="13"/>
                      <a:pt x="43" y="13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7"/>
                      <a:pt x="44" y="17"/>
                      <a:pt x="44" y="17"/>
                    </a:cubicBezTo>
                    <a:cubicBezTo>
                      <a:pt x="44" y="19"/>
                      <a:pt x="44" y="19"/>
                      <a:pt x="44" y="19"/>
                    </a:cubicBezTo>
                    <a:cubicBezTo>
                      <a:pt x="45" y="19"/>
                      <a:pt x="45" y="19"/>
                      <a:pt x="45" y="19"/>
                    </a:cubicBezTo>
                    <a:cubicBezTo>
                      <a:pt x="45" y="17"/>
                      <a:pt x="45" y="17"/>
                      <a:pt x="45" y="17"/>
                    </a:cubicBezTo>
                    <a:cubicBezTo>
                      <a:pt x="45" y="16"/>
                      <a:pt x="45" y="16"/>
                      <a:pt x="45" y="16"/>
                    </a:cubicBezTo>
                    <a:cubicBezTo>
                      <a:pt x="45" y="16"/>
                      <a:pt x="45" y="16"/>
                      <a:pt x="45" y="16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8" y="14"/>
                      <a:pt x="48" y="14"/>
                      <a:pt x="48" y="14"/>
                    </a:cubicBezTo>
                    <a:lnTo>
                      <a:pt x="47" y="15"/>
                    </a:lnTo>
                    <a:close/>
                    <a:moveTo>
                      <a:pt x="48" y="13"/>
                    </a:move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8" y="12"/>
                      <a:pt x="48" y="12"/>
                      <a:pt x="48" y="12"/>
                    </a:cubicBezTo>
                    <a:lnTo>
                      <a:pt x="48" y="13"/>
                    </a:lnTo>
                    <a:close/>
                    <a:moveTo>
                      <a:pt x="11" y="78"/>
                    </a:moveTo>
                    <a:cubicBezTo>
                      <a:pt x="11" y="79"/>
                      <a:pt x="11" y="79"/>
                      <a:pt x="11" y="79"/>
                    </a:cubicBezTo>
                    <a:cubicBezTo>
                      <a:pt x="10" y="80"/>
                      <a:pt x="10" y="80"/>
                      <a:pt x="10" y="80"/>
                    </a:cubicBezTo>
                    <a:cubicBezTo>
                      <a:pt x="10" y="81"/>
                      <a:pt x="10" y="81"/>
                      <a:pt x="10" y="81"/>
                    </a:cubicBezTo>
                    <a:cubicBezTo>
                      <a:pt x="11" y="81"/>
                      <a:pt x="11" y="81"/>
                      <a:pt x="11" y="81"/>
                    </a:cubicBezTo>
                    <a:cubicBezTo>
                      <a:pt x="11" y="80"/>
                      <a:pt x="11" y="80"/>
                      <a:pt x="11" y="80"/>
                    </a:cubicBezTo>
                    <a:cubicBezTo>
                      <a:pt x="11" y="80"/>
                      <a:pt x="11" y="80"/>
                      <a:pt x="11" y="80"/>
                    </a:cubicBezTo>
                    <a:cubicBezTo>
                      <a:pt x="12" y="78"/>
                      <a:pt x="12" y="78"/>
                      <a:pt x="12" y="78"/>
                    </a:cubicBezTo>
                    <a:lnTo>
                      <a:pt x="11" y="78"/>
                    </a:lnTo>
                    <a:close/>
                    <a:moveTo>
                      <a:pt x="26" y="52"/>
                    </a:moveTo>
                    <a:cubicBezTo>
                      <a:pt x="26" y="52"/>
                      <a:pt x="24" y="53"/>
                      <a:pt x="23" y="54"/>
                    </a:cubicBezTo>
                    <a:cubicBezTo>
                      <a:pt x="21" y="55"/>
                      <a:pt x="20" y="55"/>
                      <a:pt x="20" y="56"/>
                    </a:cubicBezTo>
                    <a:cubicBezTo>
                      <a:pt x="19" y="57"/>
                      <a:pt x="19" y="57"/>
                      <a:pt x="19" y="57"/>
                    </a:cubicBezTo>
                    <a:cubicBezTo>
                      <a:pt x="20" y="57"/>
                      <a:pt x="20" y="57"/>
                      <a:pt x="20" y="57"/>
                    </a:cubicBezTo>
                    <a:cubicBezTo>
                      <a:pt x="20" y="56"/>
                      <a:pt x="20" y="56"/>
                      <a:pt x="20" y="56"/>
                    </a:cubicBezTo>
                    <a:cubicBezTo>
                      <a:pt x="20" y="55"/>
                      <a:pt x="21" y="55"/>
                      <a:pt x="23" y="54"/>
                    </a:cubicBezTo>
                    <a:cubicBezTo>
                      <a:pt x="25" y="54"/>
                      <a:pt x="26" y="52"/>
                      <a:pt x="26" y="52"/>
                    </a:cubicBezTo>
                    <a:close/>
                    <a:moveTo>
                      <a:pt x="8" y="82"/>
                    </a:moveTo>
                    <a:cubicBezTo>
                      <a:pt x="8" y="83"/>
                      <a:pt x="8" y="83"/>
                      <a:pt x="8" y="83"/>
                    </a:cubicBezTo>
                    <a:cubicBezTo>
                      <a:pt x="8" y="83"/>
                      <a:pt x="8" y="83"/>
                      <a:pt x="8" y="83"/>
                    </a:cubicBezTo>
                    <a:cubicBezTo>
                      <a:pt x="8" y="83"/>
                      <a:pt x="8" y="83"/>
                      <a:pt x="8" y="83"/>
                    </a:cubicBezTo>
                    <a:cubicBezTo>
                      <a:pt x="9" y="84"/>
                      <a:pt x="9" y="84"/>
                      <a:pt x="9" y="84"/>
                    </a:cubicBezTo>
                    <a:cubicBezTo>
                      <a:pt x="9" y="85"/>
                      <a:pt x="9" y="85"/>
                      <a:pt x="9" y="85"/>
                    </a:cubicBezTo>
                    <a:cubicBezTo>
                      <a:pt x="8" y="85"/>
                      <a:pt x="9" y="86"/>
                      <a:pt x="8" y="86"/>
                    </a:cubicBezTo>
                    <a:cubicBezTo>
                      <a:pt x="7" y="88"/>
                      <a:pt x="7" y="88"/>
                      <a:pt x="7" y="88"/>
                    </a:cubicBezTo>
                    <a:cubicBezTo>
                      <a:pt x="7" y="89"/>
                      <a:pt x="7" y="89"/>
                      <a:pt x="7" y="89"/>
                    </a:cubicBezTo>
                    <a:cubicBezTo>
                      <a:pt x="7" y="90"/>
                      <a:pt x="7" y="91"/>
                      <a:pt x="7" y="92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8" y="96"/>
                      <a:pt x="8" y="96"/>
                      <a:pt x="8" y="96"/>
                    </a:cubicBezTo>
                    <a:cubicBezTo>
                      <a:pt x="8" y="96"/>
                      <a:pt x="8" y="96"/>
                      <a:pt x="8" y="96"/>
                    </a:cubicBezTo>
                    <a:cubicBezTo>
                      <a:pt x="8" y="95"/>
                      <a:pt x="8" y="95"/>
                      <a:pt x="8" y="95"/>
                    </a:cubicBezTo>
                    <a:cubicBezTo>
                      <a:pt x="8" y="95"/>
                      <a:pt x="8" y="95"/>
                      <a:pt x="8" y="95"/>
                    </a:cubicBezTo>
                    <a:cubicBezTo>
                      <a:pt x="8" y="92"/>
                      <a:pt x="8" y="92"/>
                      <a:pt x="8" y="92"/>
                    </a:cubicBezTo>
                    <a:cubicBezTo>
                      <a:pt x="8" y="91"/>
                      <a:pt x="8" y="90"/>
                      <a:pt x="8" y="89"/>
                    </a:cubicBezTo>
                    <a:cubicBezTo>
                      <a:pt x="8" y="89"/>
                      <a:pt x="8" y="89"/>
                      <a:pt x="8" y="89"/>
                    </a:cubicBezTo>
                    <a:cubicBezTo>
                      <a:pt x="9" y="87"/>
                      <a:pt x="9" y="87"/>
                      <a:pt x="9" y="87"/>
                    </a:cubicBezTo>
                    <a:cubicBezTo>
                      <a:pt x="9" y="85"/>
                      <a:pt x="9" y="85"/>
                      <a:pt x="9" y="85"/>
                    </a:cubicBezTo>
                    <a:cubicBezTo>
                      <a:pt x="9" y="84"/>
                      <a:pt x="9" y="84"/>
                      <a:pt x="9" y="84"/>
                    </a:cubicBezTo>
                    <a:cubicBezTo>
                      <a:pt x="9" y="83"/>
                      <a:pt x="8" y="83"/>
                      <a:pt x="8" y="82"/>
                    </a:cubicBezTo>
                    <a:close/>
                    <a:moveTo>
                      <a:pt x="21" y="34"/>
                    </a:moveTo>
                    <a:cubicBezTo>
                      <a:pt x="20" y="34"/>
                      <a:pt x="20" y="34"/>
                      <a:pt x="20" y="34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18" y="33"/>
                      <a:pt x="18" y="33"/>
                      <a:pt x="18" y="33"/>
                    </a:cubicBezTo>
                    <a:cubicBezTo>
                      <a:pt x="18" y="32"/>
                      <a:pt x="17" y="32"/>
                      <a:pt x="16" y="32"/>
                    </a:cubicBezTo>
                    <a:cubicBezTo>
                      <a:pt x="15" y="31"/>
                      <a:pt x="15" y="31"/>
                      <a:pt x="15" y="30"/>
                    </a:cubicBezTo>
                    <a:cubicBezTo>
                      <a:pt x="15" y="30"/>
                      <a:pt x="15" y="30"/>
                      <a:pt x="15" y="30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7"/>
                      <a:pt x="15" y="27"/>
                      <a:pt x="15" y="27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5" y="25"/>
                      <a:pt x="15" y="25"/>
                      <a:pt x="15" y="25"/>
                    </a:cubicBezTo>
                    <a:cubicBezTo>
                      <a:pt x="15" y="25"/>
                      <a:pt x="15" y="25"/>
                      <a:pt x="15" y="25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14" y="31"/>
                      <a:pt x="14" y="31"/>
                      <a:pt x="14" y="31"/>
                    </a:cubicBezTo>
                    <a:cubicBezTo>
                      <a:pt x="14" y="31"/>
                      <a:pt x="14" y="32"/>
                      <a:pt x="16" y="32"/>
                    </a:cubicBezTo>
                    <a:cubicBezTo>
                      <a:pt x="17" y="33"/>
                      <a:pt x="18" y="33"/>
                      <a:pt x="18" y="33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1" y="35"/>
                      <a:pt x="22" y="36"/>
                      <a:pt x="22" y="37"/>
                    </a:cubicBezTo>
                    <a:cubicBezTo>
                      <a:pt x="22" y="37"/>
                      <a:pt x="22" y="37"/>
                      <a:pt x="22" y="37"/>
                    </a:cubicBezTo>
                    <a:cubicBezTo>
                      <a:pt x="23" y="37"/>
                      <a:pt x="23" y="37"/>
                      <a:pt x="23" y="37"/>
                    </a:cubicBezTo>
                    <a:cubicBezTo>
                      <a:pt x="23" y="37"/>
                      <a:pt x="23" y="37"/>
                      <a:pt x="23" y="37"/>
                    </a:cubicBezTo>
                    <a:cubicBezTo>
                      <a:pt x="23" y="36"/>
                      <a:pt x="22" y="34"/>
                      <a:pt x="21" y="34"/>
                    </a:cubicBezTo>
                    <a:moveTo>
                      <a:pt x="26" y="23"/>
                    </a:moveTo>
                    <a:cubicBezTo>
                      <a:pt x="26" y="20"/>
                      <a:pt x="26" y="20"/>
                      <a:pt x="26" y="20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6" y="19"/>
                      <a:pt x="26" y="19"/>
                      <a:pt x="26" y="19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22"/>
                      <a:pt x="25" y="22"/>
                      <a:pt x="25" y="22"/>
                    </a:cubicBezTo>
                    <a:lnTo>
                      <a:pt x="26" y="23"/>
                    </a:lnTo>
                    <a:close/>
                    <a:moveTo>
                      <a:pt x="23" y="73"/>
                    </a:moveTo>
                    <a:cubicBezTo>
                      <a:pt x="23" y="73"/>
                      <a:pt x="23" y="73"/>
                      <a:pt x="23" y="73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5" y="75"/>
                      <a:pt x="25" y="75"/>
                      <a:pt x="25" y="75"/>
                    </a:cubicBezTo>
                    <a:cubicBezTo>
                      <a:pt x="25" y="75"/>
                      <a:pt x="26" y="77"/>
                      <a:pt x="27" y="78"/>
                    </a:cubicBezTo>
                    <a:cubicBezTo>
                      <a:pt x="28" y="79"/>
                      <a:pt x="28" y="79"/>
                      <a:pt x="28" y="79"/>
                    </a:cubicBezTo>
                    <a:cubicBezTo>
                      <a:pt x="28" y="79"/>
                      <a:pt x="28" y="79"/>
                      <a:pt x="28" y="79"/>
                    </a:cubicBezTo>
                    <a:cubicBezTo>
                      <a:pt x="29" y="79"/>
                      <a:pt x="29" y="79"/>
                      <a:pt x="29" y="79"/>
                    </a:cubicBezTo>
                    <a:cubicBezTo>
                      <a:pt x="28" y="78"/>
                      <a:pt x="28" y="78"/>
                      <a:pt x="28" y="78"/>
                    </a:cubicBezTo>
                    <a:cubicBezTo>
                      <a:pt x="27" y="77"/>
                      <a:pt x="27" y="77"/>
                      <a:pt x="27" y="77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25" y="72"/>
                      <a:pt x="25" y="72"/>
                      <a:pt x="25" y="72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4" y="72"/>
                      <a:pt x="23" y="7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6" name="Freeform 33">
                <a:extLst>
                  <a:ext uri="{FF2B5EF4-FFF2-40B4-BE49-F238E27FC236}">
                    <a16:creationId xmlns:a16="http://schemas.microsoft.com/office/drawing/2014/main" id="{C828DD22-E2A5-45AD-B18D-2D3E62D6669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88088" y="2517775"/>
                <a:ext cx="104775" cy="215900"/>
              </a:xfrm>
              <a:custGeom>
                <a:avLst/>
                <a:gdLst>
                  <a:gd name="T0" fmla="*/ 4 w 48"/>
                  <a:gd name="T1" fmla="*/ 10 h 100"/>
                  <a:gd name="T2" fmla="*/ 10 w 48"/>
                  <a:gd name="T3" fmla="*/ 26 h 100"/>
                  <a:gd name="T4" fmla="*/ 14 w 48"/>
                  <a:gd name="T5" fmla="*/ 21 h 100"/>
                  <a:gd name="T6" fmla="*/ 28 w 48"/>
                  <a:gd name="T7" fmla="*/ 13 h 100"/>
                  <a:gd name="T8" fmla="*/ 43 w 48"/>
                  <a:gd name="T9" fmla="*/ 6 h 100"/>
                  <a:gd name="T10" fmla="*/ 47 w 48"/>
                  <a:gd name="T11" fmla="*/ 43 h 100"/>
                  <a:gd name="T12" fmla="*/ 42 w 48"/>
                  <a:gd name="T13" fmla="*/ 38 h 100"/>
                  <a:gd name="T14" fmla="*/ 41 w 48"/>
                  <a:gd name="T15" fmla="*/ 79 h 100"/>
                  <a:gd name="T16" fmla="*/ 38 w 48"/>
                  <a:gd name="T17" fmla="*/ 87 h 100"/>
                  <a:gd name="T18" fmla="*/ 18 w 48"/>
                  <a:gd name="T19" fmla="*/ 83 h 100"/>
                  <a:gd name="T20" fmla="*/ 20 w 48"/>
                  <a:gd name="T21" fmla="*/ 52 h 100"/>
                  <a:gd name="T22" fmla="*/ 10 w 48"/>
                  <a:gd name="T23" fmla="*/ 61 h 100"/>
                  <a:gd name="T24" fmla="*/ 9 w 48"/>
                  <a:gd name="T25" fmla="*/ 49 h 100"/>
                  <a:gd name="T26" fmla="*/ 5 w 48"/>
                  <a:gd name="T27" fmla="*/ 30 h 100"/>
                  <a:gd name="T28" fmla="*/ 0 w 48"/>
                  <a:gd name="T29" fmla="*/ 12 h 100"/>
                  <a:gd name="T30" fmla="*/ 6 w 48"/>
                  <a:gd name="T31" fmla="*/ 13 h 100"/>
                  <a:gd name="T32" fmla="*/ 19 w 48"/>
                  <a:gd name="T33" fmla="*/ 20 h 100"/>
                  <a:gd name="T34" fmla="*/ 21 w 48"/>
                  <a:gd name="T35" fmla="*/ 19 h 100"/>
                  <a:gd name="T36" fmla="*/ 22 w 48"/>
                  <a:gd name="T37" fmla="*/ 14 h 100"/>
                  <a:gd name="T38" fmla="*/ 11 w 48"/>
                  <a:gd name="T39" fmla="*/ 36 h 100"/>
                  <a:gd name="T40" fmla="*/ 29 w 48"/>
                  <a:gd name="T41" fmla="*/ 26 h 100"/>
                  <a:gd name="T42" fmla="*/ 30 w 48"/>
                  <a:gd name="T43" fmla="*/ 22 h 100"/>
                  <a:gd name="T44" fmla="*/ 38 w 48"/>
                  <a:gd name="T45" fmla="*/ 7 h 100"/>
                  <a:gd name="T46" fmla="*/ 26 w 48"/>
                  <a:gd name="T47" fmla="*/ 41 h 100"/>
                  <a:gd name="T48" fmla="*/ 29 w 48"/>
                  <a:gd name="T49" fmla="*/ 42 h 100"/>
                  <a:gd name="T50" fmla="*/ 34 w 48"/>
                  <a:gd name="T51" fmla="*/ 42 h 100"/>
                  <a:gd name="T52" fmla="*/ 37 w 48"/>
                  <a:gd name="T53" fmla="*/ 44 h 100"/>
                  <a:gd name="T54" fmla="*/ 37 w 48"/>
                  <a:gd name="T55" fmla="*/ 38 h 100"/>
                  <a:gd name="T56" fmla="*/ 39 w 48"/>
                  <a:gd name="T57" fmla="*/ 34 h 100"/>
                  <a:gd name="T58" fmla="*/ 38 w 48"/>
                  <a:gd name="T59" fmla="*/ 23 h 100"/>
                  <a:gd name="T60" fmla="*/ 47 w 48"/>
                  <a:gd name="T61" fmla="*/ 14 h 100"/>
                  <a:gd name="T62" fmla="*/ 42 w 48"/>
                  <a:gd name="T63" fmla="*/ 29 h 100"/>
                  <a:gd name="T64" fmla="*/ 45 w 48"/>
                  <a:gd name="T65" fmla="*/ 51 h 100"/>
                  <a:gd name="T66" fmla="*/ 46 w 48"/>
                  <a:gd name="T67" fmla="*/ 43 h 100"/>
                  <a:gd name="T68" fmla="*/ 40 w 48"/>
                  <a:gd name="T69" fmla="*/ 34 h 100"/>
                  <a:gd name="T70" fmla="*/ 18 w 48"/>
                  <a:gd name="T71" fmla="*/ 78 h 100"/>
                  <a:gd name="T72" fmla="*/ 18 w 48"/>
                  <a:gd name="T73" fmla="*/ 82 h 100"/>
                  <a:gd name="T74" fmla="*/ 29 w 48"/>
                  <a:gd name="T75" fmla="*/ 64 h 100"/>
                  <a:gd name="T76" fmla="*/ 30 w 48"/>
                  <a:gd name="T77" fmla="*/ 59 h 100"/>
                  <a:gd name="T78" fmla="*/ 37 w 48"/>
                  <a:gd name="T79" fmla="*/ 96 h 100"/>
                  <a:gd name="T80" fmla="*/ 42 w 48"/>
                  <a:gd name="T81" fmla="*/ 98 h 100"/>
                  <a:gd name="T82" fmla="*/ 40 w 48"/>
                  <a:gd name="T83" fmla="*/ 77 h 100"/>
                  <a:gd name="T84" fmla="*/ 40 w 48"/>
                  <a:gd name="T85" fmla="*/ 38 h 100"/>
                  <a:gd name="T86" fmla="*/ 29 w 48"/>
                  <a:gd name="T87" fmla="*/ 49 h 100"/>
                  <a:gd name="T88" fmla="*/ 8 w 48"/>
                  <a:gd name="T89" fmla="*/ 47 h 100"/>
                  <a:gd name="T90" fmla="*/ 11 w 48"/>
                  <a:gd name="T91" fmla="*/ 52 h 100"/>
                  <a:gd name="T92" fmla="*/ 9 w 48"/>
                  <a:gd name="T93" fmla="*/ 57 h 100"/>
                  <a:gd name="T94" fmla="*/ 20 w 48"/>
                  <a:gd name="T95" fmla="*/ 48 h 100"/>
                  <a:gd name="T96" fmla="*/ 28 w 48"/>
                  <a:gd name="T97" fmla="*/ 41 h 100"/>
                  <a:gd name="T98" fmla="*/ 36 w 48"/>
                  <a:gd name="T99" fmla="*/ 31 h 100"/>
                  <a:gd name="T100" fmla="*/ 36 w 48"/>
                  <a:gd name="T101" fmla="*/ 20 h 100"/>
                  <a:gd name="T102" fmla="*/ 20 w 48"/>
                  <a:gd name="T103" fmla="*/ 34 h 100"/>
                  <a:gd name="T104" fmla="*/ 17 w 48"/>
                  <a:gd name="T105" fmla="*/ 35 h 100"/>
                  <a:gd name="T106" fmla="*/ 10 w 48"/>
                  <a:gd name="T107" fmla="*/ 26 h 100"/>
                  <a:gd name="T108" fmla="*/ 1 w 48"/>
                  <a:gd name="T109" fmla="*/ 27 h 100"/>
                  <a:gd name="T110" fmla="*/ 5 w 48"/>
                  <a:gd name="T111" fmla="*/ 18 h 100"/>
                  <a:gd name="T112" fmla="*/ 2 w 48"/>
                  <a:gd name="T113" fmla="*/ 13 h 100"/>
                  <a:gd name="T114" fmla="*/ 28 w 48"/>
                  <a:gd name="T115" fmla="*/ 56 h 100"/>
                  <a:gd name="T116" fmla="*/ 39 w 48"/>
                  <a:gd name="T117" fmla="*/ 85 h 100"/>
                  <a:gd name="T118" fmla="*/ 33 w 48"/>
                  <a:gd name="T119" fmla="*/ 23 h 100"/>
                  <a:gd name="T120" fmla="*/ 23 w 48"/>
                  <a:gd name="T121" fmla="*/ 23 h 100"/>
                  <a:gd name="T122" fmla="*/ 24 w 48"/>
                  <a:gd name="T123" fmla="*/ 74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48" h="100">
                    <a:moveTo>
                      <a:pt x="35" y="22"/>
                    </a:moveTo>
                    <a:cubicBezTo>
                      <a:pt x="35" y="22"/>
                      <a:pt x="35" y="22"/>
                      <a:pt x="35" y="22"/>
                    </a:cubicBezTo>
                    <a:close/>
                    <a:moveTo>
                      <a:pt x="37" y="71"/>
                    </a:moveTo>
                    <a:cubicBezTo>
                      <a:pt x="37" y="72"/>
                      <a:pt x="37" y="72"/>
                      <a:pt x="37" y="72"/>
                    </a:cubicBezTo>
                    <a:cubicBezTo>
                      <a:pt x="37" y="73"/>
                      <a:pt x="37" y="73"/>
                      <a:pt x="37" y="73"/>
                    </a:cubicBezTo>
                    <a:cubicBezTo>
                      <a:pt x="37" y="73"/>
                      <a:pt x="37" y="73"/>
                      <a:pt x="37" y="73"/>
                    </a:cubicBezTo>
                    <a:cubicBezTo>
                      <a:pt x="37" y="72"/>
                      <a:pt x="37" y="72"/>
                      <a:pt x="37" y="72"/>
                    </a:cubicBezTo>
                    <a:cubicBezTo>
                      <a:pt x="37" y="71"/>
                      <a:pt x="37" y="71"/>
                      <a:pt x="37" y="71"/>
                    </a:cubicBezTo>
                    <a:close/>
                    <a:moveTo>
                      <a:pt x="0" y="12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1"/>
                      <a:pt x="3" y="10"/>
                      <a:pt x="3" y="10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5" y="10"/>
                      <a:pt x="5" y="11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16"/>
                      <a:pt x="7" y="17"/>
                      <a:pt x="6" y="17"/>
                    </a:cubicBezTo>
                    <a:cubicBezTo>
                      <a:pt x="6" y="18"/>
                      <a:pt x="6" y="19"/>
                      <a:pt x="6" y="20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6" y="22"/>
                      <a:pt x="6" y="24"/>
                      <a:pt x="7" y="25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26"/>
                      <a:pt x="10" y="25"/>
                      <a:pt x="10" y="25"/>
                    </a:cubicBezTo>
                    <a:cubicBezTo>
                      <a:pt x="10" y="25"/>
                      <a:pt x="10" y="25"/>
                      <a:pt x="10" y="25"/>
                    </a:cubicBezTo>
                    <a:cubicBezTo>
                      <a:pt x="10" y="26"/>
                      <a:pt x="10" y="26"/>
                      <a:pt x="10" y="26"/>
                    </a:cubicBezTo>
                    <a:cubicBezTo>
                      <a:pt x="10" y="26"/>
                      <a:pt x="10" y="26"/>
                      <a:pt x="10" y="26"/>
                    </a:cubicBezTo>
                    <a:cubicBezTo>
                      <a:pt x="10" y="27"/>
                      <a:pt x="11" y="28"/>
                      <a:pt x="11" y="29"/>
                    </a:cubicBezTo>
                    <a:cubicBezTo>
                      <a:pt x="11" y="30"/>
                      <a:pt x="11" y="30"/>
                      <a:pt x="12" y="31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2"/>
                      <a:pt x="14" y="31"/>
                      <a:pt x="14" y="30"/>
                    </a:cubicBezTo>
                    <a:cubicBezTo>
                      <a:pt x="16" y="28"/>
                      <a:pt x="18" y="27"/>
                      <a:pt x="19" y="26"/>
                    </a:cubicBezTo>
                    <a:cubicBezTo>
                      <a:pt x="20" y="25"/>
                      <a:pt x="21" y="24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20" y="22"/>
                      <a:pt x="20" y="22"/>
                      <a:pt x="20" y="22"/>
                    </a:cubicBezTo>
                    <a:cubicBezTo>
                      <a:pt x="19" y="22"/>
                      <a:pt x="19" y="22"/>
                      <a:pt x="19" y="22"/>
                    </a:cubicBezTo>
                    <a:cubicBezTo>
                      <a:pt x="19" y="22"/>
                      <a:pt x="18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3" y="22"/>
                      <a:pt x="13" y="22"/>
                      <a:pt x="13" y="22"/>
                    </a:cubicBezTo>
                    <a:cubicBezTo>
                      <a:pt x="13" y="21"/>
                      <a:pt x="13" y="21"/>
                      <a:pt x="13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4" y="17"/>
                      <a:pt x="14" y="14"/>
                      <a:pt x="16" y="14"/>
                    </a:cubicBezTo>
                    <a:cubicBezTo>
                      <a:pt x="19" y="14"/>
                      <a:pt x="19" y="14"/>
                      <a:pt x="19" y="14"/>
                    </a:cubicBezTo>
                    <a:cubicBezTo>
                      <a:pt x="19" y="14"/>
                      <a:pt x="20" y="13"/>
                      <a:pt x="21" y="13"/>
                    </a:cubicBezTo>
                    <a:cubicBezTo>
                      <a:pt x="22" y="13"/>
                      <a:pt x="23" y="13"/>
                      <a:pt x="24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8" y="13"/>
                      <a:pt x="28" y="13"/>
                      <a:pt x="28" y="13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28" y="13"/>
                      <a:pt x="28" y="13"/>
                      <a:pt x="28" y="13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9" y="17"/>
                      <a:pt x="30" y="19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7"/>
                      <a:pt x="32" y="16"/>
                      <a:pt x="32" y="16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3" y="14"/>
                      <a:pt x="34" y="11"/>
                      <a:pt x="34" y="11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5" y="12"/>
                      <a:pt x="35" y="12"/>
                      <a:pt x="35" y="12"/>
                    </a:cubicBezTo>
                    <a:cubicBezTo>
                      <a:pt x="35" y="11"/>
                      <a:pt x="35" y="9"/>
                      <a:pt x="35" y="8"/>
                    </a:cubicBezTo>
                    <a:cubicBezTo>
                      <a:pt x="35" y="4"/>
                      <a:pt x="35" y="0"/>
                      <a:pt x="3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8" y="0"/>
                      <a:pt x="40" y="6"/>
                      <a:pt x="40" y="9"/>
                    </a:cubicBezTo>
                    <a:cubicBezTo>
                      <a:pt x="40" y="9"/>
                      <a:pt x="40" y="9"/>
                      <a:pt x="40" y="9"/>
                    </a:cubicBezTo>
                    <a:cubicBezTo>
                      <a:pt x="40" y="10"/>
                      <a:pt x="40" y="10"/>
                      <a:pt x="40" y="10"/>
                    </a:cubicBezTo>
                    <a:cubicBezTo>
                      <a:pt x="40" y="11"/>
                      <a:pt x="40" y="11"/>
                      <a:pt x="40" y="11"/>
                    </a:cubicBezTo>
                    <a:cubicBezTo>
                      <a:pt x="41" y="10"/>
                      <a:pt x="42" y="8"/>
                      <a:pt x="43" y="6"/>
                    </a:cubicBezTo>
                    <a:cubicBezTo>
                      <a:pt x="45" y="4"/>
                      <a:pt x="46" y="2"/>
                      <a:pt x="46" y="2"/>
                    </a:cubicBezTo>
                    <a:cubicBezTo>
                      <a:pt x="46" y="1"/>
                      <a:pt x="46" y="1"/>
                      <a:pt x="46" y="1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7" y="3"/>
                      <a:pt x="48" y="4"/>
                      <a:pt x="48" y="5"/>
                    </a:cubicBezTo>
                    <a:cubicBezTo>
                      <a:pt x="47" y="9"/>
                      <a:pt x="45" y="13"/>
                      <a:pt x="44" y="15"/>
                    </a:cubicBezTo>
                    <a:cubicBezTo>
                      <a:pt x="45" y="14"/>
                      <a:pt x="47" y="12"/>
                      <a:pt x="47" y="12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7"/>
                      <a:pt x="45" y="20"/>
                      <a:pt x="44" y="21"/>
                    </a:cubicBezTo>
                    <a:cubicBezTo>
                      <a:pt x="45" y="21"/>
                      <a:pt x="47" y="20"/>
                      <a:pt x="47" y="20"/>
                    </a:cubicBezTo>
                    <a:cubicBezTo>
                      <a:pt x="47" y="20"/>
                      <a:pt x="47" y="20"/>
                      <a:pt x="47" y="20"/>
                    </a:cubicBezTo>
                    <a:cubicBezTo>
                      <a:pt x="47" y="21"/>
                      <a:pt x="47" y="21"/>
                      <a:pt x="47" y="21"/>
                    </a:cubicBezTo>
                    <a:cubicBezTo>
                      <a:pt x="47" y="21"/>
                      <a:pt x="47" y="21"/>
                      <a:pt x="47" y="21"/>
                    </a:cubicBezTo>
                    <a:cubicBezTo>
                      <a:pt x="47" y="24"/>
                      <a:pt x="44" y="27"/>
                      <a:pt x="43" y="28"/>
                    </a:cubicBezTo>
                    <a:cubicBezTo>
                      <a:pt x="45" y="28"/>
                      <a:pt x="46" y="29"/>
                      <a:pt x="46" y="29"/>
                    </a:cubicBezTo>
                    <a:cubicBezTo>
                      <a:pt x="46" y="29"/>
                      <a:pt x="46" y="29"/>
                      <a:pt x="46" y="29"/>
                    </a:cubicBezTo>
                    <a:cubicBezTo>
                      <a:pt x="46" y="29"/>
                      <a:pt x="46" y="29"/>
                      <a:pt x="46" y="29"/>
                    </a:cubicBezTo>
                    <a:cubicBezTo>
                      <a:pt x="45" y="31"/>
                      <a:pt x="44" y="32"/>
                      <a:pt x="43" y="33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6" y="33"/>
                      <a:pt x="48" y="35"/>
                      <a:pt x="48" y="38"/>
                    </a:cubicBezTo>
                    <a:cubicBezTo>
                      <a:pt x="48" y="38"/>
                      <a:pt x="48" y="38"/>
                      <a:pt x="48" y="38"/>
                    </a:cubicBezTo>
                    <a:cubicBezTo>
                      <a:pt x="48" y="41"/>
                      <a:pt x="47" y="42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4"/>
                      <a:pt x="48" y="44"/>
                      <a:pt x="48" y="48"/>
                    </a:cubicBezTo>
                    <a:cubicBezTo>
                      <a:pt x="48" y="49"/>
                      <a:pt x="48" y="49"/>
                      <a:pt x="48" y="49"/>
                    </a:cubicBezTo>
                    <a:cubicBezTo>
                      <a:pt x="48" y="51"/>
                      <a:pt x="46" y="51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5" y="51"/>
                      <a:pt x="45" y="49"/>
                      <a:pt x="45" y="48"/>
                    </a:cubicBezTo>
                    <a:cubicBezTo>
                      <a:pt x="45" y="48"/>
                      <a:pt x="45" y="48"/>
                      <a:pt x="45" y="48"/>
                    </a:cubicBezTo>
                    <a:cubicBezTo>
                      <a:pt x="46" y="47"/>
                      <a:pt x="43" y="45"/>
                      <a:pt x="43" y="43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0"/>
                      <a:pt x="45" y="39"/>
                      <a:pt x="45" y="39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36"/>
                      <a:pt x="44" y="36"/>
                      <a:pt x="44" y="36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1" y="36"/>
                      <a:pt x="41" y="36"/>
                      <a:pt x="41" y="36"/>
                    </a:cubicBezTo>
                    <a:cubicBezTo>
                      <a:pt x="42" y="37"/>
                      <a:pt x="42" y="37"/>
                      <a:pt x="42" y="37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41" y="38"/>
                      <a:pt x="41" y="38"/>
                      <a:pt x="41" y="38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40" y="39"/>
                      <a:pt x="40" y="40"/>
                      <a:pt x="40" y="41"/>
                    </a:cubicBezTo>
                    <a:cubicBezTo>
                      <a:pt x="40" y="41"/>
                      <a:pt x="40" y="41"/>
                      <a:pt x="40" y="41"/>
                    </a:cubicBezTo>
                    <a:cubicBezTo>
                      <a:pt x="40" y="48"/>
                      <a:pt x="47" y="54"/>
                      <a:pt x="47" y="59"/>
                    </a:cubicBezTo>
                    <a:cubicBezTo>
                      <a:pt x="47" y="62"/>
                      <a:pt x="44" y="65"/>
                      <a:pt x="43" y="66"/>
                    </a:cubicBezTo>
                    <a:cubicBezTo>
                      <a:pt x="44" y="68"/>
                      <a:pt x="44" y="68"/>
                      <a:pt x="44" y="68"/>
                    </a:cubicBezTo>
                    <a:cubicBezTo>
                      <a:pt x="45" y="68"/>
                      <a:pt x="45" y="68"/>
                      <a:pt x="45" y="68"/>
                    </a:cubicBezTo>
                    <a:cubicBezTo>
                      <a:pt x="43" y="69"/>
                      <a:pt x="43" y="69"/>
                      <a:pt x="43" y="69"/>
                    </a:cubicBezTo>
                    <a:cubicBezTo>
                      <a:pt x="44" y="70"/>
                      <a:pt x="44" y="70"/>
                      <a:pt x="44" y="70"/>
                    </a:cubicBezTo>
                    <a:cubicBezTo>
                      <a:pt x="43" y="70"/>
                      <a:pt x="43" y="70"/>
                      <a:pt x="43" y="70"/>
                    </a:cubicBezTo>
                    <a:cubicBezTo>
                      <a:pt x="43" y="71"/>
                      <a:pt x="43" y="71"/>
                      <a:pt x="43" y="71"/>
                    </a:cubicBezTo>
                    <a:cubicBezTo>
                      <a:pt x="43" y="72"/>
                      <a:pt x="43" y="72"/>
                      <a:pt x="43" y="72"/>
                    </a:cubicBezTo>
                    <a:cubicBezTo>
                      <a:pt x="42" y="72"/>
                      <a:pt x="42" y="72"/>
                      <a:pt x="42" y="72"/>
                    </a:cubicBezTo>
                    <a:cubicBezTo>
                      <a:pt x="43" y="73"/>
                      <a:pt x="43" y="73"/>
                      <a:pt x="43" y="73"/>
                    </a:cubicBezTo>
                    <a:cubicBezTo>
                      <a:pt x="43" y="73"/>
                      <a:pt x="43" y="73"/>
                      <a:pt x="43" y="73"/>
                    </a:cubicBezTo>
                    <a:cubicBezTo>
                      <a:pt x="42" y="73"/>
                      <a:pt x="42" y="73"/>
                      <a:pt x="42" y="73"/>
                    </a:cubicBezTo>
                    <a:cubicBezTo>
                      <a:pt x="42" y="74"/>
                      <a:pt x="42" y="74"/>
                      <a:pt x="42" y="74"/>
                    </a:cubicBezTo>
                    <a:cubicBezTo>
                      <a:pt x="42" y="75"/>
                      <a:pt x="42" y="75"/>
                      <a:pt x="42" y="75"/>
                    </a:cubicBezTo>
                    <a:cubicBezTo>
                      <a:pt x="41" y="75"/>
                      <a:pt x="41" y="75"/>
                      <a:pt x="41" y="75"/>
                    </a:cubicBezTo>
                    <a:cubicBezTo>
                      <a:pt x="41" y="77"/>
                      <a:pt x="41" y="77"/>
                      <a:pt x="41" y="77"/>
                    </a:cubicBezTo>
                    <a:cubicBezTo>
                      <a:pt x="42" y="77"/>
                      <a:pt x="42" y="77"/>
                      <a:pt x="42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1" y="79"/>
                      <a:pt x="41" y="79"/>
                      <a:pt x="41" y="79"/>
                    </a:cubicBezTo>
                    <a:cubicBezTo>
                      <a:pt x="43" y="82"/>
                      <a:pt x="43" y="82"/>
                      <a:pt x="43" y="82"/>
                    </a:cubicBezTo>
                    <a:cubicBezTo>
                      <a:pt x="43" y="83"/>
                      <a:pt x="42" y="84"/>
                      <a:pt x="42" y="86"/>
                    </a:cubicBezTo>
                    <a:cubicBezTo>
                      <a:pt x="42" y="87"/>
                      <a:pt x="42" y="88"/>
                      <a:pt x="42" y="88"/>
                    </a:cubicBezTo>
                    <a:cubicBezTo>
                      <a:pt x="43" y="93"/>
                      <a:pt x="43" y="93"/>
                      <a:pt x="43" y="93"/>
                    </a:cubicBezTo>
                    <a:cubicBezTo>
                      <a:pt x="43" y="95"/>
                      <a:pt x="43" y="95"/>
                      <a:pt x="43" y="95"/>
                    </a:cubicBezTo>
                    <a:cubicBezTo>
                      <a:pt x="42" y="99"/>
                      <a:pt x="42" y="99"/>
                      <a:pt x="42" y="99"/>
                    </a:cubicBezTo>
                    <a:cubicBezTo>
                      <a:pt x="42" y="100"/>
                      <a:pt x="41" y="100"/>
                      <a:pt x="40" y="100"/>
                    </a:cubicBezTo>
                    <a:cubicBezTo>
                      <a:pt x="39" y="100"/>
                      <a:pt x="39" y="100"/>
                      <a:pt x="39" y="100"/>
                    </a:cubicBezTo>
                    <a:cubicBezTo>
                      <a:pt x="38" y="100"/>
                      <a:pt x="36" y="100"/>
                      <a:pt x="35" y="100"/>
                    </a:cubicBezTo>
                    <a:cubicBezTo>
                      <a:pt x="34" y="100"/>
                      <a:pt x="32" y="99"/>
                      <a:pt x="31" y="98"/>
                    </a:cubicBezTo>
                    <a:cubicBezTo>
                      <a:pt x="30" y="97"/>
                      <a:pt x="30" y="97"/>
                      <a:pt x="30" y="97"/>
                    </a:cubicBezTo>
                    <a:cubicBezTo>
                      <a:pt x="30" y="97"/>
                      <a:pt x="30" y="97"/>
                      <a:pt x="30" y="97"/>
                    </a:cubicBezTo>
                    <a:cubicBezTo>
                      <a:pt x="32" y="95"/>
                      <a:pt x="32" y="95"/>
                      <a:pt x="32" y="95"/>
                    </a:cubicBezTo>
                    <a:cubicBezTo>
                      <a:pt x="33" y="95"/>
                      <a:pt x="33" y="95"/>
                      <a:pt x="33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5" y="95"/>
                      <a:pt x="35" y="95"/>
                      <a:pt x="35" y="95"/>
                    </a:cubicBezTo>
                    <a:cubicBezTo>
                      <a:pt x="36" y="95"/>
                      <a:pt x="36" y="96"/>
                      <a:pt x="37" y="96"/>
                    </a:cubicBezTo>
                    <a:cubicBezTo>
                      <a:pt x="37" y="96"/>
                      <a:pt x="37" y="96"/>
                      <a:pt x="37" y="96"/>
                    </a:cubicBezTo>
                    <a:cubicBezTo>
                      <a:pt x="39" y="96"/>
                      <a:pt x="39" y="94"/>
                      <a:pt x="39" y="93"/>
                    </a:cubicBezTo>
                    <a:cubicBezTo>
                      <a:pt x="39" y="92"/>
                      <a:pt x="39" y="92"/>
                      <a:pt x="39" y="92"/>
                    </a:cubicBezTo>
                    <a:cubicBezTo>
                      <a:pt x="39" y="91"/>
                      <a:pt x="39" y="91"/>
                      <a:pt x="38" y="90"/>
                    </a:cubicBezTo>
                    <a:cubicBezTo>
                      <a:pt x="38" y="89"/>
                      <a:pt x="38" y="88"/>
                      <a:pt x="38" y="87"/>
                    </a:cubicBezTo>
                    <a:cubicBezTo>
                      <a:pt x="38" y="86"/>
                      <a:pt x="38" y="86"/>
                      <a:pt x="38" y="86"/>
                    </a:cubicBezTo>
                    <a:cubicBezTo>
                      <a:pt x="38" y="85"/>
                      <a:pt x="38" y="85"/>
                      <a:pt x="37" y="84"/>
                    </a:cubicBezTo>
                    <a:cubicBezTo>
                      <a:pt x="36" y="83"/>
                      <a:pt x="36" y="82"/>
                      <a:pt x="36" y="81"/>
                    </a:cubicBezTo>
                    <a:cubicBezTo>
                      <a:pt x="36" y="80"/>
                      <a:pt x="36" y="79"/>
                      <a:pt x="35" y="78"/>
                    </a:cubicBezTo>
                    <a:cubicBezTo>
                      <a:pt x="33" y="77"/>
                      <a:pt x="32" y="75"/>
                      <a:pt x="32" y="74"/>
                    </a:cubicBezTo>
                    <a:cubicBezTo>
                      <a:pt x="31" y="72"/>
                      <a:pt x="31" y="72"/>
                      <a:pt x="31" y="72"/>
                    </a:cubicBezTo>
                    <a:cubicBezTo>
                      <a:pt x="30" y="70"/>
                      <a:pt x="30" y="70"/>
                      <a:pt x="30" y="70"/>
                    </a:cubicBezTo>
                    <a:cubicBezTo>
                      <a:pt x="30" y="70"/>
                      <a:pt x="30" y="70"/>
                      <a:pt x="30" y="70"/>
                    </a:cubicBezTo>
                    <a:cubicBezTo>
                      <a:pt x="29" y="69"/>
                      <a:pt x="29" y="69"/>
                      <a:pt x="28" y="68"/>
                    </a:cubicBezTo>
                    <a:cubicBezTo>
                      <a:pt x="27" y="67"/>
                      <a:pt x="27" y="67"/>
                      <a:pt x="27" y="67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8" y="71"/>
                      <a:pt x="28" y="71"/>
                      <a:pt x="28" y="71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8" y="74"/>
                      <a:pt x="28" y="74"/>
                      <a:pt x="28" y="74"/>
                    </a:cubicBezTo>
                    <a:cubicBezTo>
                      <a:pt x="26" y="75"/>
                      <a:pt x="26" y="75"/>
                      <a:pt x="26" y="75"/>
                    </a:cubicBezTo>
                    <a:cubicBezTo>
                      <a:pt x="25" y="76"/>
                      <a:pt x="25" y="76"/>
                      <a:pt x="25" y="76"/>
                    </a:cubicBezTo>
                    <a:cubicBezTo>
                      <a:pt x="23" y="78"/>
                      <a:pt x="23" y="78"/>
                      <a:pt x="23" y="78"/>
                    </a:cubicBezTo>
                    <a:cubicBezTo>
                      <a:pt x="22" y="79"/>
                      <a:pt x="22" y="79"/>
                      <a:pt x="22" y="79"/>
                    </a:cubicBezTo>
                    <a:cubicBezTo>
                      <a:pt x="21" y="81"/>
                      <a:pt x="21" y="81"/>
                      <a:pt x="21" y="81"/>
                    </a:cubicBezTo>
                    <a:cubicBezTo>
                      <a:pt x="20" y="82"/>
                      <a:pt x="19" y="83"/>
                      <a:pt x="18" y="83"/>
                    </a:cubicBezTo>
                    <a:cubicBezTo>
                      <a:pt x="16" y="83"/>
                      <a:pt x="15" y="80"/>
                      <a:pt x="14" y="79"/>
                    </a:cubicBezTo>
                    <a:cubicBezTo>
                      <a:pt x="14" y="78"/>
                      <a:pt x="13" y="76"/>
                      <a:pt x="13" y="75"/>
                    </a:cubicBezTo>
                    <a:cubicBezTo>
                      <a:pt x="13" y="72"/>
                      <a:pt x="13" y="72"/>
                      <a:pt x="13" y="72"/>
                    </a:cubicBezTo>
                    <a:cubicBezTo>
                      <a:pt x="13" y="72"/>
                      <a:pt x="13" y="72"/>
                      <a:pt x="13" y="72"/>
                    </a:cubicBezTo>
                    <a:cubicBezTo>
                      <a:pt x="14" y="72"/>
                      <a:pt x="14" y="72"/>
                      <a:pt x="14" y="72"/>
                    </a:cubicBezTo>
                    <a:cubicBezTo>
                      <a:pt x="15" y="73"/>
                      <a:pt x="15" y="73"/>
                      <a:pt x="15" y="73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7" y="75"/>
                      <a:pt x="17" y="75"/>
                      <a:pt x="17" y="75"/>
                    </a:cubicBezTo>
                    <a:cubicBezTo>
                      <a:pt x="18" y="77"/>
                      <a:pt x="18" y="77"/>
                      <a:pt x="18" y="77"/>
                    </a:cubicBezTo>
                    <a:cubicBezTo>
                      <a:pt x="18" y="77"/>
                      <a:pt x="18" y="77"/>
                      <a:pt x="18" y="77"/>
                    </a:cubicBezTo>
                    <a:cubicBezTo>
                      <a:pt x="19" y="76"/>
                      <a:pt x="19" y="76"/>
                      <a:pt x="19" y="76"/>
                    </a:cubicBezTo>
                    <a:cubicBezTo>
                      <a:pt x="20" y="76"/>
                      <a:pt x="21" y="74"/>
                      <a:pt x="22" y="73"/>
                    </a:cubicBezTo>
                    <a:cubicBezTo>
                      <a:pt x="22" y="72"/>
                      <a:pt x="23" y="71"/>
                      <a:pt x="23" y="70"/>
                    </a:cubicBezTo>
                    <a:cubicBezTo>
                      <a:pt x="23" y="69"/>
                      <a:pt x="23" y="69"/>
                      <a:pt x="23" y="69"/>
                    </a:cubicBezTo>
                    <a:cubicBezTo>
                      <a:pt x="22" y="68"/>
                      <a:pt x="19" y="66"/>
                      <a:pt x="18" y="65"/>
                    </a:cubicBezTo>
                    <a:cubicBezTo>
                      <a:pt x="18" y="64"/>
                      <a:pt x="18" y="64"/>
                      <a:pt x="18" y="64"/>
                    </a:cubicBezTo>
                    <a:cubicBezTo>
                      <a:pt x="18" y="63"/>
                      <a:pt x="18" y="63"/>
                      <a:pt x="18" y="63"/>
                    </a:cubicBezTo>
                    <a:cubicBezTo>
                      <a:pt x="17" y="62"/>
                      <a:pt x="17" y="61"/>
                      <a:pt x="17" y="61"/>
                    </a:cubicBezTo>
                    <a:cubicBezTo>
                      <a:pt x="17" y="57"/>
                      <a:pt x="20" y="56"/>
                      <a:pt x="22" y="56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3" y="56"/>
                      <a:pt x="23" y="56"/>
                      <a:pt x="23" y="56"/>
                    </a:cubicBezTo>
                    <a:cubicBezTo>
                      <a:pt x="22" y="54"/>
                      <a:pt x="22" y="54"/>
                      <a:pt x="22" y="54"/>
                    </a:cubicBezTo>
                    <a:cubicBezTo>
                      <a:pt x="20" y="53"/>
                      <a:pt x="20" y="53"/>
                      <a:pt x="20" y="53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1"/>
                      <a:pt x="20" y="51"/>
                      <a:pt x="20" y="51"/>
                    </a:cubicBezTo>
                    <a:cubicBezTo>
                      <a:pt x="17" y="52"/>
                      <a:pt x="16" y="56"/>
                      <a:pt x="16" y="56"/>
                    </a:cubicBezTo>
                    <a:cubicBezTo>
                      <a:pt x="16" y="57"/>
                      <a:pt x="16" y="57"/>
                      <a:pt x="16" y="57"/>
                    </a:cubicBezTo>
                    <a:cubicBezTo>
                      <a:pt x="16" y="56"/>
                      <a:pt x="16" y="56"/>
                      <a:pt x="16" y="56"/>
                    </a:cubicBezTo>
                    <a:cubicBezTo>
                      <a:pt x="15" y="55"/>
                      <a:pt x="15" y="54"/>
                      <a:pt x="15" y="53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12" y="54"/>
                      <a:pt x="12" y="54"/>
                      <a:pt x="11" y="55"/>
                    </a:cubicBezTo>
                    <a:cubicBezTo>
                      <a:pt x="10" y="55"/>
                      <a:pt x="10" y="55"/>
                      <a:pt x="9" y="56"/>
                    </a:cubicBezTo>
                    <a:cubicBezTo>
                      <a:pt x="9" y="56"/>
                      <a:pt x="9" y="56"/>
                      <a:pt x="9" y="56"/>
                    </a:cubicBezTo>
                    <a:cubicBezTo>
                      <a:pt x="10" y="57"/>
                      <a:pt x="10" y="57"/>
                      <a:pt x="10" y="57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12" y="60"/>
                      <a:pt x="12" y="60"/>
                      <a:pt x="12" y="60"/>
                    </a:cubicBezTo>
                    <a:cubicBezTo>
                      <a:pt x="12" y="60"/>
                      <a:pt x="12" y="60"/>
                      <a:pt x="12" y="60"/>
                    </a:cubicBezTo>
                    <a:cubicBezTo>
                      <a:pt x="11" y="61"/>
                      <a:pt x="11" y="61"/>
                      <a:pt x="11" y="61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0" y="63"/>
                      <a:pt x="10" y="63"/>
                      <a:pt x="10" y="63"/>
                    </a:cubicBezTo>
                    <a:cubicBezTo>
                      <a:pt x="9" y="63"/>
                      <a:pt x="9" y="63"/>
                      <a:pt x="9" y="63"/>
                    </a:cubicBezTo>
                    <a:cubicBezTo>
                      <a:pt x="9" y="63"/>
                      <a:pt x="9" y="63"/>
                      <a:pt x="9" y="63"/>
                    </a:cubicBezTo>
                    <a:cubicBezTo>
                      <a:pt x="9" y="62"/>
                      <a:pt x="9" y="62"/>
                      <a:pt x="9" y="62"/>
                    </a:cubicBezTo>
                    <a:cubicBezTo>
                      <a:pt x="10" y="62"/>
                      <a:pt x="10" y="62"/>
                      <a:pt x="10" y="62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9" y="61"/>
                      <a:pt x="9" y="61"/>
                      <a:pt x="9" y="61"/>
                    </a:cubicBezTo>
                    <a:cubicBezTo>
                      <a:pt x="8" y="58"/>
                      <a:pt x="8" y="58"/>
                      <a:pt x="8" y="58"/>
                    </a:cubicBezTo>
                    <a:cubicBezTo>
                      <a:pt x="7" y="55"/>
                      <a:pt x="7" y="55"/>
                      <a:pt x="7" y="55"/>
                    </a:cubicBezTo>
                    <a:cubicBezTo>
                      <a:pt x="6" y="54"/>
                      <a:pt x="6" y="52"/>
                      <a:pt x="6" y="52"/>
                    </a:cubicBezTo>
                    <a:cubicBezTo>
                      <a:pt x="5" y="49"/>
                      <a:pt x="5" y="49"/>
                      <a:pt x="5" y="49"/>
                    </a:cubicBezTo>
                    <a:cubicBezTo>
                      <a:pt x="4" y="47"/>
                      <a:pt x="4" y="47"/>
                      <a:pt x="4" y="47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7" y="45"/>
                      <a:pt x="7" y="45"/>
                      <a:pt x="7" y="45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10" y="48"/>
                      <a:pt x="10" y="48"/>
                      <a:pt x="10" y="48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50"/>
                      <a:pt x="9" y="50"/>
                      <a:pt x="9" y="50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11" y="52"/>
                      <a:pt x="11" y="52"/>
                      <a:pt x="11" y="52"/>
                    </a:cubicBezTo>
                    <a:cubicBezTo>
                      <a:pt x="11" y="52"/>
                      <a:pt x="13" y="51"/>
                      <a:pt x="14" y="50"/>
                    </a:cubicBezTo>
                    <a:cubicBezTo>
                      <a:pt x="14" y="49"/>
                      <a:pt x="14" y="49"/>
                      <a:pt x="14" y="49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3" y="47"/>
                      <a:pt x="13" y="47"/>
                      <a:pt x="13" y="47"/>
                    </a:cubicBezTo>
                    <a:cubicBezTo>
                      <a:pt x="14" y="47"/>
                      <a:pt x="15" y="47"/>
                      <a:pt x="16" y="47"/>
                    </a:cubicBezTo>
                    <a:cubicBezTo>
                      <a:pt x="15" y="46"/>
                      <a:pt x="14" y="45"/>
                      <a:pt x="12" y="43"/>
                    </a:cubicBezTo>
                    <a:cubicBezTo>
                      <a:pt x="11" y="40"/>
                      <a:pt x="11" y="40"/>
                      <a:pt x="11" y="40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8" y="38"/>
                      <a:pt x="8" y="37"/>
                      <a:pt x="8" y="36"/>
                    </a:cubicBezTo>
                    <a:cubicBezTo>
                      <a:pt x="8" y="35"/>
                      <a:pt x="7" y="33"/>
                      <a:pt x="6" y="33"/>
                    </a:cubicBezTo>
                    <a:cubicBezTo>
                      <a:pt x="5" y="32"/>
                      <a:pt x="5" y="32"/>
                      <a:pt x="5" y="32"/>
                    </a:cubicBezTo>
                    <a:cubicBezTo>
                      <a:pt x="4" y="32"/>
                      <a:pt x="4" y="34"/>
                      <a:pt x="4" y="34"/>
                    </a:cubicBezTo>
                    <a:cubicBezTo>
                      <a:pt x="3" y="34"/>
                      <a:pt x="3" y="34"/>
                      <a:pt x="3" y="34"/>
                    </a:cubicBezTo>
                    <a:cubicBezTo>
                      <a:pt x="4" y="31"/>
                      <a:pt x="5" y="30"/>
                      <a:pt x="5" y="30"/>
                    </a:cubicBezTo>
                    <a:cubicBezTo>
                      <a:pt x="5" y="29"/>
                      <a:pt x="5" y="29"/>
                      <a:pt x="5" y="29"/>
                    </a:cubicBezTo>
                    <a:cubicBezTo>
                      <a:pt x="5" y="28"/>
                      <a:pt x="4" y="27"/>
                      <a:pt x="4" y="26"/>
                    </a:cubicBezTo>
                    <a:cubicBezTo>
                      <a:pt x="4" y="24"/>
                      <a:pt x="4" y="24"/>
                      <a:pt x="4" y="24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3" y="26"/>
                      <a:pt x="3" y="26"/>
                      <a:pt x="3" y="26"/>
                    </a:cubicBezTo>
                    <a:cubicBezTo>
                      <a:pt x="3" y="28"/>
                      <a:pt x="3" y="28"/>
                      <a:pt x="3" y="28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5"/>
                      <a:pt x="1" y="25"/>
                      <a:pt x="1" y="25"/>
                    </a:cubicBezTo>
                    <a:cubicBezTo>
                      <a:pt x="2" y="21"/>
                      <a:pt x="2" y="21"/>
                      <a:pt x="2" y="21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2" y="19"/>
                      <a:pt x="2" y="18"/>
                      <a:pt x="2" y="18"/>
                    </a:cubicBezTo>
                    <a:cubicBezTo>
                      <a:pt x="1" y="15"/>
                      <a:pt x="1" y="15"/>
                      <a:pt x="1" y="15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3"/>
                      <a:pt x="1" y="13"/>
                      <a:pt x="1" y="13"/>
                    </a:cubicBezTo>
                    <a:lnTo>
                      <a:pt x="0" y="12"/>
                    </a:lnTo>
                    <a:close/>
                    <a:moveTo>
                      <a:pt x="13" y="21"/>
                    </a:moveTo>
                    <a:cubicBezTo>
                      <a:pt x="13" y="21"/>
                      <a:pt x="13" y="21"/>
                      <a:pt x="13" y="21"/>
                    </a:cubicBezTo>
                    <a:cubicBezTo>
                      <a:pt x="14" y="22"/>
                      <a:pt x="14" y="22"/>
                      <a:pt x="14" y="22"/>
                    </a:cubicBezTo>
                    <a:lnTo>
                      <a:pt x="13" y="21"/>
                    </a:lnTo>
                    <a:close/>
                    <a:moveTo>
                      <a:pt x="4" y="10"/>
                    </a:moveTo>
                    <a:cubicBezTo>
                      <a:pt x="4" y="10"/>
                      <a:pt x="4" y="10"/>
                      <a:pt x="4" y="10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lnTo>
                      <a:pt x="4" y="10"/>
                    </a:lnTo>
                    <a:close/>
                    <a:moveTo>
                      <a:pt x="6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lnTo>
                      <a:pt x="6" y="12"/>
                    </a:lnTo>
                    <a:close/>
                    <a:moveTo>
                      <a:pt x="6" y="17"/>
                    </a:moveTo>
                    <a:cubicBezTo>
                      <a:pt x="7" y="16"/>
                      <a:pt x="7" y="15"/>
                      <a:pt x="7" y="15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5"/>
                      <a:pt x="6" y="15"/>
                      <a:pt x="5" y="16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8"/>
                      <a:pt x="5" y="18"/>
                      <a:pt x="5" y="18"/>
                    </a:cubicBezTo>
                    <a:lnTo>
                      <a:pt x="6" y="17"/>
                    </a:lnTo>
                    <a:close/>
                    <a:moveTo>
                      <a:pt x="19" y="21"/>
                    </a:moveTo>
                    <a:cubicBezTo>
                      <a:pt x="20" y="21"/>
                      <a:pt x="20" y="21"/>
                      <a:pt x="20" y="21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21" y="21"/>
                      <a:pt x="21" y="21"/>
                      <a:pt x="21" y="21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7" y="22"/>
                      <a:pt x="17" y="22"/>
                      <a:pt x="17" y="22"/>
                    </a:cubicBezTo>
                    <a:lnTo>
                      <a:pt x="19" y="21"/>
                    </a:lnTo>
                    <a:close/>
                    <a:moveTo>
                      <a:pt x="21" y="20"/>
                    </a:move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1" y="20"/>
                      <a:pt x="21" y="20"/>
                      <a:pt x="21" y="20"/>
                    </a:cubicBezTo>
                    <a:close/>
                    <a:moveTo>
                      <a:pt x="16" y="21"/>
                    </a:move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5" y="22"/>
                      <a:pt x="15" y="22"/>
                      <a:pt x="15" y="22"/>
                    </a:cubicBezTo>
                    <a:cubicBezTo>
                      <a:pt x="15" y="22"/>
                      <a:pt x="15" y="22"/>
                      <a:pt x="15" y="22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7" y="20"/>
                      <a:pt x="17" y="20"/>
                      <a:pt x="17" y="20"/>
                    </a:cubicBezTo>
                    <a:lnTo>
                      <a:pt x="16" y="21"/>
                    </a:lnTo>
                    <a:close/>
                    <a:moveTo>
                      <a:pt x="16" y="15"/>
                    </a:moveTo>
                    <a:cubicBezTo>
                      <a:pt x="15" y="15"/>
                      <a:pt x="15" y="15"/>
                      <a:pt x="15" y="16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7"/>
                      <a:pt x="20" y="17"/>
                      <a:pt x="20" y="17"/>
                    </a:cubicBezTo>
                    <a:cubicBezTo>
                      <a:pt x="19" y="15"/>
                      <a:pt x="19" y="15"/>
                      <a:pt x="19" y="15"/>
                    </a:cubicBezTo>
                    <a:lnTo>
                      <a:pt x="16" y="15"/>
                    </a:lnTo>
                    <a:close/>
                    <a:moveTo>
                      <a:pt x="20" y="15"/>
                    </a:moveTo>
                    <a:cubicBezTo>
                      <a:pt x="20" y="15"/>
                      <a:pt x="20" y="15"/>
                      <a:pt x="20" y="15"/>
                    </a:cubicBezTo>
                    <a:cubicBezTo>
                      <a:pt x="20" y="15"/>
                      <a:pt x="20" y="15"/>
                      <a:pt x="20" y="15"/>
                    </a:cubicBezTo>
                    <a:close/>
                    <a:moveTo>
                      <a:pt x="26" y="13"/>
                    </a:moveTo>
                    <a:cubicBezTo>
                      <a:pt x="26" y="14"/>
                      <a:pt x="26" y="14"/>
                      <a:pt x="26" y="14"/>
                    </a:cubicBezTo>
                    <a:cubicBezTo>
                      <a:pt x="26" y="14"/>
                      <a:pt x="26" y="14"/>
                      <a:pt x="26" y="14"/>
                    </a:cubicBezTo>
                    <a:lnTo>
                      <a:pt x="26" y="13"/>
                    </a:lnTo>
                    <a:close/>
                    <a:moveTo>
                      <a:pt x="28" y="16"/>
                    </a:move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22" y="14"/>
                      <a:pt x="22" y="13"/>
                      <a:pt x="21" y="13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3" y="14"/>
                      <a:pt x="23" y="14"/>
                      <a:pt x="23" y="14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23" y="17"/>
                      <a:pt x="23" y="17"/>
                      <a:pt x="23" y="17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1" y="17"/>
                      <a:pt x="21" y="17"/>
                      <a:pt x="21" y="17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4"/>
                      <a:pt x="21" y="25"/>
                      <a:pt x="19" y="26"/>
                    </a:cubicBezTo>
                    <a:cubicBezTo>
                      <a:pt x="18" y="27"/>
                      <a:pt x="16" y="29"/>
                      <a:pt x="15" y="30"/>
                    </a:cubicBezTo>
                    <a:cubicBezTo>
                      <a:pt x="13" y="32"/>
                      <a:pt x="13" y="34"/>
                      <a:pt x="13" y="35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6" y="34"/>
                      <a:pt x="16" y="34"/>
                      <a:pt x="16" y="34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8" y="36"/>
                      <a:pt x="18" y="36"/>
                      <a:pt x="18" y="36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1" y="34"/>
                      <a:pt x="21" y="34"/>
                      <a:pt x="21" y="34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8" y="33"/>
                      <a:pt x="28" y="33"/>
                      <a:pt x="28" y="33"/>
                    </a:cubicBezTo>
                    <a:cubicBezTo>
                      <a:pt x="28" y="32"/>
                      <a:pt x="28" y="32"/>
                      <a:pt x="28" y="31"/>
                    </a:cubicBezTo>
                    <a:cubicBezTo>
                      <a:pt x="28" y="30"/>
                      <a:pt x="28" y="30"/>
                      <a:pt x="28" y="30"/>
                    </a:cubicBezTo>
                    <a:cubicBezTo>
                      <a:pt x="28" y="29"/>
                      <a:pt x="29" y="28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30" y="23"/>
                      <a:pt x="30" y="23"/>
                      <a:pt x="30" y="23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18"/>
                      <a:pt x="28" y="17"/>
                      <a:pt x="28" y="16"/>
                    </a:cubicBezTo>
                    <a:moveTo>
                      <a:pt x="29" y="31"/>
                    </a:moveTo>
                    <a:cubicBezTo>
                      <a:pt x="29" y="32"/>
                      <a:pt x="29" y="32"/>
                      <a:pt x="29" y="32"/>
                    </a:cubicBezTo>
                    <a:cubicBezTo>
                      <a:pt x="29" y="32"/>
                      <a:pt x="29" y="32"/>
                      <a:pt x="29" y="32"/>
                    </a:cubicBezTo>
                    <a:cubicBezTo>
                      <a:pt x="31" y="32"/>
                      <a:pt x="32" y="31"/>
                      <a:pt x="32" y="29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1" y="28"/>
                      <a:pt x="30" y="27"/>
                      <a:pt x="29" y="27"/>
                    </a:cubicBezTo>
                    <a:cubicBezTo>
                      <a:pt x="29" y="28"/>
                      <a:pt x="29" y="30"/>
                      <a:pt x="29" y="30"/>
                    </a:cubicBezTo>
                    <a:lnTo>
                      <a:pt x="29" y="31"/>
                    </a:lnTo>
                    <a:close/>
                    <a:moveTo>
                      <a:pt x="33" y="18"/>
                    </a:move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2" y="16"/>
                      <a:pt x="32" y="16"/>
                      <a:pt x="32" y="16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9"/>
                      <a:pt x="31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30" y="23"/>
                      <a:pt x="30" y="23"/>
                      <a:pt x="30" y="23"/>
                    </a:cubicBezTo>
                    <a:cubicBezTo>
                      <a:pt x="30" y="24"/>
                      <a:pt x="30" y="24"/>
                      <a:pt x="30" y="24"/>
                    </a:cubicBezTo>
                    <a:cubicBezTo>
                      <a:pt x="32" y="22"/>
                      <a:pt x="32" y="22"/>
                      <a:pt x="32" y="22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3" y="20"/>
                      <a:pt x="33" y="20"/>
                      <a:pt x="33" y="20"/>
                    </a:cubicBezTo>
                    <a:lnTo>
                      <a:pt x="33" y="18"/>
                    </a:lnTo>
                    <a:close/>
                    <a:moveTo>
                      <a:pt x="35" y="13"/>
                    </a:moveTo>
                    <a:cubicBezTo>
                      <a:pt x="35" y="13"/>
                      <a:pt x="35" y="13"/>
                      <a:pt x="35" y="13"/>
                    </a:cubicBezTo>
                    <a:cubicBezTo>
                      <a:pt x="35" y="13"/>
                      <a:pt x="35" y="13"/>
                      <a:pt x="35" y="13"/>
                    </a:cubicBezTo>
                    <a:cubicBezTo>
                      <a:pt x="34" y="11"/>
                      <a:pt x="34" y="11"/>
                      <a:pt x="34" y="11"/>
                    </a:cubicBezTo>
                    <a:cubicBezTo>
                      <a:pt x="34" y="12"/>
                      <a:pt x="34" y="16"/>
                      <a:pt x="33" y="17"/>
                    </a:cubicBezTo>
                    <a:cubicBezTo>
                      <a:pt x="33" y="18"/>
                      <a:pt x="34" y="19"/>
                      <a:pt x="34" y="20"/>
                    </a:cubicBezTo>
                    <a:cubicBezTo>
                      <a:pt x="34" y="20"/>
                      <a:pt x="34" y="20"/>
                      <a:pt x="34" y="20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5"/>
                      <a:pt x="35" y="14"/>
                      <a:pt x="35" y="13"/>
                    </a:cubicBezTo>
                    <a:moveTo>
                      <a:pt x="36" y="1"/>
                    </a:moveTo>
                    <a:cubicBezTo>
                      <a:pt x="36" y="2"/>
                      <a:pt x="36" y="5"/>
                      <a:pt x="36" y="8"/>
                    </a:cubicBezTo>
                    <a:cubicBezTo>
                      <a:pt x="36" y="9"/>
                      <a:pt x="36" y="11"/>
                      <a:pt x="35" y="12"/>
                    </a:cubicBezTo>
                    <a:cubicBezTo>
                      <a:pt x="35" y="12"/>
                      <a:pt x="36" y="13"/>
                      <a:pt x="36" y="14"/>
                    </a:cubicBezTo>
                    <a:cubicBezTo>
                      <a:pt x="36" y="14"/>
                      <a:pt x="38" y="10"/>
                      <a:pt x="38" y="7"/>
                    </a:cubicBezTo>
                    <a:cubicBezTo>
                      <a:pt x="38" y="5"/>
                      <a:pt x="37" y="3"/>
                      <a:pt x="36" y="1"/>
                    </a:cubicBezTo>
                    <a:moveTo>
                      <a:pt x="37" y="2"/>
                    </a:moveTo>
                    <a:cubicBezTo>
                      <a:pt x="38" y="4"/>
                      <a:pt x="38" y="5"/>
                      <a:pt x="38" y="7"/>
                    </a:cubicBezTo>
                    <a:cubicBezTo>
                      <a:pt x="38" y="11"/>
                      <a:pt x="36" y="15"/>
                      <a:pt x="36" y="15"/>
                    </a:cubicBezTo>
                    <a:cubicBezTo>
                      <a:pt x="36" y="15"/>
                      <a:pt x="36" y="15"/>
                      <a:pt x="36" y="15"/>
                    </a:cubicBezTo>
                    <a:cubicBezTo>
                      <a:pt x="37" y="16"/>
                      <a:pt x="37" y="16"/>
                      <a:pt x="37" y="16"/>
                    </a:cubicBezTo>
                    <a:cubicBezTo>
                      <a:pt x="37" y="15"/>
                      <a:pt x="37" y="15"/>
                      <a:pt x="37" y="15"/>
                    </a:cubicBezTo>
                    <a:cubicBezTo>
                      <a:pt x="39" y="12"/>
                      <a:pt x="39" y="12"/>
                      <a:pt x="39" y="12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9"/>
                      <a:pt x="39" y="9"/>
                      <a:pt x="39" y="9"/>
                    </a:cubicBezTo>
                    <a:cubicBezTo>
                      <a:pt x="39" y="7"/>
                      <a:pt x="38" y="4"/>
                      <a:pt x="37" y="2"/>
                    </a:cubicBezTo>
                    <a:moveTo>
                      <a:pt x="40" y="12"/>
                    </a:moveTo>
                    <a:cubicBezTo>
                      <a:pt x="40" y="11"/>
                      <a:pt x="40" y="11"/>
                      <a:pt x="40" y="11"/>
                    </a:cubicBezTo>
                    <a:cubicBezTo>
                      <a:pt x="39" y="13"/>
                      <a:pt x="37" y="16"/>
                      <a:pt x="37" y="17"/>
                    </a:cubicBezTo>
                    <a:cubicBezTo>
                      <a:pt x="37" y="18"/>
                      <a:pt x="37" y="18"/>
                      <a:pt x="37" y="18"/>
                    </a:cubicBezTo>
                    <a:cubicBezTo>
                      <a:pt x="37" y="20"/>
                      <a:pt x="37" y="20"/>
                      <a:pt x="37" y="20"/>
                    </a:cubicBezTo>
                    <a:cubicBezTo>
                      <a:pt x="38" y="20"/>
                      <a:pt x="38" y="20"/>
                      <a:pt x="38" y="20"/>
                    </a:cubicBezTo>
                    <a:cubicBezTo>
                      <a:pt x="38" y="20"/>
                      <a:pt x="40" y="16"/>
                      <a:pt x="40" y="12"/>
                    </a:cubicBezTo>
                    <a:close/>
                    <a:moveTo>
                      <a:pt x="27" y="44"/>
                    </a:move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2"/>
                      <a:pt x="25" y="43"/>
                      <a:pt x="27" y="44"/>
                    </a:cubicBezTo>
                    <a:moveTo>
                      <a:pt x="27" y="44"/>
                    </a:moveTo>
                    <a:cubicBezTo>
                      <a:pt x="29" y="48"/>
                      <a:pt x="29" y="48"/>
                      <a:pt x="29" y="48"/>
                    </a:cubicBezTo>
                    <a:cubicBezTo>
                      <a:pt x="29" y="47"/>
                      <a:pt x="29" y="47"/>
                      <a:pt x="29" y="47"/>
                    </a:cubicBezTo>
                    <a:cubicBezTo>
                      <a:pt x="29" y="46"/>
                      <a:pt x="28" y="45"/>
                      <a:pt x="28" y="44"/>
                    </a:cubicBezTo>
                    <a:cubicBezTo>
                      <a:pt x="28" y="44"/>
                      <a:pt x="28" y="44"/>
                      <a:pt x="28" y="44"/>
                    </a:cubicBezTo>
                    <a:cubicBezTo>
                      <a:pt x="28" y="44"/>
                      <a:pt x="28" y="44"/>
                      <a:pt x="28" y="44"/>
                    </a:cubicBezTo>
                    <a:lnTo>
                      <a:pt x="27" y="44"/>
                    </a:lnTo>
                    <a:close/>
                    <a:moveTo>
                      <a:pt x="28" y="44"/>
                    </a:moveTo>
                    <a:cubicBezTo>
                      <a:pt x="28" y="42"/>
                      <a:pt x="28" y="42"/>
                      <a:pt x="28" y="42"/>
                    </a:cubicBezTo>
                    <a:cubicBezTo>
                      <a:pt x="28" y="42"/>
                      <a:pt x="28" y="42"/>
                      <a:pt x="28" y="42"/>
                    </a:cubicBezTo>
                    <a:cubicBezTo>
                      <a:pt x="27" y="41"/>
                      <a:pt x="27" y="41"/>
                      <a:pt x="27" y="41"/>
                    </a:cubicBezTo>
                    <a:lnTo>
                      <a:pt x="28" y="44"/>
                    </a:lnTo>
                    <a:close/>
                    <a:moveTo>
                      <a:pt x="28" y="44"/>
                    </a:moveTo>
                    <a:cubicBezTo>
                      <a:pt x="28" y="44"/>
                      <a:pt x="28" y="44"/>
                      <a:pt x="28" y="44"/>
                    </a:cubicBezTo>
                    <a:cubicBezTo>
                      <a:pt x="29" y="44"/>
                      <a:pt x="30" y="45"/>
                      <a:pt x="33" y="45"/>
                    </a:cubicBezTo>
                    <a:cubicBezTo>
                      <a:pt x="31" y="45"/>
                      <a:pt x="30" y="43"/>
                      <a:pt x="30" y="42"/>
                    </a:cubicBezTo>
                    <a:cubicBezTo>
                      <a:pt x="29" y="42"/>
                      <a:pt x="29" y="42"/>
                      <a:pt x="29" y="42"/>
                    </a:cubicBezTo>
                    <a:lnTo>
                      <a:pt x="28" y="44"/>
                    </a:lnTo>
                    <a:close/>
                    <a:moveTo>
                      <a:pt x="37" y="34"/>
                    </a:move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9" y="34"/>
                      <a:pt x="39" y="34"/>
                      <a:pt x="39" y="34"/>
                    </a:cubicBezTo>
                    <a:cubicBezTo>
                      <a:pt x="37" y="32"/>
                      <a:pt x="37" y="32"/>
                      <a:pt x="37" y="32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lose/>
                    <a:moveTo>
                      <a:pt x="37" y="38"/>
                    </a:moveTo>
                    <a:cubicBezTo>
                      <a:pt x="36" y="39"/>
                      <a:pt x="35" y="39"/>
                      <a:pt x="35" y="39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8" y="42"/>
                      <a:pt x="38" y="42"/>
                      <a:pt x="38" y="42"/>
                    </a:cubicBezTo>
                    <a:cubicBezTo>
                      <a:pt x="38" y="41"/>
                      <a:pt x="38" y="39"/>
                      <a:pt x="37" y="38"/>
                    </a:cubicBezTo>
                    <a:moveTo>
                      <a:pt x="34" y="40"/>
                    </a:moveTo>
                    <a:cubicBezTo>
                      <a:pt x="34" y="41"/>
                      <a:pt x="34" y="42"/>
                      <a:pt x="34" y="42"/>
                    </a:cubicBezTo>
                    <a:cubicBezTo>
                      <a:pt x="33" y="42"/>
                      <a:pt x="33" y="42"/>
                      <a:pt x="33" y="42"/>
                    </a:cubicBezTo>
                    <a:cubicBezTo>
                      <a:pt x="33" y="42"/>
                      <a:pt x="33" y="42"/>
                      <a:pt x="33" y="42"/>
                    </a:cubicBezTo>
                    <a:cubicBezTo>
                      <a:pt x="32" y="42"/>
                      <a:pt x="31" y="42"/>
                      <a:pt x="31" y="42"/>
                    </a:cubicBezTo>
                    <a:cubicBezTo>
                      <a:pt x="31" y="43"/>
                      <a:pt x="32" y="45"/>
                      <a:pt x="34" y="45"/>
                    </a:cubicBezTo>
                    <a:cubicBezTo>
                      <a:pt x="34" y="45"/>
                      <a:pt x="34" y="43"/>
                      <a:pt x="33" y="42"/>
                    </a:cubicBezTo>
                    <a:cubicBezTo>
                      <a:pt x="34" y="42"/>
                      <a:pt x="34" y="42"/>
                      <a:pt x="34" y="42"/>
                    </a:cubicBezTo>
                    <a:cubicBezTo>
                      <a:pt x="34" y="42"/>
                      <a:pt x="34" y="42"/>
                      <a:pt x="34" y="42"/>
                    </a:cubicBezTo>
                    <a:cubicBezTo>
                      <a:pt x="36" y="43"/>
                      <a:pt x="36" y="43"/>
                      <a:pt x="36" y="43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6" y="42"/>
                      <a:pt x="35" y="40"/>
                      <a:pt x="34" y="40"/>
                    </a:cubicBezTo>
                    <a:moveTo>
                      <a:pt x="37" y="44"/>
                    </a:moveTo>
                    <a:cubicBezTo>
                      <a:pt x="37" y="43"/>
                      <a:pt x="37" y="43"/>
                      <a:pt x="37" y="43"/>
                    </a:cubicBezTo>
                    <a:cubicBezTo>
                      <a:pt x="36" y="43"/>
                      <a:pt x="36" y="43"/>
                      <a:pt x="36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4"/>
                      <a:pt x="35" y="45"/>
                      <a:pt x="35" y="46"/>
                    </a:cubicBezTo>
                    <a:cubicBezTo>
                      <a:pt x="35" y="46"/>
                      <a:pt x="35" y="46"/>
                      <a:pt x="35" y="46"/>
                    </a:cubicBezTo>
                    <a:cubicBezTo>
                      <a:pt x="34" y="46"/>
                      <a:pt x="34" y="46"/>
                      <a:pt x="34" y="46"/>
                    </a:cubicBezTo>
                    <a:cubicBezTo>
                      <a:pt x="34" y="46"/>
                      <a:pt x="34" y="46"/>
                      <a:pt x="34" y="46"/>
                    </a:cubicBezTo>
                    <a:cubicBezTo>
                      <a:pt x="33" y="46"/>
                      <a:pt x="33" y="46"/>
                      <a:pt x="33" y="46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7"/>
                      <a:pt x="32" y="47"/>
                      <a:pt x="32" y="47"/>
                    </a:cubicBezTo>
                    <a:cubicBezTo>
                      <a:pt x="32" y="48"/>
                      <a:pt x="33" y="48"/>
                      <a:pt x="33" y="50"/>
                    </a:cubicBezTo>
                    <a:cubicBezTo>
                      <a:pt x="34" y="52"/>
                      <a:pt x="36" y="54"/>
                      <a:pt x="38" y="55"/>
                    </a:cubicBezTo>
                    <a:cubicBezTo>
                      <a:pt x="39" y="57"/>
                      <a:pt x="40" y="58"/>
                      <a:pt x="41" y="60"/>
                    </a:cubicBezTo>
                    <a:cubicBezTo>
                      <a:pt x="41" y="61"/>
                      <a:pt x="41" y="61"/>
                      <a:pt x="41" y="61"/>
                    </a:cubicBezTo>
                    <a:cubicBezTo>
                      <a:pt x="42" y="61"/>
                      <a:pt x="42" y="61"/>
                      <a:pt x="42" y="61"/>
                    </a:cubicBezTo>
                    <a:cubicBezTo>
                      <a:pt x="42" y="61"/>
                      <a:pt x="42" y="61"/>
                      <a:pt x="42" y="61"/>
                    </a:cubicBezTo>
                    <a:cubicBezTo>
                      <a:pt x="43" y="61"/>
                      <a:pt x="44" y="59"/>
                      <a:pt x="44" y="59"/>
                    </a:cubicBezTo>
                    <a:cubicBezTo>
                      <a:pt x="44" y="58"/>
                      <a:pt x="44" y="58"/>
                      <a:pt x="44" y="58"/>
                    </a:cubicBezTo>
                    <a:cubicBezTo>
                      <a:pt x="44" y="54"/>
                      <a:pt x="39" y="52"/>
                      <a:pt x="37" y="44"/>
                    </a:cubicBezTo>
                    <a:moveTo>
                      <a:pt x="31" y="42"/>
                    </a:moveTo>
                    <a:cubicBezTo>
                      <a:pt x="32" y="42"/>
                      <a:pt x="32" y="42"/>
                      <a:pt x="32" y="42"/>
                    </a:cubicBezTo>
                    <a:cubicBezTo>
                      <a:pt x="31" y="41"/>
                      <a:pt x="31" y="40"/>
                      <a:pt x="31" y="39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29" y="42"/>
                      <a:pt x="29" y="42"/>
                      <a:pt x="29" y="42"/>
                    </a:cubicBezTo>
                    <a:lnTo>
                      <a:pt x="31" y="42"/>
                    </a:lnTo>
                    <a:close/>
                    <a:moveTo>
                      <a:pt x="33" y="41"/>
                    </a:move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5" y="39"/>
                      <a:pt x="37" y="38"/>
                    </a:cubicBezTo>
                    <a:cubicBezTo>
                      <a:pt x="36" y="38"/>
                      <a:pt x="35" y="37"/>
                      <a:pt x="35" y="36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3" y="38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39"/>
                      <a:pt x="32" y="41"/>
                      <a:pt x="33" y="41"/>
                    </a:cubicBezTo>
                    <a:moveTo>
                      <a:pt x="35" y="35"/>
                    </a:moveTo>
                    <a:cubicBezTo>
                      <a:pt x="35" y="35"/>
                      <a:pt x="35" y="35"/>
                      <a:pt x="35" y="35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5" y="36"/>
                      <a:pt x="36" y="37"/>
                      <a:pt x="37" y="38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5"/>
                      <a:pt x="37" y="35"/>
                      <a:pt x="37" y="35"/>
                    </a:cubicBezTo>
                    <a:cubicBezTo>
                      <a:pt x="37" y="35"/>
                      <a:pt x="37" y="35"/>
                      <a:pt x="37" y="35"/>
                    </a:cubicBezTo>
                    <a:cubicBezTo>
                      <a:pt x="36" y="35"/>
                      <a:pt x="36" y="35"/>
                      <a:pt x="36" y="35"/>
                    </a:cubicBezTo>
                    <a:cubicBezTo>
                      <a:pt x="35" y="35"/>
                      <a:pt x="35" y="35"/>
                      <a:pt x="35" y="35"/>
                    </a:cubicBezTo>
                    <a:close/>
                    <a:moveTo>
                      <a:pt x="39" y="34"/>
                    </a:moveTo>
                    <a:cubicBezTo>
                      <a:pt x="39" y="32"/>
                      <a:pt x="39" y="32"/>
                      <a:pt x="39" y="32"/>
                    </a:cubicBezTo>
                    <a:cubicBezTo>
                      <a:pt x="39" y="31"/>
                      <a:pt x="39" y="31"/>
                      <a:pt x="39" y="31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9" y="29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7" y="32"/>
                      <a:pt x="37" y="32"/>
                      <a:pt x="37" y="32"/>
                    </a:cubicBezTo>
                    <a:lnTo>
                      <a:pt x="39" y="34"/>
                    </a:lnTo>
                    <a:close/>
                    <a:moveTo>
                      <a:pt x="38" y="27"/>
                    </a:moveTo>
                    <a:cubicBezTo>
                      <a:pt x="39" y="27"/>
                      <a:pt x="40" y="27"/>
                      <a:pt x="41" y="28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38" y="27"/>
                      <a:pt x="38" y="27"/>
                      <a:pt x="38" y="27"/>
                    </a:cubicBezTo>
                    <a:close/>
                    <a:moveTo>
                      <a:pt x="40" y="25"/>
                    </a:move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1" y="24"/>
                      <a:pt x="41" y="23"/>
                    </a:cubicBezTo>
                    <a:cubicBezTo>
                      <a:pt x="41" y="23"/>
                      <a:pt x="41" y="23"/>
                      <a:pt x="41" y="23"/>
                    </a:cubicBezTo>
                    <a:cubicBezTo>
                      <a:pt x="39" y="23"/>
                      <a:pt x="39" y="23"/>
                      <a:pt x="39" y="23"/>
                    </a:cubicBezTo>
                    <a:cubicBezTo>
                      <a:pt x="38" y="23"/>
                      <a:pt x="38" y="23"/>
                      <a:pt x="38" y="23"/>
                    </a:cubicBezTo>
                    <a:cubicBezTo>
                      <a:pt x="39" y="25"/>
                      <a:pt x="39" y="25"/>
                      <a:pt x="39" y="25"/>
                    </a:cubicBezTo>
                    <a:lnTo>
                      <a:pt x="40" y="25"/>
                    </a:lnTo>
                    <a:close/>
                    <a:moveTo>
                      <a:pt x="38" y="23"/>
                    </a:moveTo>
                    <a:cubicBezTo>
                      <a:pt x="39" y="22"/>
                      <a:pt x="40" y="22"/>
                      <a:pt x="41" y="22"/>
                    </a:cubicBezTo>
                    <a:cubicBezTo>
                      <a:pt x="39" y="21"/>
                      <a:pt x="39" y="21"/>
                      <a:pt x="39" y="21"/>
                    </a:cubicBezTo>
                    <a:cubicBezTo>
                      <a:pt x="39" y="21"/>
                      <a:pt x="39" y="21"/>
                      <a:pt x="39" y="21"/>
                    </a:cubicBezTo>
                    <a:lnTo>
                      <a:pt x="38" y="23"/>
                    </a:lnTo>
                    <a:close/>
                    <a:moveTo>
                      <a:pt x="46" y="3"/>
                    </a:moveTo>
                    <a:cubicBezTo>
                      <a:pt x="45" y="5"/>
                      <a:pt x="42" y="10"/>
                      <a:pt x="40" y="12"/>
                    </a:cubicBezTo>
                    <a:cubicBezTo>
                      <a:pt x="40" y="13"/>
                      <a:pt x="40" y="14"/>
                      <a:pt x="40" y="15"/>
                    </a:cubicBezTo>
                    <a:cubicBezTo>
                      <a:pt x="42" y="13"/>
                      <a:pt x="46" y="7"/>
                      <a:pt x="46" y="3"/>
                    </a:cubicBezTo>
                    <a:close/>
                    <a:moveTo>
                      <a:pt x="46" y="2"/>
                    </a:moveTo>
                    <a:cubicBezTo>
                      <a:pt x="46" y="3"/>
                      <a:pt x="46" y="3"/>
                      <a:pt x="46" y="3"/>
                    </a:cubicBezTo>
                    <a:cubicBezTo>
                      <a:pt x="46" y="2"/>
                      <a:pt x="46" y="2"/>
                      <a:pt x="46" y="2"/>
                    </a:cubicBezTo>
                    <a:close/>
                    <a:moveTo>
                      <a:pt x="47" y="5"/>
                    </a:moveTo>
                    <a:cubicBezTo>
                      <a:pt x="47" y="3"/>
                      <a:pt x="47" y="3"/>
                      <a:pt x="47" y="3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7" y="9"/>
                      <a:pt x="40" y="16"/>
                      <a:pt x="40" y="16"/>
                    </a:cubicBezTo>
                    <a:cubicBezTo>
                      <a:pt x="40" y="17"/>
                      <a:pt x="39" y="19"/>
                      <a:pt x="39" y="20"/>
                    </a:cubicBezTo>
                    <a:cubicBezTo>
                      <a:pt x="40" y="19"/>
                      <a:pt x="41" y="18"/>
                      <a:pt x="42" y="16"/>
                    </a:cubicBezTo>
                    <a:cubicBezTo>
                      <a:pt x="42" y="16"/>
                      <a:pt x="42" y="16"/>
                      <a:pt x="42" y="16"/>
                    </a:cubicBezTo>
                    <a:cubicBezTo>
                      <a:pt x="42" y="16"/>
                      <a:pt x="47" y="10"/>
                      <a:pt x="47" y="5"/>
                    </a:cubicBezTo>
                    <a:moveTo>
                      <a:pt x="43" y="16"/>
                    </a:moveTo>
                    <a:cubicBezTo>
                      <a:pt x="41" y="18"/>
                      <a:pt x="39" y="20"/>
                      <a:pt x="39" y="20"/>
                    </a:cubicBezTo>
                    <a:cubicBezTo>
                      <a:pt x="40" y="21"/>
                      <a:pt x="40" y="21"/>
                      <a:pt x="40" y="21"/>
                    </a:cubicBezTo>
                    <a:cubicBezTo>
                      <a:pt x="40" y="21"/>
                      <a:pt x="42" y="19"/>
                      <a:pt x="43" y="18"/>
                    </a:cubicBezTo>
                    <a:cubicBezTo>
                      <a:pt x="44" y="17"/>
                      <a:pt x="46" y="15"/>
                      <a:pt x="47" y="13"/>
                    </a:cubicBezTo>
                    <a:cubicBezTo>
                      <a:pt x="46" y="14"/>
                      <a:pt x="44" y="16"/>
                      <a:pt x="43" y="16"/>
                    </a:cubicBezTo>
                    <a:moveTo>
                      <a:pt x="43" y="22"/>
                    </a:move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7" y="18"/>
                      <a:pt x="47" y="14"/>
                    </a:cubicBezTo>
                    <a:cubicBezTo>
                      <a:pt x="47" y="14"/>
                      <a:pt x="47" y="14"/>
                      <a:pt x="47" y="14"/>
                    </a:cubicBezTo>
                    <a:cubicBezTo>
                      <a:pt x="46" y="17"/>
                      <a:pt x="41" y="20"/>
                      <a:pt x="40" y="21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4"/>
                      <a:pt x="41" y="25"/>
                      <a:pt x="40" y="25"/>
                    </a:cubicBezTo>
                    <a:cubicBezTo>
                      <a:pt x="41" y="26"/>
                      <a:pt x="41" y="26"/>
                      <a:pt x="41" y="26"/>
                    </a:cubicBezTo>
                    <a:cubicBezTo>
                      <a:pt x="41" y="25"/>
                      <a:pt x="42" y="25"/>
                      <a:pt x="43" y="24"/>
                    </a:cubicBezTo>
                    <a:cubicBezTo>
                      <a:pt x="45" y="23"/>
                      <a:pt x="46" y="22"/>
                      <a:pt x="46" y="21"/>
                    </a:cubicBezTo>
                    <a:cubicBezTo>
                      <a:pt x="45" y="21"/>
                      <a:pt x="44" y="21"/>
                      <a:pt x="43" y="22"/>
                    </a:cubicBezTo>
                    <a:moveTo>
                      <a:pt x="44" y="26"/>
                    </a:moveTo>
                    <a:cubicBezTo>
                      <a:pt x="45" y="25"/>
                      <a:pt x="46" y="23"/>
                      <a:pt x="47" y="22"/>
                    </a:cubicBezTo>
                    <a:cubicBezTo>
                      <a:pt x="45" y="24"/>
                      <a:pt x="42" y="26"/>
                      <a:pt x="41" y="26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3" y="28"/>
                      <a:pt x="44" y="27"/>
                      <a:pt x="44" y="26"/>
                    </a:cubicBezTo>
                    <a:moveTo>
                      <a:pt x="45" y="29"/>
                    </a:moveTo>
                    <a:cubicBezTo>
                      <a:pt x="44" y="29"/>
                      <a:pt x="44" y="28"/>
                      <a:pt x="43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0" y="30"/>
                      <a:pt x="40" y="30"/>
                      <a:pt x="40" y="30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3" y="30"/>
                      <a:pt x="45" y="29"/>
                      <a:pt x="45" y="29"/>
                    </a:cubicBezTo>
                    <a:close/>
                    <a:moveTo>
                      <a:pt x="45" y="30"/>
                    </a:moveTo>
                    <a:cubicBezTo>
                      <a:pt x="43" y="31"/>
                      <a:pt x="41" y="31"/>
                      <a:pt x="40" y="31"/>
                    </a:cubicBezTo>
                    <a:cubicBezTo>
                      <a:pt x="40" y="32"/>
                      <a:pt x="40" y="32"/>
                      <a:pt x="40" y="32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1" y="33"/>
                      <a:pt x="41" y="33"/>
                      <a:pt x="41" y="33"/>
                    </a:cubicBezTo>
                    <a:cubicBezTo>
                      <a:pt x="42" y="33"/>
                      <a:pt x="44" y="32"/>
                      <a:pt x="45" y="30"/>
                    </a:cubicBezTo>
                    <a:moveTo>
                      <a:pt x="43" y="35"/>
                    </a:moveTo>
                    <a:cubicBezTo>
                      <a:pt x="43" y="35"/>
                      <a:pt x="43" y="35"/>
                      <a:pt x="43" y="35"/>
                    </a:cubicBezTo>
                    <a:cubicBezTo>
                      <a:pt x="44" y="35"/>
                      <a:pt x="44" y="35"/>
                      <a:pt x="44" y="35"/>
                    </a:cubicBezTo>
                    <a:cubicBezTo>
                      <a:pt x="44" y="35"/>
                      <a:pt x="46" y="36"/>
                      <a:pt x="46" y="38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40"/>
                      <a:pt x="46" y="40"/>
                      <a:pt x="46" y="40"/>
                    </a:cubicBezTo>
                    <a:cubicBezTo>
                      <a:pt x="45" y="40"/>
                      <a:pt x="45" y="40"/>
                      <a:pt x="45" y="40"/>
                    </a:cubicBezTo>
                    <a:cubicBezTo>
                      <a:pt x="45" y="40"/>
                      <a:pt x="43" y="40"/>
                      <a:pt x="43" y="42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4" y="45"/>
                      <a:pt x="46" y="46"/>
                      <a:pt x="46" y="48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9"/>
                      <a:pt x="45" y="50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5" y="51"/>
                      <a:pt x="46" y="50"/>
                      <a:pt x="46" y="49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6"/>
                      <a:pt x="46" y="46"/>
                      <a:pt x="46" y="46"/>
                    </a:cubicBezTo>
                    <a:cubicBezTo>
                      <a:pt x="45" y="45"/>
                      <a:pt x="44" y="44"/>
                      <a:pt x="44" y="43"/>
                    </a:cubicBezTo>
                    <a:cubicBezTo>
                      <a:pt x="44" y="42"/>
                      <a:pt x="44" y="42"/>
                      <a:pt x="44" y="42"/>
                    </a:cubicBezTo>
                    <a:cubicBezTo>
                      <a:pt x="44" y="41"/>
                      <a:pt x="46" y="40"/>
                      <a:pt x="46" y="40"/>
                    </a:cubicBezTo>
                    <a:cubicBezTo>
                      <a:pt x="46" y="40"/>
                      <a:pt x="46" y="40"/>
                      <a:pt x="46" y="40"/>
                    </a:cubicBezTo>
                    <a:cubicBezTo>
                      <a:pt x="46" y="40"/>
                      <a:pt x="45" y="41"/>
                      <a:pt x="45" y="42"/>
                    </a:cubicBezTo>
                    <a:cubicBezTo>
                      <a:pt x="45" y="43"/>
                      <a:pt x="45" y="43"/>
                      <a:pt x="45" y="43"/>
                    </a:cubicBezTo>
                    <a:cubicBezTo>
                      <a:pt x="45" y="44"/>
                      <a:pt x="46" y="45"/>
                      <a:pt x="46" y="46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49"/>
                      <a:pt x="47" y="49"/>
                      <a:pt x="47" y="49"/>
                    </a:cubicBezTo>
                    <a:cubicBezTo>
                      <a:pt x="46" y="50"/>
                      <a:pt x="46" y="50"/>
                      <a:pt x="46" y="50"/>
                    </a:cubicBezTo>
                    <a:cubicBezTo>
                      <a:pt x="47" y="49"/>
                      <a:pt x="47" y="49"/>
                      <a:pt x="47" y="49"/>
                    </a:cubicBezTo>
                    <a:cubicBezTo>
                      <a:pt x="47" y="49"/>
                      <a:pt x="47" y="49"/>
                      <a:pt x="47" y="48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47"/>
                      <a:pt x="46" y="43"/>
                      <a:pt x="45" y="43"/>
                    </a:cubicBezTo>
                    <a:cubicBezTo>
                      <a:pt x="45" y="42"/>
                      <a:pt x="45" y="42"/>
                      <a:pt x="45" y="42"/>
                    </a:cubicBezTo>
                    <a:cubicBezTo>
                      <a:pt x="45" y="41"/>
                      <a:pt x="47" y="40"/>
                      <a:pt x="47" y="40"/>
                    </a:cubicBezTo>
                    <a:cubicBezTo>
                      <a:pt x="47" y="41"/>
                      <a:pt x="47" y="41"/>
                      <a:pt x="47" y="41"/>
                    </a:cubicBezTo>
                    <a:cubicBezTo>
                      <a:pt x="47" y="41"/>
                      <a:pt x="47" y="41"/>
                      <a:pt x="47" y="41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6" y="43"/>
                      <a:pt x="47" y="46"/>
                      <a:pt x="47" y="48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50"/>
                      <a:pt x="47" y="50"/>
                      <a:pt x="47" y="50"/>
                    </a:cubicBezTo>
                    <a:cubicBezTo>
                      <a:pt x="46" y="51"/>
                      <a:pt x="46" y="51"/>
                      <a:pt x="46" y="51"/>
                    </a:cubicBezTo>
                    <a:cubicBezTo>
                      <a:pt x="47" y="51"/>
                      <a:pt x="48" y="50"/>
                      <a:pt x="48" y="49"/>
                    </a:cubicBezTo>
                    <a:cubicBezTo>
                      <a:pt x="48" y="48"/>
                      <a:pt x="48" y="48"/>
                      <a:pt x="48" y="48"/>
                    </a:cubicBezTo>
                    <a:cubicBezTo>
                      <a:pt x="47" y="44"/>
                      <a:pt x="47" y="44"/>
                      <a:pt x="46" y="43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7" y="42"/>
                      <a:pt x="48" y="41"/>
                      <a:pt x="48" y="38"/>
                    </a:cubicBezTo>
                    <a:cubicBezTo>
                      <a:pt x="48" y="38"/>
                      <a:pt x="48" y="38"/>
                      <a:pt x="48" y="38"/>
                    </a:cubicBezTo>
                    <a:cubicBezTo>
                      <a:pt x="48" y="35"/>
                      <a:pt x="46" y="34"/>
                      <a:pt x="43" y="34"/>
                    </a:cubicBezTo>
                    <a:cubicBezTo>
                      <a:pt x="43" y="34"/>
                      <a:pt x="43" y="34"/>
                      <a:pt x="43" y="34"/>
                    </a:cubicBezTo>
                    <a:cubicBezTo>
                      <a:pt x="41" y="34"/>
                      <a:pt x="41" y="34"/>
                      <a:pt x="41" y="34"/>
                    </a:cubicBezTo>
                    <a:cubicBezTo>
                      <a:pt x="41" y="34"/>
                      <a:pt x="41" y="34"/>
                      <a:pt x="41" y="34"/>
                    </a:cubicBezTo>
                    <a:cubicBezTo>
                      <a:pt x="41" y="35"/>
                      <a:pt x="41" y="35"/>
                      <a:pt x="41" y="35"/>
                    </a:cubicBezTo>
                    <a:lnTo>
                      <a:pt x="43" y="35"/>
                    </a:lnTo>
                    <a:close/>
                    <a:moveTo>
                      <a:pt x="40" y="34"/>
                    </a:move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5"/>
                      <a:pt x="40" y="35"/>
                      <a:pt x="40" y="35"/>
                    </a:cubicBezTo>
                    <a:cubicBezTo>
                      <a:pt x="38" y="35"/>
                      <a:pt x="38" y="35"/>
                      <a:pt x="38" y="35"/>
                    </a:cubicBezTo>
                    <a:cubicBezTo>
                      <a:pt x="41" y="37"/>
                      <a:pt x="41" y="37"/>
                      <a:pt x="41" y="37"/>
                    </a:cubicBezTo>
                    <a:lnTo>
                      <a:pt x="40" y="34"/>
                    </a:lnTo>
                    <a:close/>
                    <a:moveTo>
                      <a:pt x="41" y="37"/>
                    </a:moveTo>
                    <a:cubicBezTo>
                      <a:pt x="40" y="37"/>
                      <a:pt x="38" y="36"/>
                      <a:pt x="38" y="35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8" y="38"/>
                      <a:pt x="38" y="38"/>
                      <a:pt x="38" y="38"/>
                    </a:cubicBezTo>
                    <a:cubicBezTo>
                      <a:pt x="38" y="38"/>
                      <a:pt x="40" y="37"/>
                      <a:pt x="41" y="37"/>
                    </a:cubicBezTo>
                    <a:moveTo>
                      <a:pt x="22" y="57"/>
                    </a:moveTo>
                    <a:cubicBezTo>
                      <a:pt x="20" y="57"/>
                      <a:pt x="18" y="57"/>
                      <a:pt x="17" y="61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8" y="64"/>
                      <a:pt x="18" y="64"/>
                      <a:pt x="18" y="64"/>
                    </a:cubicBezTo>
                    <a:cubicBezTo>
                      <a:pt x="19" y="65"/>
                      <a:pt x="19" y="65"/>
                      <a:pt x="19" y="65"/>
                    </a:cubicBezTo>
                    <a:cubicBezTo>
                      <a:pt x="20" y="66"/>
                      <a:pt x="22" y="68"/>
                      <a:pt x="23" y="69"/>
                    </a:cubicBezTo>
                    <a:cubicBezTo>
                      <a:pt x="24" y="70"/>
                      <a:pt x="24" y="70"/>
                      <a:pt x="24" y="70"/>
                    </a:cubicBezTo>
                    <a:cubicBezTo>
                      <a:pt x="24" y="71"/>
                      <a:pt x="23" y="72"/>
                      <a:pt x="22" y="73"/>
                    </a:cubicBezTo>
                    <a:cubicBezTo>
                      <a:pt x="22" y="74"/>
                      <a:pt x="20" y="76"/>
                      <a:pt x="19" y="77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9" y="80"/>
                      <a:pt x="19" y="80"/>
                      <a:pt x="19" y="80"/>
                    </a:cubicBezTo>
                    <a:cubicBezTo>
                      <a:pt x="18" y="80"/>
                      <a:pt x="18" y="80"/>
                      <a:pt x="18" y="80"/>
                    </a:cubicBezTo>
                    <a:cubicBezTo>
                      <a:pt x="18" y="79"/>
                      <a:pt x="18" y="79"/>
                      <a:pt x="18" y="79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7" y="78"/>
                      <a:pt x="17" y="78"/>
                      <a:pt x="17" y="78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15" y="76"/>
                      <a:pt x="15" y="76"/>
                      <a:pt x="15" y="76"/>
                    </a:cubicBezTo>
                    <a:cubicBezTo>
                      <a:pt x="14" y="76"/>
                      <a:pt x="14" y="76"/>
                      <a:pt x="14" y="76"/>
                    </a:cubicBezTo>
                    <a:cubicBezTo>
                      <a:pt x="14" y="76"/>
                      <a:pt x="14" y="76"/>
                      <a:pt x="14" y="76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7" y="76"/>
                      <a:pt x="17" y="76"/>
                      <a:pt x="17" y="76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17" y="75"/>
                      <a:pt x="17" y="75"/>
                      <a:pt x="17" y="75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4" y="75"/>
                      <a:pt x="14" y="75"/>
                      <a:pt x="14" y="75"/>
                    </a:cubicBezTo>
                    <a:cubicBezTo>
                      <a:pt x="14" y="74"/>
                      <a:pt x="14" y="74"/>
                      <a:pt x="14" y="74"/>
                    </a:cubicBezTo>
                    <a:cubicBezTo>
                      <a:pt x="14" y="74"/>
                      <a:pt x="14" y="74"/>
                      <a:pt x="14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4" y="73"/>
                      <a:pt x="14" y="73"/>
                      <a:pt x="14" y="73"/>
                    </a:cubicBezTo>
                    <a:cubicBezTo>
                      <a:pt x="14" y="73"/>
                      <a:pt x="14" y="73"/>
                      <a:pt x="14" y="73"/>
                    </a:cubicBezTo>
                    <a:cubicBezTo>
                      <a:pt x="14" y="75"/>
                      <a:pt x="14" y="75"/>
                      <a:pt x="14" y="75"/>
                    </a:cubicBezTo>
                    <a:cubicBezTo>
                      <a:pt x="15" y="79"/>
                      <a:pt x="15" y="79"/>
                      <a:pt x="15" y="79"/>
                    </a:cubicBezTo>
                    <a:cubicBezTo>
                      <a:pt x="15" y="80"/>
                      <a:pt x="17" y="82"/>
                      <a:pt x="18" y="82"/>
                    </a:cubicBezTo>
                    <a:cubicBezTo>
                      <a:pt x="19" y="82"/>
                      <a:pt x="20" y="82"/>
                      <a:pt x="20" y="81"/>
                    </a:cubicBezTo>
                    <a:cubicBezTo>
                      <a:pt x="21" y="80"/>
                      <a:pt x="21" y="78"/>
                      <a:pt x="21" y="78"/>
                    </a:cubicBezTo>
                    <a:cubicBezTo>
                      <a:pt x="21" y="78"/>
                      <a:pt x="21" y="78"/>
                      <a:pt x="21" y="78"/>
                    </a:cubicBezTo>
                    <a:cubicBezTo>
                      <a:pt x="22" y="78"/>
                      <a:pt x="22" y="78"/>
                      <a:pt x="22" y="78"/>
                    </a:cubicBezTo>
                    <a:cubicBezTo>
                      <a:pt x="23" y="78"/>
                      <a:pt x="23" y="78"/>
                      <a:pt x="23" y="78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8" y="73"/>
                      <a:pt x="28" y="73"/>
                      <a:pt x="28" y="73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26" y="67"/>
                      <a:pt x="26" y="67"/>
                      <a:pt x="26" y="67"/>
                    </a:cubicBezTo>
                    <a:cubicBezTo>
                      <a:pt x="26" y="65"/>
                      <a:pt x="26" y="64"/>
                      <a:pt x="25" y="63"/>
                    </a:cubicBezTo>
                    <a:cubicBezTo>
                      <a:pt x="25" y="62"/>
                      <a:pt x="23" y="62"/>
                      <a:pt x="23" y="62"/>
                    </a:cubicBezTo>
                    <a:cubicBezTo>
                      <a:pt x="24" y="61"/>
                      <a:pt x="24" y="61"/>
                      <a:pt x="24" y="61"/>
                    </a:cubicBezTo>
                    <a:cubicBezTo>
                      <a:pt x="25" y="61"/>
                      <a:pt x="25" y="61"/>
                      <a:pt x="25" y="61"/>
                    </a:cubicBezTo>
                    <a:cubicBezTo>
                      <a:pt x="25" y="62"/>
                      <a:pt x="25" y="62"/>
                      <a:pt x="25" y="62"/>
                    </a:cubicBezTo>
                    <a:cubicBezTo>
                      <a:pt x="26" y="63"/>
                      <a:pt x="26" y="63"/>
                      <a:pt x="26" y="63"/>
                    </a:cubicBezTo>
                    <a:cubicBezTo>
                      <a:pt x="26" y="64"/>
                      <a:pt x="27" y="65"/>
                      <a:pt x="27" y="67"/>
                    </a:cubicBezTo>
                    <a:cubicBezTo>
                      <a:pt x="28" y="68"/>
                      <a:pt x="28" y="68"/>
                      <a:pt x="28" y="68"/>
                    </a:cubicBezTo>
                    <a:cubicBezTo>
                      <a:pt x="30" y="69"/>
                      <a:pt x="30" y="69"/>
                      <a:pt x="30" y="69"/>
                    </a:cubicBezTo>
                    <a:cubicBezTo>
                      <a:pt x="29" y="67"/>
                      <a:pt x="29" y="65"/>
                      <a:pt x="29" y="64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29" y="62"/>
                      <a:pt x="28" y="61"/>
                      <a:pt x="27" y="61"/>
                    </a:cubicBezTo>
                    <a:cubicBezTo>
                      <a:pt x="26" y="60"/>
                      <a:pt x="26" y="60"/>
                      <a:pt x="26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5" y="59"/>
                      <a:pt x="25" y="59"/>
                      <a:pt x="25" y="59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4" y="57"/>
                      <a:pt x="23" y="57"/>
                      <a:pt x="22" y="57"/>
                    </a:cubicBezTo>
                    <a:moveTo>
                      <a:pt x="21" y="52"/>
                    </a:moveTo>
                    <a:cubicBezTo>
                      <a:pt x="21" y="52"/>
                      <a:pt x="21" y="52"/>
                      <a:pt x="21" y="52"/>
                    </a:cubicBezTo>
                    <a:cubicBezTo>
                      <a:pt x="21" y="53"/>
                      <a:pt x="23" y="54"/>
                      <a:pt x="24" y="55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6" y="59"/>
                      <a:pt x="26" y="59"/>
                      <a:pt x="26" y="59"/>
                    </a:cubicBezTo>
                    <a:cubicBezTo>
                      <a:pt x="26" y="59"/>
                      <a:pt x="26" y="59"/>
                      <a:pt x="26" y="59"/>
                    </a:cubicBezTo>
                    <a:cubicBezTo>
                      <a:pt x="28" y="60"/>
                      <a:pt x="28" y="60"/>
                      <a:pt x="28" y="60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30" y="61"/>
                      <a:pt x="30" y="60"/>
                      <a:pt x="30" y="60"/>
                    </a:cubicBezTo>
                    <a:cubicBezTo>
                      <a:pt x="30" y="59"/>
                      <a:pt x="30" y="59"/>
                      <a:pt x="30" y="59"/>
                    </a:cubicBezTo>
                    <a:cubicBezTo>
                      <a:pt x="30" y="57"/>
                      <a:pt x="30" y="57"/>
                      <a:pt x="30" y="57"/>
                    </a:cubicBezTo>
                    <a:cubicBezTo>
                      <a:pt x="30" y="57"/>
                      <a:pt x="30" y="57"/>
                      <a:pt x="30" y="57"/>
                    </a:cubicBezTo>
                    <a:cubicBezTo>
                      <a:pt x="30" y="57"/>
                      <a:pt x="31" y="58"/>
                      <a:pt x="31" y="59"/>
                    </a:cubicBezTo>
                    <a:cubicBezTo>
                      <a:pt x="31" y="60"/>
                      <a:pt x="31" y="60"/>
                      <a:pt x="31" y="60"/>
                    </a:cubicBezTo>
                    <a:cubicBezTo>
                      <a:pt x="31" y="60"/>
                      <a:pt x="30" y="61"/>
                      <a:pt x="30" y="62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30" y="66"/>
                      <a:pt x="30" y="68"/>
                      <a:pt x="31" y="70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4"/>
                      <a:pt x="32" y="74"/>
                      <a:pt x="32" y="74"/>
                    </a:cubicBezTo>
                    <a:cubicBezTo>
                      <a:pt x="33" y="74"/>
                      <a:pt x="34" y="77"/>
                      <a:pt x="35" y="78"/>
                    </a:cubicBezTo>
                    <a:cubicBezTo>
                      <a:pt x="36" y="79"/>
                      <a:pt x="36" y="80"/>
                      <a:pt x="37" y="81"/>
                    </a:cubicBezTo>
                    <a:cubicBezTo>
                      <a:pt x="37" y="82"/>
                      <a:pt x="36" y="83"/>
                      <a:pt x="37" y="83"/>
                    </a:cubicBezTo>
                    <a:cubicBezTo>
                      <a:pt x="38" y="85"/>
                      <a:pt x="38" y="85"/>
                      <a:pt x="38" y="86"/>
                    </a:cubicBezTo>
                    <a:cubicBezTo>
                      <a:pt x="38" y="87"/>
                      <a:pt x="38" y="87"/>
                      <a:pt x="38" y="87"/>
                    </a:cubicBezTo>
                    <a:cubicBezTo>
                      <a:pt x="38" y="88"/>
                      <a:pt x="38" y="88"/>
                      <a:pt x="39" y="89"/>
                    </a:cubicBezTo>
                    <a:cubicBezTo>
                      <a:pt x="39" y="90"/>
                      <a:pt x="40" y="91"/>
                      <a:pt x="40" y="92"/>
                    </a:cubicBezTo>
                    <a:cubicBezTo>
                      <a:pt x="39" y="93"/>
                      <a:pt x="39" y="93"/>
                      <a:pt x="39" y="93"/>
                    </a:cubicBezTo>
                    <a:cubicBezTo>
                      <a:pt x="39" y="94"/>
                      <a:pt x="39" y="96"/>
                      <a:pt x="38" y="96"/>
                    </a:cubicBezTo>
                    <a:cubicBezTo>
                      <a:pt x="37" y="96"/>
                      <a:pt x="37" y="96"/>
                      <a:pt x="37" y="96"/>
                    </a:cubicBezTo>
                    <a:cubicBezTo>
                      <a:pt x="36" y="96"/>
                      <a:pt x="36" y="96"/>
                      <a:pt x="36" y="96"/>
                    </a:cubicBezTo>
                    <a:cubicBezTo>
                      <a:pt x="36" y="96"/>
                      <a:pt x="36" y="96"/>
                      <a:pt x="36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4" y="97"/>
                      <a:pt x="34" y="97"/>
                      <a:pt x="34" y="97"/>
                    </a:cubicBezTo>
                    <a:cubicBezTo>
                      <a:pt x="34" y="98"/>
                      <a:pt x="34" y="98"/>
                      <a:pt x="34" y="98"/>
                    </a:cubicBezTo>
                    <a:cubicBezTo>
                      <a:pt x="34" y="98"/>
                      <a:pt x="34" y="98"/>
                      <a:pt x="34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4" y="97"/>
                      <a:pt x="34" y="97"/>
                      <a:pt x="34" y="97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4" y="96"/>
                      <a:pt x="34" y="96"/>
                      <a:pt x="34" y="96"/>
                    </a:cubicBezTo>
                    <a:cubicBezTo>
                      <a:pt x="33" y="96"/>
                      <a:pt x="33" y="96"/>
                      <a:pt x="33" y="96"/>
                    </a:cubicBezTo>
                    <a:cubicBezTo>
                      <a:pt x="32" y="97"/>
                      <a:pt x="32" y="97"/>
                      <a:pt x="32" y="97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2" y="96"/>
                      <a:pt x="32" y="96"/>
                      <a:pt x="32" y="96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2" y="98"/>
                      <a:pt x="32" y="98"/>
                      <a:pt x="32" y="98"/>
                    </a:cubicBezTo>
                    <a:cubicBezTo>
                      <a:pt x="33" y="99"/>
                      <a:pt x="34" y="99"/>
                      <a:pt x="35" y="100"/>
                    </a:cubicBezTo>
                    <a:cubicBezTo>
                      <a:pt x="36" y="100"/>
                      <a:pt x="38" y="100"/>
                      <a:pt x="39" y="100"/>
                    </a:cubicBezTo>
                    <a:cubicBezTo>
                      <a:pt x="40" y="100"/>
                      <a:pt x="40" y="100"/>
                      <a:pt x="40" y="100"/>
                    </a:cubicBezTo>
                    <a:cubicBezTo>
                      <a:pt x="42" y="98"/>
                      <a:pt x="42" y="98"/>
                      <a:pt x="42" y="98"/>
                    </a:cubicBezTo>
                    <a:cubicBezTo>
                      <a:pt x="42" y="95"/>
                      <a:pt x="42" y="95"/>
                      <a:pt x="42" y="95"/>
                    </a:cubicBezTo>
                    <a:cubicBezTo>
                      <a:pt x="43" y="93"/>
                      <a:pt x="43" y="93"/>
                      <a:pt x="43" y="93"/>
                    </a:cubicBezTo>
                    <a:cubicBezTo>
                      <a:pt x="42" y="88"/>
                      <a:pt x="42" y="88"/>
                      <a:pt x="42" y="88"/>
                    </a:cubicBezTo>
                    <a:cubicBezTo>
                      <a:pt x="42" y="88"/>
                      <a:pt x="41" y="87"/>
                      <a:pt x="41" y="86"/>
                    </a:cubicBezTo>
                    <a:cubicBezTo>
                      <a:pt x="41" y="84"/>
                      <a:pt x="42" y="83"/>
                      <a:pt x="42" y="82"/>
                    </a:cubicBezTo>
                    <a:cubicBezTo>
                      <a:pt x="40" y="79"/>
                      <a:pt x="40" y="79"/>
                      <a:pt x="40" y="79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0" y="78"/>
                      <a:pt x="40" y="78"/>
                      <a:pt x="40" y="78"/>
                    </a:cubicBezTo>
                    <a:cubicBezTo>
                      <a:pt x="39" y="77"/>
                      <a:pt x="39" y="77"/>
                      <a:pt x="39" y="77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8" y="74"/>
                      <a:pt x="38" y="73"/>
                      <a:pt x="39" y="72"/>
                    </a:cubicBezTo>
                    <a:cubicBezTo>
                      <a:pt x="40" y="70"/>
                      <a:pt x="41" y="67"/>
                      <a:pt x="41" y="66"/>
                    </a:cubicBezTo>
                    <a:cubicBezTo>
                      <a:pt x="41" y="66"/>
                      <a:pt x="41" y="66"/>
                      <a:pt x="41" y="66"/>
                    </a:cubicBezTo>
                    <a:cubicBezTo>
                      <a:pt x="41" y="65"/>
                      <a:pt x="40" y="62"/>
                      <a:pt x="40" y="62"/>
                    </a:cubicBezTo>
                    <a:cubicBezTo>
                      <a:pt x="40" y="62"/>
                      <a:pt x="40" y="62"/>
                      <a:pt x="40" y="62"/>
                    </a:cubicBezTo>
                    <a:cubicBezTo>
                      <a:pt x="40" y="62"/>
                      <a:pt x="42" y="64"/>
                      <a:pt x="42" y="66"/>
                    </a:cubicBezTo>
                    <a:cubicBezTo>
                      <a:pt x="42" y="66"/>
                      <a:pt x="42" y="66"/>
                      <a:pt x="42" y="66"/>
                    </a:cubicBezTo>
                    <a:cubicBezTo>
                      <a:pt x="41" y="67"/>
                      <a:pt x="40" y="71"/>
                      <a:pt x="40" y="72"/>
                    </a:cubicBezTo>
                    <a:cubicBezTo>
                      <a:pt x="39" y="73"/>
                      <a:pt x="38" y="75"/>
                      <a:pt x="38" y="75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9" y="77"/>
                      <a:pt x="39" y="77"/>
                      <a:pt x="39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1" y="76"/>
                      <a:pt x="41" y="76"/>
                      <a:pt x="41" y="76"/>
                    </a:cubicBezTo>
                    <a:cubicBezTo>
                      <a:pt x="40" y="76"/>
                      <a:pt x="40" y="76"/>
                      <a:pt x="40" y="76"/>
                    </a:cubicBezTo>
                    <a:cubicBezTo>
                      <a:pt x="40" y="75"/>
                      <a:pt x="40" y="75"/>
                      <a:pt x="40" y="75"/>
                    </a:cubicBezTo>
                    <a:cubicBezTo>
                      <a:pt x="39" y="74"/>
                      <a:pt x="39" y="74"/>
                      <a:pt x="39" y="74"/>
                    </a:cubicBezTo>
                    <a:cubicBezTo>
                      <a:pt x="41" y="74"/>
                      <a:pt x="41" y="74"/>
                      <a:pt x="41" y="74"/>
                    </a:cubicBezTo>
                    <a:cubicBezTo>
                      <a:pt x="41" y="73"/>
                      <a:pt x="41" y="73"/>
                      <a:pt x="41" y="73"/>
                    </a:cubicBezTo>
                    <a:cubicBezTo>
                      <a:pt x="41" y="72"/>
                      <a:pt x="41" y="72"/>
                      <a:pt x="41" y="72"/>
                    </a:cubicBezTo>
                    <a:cubicBezTo>
                      <a:pt x="42" y="72"/>
                      <a:pt x="42" y="72"/>
                      <a:pt x="42" y="72"/>
                    </a:cubicBezTo>
                    <a:cubicBezTo>
                      <a:pt x="42" y="71"/>
                      <a:pt x="42" y="71"/>
                      <a:pt x="42" y="71"/>
                    </a:cubicBezTo>
                    <a:cubicBezTo>
                      <a:pt x="42" y="71"/>
                      <a:pt x="42" y="71"/>
                      <a:pt x="42" y="71"/>
                    </a:cubicBezTo>
                    <a:cubicBezTo>
                      <a:pt x="43" y="71"/>
                      <a:pt x="43" y="71"/>
                      <a:pt x="43" y="71"/>
                    </a:cubicBezTo>
                    <a:cubicBezTo>
                      <a:pt x="42" y="70"/>
                      <a:pt x="42" y="70"/>
                      <a:pt x="42" y="70"/>
                    </a:cubicBezTo>
                    <a:cubicBezTo>
                      <a:pt x="42" y="69"/>
                      <a:pt x="42" y="69"/>
                      <a:pt x="42" y="69"/>
                    </a:cubicBezTo>
                    <a:cubicBezTo>
                      <a:pt x="43" y="70"/>
                      <a:pt x="43" y="70"/>
                      <a:pt x="43" y="70"/>
                    </a:cubicBezTo>
                    <a:cubicBezTo>
                      <a:pt x="43" y="68"/>
                      <a:pt x="43" y="68"/>
                      <a:pt x="43" y="68"/>
                    </a:cubicBezTo>
                    <a:cubicBezTo>
                      <a:pt x="43" y="68"/>
                      <a:pt x="43" y="68"/>
                      <a:pt x="43" y="68"/>
                    </a:cubicBezTo>
                    <a:cubicBezTo>
                      <a:pt x="44" y="68"/>
                      <a:pt x="44" y="68"/>
                      <a:pt x="44" y="68"/>
                    </a:cubicBezTo>
                    <a:cubicBezTo>
                      <a:pt x="43" y="66"/>
                      <a:pt x="43" y="66"/>
                      <a:pt x="43" y="66"/>
                    </a:cubicBezTo>
                    <a:cubicBezTo>
                      <a:pt x="43" y="66"/>
                      <a:pt x="43" y="66"/>
                      <a:pt x="43" y="66"/>
                    </a:cubicBezTo>
                    <a:cubicBezTo>
                      <a:pt x="43" y="65"/>
                      <a:pt x="43" y="65"/>
                      <a:pt x="43" y="65"/>
                    </a:cubicBezTo>
                    <a:cubicBezTo>
                      <a:pt x="43" y="65"/>
                      <a:pt x="47" y="62"/>
                      <a:pt x="47" y="59"/>
                    </a:cubicBezTo>
                    <a:cubicBezTo>
                      <a:pt x="47" y="55"/>
                      <a:pt x="39" y="48"/>
                      <a:pt x="39" y="41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0"/>
                      <a:pt x="39" y="39"/>
                      <a:pt x="40" y="38"/>
                    </a:cubicBezTo>
                    <a:cubicBezTo>
                      <a:pt x="38" y="38"/>
                      <a:pt x="38" y="38"/>
                      <a:pt x="38" y="38"/>
                    </a:cubicBezTo>
                    <a:cubicBezTo>
                      <a:pt x="38" y="40"/>
                      <a:pt x="38" y="42"/>
                      <a:pt x="38" y="42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7" y="43"/>
                      <a:pt x="37" y="43"/>
                      <a:pt x="37" y="43"/>
                    </a:cubicBezTo>
                    <a:cubicBezTo>
                      <a:pt x="38" y="44"/>
                      <a:pt x="38" y="44"/>
                      <a:pt x="38" y="44"/>
                    </a:cubicBezTo>
                    <a:cubicBezTo>
                      <a:pt x="39" y="51"/>
                      <a:pt x="45" y="53"/>
                      <a:pt x="45" y="58"/>
                    </a:cubicBezTo>
                    <a:cubicBezTo>
                      <a:pt x="45" y="59"/>
                      <a:pt x="45" y="59"/>
                      <a:pt x="45" y="59"/>
                    </a:cubicBezTo>
                    <a:cubicBezTo>
                      <a:pt x="45" y="59"/>
                      <a:pt x="44" y="62"/>
                      <a:pt x="42" y="62"/>
                    </a:cubicBezTo>
                    <a:cubicBezTo>
                      <a:pt x="42" y="62"/>
                      <a:pt x="42" y="62"/>
                      <a:pt x="42" y="62"/>
                    </a:cubicBezTo>
                    <a:cubicBezTo>
                      <a:pt x="42" y="62"/>
                      <a:pt x="42" y="62"/>
                      <a:pt x="42" y="62"/>
                    </a:cubicBezTo>
                    <a:cubicBezTo>
                      <a:pt x="41" y="61"/>
                      <a:pt x="41" y="61"/>
                      <a:pt x="41" y="61"/>
                    </a:cubicBezTo>
                    <a:cubicBezTo>
                      <a:pt x="40" y="60"/>
                      <a:pt x="40" y="60"/>
                      <a:pt x="40" y="60"/>
                    </a:cubicBezTo>
                    <a:cubicBezTo>
                      <a:pt x="39" y="58"/>
                      <a:pt x="39" y="57"/>
                      <a:pt x="37" y="56"/>
                    </a:cubicBezTo>
                    <a:cubicBezTo>
                      <a:pt x="36" y="54"/>
                      <a:pt x="33" y="52"/>
                      <a:pt x="33" y="50"/>
                    </a:cubicBezTo>
                    <a:cubicBezTo>
                      <a:pt x="32" y="49"/>
                      <a:pt x="31" y="48"/>
                      <a:pt x="31" y="47"/>
                    </a:cubicBezTo>
                    <a:cubicBezTo>
                      <a:pt x="31" y="46"/>
                      <a:pt x="31" y="46"/>
                      <a:pt x="31" y="46"/>
                    </a:cubicBezTo>
                    <a:cubicBezTo>
                      <a:pt x="30" y="46"/>
                      <a:pt x="30" y="45"/>
                      <a:pt x="29" y="45"/>
                    </a:cubicBezTo>
                    <a:cubicBezTo>
                      <a:pt x="30" y="47"/>
                      <a:pt x="30" y="49"/>
                      <a:pt x="30" y="49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29" y="49"/>
                      <a:pt x="29" y="49"/>
                      <a:pt x="29" y="49"/>
                    </a:cubicBezTo>
                    <a:cubicBezTo>
                      <a:pt x="27" y="49"/>
                      <a:pt x="25" y="46"/>
                      <a:pt x="24" y="46"/>
                    </a:cubicBezTo>
                    <a:cubicBezTo>
                      <a:pt x="24" y="46"/>
                      <a:pt x="24" y="46"/>
                      <a:pt x="24" y="46"/>
                    </a:cubicBezTo>
                    <a:cubicBezTo>
                      <a:pt x="21" y="49"/>
                      <a:pt x="21" y="49"/>
                      <a:pt x="21" y="49"/>
                    </a:cubicBezTo>
                    <a:cubicBezTo>
                      <a:pt x="21" y="51"/>
                      <a:pt x="21" y="51"/>
                      <a:pt x="21" y="51"/>
                    </a:cubicBezTo>
                    <a:cubicBezTo>
                      <a:pt x="21" y="51"/>
                      <a:pt x="21" y="51"/>
                      <a:pt x="21" y="51"/>
                    </a:cubicBezTo>
                    <a:cubicBezTo>
                      <a:pt x="20" y="51"/>
                      <a:pt x="20" y="51"/>
                      <a:pt x="20" y="51"/>
                    </a:cubicBezTo>
                    <a:lnTo>
                      <a:pt x="21" y="52"/>
                    </a:lnTo>
                    <a:close/>
                    <a:moveTo>
                      <a:pt x="9" y="62"/>
                    </a:moveTo>
                    <a:cubicBezTo>
                      <a:pt x="10" y="62"/>
                      <a:pt x="10" y="62"/>
                      <a:pt x="10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10" y="62"/>
                      <a:pt x="10" y="62"/>
                      <a:pt x="10" y="62"/>
                    </a:cubicBezTo>
                    <a:lnTo>
                      <a:pt x="9" y="62"/>
                    </a:lnTo>
                    <a:close/>
                    <a:moveTo>
                      <a:pt x="5" y="45"/>
                    </a:moveTo>
                    <a:cubicBezTo>
                      <a:pt x="4" y="46"/>
                      <a:pt x="4" y="46"/>
                      <a:pt x="4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5"/>
                      <a:pt x="5" y="45"/>
                      <a:pt x="5" y="45"/>
                    </a:cubicBezTo>
                    <a:close/>
                    <a:moveTo>
                      <a:pt x="8" y="48"/>
                    </a:moveTo>
                    <a:cubicBezTo>
                      <a:pt x="8" y="47"/>
                      <a:pt x="8" y="47"/>
                      <a:pt x="8" y="47"/>
                    </a:cubicBezTo>
                    <a:cubicBezTo>
                      <a:pt x="8" y="47"/>
                      <a:pt x="8" y="47"/>
                      <a:pt x="8" y="47"/>
                    </a:cubicBezTo>
                    <a:cubicBezTo>
                      <a:pt x="8" y="47"/>
                      <a:pt x="8" y="47"/>
                      <a:pt x="8" y="47"/>
                    </a:cubicBezTo>
                    <a:cubicBezTo>
                      <a:pt x="8" y="46"/>
                      <a:pt x="8" y="46"/>
                      <a:pt x="8" y="46"/>
                    </a:cubicBezTo>
                    <a:cubicBezTo>
                      <a:pt x="7" y="46"/>
                      <a:pt x="7" y="46"/>
                      <a:pt x="7" y="46"/>
                    </a:cubicBezTo>
                    <a:cubicBezTo>
                      <a:pt x="8" y="48"/>
                      <a:pt x="8" y="48"/>
                      <a:pt x="8" y="48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48"/>
                      <a:pt x="8" y="48"/>
                      <a:pt x="8" y="48"/>
                    </a:cubicBezTo>
                    <a:cubicBezTo>
                      <a:pt x="8" y="48"/>
                      <a:pt x="8" y="48"/>
                      <a:pt x="8" y="48"/>
                    </a:cubicBezTo>
                    <a:close/>
                    <a:moveTo>
                      <a:pt x="9" y="49"/>
                    </a:move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9" y="50"/>
                      <a:pt x="9" y="50"/>
                      <a:pt x="9" y="50"/>
                    </a:cubicBezTo>
                    <a:lnTo>
                      <a:pt x="9" y="49"/>
                    </a:lnTo>
                    <a:close/>
                    <a:moveTo>
                      <a:pt x="13" y="51"/>
                    </a:moveTo>
                    <a:cubicBezTo>
                      <a:pt x="13" y="51"/>
                      <a:pt x="13" y="51"/>
                      <a:pt x="13" y="51"/>
                    </a:cubicBezTo>
                    <a:cubicBezTo>
                      <a:pt x="12" y="52"/>
                      <a:pt x="11" y="52"/>
                      <a:pt x="11" y="52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7" y="50"/>
                      <a:pt x="7" y="50"/>
                      <a:pt x="7" y="50"/>
                    </a:cubicBezTo>
                    <a:cubicBezTo>
                      <a:pt x="7" y="50"/>
                      <a:pt x="7" y="50"/>
                      <a:pt x="7" y="50"/>
                    </a:cubicBezTo>
                    <a:cubicBezTo>
                      <a:pt x="7" y="48"/>
                      <a:pt x="7" y="48"/>
                      <a:pt x="7" y="48"/>
                    </a:cubicBezTo>
                    <a:cubicBezTo>
                      <a:pt x="7" y="46"/>
                      <a:pt x="7" y="46"/>
                      <a:pt x="7" y="46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6" y="49"/>
                      <a:pt x="6" y="49"/>
                      <a:pt x="6" y="49"/>
                    </a:cubicBezTo>
                    <a:cubicBezTo>
                      <a:pt x="7" y="52"/>
                      <a:pt x="7" y="52"/>
                      <a:pt x="7" y="52"/>
                    </a:cubicBezTo>
                    <a:cubicBezTo>
                      <a:pt x="8" y="55"/>
                      <a:pt x="8" y="55"/>
                      <a:pt x="8" y="55"/>
                    </a:cubicBezTo>
                    <a:cubicBezTo>
                      <a:pt x="8" y="56"/>
                      <a:pt x="9" y="57"/>
                      <a:pt x="9" y="58"/>
                    </a:cubicBezTo>
                    <a:cubicBezTo>
                      <a:pt x="9" y="60"/>
                      <a:pt x="9" y="60"/>
                      <a:pt x="9" y="60"/>
                    </a:cubicBezTo>
                    <a:cubicBezTo>
                      <a:pt x="11" y="61"/>
                      <a:pt x="11" y="61"/>
                      <a:pt x="11" y="61"/>
                    </a:cubicBezTo>
                    <a:cubicBezTo>
                      <a:pt x="11" y="60"/>
                      <a:pt x="11" y="60"/>
                      <a:pt x="11" y="60"/>
                    </a:cubicBezTo>
                    <a:cubicBezTo>
                      <a:pt x="11" y="60"/>
                      <a:pt x="11" y="60"/>
                      <a:pt x="11" y="60"/>
                    </a:cubicBezTo>
                    <a:cubicBezTo>
                      <a:pt x="11" y="59"/>
                      <a:pt x="11" y="59"/>
                      <a:pt x="11" y="59"/>
                    </a:cubicBezTo>
                    <a:cubicBezTo>
                      <a:pt x="9" y="57"/>
                      <a:pt x="9" y="57"/>
                      <a:pt x="9" y="57"/>
                    </a:cubicBezTo>
                    <a:cubicBezTo>
                      <a:pt x="9" y="56"/>
                      <a:pt x="9" y="56"/>
                      <a:pt x="9" y="56"/>
                    </a:cubicBezTo>
                    <a:cubicBezTo>
                      <a:pt x="9" y="55"/>
                      <a:pt x="9" y="55"/>
                      <a:pt x="9" y="55"/>
                    </a:cubicBezTo>
                    <a:cubicBezTo>
                      <a:pt x="9" y="55"/>
                      <a:pt x="10" y="55"/>
                      <a:pt x="11" y="54"/>
                    </a:cubicBezTo>
                    <a:cubicBezTo>
                      <a:pt x="12" y="54"/>
                      <a:pt x="12" y="53"/>
                      <a:pt x="13" y="53"/>
                    </a:cubicBezTo>
                    <a:cubicBezTo>
                      <a:pt x="15" y="53"/>
                      <a:pt x="15" y="53"/>
                      <a:pt x="15" y="53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4" y="52"/>
                      <a:pt x="14" y="52"/>
                      <a:pt x="14" y="52"/>
                    </a:cubicBezTo>
                    <a:lnTo>
                      <a:pt x="13" y="51"/>
                    </a:lnTo>
                    <a:close/>
                    <a:moveTo>
                      <a:pt x="13" y="47"/>
                    </a:moveTo>
                    <a:cubicBezTo>
                      <a:pt x="14" y="49"/>
                      <a:pt x="14" y="49"/>
                      <a:pt x="14" y="49"/>
                    </a:cubicBezTo>
                    <a:cubicBezTo>
                      <a:pt x="15" y="49"/>
                      <a:pt x="15" y="49"/>
                      <a:pt x="15" y="49"/>
                    </a:cubicBezTo>
                    <a:cubicBezTo>
                      <a:pt x="14" y="49"/>
                      <a:pt x="14" y="49"/>
                      <a:pt x="14" y="49"/>
                    </a:cubicBezTo>
                    <a:cubicBezTo>
                      <a:pt x="14" y="51"/>
                      <a:pt x="14" y="51"/>
                      <a:pt x="14" y="51"/>
                    </a:cubicBezTo>
                    <a:cubicBezTo>
                      <a:pt x="14" y="52"/>
                      <a:pt x="14" y="52"/>
                      <a:pt x="14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3"/>
                      <a:pt x="15" y="54"/>
                      <a:pt x="16" y="55"/>
                    </a:cubicBezTo>
                    <a:cubicBezTo>
                      <a:pt x="16" y="54"/>
                      <a:pt x="18" y="51"/>
                      <a:pt x="20" y="50"/>
                    </a:cubicBezTo>
                    <a:cubicBezTo>
                      <a:pt x="20" y="50"/>
                      <a:pt x="20" y="50"/>
                      <a:pt x="20" y="50"/>
                    </a:cubicBezTo>
                    <a:cubicBezTo>
                      <a:pt x="20" y="50"/>
                      <a:pt x="20" y="50"/>
                      <a:pt x="20" y="50"/>
                    </a:cubicBezTo>
                    <a:cubicBezTo>
                      <a:pt x="20" y="48"/>
                      <a:pt x="20" y="48"/>
                      <a:pt x="20" y="48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1" y="45"/>
                      <a:pt x="21" y="45"/>
                      <a:pt x="21" y="45"/>
                    </a:cubicBezTo>
                    <a:cubicBezTo>
                      <a:pt x="22" y="45"/>
                      <a:pt x="22" y="45"/>
                      <a:pt x="22" y="45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1" y="48"/>
                      <a:pt x="21" y="48"/>
                      <a:pt x="21" y="48"/>
                    </a:cubicBezTo>
                    <a:cubicBezTo>
                      <a:pt x="23" y="46"/>
                      <a:pt x="23" y="46"/>
                      <a:pt x="23" y="46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6" y="47"/>
                      <a:pt x="29" y="48"/>
                    </a:cubicBezTo>
                    <a:cubicBezTo>
                      <a:pt x="26" y="44"/>
                      <a:pt x="26" y="44"/>
                      <a:pt x="26" y="44"/>
                    </a:cubicBezTo>
                    <a:cubicBezTo>
                      <a:pt x="23" y="43"/>
                      <a:pt x="22" y="41"/>
                      <a:pt x="22" y="41"/>
                    </a:cubicBezTo>
                    <a:cubicBezTo>
                      <a:pt x="22" y="41"/>
                      <a:pt x="22" y="41"/>
                      <a:pt x="22" y="41"/>
                    </a:cubicBezTo>
                    <a:cubicBezTo>
                      <a:pt x="21" y="41"/>
                      <a:pt x="21" y="41"/>
                      <a:pt x="21" y="41"/>
                    </a:cubicBezTo>
                    <a:cubicBezTo>
                      <a:pt x="21" y="41"/>
                      <a:pt x="21" y="41"/>
                      <a:pt x="21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7" y="41"/>
                      <a:pt x="28" y="41"/>
                      <a:pt x="28" y="41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38"/>
                      <a:pt x="30" y="38"/>
                      <a:pt x="30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5" y="32"/>
                      <a:pt x="35" y="32"/>
                      <a:pt x="35" y="32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8" y="30"/>
                      <a:pt x="38" y="30"/>
                      <a:pt x="38" y="30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7" y="28"/>
                      <a:pt x="37" y="28"/>
                      <a:pt x="37" y="28"/>
                    </a:cubicBezTo>
                    <a:cubicBezTo>
                      <a:pt x="36" y="28"/>
                      <a:pt x="36" y="28"/>
                      <a:pt x="36" y="28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8" y="27"/>
                      <a:pt x="38" y="27"/>
                      <a:pt x="38" y="27"/>
                    </a:cubicBezTo>
                    <a:cubicBezTo>
                      <a:pt x="39" y="25"/>
                      <a:pt x="39" y="25"/>
                      <a:pt x="39" y="25"/>
                    </a:cubicBezTo>
                    <a:cubicBezTo>
                      <a:pt x="38" y="24"/>
                      <a:pt x="38" y="24"/>
                      <a:pt x="38" y="24"/>
                    </a:cubicBezTo>
                    <a:cubicBezTo>
                      <a:pt x="37" y="24"/>
                      <a:pt x="37" y="24"/>
                      <a:pt x="37" y="24"/>
                    </a:cubicBezTo>
                    <a:cubicBezTo>
                      <a:pt x="37" y="25"/>
                      <a:pt x="37" y="25"/>
                      <a:pt x="37" y="25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36" y="20"/>
                      <a:pt x="37" y="19"/>
                      <a:pt x="37" y="18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7"/>
                      <a:pt x="36" y="18"/>
                      <a:pt x="35" y="19"/>
                    </a:cubicBezTo>
                    <a:cubicBezTo>
                      <a:pt x="35" y="20"/>
                      <a:pt x="34" y="21"/>
                      <a:pt x="32" y="22"/>
                    </a:cubicBezTo>
                    <a:cubicBezTo>
                      <a:pt x="31" y="23"/>
                      <a:pt x="30" y="24"/>
                      <a:pt x="30" y="25"/>
                    </a:cubicBezTo>
                    <a:cubicBezTo>
                      <a:pt x="30" y="25"/>
                      <a:pt x="30" y="25"/>
                      <a:pt x="30" y="25"/>
                    </a:cubicBezTo>
                    <a:cubicBezTo>
                      <a:pt x="30" y="26"/>
                      <a:pt x="30" y="26"/>
                      <a:pt x="30" y="26"/>
                    </a:cubicBezTo>
                    <a:cubicBezTo>
                      <a:pt x="30" y="26"/>
                      <a:pt x="31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2" y="31"/>
                      <a:pt x="32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6" y="35"/>
                      <a:pt x="25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2" y="36"/>
                      <a:pt x="22" y="36"/>
                      <a:pt x="22" y="36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21" y="34"/>
                      <a:pt x="21" y="34"/>
                      <a:pt x="21" y="34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8" y="36"/>
                      <a:pt x="18" y="36"/>
                      <a:pt x="18" y="36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41"/>
                      <a:pt x="18" y="43"/>
                      <a:pt x="18" y="44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6"/>
                      <a:pt x="17" y="48"/>
                      <a:pt x="17" y="48"/>
                    </a:cubicBezTo>
                    <a:cubicBezTo>
                      <a:pt x="17" y="49"/>
                      <a:pt x="17" y="49"/>
                      <a:pt x="17" y="49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6" y="48"/>
                      <a:pt x="15" y="48"/>
                      <a:pt x="13" y="47"/>
                    </a:cubicBezTo>
                    <a:moveTo>
                      <a:pt x="37" y="27"/>
                    </a:moveTo>
                    <a:cubicBezTo>
                      <a:pt x="37" y="27"/>
                      <a:pt x="37" y="27"/>
                      <a:pt x="37" y="27"/>
                    </a:cubicBezTo>
                    <a:cubicBezTo>
                      <a:pt x="37" y="27"/>
                      <a:pt x="37" y="27"/>
                      <a:pt x="37" y="27"/>
                    </a:cubicBezTo>
                    <a:close/>
                    <a:moveTo>
                      <a:pt x="13" y="42"/>
                    </a:moveTo>
                    <a:cubicBezTo>
                      <a:pt x="14" y="45"/>
                      <a:pt x="16" y="47"/>
                      <a:pt x="17" y="48"/>
                    </a:cubicBezTo>
                    <a:cubicBezTo>
                      <a:pt x="17" y="47"/>
                      <a:pt x="18" y="46"/>
                      <a:pt x="18" y="45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3"/>
                      <a:pt x="17" y="41"/>
                      <a:pt x="17" y="39"/>
                    </a:cubicBezTo>
                    <a:cubicBezTo>
                      <a:pt x="17" y="38"/>
                      <a:pt x="17" y="38"/>
                      <a:pt x="17" y="38"/>
                    </a:cubicBezTo>
                    <a:cubicBezTo>
                      <a:pt x="17" y="37"/>
                      <a:pt x="17" y="37"/>
                      <a:pt x="17" y="37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6" y="34"/>
                      <a:pt x="16" y="34"/>
                      <a:pt x="16" y="34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2" y="39"/>
                      <a:pt x="12" y="39"/>
                      <a:pt x="12" y="39"/>
                    </a:cubicBezTo>
                    <a:cubicBezTo>
                      <a:pt x="12" y="40"/>
                      <a:pt x="12" y="41"/>
                      <a:pt x="13" y="42"/>
                    </a:cubicBezTo>
                    <a:moveTo>
                      <a:pt x="4" y="32"/>
                    </a:moveTo>
                    <a:cubicBezTo>
                      <a:pt x="5" y="32"/>
                      <a:pt x="5" y="32"/>
                      <a:pt x="5" y="32"/>
                    </a:cubicBezTo>
                    <a:cubicBezTo>
                      <a:pt x="7" y="32"/>
                      <a:pt x="7" y="32"/>
                      <a:pt x="7" y="32"/>
                    </a:cubicBezTo>
                    <a:cubicBezTo>
                      <a:pt x="8" y="33"/>
                      <a:pt x="8" y="35"/>
                      <a:pt x="8" y="36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9" y="38"/>
                      <a:pt x="9" y="38"/>
                      <a:pt x="9" y="38"/>
                    </a:cubicBezTo>
                    <a:cubicBezTo>
                      <a:pt x="11" y="39"/>
                      <a:pt x="11" y="39"/>
                      <a:pt x="11" y="39"/>
                    </a:cubicBezTo>
                    <a:cubicBezTo>
                      <a:pt x="11" y="39"/>
                      <a:pt x="11" y="39"/>
                      <a:pt x="11" y="39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1" y="37"/>
                      <a:pt x="11" y="37"/>
                      <a:pt x="11" y="37"/>
                    </a:cubicBezTo>
                    <a:cubicBezTo>
                      <a:pt x="11" y="37"/>
                      <a:pt x="11" y="37"/>
                      <a:pt x="11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6"/>
                      <a:pt x="10" y="36"/>
                      <a:pt x="10" y="36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1" y="31"/>
                      <a:pt x="11" y="31"/>
                      <a:pt x="11" y="31"/>
                    </a:cubicBezTo>
                    <a:cubicBezTo>
                      <a:pt x="11" y="31"/>
                      <a:pt x="10" y="30"/>
                      <a:pt x="10" y="29"/>
                    </a:cubicBezTo>
                    <a:cubicBezTo>
                      <a:pt x="10" y="28"/>
                      <a:pt x="10" y="27"/>
                      <a:pt x="10" y="26"/>
                    </a:cubicBezTo>
                    <a:cubicBezTo>
                      <a:pt x="9" y="27"/>
                      <a:pt x="8" y="28"/>
                      <a:pt x="8" y="29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8" y="30"/>
                      <a:pt x="8" y="30"/>
                      <a:pt x="8" y="30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1"/>
                      <a:pt x="7" y="31"/>
                      <a:pt x="7" y="31"/>
                    </a:cubicBezTo>
                    <a:cubicBezTo>
                      <a:pt x="6" y="31"/>
                      <a:pt x="6" y="31"/>
                      <a:pt x="6" y="31"/>
                    </a:cubicBezTo>
                    <a:cubicBezTo>
                      <a:pt x="5" y="30"/>
                      <a:pt x="5" y="30"/>
                      <a:pt x="5" y="30"/>
                    </a:cubicBezTo>
                    <a:cubicBezTo>
                      <a:pt x="5" y="30"/>
                      <a:pt x="5" y="31"/>
                      <a:pt x="4" y="32"/>
                    </a:cubicBezTo>
                    <a:moveTo>
                      <a:pt x="1" y="29"/>
                    </a:moveTo>
                    <a:cubicBezTo>
                      <a:pt x="1" y="29"/>
                      <a:pt x="1" y="29"/>
                      <a:pt x="1" y="29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1" y="28"/>
                      <a:pt x="1" y="28"/>
                      <a:pt x="1" y="28"/>
                    </a:cubicBezTo>
                    <a:lnTo>
                      <a:pt x="1" y="29"/>
                    </a:lnTo>
                    <a:close/>
                    <a:moveTo>
                      <a:pt x="1" y="15"/>
                    </a:moveTo>
                    <a:cubicBezTo>
                      <a:pt x="3" y="18"/>
                      <a:pt x="3" y="18"/>
                      <a:pt x="3" y="18"/>
                    </a:cubicBezTo>
                    <a:cubicBezTo>
                      <a:pt x="3" y="18"/>
                      <a:pt x="3" y="19"/>
                      <a:pt x="3" y="20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2" y="27"/>
                      <a:pt x="2" y="27"/>
                      <a:pt x="2" y="27"/>
                    </a:cubicBezTo>
                    <a:cubicBezTo>
                      <a:pt x="3" y="26"/>
                      <a:pt x="3" y="26"/>
                      <a:pt x="3" y="26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2"/>
                      <a:pt x="3" y="22"/>
                      <a:pt x="3" y="22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5" y="25"/>
                      <a:pt x="5" y="26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30"/>
                      <a:pt x="6" y="30"/>
                      <a:pt x="6" y="30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6" y="24"/>
                      <a:pt x="5" y="22"/>
                      <a:pt x="5" y="21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15"/>
                      <a:pt x="6" y="14"/>
                      <a:pt x="6" y="14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4"/>
                      <a:pt x="1" y="14"/>
                      <a:pt x="1" y="14"/>
                    </a:cubicBezTo>
                    <a:lnTo>
                      <a:pt x="1" y="15"/>
                    </a:lnTo>
                    <a:close/>
                    <a:moveTo>
                      <a:pt x="1" y="13"/>
                    </a:moveTo>
                    <a:cubicBezTo>
                      <a:pt x="1" y="13"/>
                      <a:pt x="1" y="13"/>
                      <a:pt x="1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0" y="12"/>
                      <a:pt x="0" y="12"/>
                      <a:pt x="0" y="12"/>
                    </a:cubicBezTo>
                    <a:lnTo>
                      <a:pt x="1" y="13"/>
                    </a:lnTo>
                    <a:close/>
                    <a:moveTo>
                      <a:pt x="37" y="78"/>
                    </a:moveTo>
                    <a:cubicBezTo>
                      <a:pt x="38" y="79"/>
                      <a:pt x="38" y="79"/>
                      <a:pt x="38" y="79"/>
                    </a:cubicBezTo>
                    <a:cubicBezTo>
                      <a:pt x="38" y="80"/>
                      <a:pt x="38" y="80"/>
                      <a:pt x="38" y="80"/>
                    </a:cubicBezTo>
                    <a:cubicBezTo>
                      <a:pt x="38" y="81"/>
                      <a:pt x="38" y="81"/>
                      <a:pt x="38" y="81"/>
                    </a:cubicBezTo>
                    <a:cubicBezTo>
                      <a:pt x="38" y="81"/>
                      <a:pt x="38" y="81"/>
                      <a:pt x="38" y="81"/>
                    </a:cubicBezTo>
                    <a:cubicBezTo>
                      <a:pt x="38" y="80"/>
                      <a:pt x="38" y="80"/>
                      <a:pt x="38" y="80"/>
                    </a:cubicBezTo>
                    <a:cubicBezTo>
                      <a:pt x="37" y="80"/>
                      <a:pt x="37" y="80"/>
                      <a:pt x="37" y="80"/>
                    </a:cubicBezTo>
                    <a:cubicBezTo>
                      <a:pt x="37" y="78"/>
                      <a:pt x="37" y="78"/>
                      <a:pt x="37" y="78"/>
                    </a:cubicBezTo>
                    <a:close/>
                    <a:moveTo>
                      <a:pt x="23" y="52"/>
                    </a:moveTo>
                    <a:cubicBezTo>
                      <a:pt x="23" y="52"/>
                      <a:pt x="24" y="53"/>
                      <a:pt x="26" y="54"/>
                    </a:cubicBezTo>
                    <a:cubicBezTo>
                      <a:pt x="28" y="55"/>
                      <a:pt x="29" y="55"/>
                      <a:pt x="29" y="56"/>
                    </a:cubicBezTo>
                    <a:cubicBezTo>
                      <a:pt x="29" y="57"/>
                      <a:pt x="29" y="57"/>
                      <a:pt x="29" y="57"/>
                    </a:cubicBezTo>
                    <a:cubicBezTo>
                      <a:pt x="29" y="57"/>
                      <a:pt x="29" y="57"/>
                      <a:pt x="29" y="57"/>
                    </a:cubicBezTo>
                    <a:cubicBezTo>
                      <a:pt x="28" y="56"/>
                      <a:pt x="28" y="56"/>
                      <a:pt x="28" y="56"/>
                    </a:cubicBezTo>
                    <a:cubicBezTo>
                      <a:pt x="28" y="55"/>
                      <a:pt x="28" y="55"/>
                      <a:pt x="26" y="54"/>
                    </a:cubicBezTo>
                    <a:cubicBezTo>
                      <a:pt x="24" y="54"/>
                      <a:pt x="22" y="52"/>
                      <a:pt x="22" y="52"/>
                    </a:cubicBezTo>
                    <a:lnTo>
                      <a:pt x="23" y="52"/>
                    </a:lnTo>
                    <a:close/>
                    <a:moveTo>
                      <a:pt x="41" y="82"/>
                    </a:moveTo>
                    <a:cubicBezTo>
                      <a:pt x="41" y="83"/>
                      <a:pt x="41" y="83"/>
                      <a:pt x="41" y="83"/>
                    </a:cubicBezTo>
                    <a:cubicBezTo>
                      <a:pt x="41" y="83"/>
                      <a:pt x="41" y="83"/>
                      <a:pt x="41" y="83"/>
                    </a:cubicBezTo>
                    <a:cubicBezTo>
                      <a:pt x="41" y="83"/>
                      <a:pt x="41" y="83"/>
                      <a:pt x="41" y="83"/>
                    </a:cubicBezTo>
                    <a:cubicBezTo>
                      <a:pt x="40" y="84"/>
                      <a:pt x="40" y="84"/>
                      <a:pt x="40" y="84"/>
                    </a:cubicBezTo>
                    <a:cubicBezTo>
                      <a:pt x="40" y="85"/>
                      <a:pt x="40" y="85"/>
                      <a:pt x="40" y="85"/>
                    </a:cubicBezTo>
                    <a:cubicBezTo>
                      <a:pt x="40" y="85"/>
                      <a:pt x="40" y="86"/>
                      <a:pt x="40" y="86"/>
                    </a:cubicBezTo>
                    <a:cubicBezTo>
                      <a:pt x="41" y="88"/>
                      <a:pt x="41" y="88"/>
                      <a:pt x="41" y="88"/>
                    </a:cubicBezTo>
                    <a:cubicBezTo>
                      <a:pt x="42" y="89"/>
                      <a:pt x="42" y="89"/>
                      <a:pt x="42" y="89"/>
                    </a:cubicBezTo>
                    <a:cubicBezTo>
                      <a:pt x="42" y="90"/>
                      <a:pt x="41" y="91"/>
                      <a:pt x="41" y="92"/>
                    </a:cubicBezTo>
                    <a:cubicBezTo>
                      <a:pt x="42" y="95"/>
                      <a:pt x="42" y="95"/>
                      <a:pt x="42" y="95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6"/>
                      <a:pt x="41" y="96"/>
                      <a:pt x="41" y="96"/>
                    </a:cubicBezTo>
                    <a:cubicBezTo>
                      <a:pt x="40" y="96"/>
                      <a:pt x="40" y="96"/>
                      <a:pt x="40" y="96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2"/>
                      <a:pt x="41" y="92"/>
                      <a:pt x="41" y="92"/>
                    </a:cubicBezTo>
                    <a:cubicBezTo>
                      <a:pt x="41" y="91"/>
                      <a:pt x="41" y="90"/>
                      <a:pt x="41" y="89"/>
                    </a:cubicBezTo>
                    <a:cubicBezTo>
                      <a:pt x="41" y="89"/>
                      <a:pt x="41" y="89"/>
                      <a:pt x="41" y="89"/>
                    </a:cubicBezTo>
                    <a:cubicBezTo>
                      <a:pt x="40" y="87"/>
                      <a:pt x="40" y="87"/>
                      <a:pt x="40" y="87"/>
                    </a:cubicBezTo>
                    <a:cubicBezTo>
                      <a:pt x="39" y="85"/>
                      <a:pt x="39" y="85"/>
                      <a:pt x="39" y="85"/>
                    </a:cubicBezTo>
                    <a:cubicBezTo>
                      <a:pt x="39" y="84"/>
                      <a:pt x="39" y="84"/>
                      <a:pt x="39" y="84"/>
                    </a:cubicBezTo>
                    <a:cubicBezTo>
                      <a:pt x="39" y="83"/>
                      <a:pt x="40" y="83"/>
                      <a:pt x="40" y="82"/>
                    </a:cubicBezTo>
                    <a:lnTo>
                      <a:pt x="41" y="82"/>
                    </a:lnTo>
                    <a:close/>
                    <a:moveTo>
                      <a:pt x="28" y="34"/>
                    </a:moveTo>
                    <a:cubicBezTo>
                      <a:pt x="29" y="34"/>
                      <a:pt x="29" y="34"/>
                      <a:pt x="29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3"/>
                      <a:pt x="30" y="33"/>
                      <a:pt x="30" y="33"/>
                    </a:cubicBezTo>
                    <a:cubicBezTo>
                      <a:pt x="31" y="32"/>
                      <a:pt x="31" y="32"/>
                      <a:pt x="33" y="32"/>
                    </a:cubicBezTo>
                    <a:cubicBezTo>
                      <a:pt x="34" y="31"/>
                      <a:pt x="34" y="31"/>
                      <a:pt x="34" y="30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4" y="25"/>
                      <a:pt x="34" y="25"/>
                      <a:pt x="34" y="25"/>
                    </a:cubicBezTo>
                    <a:cubicBezTo>
                      <a:pt x="34" y="26"/>
                      <a:pt x="34" y="26"/>
                      <a:pt x="34" y="26"/>
                    </a:cubicBezTo>
                    <a:cubicBezTo>
                      <a:pt x="33" y="26"/>
                      <a:pt x="33" y="26"/>
                      <a:pt x="33" y="26"/>
                    </a:cubicBezTo>
                    <a:cubicBezTo>
                      <a:pt x="32" y="25"/>
                      <a:pt x="32" y="25"/>
                      <a:pt x="32" y="25"/>
                    </a:cubicBezTo>
                    <a:cubicBezTo>
                      <a:pt x="32" y="25"/>
                      <a:pt x="32" y="25"/>
                      <a:pt x="32" y="25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4" y="23"/>
                      <a:pt x="34" y="23"/>
                      <a:pt x="34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4" y="25"/>
                      <a:pt x="34" y="25"/>
                      <a:pt x="34" y="25"/>
                    </a:cubicBezTo>
                    <a:cubicBezTo>
                      <a:pt x="35" y="24"/>
                      <a:pt x="35" y="24"/>
                      <a:pt x="35" y="24"/>
                    </a:cubicBezTo>
                    <a:cubicBezTo>
                      <a:pt x="35" y="25"/>
                      <a:pt x="35" y="25"/>
                      <a:pt x="35" y="25"/>
                    </a:cubicBezTo>
                    <a:cubicBezTo>
                      <a:pt x="35" y="27"/>
                      <a:pt x="35" y="27"/>
                      <a:pt x="35" y="27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31"/>
                      <a:pt x="34" y="31"/>
                      <a:pt x="34" y="31"/>
                    </a:cubicBezTo>
                    <a:cubicBezTo>
                      <a:pt x="34" y="31"/>
                      <a:pt x="34" y="32"/>
                      <a:pt x="33" y="3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29" y="34"/>
                      <a:pt x="29" y="34"/>
                      <a:pt x="29" y="34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7" y="35"/>
                      <a:pt x="26" y="36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6"/>
                      <a:pt x="27" y="34"/>
                      <a:pt x="28" y="34"/>
                    </a:cubicBezTo>
                    <a:moveTo>
                      <a:pt x="23" y="23"/>
                    </a:moveTo>
                    <a:cubicBezTo>
                      <a:pt x="23" y="20"/>
                      <a:pt x="23" y="20"/>
                      <a:pt x="23" y="20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2"/>
                      <a:pt x="23" y="22"/>
                      <a:pt x="23" y="22"/>
                    </a:cubicBezTo>
                    <a:lnTo>
                      <a:pt x="23" y="23"/>
                    </a:lnTo>
                    <a:close/>
                    <a:moveTo>
                      <a:pt x="26" y="73"/>
                    </a:moveTo>
                    <a:cubicBezTo>
                      <a:pt x="26" y="73"/>
                      <a:pt x="26" y="73"/>
                      <a:pt x="26" y="73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4" y="75"/>
                      <a:pt x="24" y="75"/>
                      <a:pt x="24" y="75"/>
                    </a:cubicBezTo>
                    <a:cubicBezTo>
                      <a:pt x="23" y="75"/>
                      <a:pt x="23" y="77"/>
                      <a:pt x="22" y="78"/>
                    </a:cubicBezTo>
                    <a:cubicBezTo>
                      <a:pt x="21" y="78"/>
                      <a:pt x="21" y="79"/>
                      <a:pt x="20" y="79"/>
                    </a:cubicBezTo>
                    <a:cubicBezTo>
                      <a:pt x="20" y="79"/>
                      <a:pt x="20" y="79"/>
                      <a:pt x="20" y="79"/>
                    </a:cubicBezTo>
                    <a:cubicBezTo>
                      <a:pt x="20" y="79"/>
                      <a:pt x="20" y="79"/>
                      <a:pt x="20" y="79"/>
                    </a:cubicBezTo>
                    <a:cubicBezTo>
                      <a:pt x="20" y="78"/>
                      <a:pt x="20" y="78"/>
                      <a:pt x="20" y="78"/>
                    </a:cubicBezTo>
                    <a:cubicBezTo>
                      <a:pt x="21" y="77"/>
                      <a:pt x="21" y="77"/>
                      <a:pt x="21" y="77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5" y="73"/>
                      <a:pt x="25" y="73"/>
                      <a:pt x="25" y="73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5" y="72"/>
                      <a:pt x="26" y="7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7" name="Freeform 34">
                <a:extLst>
                  <a:ext uri="{FF2B5EF4-FFF2-40B4-BE49-F238E27FC236}">
                    <a16:creationId xmlns:a16="http://schemas.microsoft.com/office/drawing/2014/main" id="{E3070C61-0883-47EE-BB14-C9A3392119B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08700" y="2516188"/>
                <a:ext cx="288925" cy="365125"/>
              </a:xfrm>
              <a:custGeom>
                <a:avLst/>
                <a:gdLst>
                  <a:gd name="T0" fmla="*/ 127 w 133"/>
                  <a:gd name="T1" fmla="*/ 60 h 169"/>
                  <a:gd name="T2" fmla="*/ 60 w 133"/>
                  <a:gd name="T3" fmla="*/ 165 h 169"/>
                  <a:gd name="T4" fmla="*/ 79 w 133"/>
                  <a:gd name="T5" fmla="*/ 158 h 169"/>
                  <a:gd name="T6" fmla="*/ 60 w 133"/>
                  <a:gd name="T7" fmla="*/ 157 h 169"/>
                  <a:gd name="T8" fmla="*/ 79 w 133"/>
                  <a:gd name="T9" fmla="*/ 154 h 169"/>
                  <a:gd name="T10" fmla="*/ 42 w 133"/>
                  <a:gd name="T11" fmla="*/ 151 h 169"/>
                  <a:gd name="T12" fmla="*/ 66 w 133"/>
                  <a:gd name="T13" fmla="*/ 164 h 169"/>
                  <a:gd name="T14" fmla="*/ 123 w 133"/>
                  <a:gd name="T15" fmla="*/ 35 h 169"/>
                  <a:gd name="T16" fmla="*/ 86 w 133"/>
                  <a:gd name="T17" fmla="*/ 152 h 169"/>
                  <a:gd name="T18" fmla="*/ 53 w 133"/>
                  <a:gd name="T19" fmla="*/ 150 h 169"/>
                  <a:gd name="T20" fmla="*/ 85 w 133"/>
                  <a:gd name="T21" fmla="*/ 153 h 169"/>
                  <a:gd name="T22" fmla="*/ 39 w 133"/>
                  <a:gd name="T23" fmla="*/ 62 h 169"/>
                  <a:gd name="T24" fmla="*/ 29 w 133"/>
                  <a:gd name="T25" fmla="*/ 53 h 169"/>
                  <a:gd name="T26" fmla="*/ 32 w 133"/>
                  <a:gd name="T27" fmla="*/ 78 h 169"/>
                  <a:gd name="T28" fmla="*/ 27 w 133"/>
                  <a:gd name="T29" fmla="*/ 79 h 169"/>
                  <a:gd name="T30" fmla="*/ 18 w 133"/>
                  <a:gd name="T31" fmla="*/ 72 h 169"/>
                  <a:gd name="T32" fmla="*/ 17 w 133"/>
                  <a:gd name="T33" fmla="*/ 96 h 169"/>
                  <a:gd name="T34" fmla="*/ 7 w 133"/>
                  <a:gd name="T35" fmla="*/ 83 h 169"/>
                  <a:gd name="T36" fmla="*/ 7 w 133"/>
                  <a:gd name="T37" fmla="*/ 71 h 169"/>
                  <a:gd name="T38" fmla="*/ 6 w 133"/>
                  <a:gd name="T39" fmla="*/ 37 h 169"/>
                  <a:gd name="T40" fmla="*/ 8 w 133"/>
                  <a:gd name="T41" fmla="*/ 35 h 169"/>
                  <a:gd name="T42" fmla="*/ 10 w 133"/>
                  <a:gd name="T43" fmla="*/ 11 h 169"/>
                  <a:gd name="T44" fmla="*/ 21 w 133"/>
                  <a:gd name="T45" fmla="*/ 14 h 169"/>
                  <a:gd name="T46" fmla="*/ 33 w 133"/>
                  <a:gd name="T47" fmla="*/ 16 h 169"/>
                  <a:gd name="T48" fmla="*/ 30 w 133"/>
                  <a:gd name="T49" fmla="*/ 23 h 169"/>
                  <a:gd name="T50" fmla="*/ 41 w 133"/>
                  <a:gd name="T51" fmla="*/ 30 h 169"/>
                  <a:gd name="T52" fmla="*/ 44 w 133"/>
                  <a:gd name="T53" fmla="*/ 12 h 169"/>
                  <a:gd name="T54" fmla="*/ 46 w 133"/>
                  <a:gd name="T55" fmla="*/ 16 h 169"/>
                  <a:gd name="T56" fmla="*/ 47 w 133"/>
                  <a:gd name="T57" fmla="*/ 22 h 169"/>
                  <a:gd name="T58" fmla="*/ 47 w 133"/>
                  <a:gd name="T59" fmla="*/ 27 h 169"/>
                  <a:gd name="T60" fmla="*/ 37 w 133"/>
                  <a:gd name="T61" fmla="*/ 43 h 169"/>
                  <a:gd name="T62" fmla="*/ 40 w 133"/>
                  <a:gd name="T63" fmla="*/ 50 h 169"/>
                  <a:gd name="T64" fmla="*/ 0 w 133"/>
                  <a:gd name="T65" fmla="*/ 82 h 169"/>
                  <a:gd name="T66" fmla="*/ 12 w 133"/>
                  <a:gd name="T67" fmla="*/ 45 h 169"/>
                  <a:gd name="T68" fmla="*/ 12 w 133"/>
                  <a:gd name="T69" fmla="*/ 44 h 169"/>
                  <a:gd name="T70" fmla="*/ 44 w 133"/>
                  <a:gd name="T71" fmla="*/ 50 h 169"/>
                  <a:gd name="T72" fmla="*/ 40 w 133"/>
                  <a:gd name="T73" fmla="*/ 62 h 169"/>
                  <a:gd name="T74" fmla="*/ 132 w 133"/>
                  <a:gd name="T75" fmla="*/ 0 h 169"/>
                  <a:gd name="T76" fmla="*/ 124 w 133"/>
                  <a:gd name="T77" fmla="*/ 38 h 169"/>
                  <a:gd name="T78" fmla="*/ 125 w 133"/>
                  <a:gd name="T79" fmla="*/ 72 h 169"/>
                  <a:gd name="T80" fmla="*/ 125 w 133"/>
                  <a:gd name="T81" fmla="*/ 89 h 169"/>
                  <a:gd name="T82" fmla="*/ 121 w 133"/>
                  <a:gd name="T83" fmla="*/ 97 h 169"/>
                  <a:gd name="T84" fmla="*/ 111 w 133"/>
                  <a:gd name="T85" fmla="*/ 69 h 169"/>
                  <a:gd name="T86" fmla="*/ 103 w 133"/>
                  <a:gd name="T87" fmla="*/ 82 h 169"/>
                  <a:gd name="T88" fmla="*/ 102 w 133"/>
                  <a:gd name="T89" fmla="*/ 78 h 169"/>
                  <a:gd name="T90" fmla="*/ 99 w 133"/>
                  <a:gd name="T91" fmla="*/ 57 h 169"/>
                  <a:gd name="T92" fmla="*/ 92 w 133"/>
                  <a:gd name="T93" fmla="*/ 63 h 169"/>
                  <a:gd name="T94" fmla="*/ 88 w 133"/>
                  <a:gd name="T95" fmla="*/ 47 h 169"/>
                  <a:gd name="T96" fmla="*/ 91 w 133"/>
                  <a:gd name="T97" fmla="*/ 53 h 169"/>
                  <a:gd name="T98" fmla="*/ 92 w 133"/>
                  <a:gd name="T99" fmla="*/ 39 h 169"/>
                  <a:gd name="T100" fmla="*/ 85 w 133"/>
                  <a:gd name="T101" fmla="*/ 29 h 169"/>
                  <a:gd name="T102" fmla="*/ 84 w 133"/>
                  <a:gd name="T103" fmla="*/ 16 h 169"/>
                  <a:gd name="T104" fmla="*/ 87 w 133"/>
                  <a:gd name="T105" fmla="*/ 13 h 169"/>
                  <a:gd name="T106" fmla="*/ 90 w 133"/>
                  <a:gd name="T107" fmla="*/ 14 h 169"/>
                  <a:gd name="T108" fmla="*/ 93 w 133"/>
                  <a:gd name="T109" fmla="*/ 30 h 169"/>
                  <a:gd name="T110" fmla="*/ 97 w 133"/>
                  <a:gd name="T111" fmla="*/ 23 h 169"/>
                  <a:gd name="T112" fmla="*/ 107 w 133"/>
                  <a:gd name="T113" fmla="*/ 14 h 169"/>
                  <a:gd name="T114" fmla="*/ 113 w 133"/>
                  <a:gd name="T115" fmla="*/ 22 h 169"/>
                  <a:gd name="T116" fmla="*/ 129 w 133"/>
                  <a:gd name="T117" fmla="*/ 3 h 169"/>
                  <a:gd name="T118" fmla="*/ 130 w 133"/>
                  <a:gd name="T119" fmla="*/ 4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33" h="169">
                    <a:moveTo>
                      <a:pt x="120" y="44"/>
                    </a:moveTo>
                    <a:cubicBezTo>
                      <a:pt x="118" y="44"/>
                      <a:pt x="117" y="43"/>
                      <a:pt x="117" y="43"/>
                    </a:cubicBezTo>
                    <a:cubicBezTo>
                      <a:pt x="117" y="45"/>
                      <a:pt x="117" y="47"/>
                      <a:pt x="117" y="47"/>
                    </a:cubicBezTo>
                    <a:cubicBezTo>
                      <a:pt x="116" y="47"/>
                      <a:pt x="116" y="47"/>
                      <a:pt x="115" y="47"/>
                    </a:cubicBezTo>
                    <a:cubicBezTo>
                      <a:pt x="115" y="48"/>
                      <a:pt x="115" y="48"/>
                      <a:pt x="115" y="48"/>
                    </a:cubicBezTo>
                    <a:cubicBezTo>
                      <a:pt x="115" y="49"/>
                      <a:pt x="115" y="50"/>
                      <a:pt x="116" y="51"/>
                    </a:cubicBezTo>
                    <a:cubicBezTo>
                      <a:pt x="116" y="53"/>
                      <a:pt x="119" y="55"/>
                      <a:pt x="121" y="56"/>
                    </a:cubicBezTo>
                    <a:cubicBezTo>
                      <a:pt x="122" y="58"/>
                      <a:pt x="123" y="59"/>
                      <a:pt x="123" y="61"/>
                    </a:cubicBezTo>
                    <a:cubicBezTo>
                      <a:pt x="124" y="62"/>
                      <a:pt x="123" y="63"/>
                      <a:pt x="125" y="63"/>
                    </a:cubicBezTo>
                    <a:cubicBezTo>
                      <a:pt x="127" y="62"/>
                      <a:pt x="127" y="60"/>
                      <a:pt x="127" y="60"/>
                    </a:cubicBezTo>
                    <a:cubicBezTo>
                      <a:pt x="128" y="54"/>
                      <a:pt x="122" y="53"/>
                      <a:pt x="120" y="45"/>
                    </a:cubicBezTo>
                    <a:lnTo>
                      <a:pt x="120" y="44"/>
                    </a:lnTo>
                    <a:close/>
                    <a:moveTo>
                      <a:pt x="112" y="26"/>
                    </a:moveTo>
                    <a:cubicBezTo>
                      <a:pt x="113" y="24"/>
                      <a:pt x="113" y="24"/>
                      <a:pt x="113" y="24"/>
                    </a:cubicBezTo>
                    <a:lnTo>
                      <a:pt x="112" y="26"/>
                    </a:lnTo>
                    <a:close/>
                    <a:moveTo>
                      <a:pt x="67" y="169"/>
                    </a:moveTo>
                    <a:cubicBezTo>
                      <a:pt x="67" y="169"/>
                      <a:pt x="72" y="167"/>
                      <a:pt x="79" y="163"/>
                    </a:cubicBezTo>
                    <a:cubicBezTo>
                      <a:pt x="76" y="163"/>
                      <a:pt x="76" y="165"/>
                      <a:pt x="73" y="165"/>
                    </a:cubicBezTo>
                    <a:cubicBezTo>
                      <a:pt x="70" y="165"/>
                      <a:pt x="69" y="163"/>
                      <a:pt x="66" y="163"/>
                    </a:cubicBezTo>
                    <a:cubicBezTo>
                      <a:pt x="62" y="163"/>
                      <a:pt x="62" y="165"/>
                      <a:pt x="60" y="165"/>
                    </a:cubicBezTo>
                    <a:cubicBezTo>
                      <a:pt x="57" y="165"/>
                      <a:pt x="56" y="164"/>
                      <a:pt x="55" y="163"/>
                    </a:cubicBezTo>
                    <a:cubicBezTo>
                      <a:pt x="49" y="160"/>
                      <a:pt x="49" y="160"/>
                      <a:pt x="49" y="160"/>
                    </a:cubicBezTo>
                    <a:cubicBezTo>
                      <a:pt x="50" y="160"/>
                      <a:pt x="51" y="159"/>
                      <a:pt x="53" y="159"/>
                    </a:cubicBezTo>
                    <a:cubicBezTo>
                      <a:pt x="56" y="159"/>
                      <a:pt x="57" y="161"/>
                      <a:pt x="60" y="161"/>
                    </a:cubicBezTo>
                    <a:cubicBezTo>
                      <a:pt x="62" y="161"/>
                      <a:pt x="62" y="159"/>
                      <a:pt x="66" y="159"/>
                    </a:cubicBezTo>
                    <a:cubicBezTo>
                      <a:pt x="69" y="159"/>
                      <a:pt x="70" y="161"/>
                      <a:pt x="73" y="161"/>
                    </a:cubicBezTo>
                    <a:cubicBezTo>
                      <a:pt x="76" y="161"/>
                      <a:pt x="76" y="159"/>
                      <a:pt x="79" y="159"/>
                    </a:cubicBezTo>
                    <a:cubicBezTo>
                      <a:pt x="82" y="159"/>
                      <a:pt x="82" y="160"/>
                      <a:pt x="84" y="161"/>
                    </a:cubicBezTo>
                    <a:cubicBezTo>
                      <a:pt x="85" y="160"/>
                      <a:pt x="85" y="160"/>
                      <a:pt x="85" y="160"/>
                    </a:cubicBezTo>
                    <a:cubicBezTo>
                      <a:pt x="83" y="160"/>
                      <a:pt x="82" y="158"/>
                      <a:pt x="79" y="158"/>
                    </a:cubicBezTo>
                    <a:cubicBezTo>
                      <a:pt x="76" y="158"/>
                      <a:pt x="76" y="160"/>
                      <a:pt x="73" y="160"/>
                    </a:cubicBezTo>
                    <a:cubicBezTo>
                      <a:pt x="70" y="160"/>
                      <a:pt x="69" y="158"/>
                      <a:pt x="66" y="158"/>
                    </a:cubicBezTo>
                    <a:cubicBezTo>
                      <a:pt x="62" y="158"/>
                      <a:pt x="62" y="160"/>
                      <a:pt x="60" y="160"/>
                    </a:cubicBezTo>
                    <a:cubicBezTo>
                      <a:pt x="57" y="160"/>
                      <a:pt x="56" y="158"/>
                      <a:pt x="53" y="158"/>
                    </a:cubicBezTo>
                    <a:cubicBezTo>
                      <a:pt x="50" y="158"/>
                      <a:pt x="50" y="159"/>
                      <a:pt x="48" y="160"/>
                    </a:cubicBezTo>
                    <a:cubicBezTo>
                      <a:pt x="41" y="155"/>
                      <a:pt x="41" y="155"/>
                      <a:pt x="41" y="155"/>
                    </a:cubicBezTo>
                    <a:cubicBezTo>
                      <a:pt x="42" y="155"/>
                      <a:pt x="42" y="155"/>
                      <a:pt x="42" y="155"/>
                    </a:cubicBezTo>
                    <a:cubicBezTo>
                      <a:pt x="46" y="155"/>
                      <a:pt x="47" y="157"/>
                      <a:pt x="47" y="157"/>
                    </a:cubicBezTo>
                    <a:cubicBezTo>
                      <a:pt x="50" y="157"/>
                      <a:pt x="50" y="155"/>
                      <a:pt x="53" y="155"/>
                    </a:cubicBezTo>
                    <a:cubicBezTo>
                      <a:pt x="56" y="155"/>
                      <a:pt x="57" y="157"/>
                      <a:pt x="60" y="157"/>
                    </a:cubicBezTo>
                    <a:cubicBezTo>
                      <a:pt x="62" y="157"/>
                      <a:pt x="62" y="155"/>
                      <a:pt x="66" y="155"/>
                    </a:cubicBezTo>
                    <a:cubicBezTo>
                      <a:pt x="69" y="155"/>
                      <a:pt x="70" y="157"/>
                      <a:pt x="73" y="157"/>
                    </a:cubicBezTo>
                    <a:cubicBezTo>
                      <a:pt x="76" y="156"/>
                      <a:pt x="76" y="155"/>
                      <a:pt x="79" y="155"/>
                    </a:cubicBezTo>
                    <a:cubicBezTo>
                      <a:pt x="82" y="155"/>
                      <a:pt x="83" y="157"/>
                      <a:pt x="85" y="157"/>
                    </a:cubicBezTo>
                    <a:cubicBezTo>
                      <a:pt x="88" y="157"/>
                      <a:pt x="88" y="155"/>
                      <a:pt x="92" y="155"/>
                    </a:cubicBezTo>
                    <a:cubicBezTo>
                      <a:pt x="92" y="155"/>
                      <a:pt x="92" y="155"/>
                      <a:pt x="92" y="155"/>
                    </a:cubicBezTo>
                    <a:cubicBezTo>
                      <a:pt x="94" y="154"/>
                      <a:pt x="94" y="154"/>
                      <a:pt x="94" y="154"/>
                    </a:cubicBezTo>
                    <a:cubicBezTo>
                      <a:pt x="93" y="154"/>
                      <a:pt x="93" y="154"/>
                      <a:pt x="92" y="154"/>
                    </a:cubicBezTo>
                    <a:cubicBezTo>
                      <a:pt x="88" y="154"/>
                      <a:pt x="88" y="156"/>
                      <a:pt x="85" y="156"/>
                    </a:cubicBezTo>
                    <a:cubicBezTo>
                      <a:pt x="83" y="156"/>
                      <a:pt x="82" y="154"/>
                      <a:pt x="79" y="154"/>
                    </a:cubicBezTo>
                    <a:cubicBezTo>
                      <a:pt x="76" y="154"/>
                      <a:pt x="76" y="156"/>
                      <a:pt x="73" y="156"/>
                    </a:cubicBezTo>
                    <a:cubicBezTo>
                      <a:pt x="70" y="156"/>
                      <a:pt x="69" y="154"/>
                      <a:pt x="66" y="154"/>
                    </a:cubicBezTo>
                    <a:cubicBezTo>
                      <a:pt x="62" y="154"/>
                      <a:pt x="62" y="156"/>
                      <a:pt x="60" y="156"/>
                    </a:cubicBezTo>
                    <a:cubicBezTo>
                      <a:pt x="57" y="156"/>
                      <a:pt x="56" y="154"/>
                      <a:pt x="53" y="154"/>
                    </a:cubicBezTo>
                    <a:cubicBezTo>
                      <a:pt x="50" y="154"/>
                      <a:pt x="50" y="155"/>
                      <a:pt x="47" y="156"/>
                    </a:cubicBezTo>
                    <a:cubicBezTo>
                      <a:pt x="47" y="156"/>
                      <a:pt x="46" y="154"/>
                      <a:pt x="42" y="154"/>
                    </a:cubicBezTo>
                    <a:cubicBezTo>
                      <a:pt x="41" y="154"/>
                      <a:pt x="40" y="154"/>
                      <a:pt x="40" y="154"/>
                    </a:cubicBezTo>
                    <a:cubicBezTo>
                      <a:pt x="37" y="152"/>
                      <a:pt x="37" y="152"/>
                      <a:pt x="37" y="152"/>
                    </a:cubicBezTo>
                    <a:cubicBezTo>
                      <a:pt x="39" y="152"/>
                      <a:pt x="39" y="151"/>
                      <a:pt x="42" y="151"/>
                    </a:cubicBezTo>
                    <a:cubicBezTo>
                      <a:pt x="42" y="151"/>
                      <a:pt x="42" y="151"/>
                      <a:pt x="42" y="151"/>
                    </a:cubicBezTo>
                    <a:cubicBezTo>
                      <a:pt x="41" y="150"/>
                      <a:pt x="41" y="149"/>
                      <a:pt x="41" y="149"/>
                    </a:cubicBezTo>
                    <a:cubicBezTo>
                      <a:pt x="41" y="149"/>
                      <a:pt x="41" y="149"/>
                      <a:pt x="41" y="149"/>
                    </a:cubicBezTo>
                    <a:cubicBezTo>
                      <a:pt x="41" y="149"/>
                      <a:pt x="41" y="149"/>
                      <a:pt x="41" y="149"/>
                    </a:cubicBezTo>
                    <a:cubicBezTo>
                      <a:pt x="41" y="149"/>
                      <a:pt x="42" y="147"/>
                      <a:pt x="44" y="146"/>
                    </a:cubicBezTo>
                    <a:cubicBezTo>
                      <a:pt x="45" y="145"/>
                      <a:pt x="45" y="144"/>
                      <a:pt x="46" y="144"/>
                    </a:cubicBezTo>
                    <a:cubicBezTo>
                      <a:pt x="48" y="142"/>
                      <a:pt x="48" y="142"/>
                      <a:pt x="48" y="142"/>
                    </a:cubicBezTo>
                    <a:cubicBezTo>
                      <a:pt x="49" y="135"/>
                      <a:pt x="49" y="135"/>
                      <a:pt x="49" y="135"/>
                    </a:cubicBezTo>
                    <a:cubicBezTo>
                      <a:pt x="19" y="135"/>
                      <a:pt x="19" y="135"/>
                      <a:pt x="19" y="135"/>
                    </a:cubicBezTo>
                    <a:cubicBezTo>
                      <a:pt x="39" y="160"/>
                      <a:pt x="67" y="169"/>
                      <a:pt x="67" y="169"/>
                    </a:cubicBezTo>
                    <a:moveTo>
                      <a:pt x="66" y="164"/>
                    </a:moveTo>
                    <a:cubicBezTo>
                      <a:pt x="69" y="164"/>
                      <a:pt x="70" y="166"/>
                      <a:pt x="73" y="166"/>
                    </a:cubicBezTo>
                    <a:cubicBezTo>
                      <a:pt x="67" y="169"/>
                      <a:pt x="67" y="169"/>
                      <a:pt x="67" y="169"/>
                    </a:cubicBezTo>
                    <a:cubicBezTo>
                      <a:pt x="60" y="166"/>
                      <a:pt x="60" y="166"/>
                      <a:pt x="60" y="166"/>
                    </a:cubicBezTo>
                    <a:cubicBezTo>
                      <a:pt x="62" y="166"/>
                      <a:pt x="62" y="164"/>
                      <a:pt x="66" y="164"/>
                    </a:cubicBezTo>
                    <a:moveTo>
                      <a:pt x="59" y="0"/>
                    </a:moveTo>
                    <a:cubicBezTo>
                      <a:pt x="72" y="0"/>
                      <a:pt x="72" y="0"/>
                      <a:pt x="72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59" y="0"/>
                      <a:pt x="59" y="0"/>
                      <a:pt x="59" y="0"/>
                    </a:cubicBezTo>
                    <a:close/>
                    <a:moveTo>
                      <a:pt x="123" y="35"/>
                    </a:moveTo>
                    <a:cubicBezTo>
                      <a:pt x="123" y="35"/>
                      <a:pt x="123" y="35"/>
                      <a:pt x="123" y="35"/>
                    </a:cubicBezTo>
                    <a:cubicBezTo>
                      <a:pt x="123" y="35"/>
                      <a:pt x="123" y="35"/>
                      <a:pt x="123" y="35"/>
                    </a:cubicBezTo>
                    <a:close/>
                    <a:moveTo>
                      <a:pt x="85" y="142"/>
                    </a:moveTo>
                    <a:cubicBezTo>
                      <a:pt x="85" y="143"/>
                      <a:pt x="85" y="143"/>
                      <a:pt x="85" y="143"/>
                    </a:cubicBezTo>
                    <a:cubicBezTo>
                      <a:pt x="87" y="144"/>
                      <a:pt x="87" y="144"/>
                      <a:pt x="87" y="144"/>
                    </a:cubicBezTo>
                    <a:cubicBezTo>
                      <a:pt x="88" y="146"/>
                      <a:pt x="88" y="146"/>
                      <a:pt x="88" y="146"/>
                    </a:cubicBezTo>
                    <a:cubicBezTo>
                      <a:pt x="91" y="150"/>
                      <a:pt x="91" y="150"/>
                      <a:pt x="91" y="150"/>
                    </a:cubicBezTo>
                    <a:cubicBezTo>
                      <a:pt x="92" y="150"/>
                      <a:pt x="92" y="150"/>
                      <a:pt x="92" y="150"/>
                    </a:cubicBezTo>
                    <a:cubicBezTo>
                      <a:pt x="91" y="151"/>
                      <a:pt x="91" y="151"/>
                      <a:pt x="91" y="151"/>
                    </a:cubicBezTo>
                    <a:cubicBezTo>
                      <a:pt x="91" y="151"/>
                      <a:pt x="89" y="151"/>
                      <a:pt x="87" y="151"/>
                    </a:cubicBezTo>
                    <a:cubicBezTo>
                      <a:pt x="86" y="152"/>
                      <a:pt x="86" y="152"/>
                      <a:pt x="86" y="152"/>
                    </a:cubicBezTo>
                    <a:cubicBezTo>
                      <a:pt x="85" y="152"/>
                      <a:pt x="84" y="151"/>
                      <a:pt x="83" y="151"/>
                    </a:cubicBezTo>
                    <a:cubicBezTo>
                      <a:pt x="81" y="151"/>
                      <a:pt x="80" y="150"/>
                      <a:pt x="78" y="150"/>
                    </a:cubicBezTo>
                    <a:cubicBezTo>
                      <a:pt x="76" y="150"/>
                      <a:pt x="75" y="151"/>
                      <a:pt x="73" y="152"/>
                    </a:cubicBezTo>
                    <a:cubicBezTo>
                      <a:pt x="72" y="152"/>
                      <a:pt x="72" y="152"/>
                      <a:pt x="72" y="152"/>
                    </a:cubicBezTo>
                    <a:cubicBezTo>
                      <a:pt x="70" y="152"/>
                      <a:pt x="67" y="150"/>
                      <a:pt x="66" y="150"/>
                    </a:cubicBezTo>
                    <a:cubicBezTo>
                      <a:pt x="66" y="150"/>
                      <a:pt x="66" y="150"/>
                      <a:pt x="66" y="150"/>
                    </a:cubicBezTo>
                    <a:cubicBezTo>
                      <a:pt x="64" y="150"/>
                      <a:pt x="61" y="152"/>
                      <a:pt x="60" y="152"/>
                    </a:cubicBezTo>
                    <a:cubicBezTo>
                      <a:pt x="60" y="152"/>
                      <a:pt x="60" y="152"/>
                      <a:pt x="60" y="152"/>
                    </a:cubicBezTo>
                    <a:cubicBezTo>
                      <a:pt x="59" y="152"/>
                      <a:pt x="58" y="152"/>
                      <a:pt x="57" y="151"/>
                    </a:cubicBezTo>
                    <a:cubicBezTo>
                      <a:pt x="56" y="151"/>
                      <a:pt x="54" y="150"/>
                      <a:pt x="53" y="150"/>
                    </a:cubicBezTo>
                    <a:cubicBezTo>
                      <a:pt x="53" y="150"/>
                      <a:pt x="53" y="150"/>
                      <a:pt x="53" y="150"/>
                    </a:cubicBezTo>
                    <a:cubicBezTo>
                      <a:pt x="52" y="150"/>
                      <a:pt x="50" y="151"/>
                      <a:pt x="49" y="152"/>
                    </a:cubicBezTo>
                    <a:cubicBezTo>
                      <a:pt x="49" y="152"/>
                      <a:pt x="48" y="152"/>
                      <a:pt x="47" y="152"/>
                    </a:cubicBezTo>
                    <a:cubicBezTo>
                      <a:pt x="47" y="153"/>
                      <a:pt x="47" y="153"/>
                      <a:pt x="47" y="153"/>
                    </a:cubicBezTo>
                    <a:cubicBezTo>
                      <a:pt x="50" y="152"/>
                      <a:pt x="50" y="151"/>
                      <a:pt x="53" y="151"/>
                    </a:cubicBezTo>
                    <a:cubicBezTo>
                      <a:pt x="56" y="151"/>
                      <a:pt x="57" y="153"/>
                      <a:pt x="60" y="153"/>
                    </a:cubicBezTo>
                    <a:cubicBezTo>
                      <a:pt x="62" y="153"/>
                      <a:pt x="62" y="151"/>
                      <a:pt x="66" y="151"/>
                    </a:cubicBezTo>
                    <a:cubicBezTo>
                      <a:pt x="69" y="151"/>
                      <a:pt x="70" y="153"/>
                      <a:pt x="73" y="153"/>
                    </a:cubicBezTo>
                    <a:cubicBezTo>
                      <a:pt x="76" y="153"/>
                      <a:pt x="76" y="151"/>
                      <a:pt x="79" y="151"/>
                    </a:cubicBezTo>
                    <a:cubicBezTo>
                      <a:pt x="82" y="151"/>
                      <a:pt x="83" y="153"/>
                      <a:pt x="85" y="153"/>
                    </a:cubicBezTo>
                    <a:cubicBezTo>
                      <a:pt x="88" y="153"/>
                      <a:pt x="88" y="151"/>
                      <a:pt x="92" y="151"/>
                    </a:cubicBezTo>
                    <a:cubicBezTo>
                      <a:pt x="95" y="151"/>
                      <a:pt x="94" y="152"/>
                      <a:pt x="96" y="152"/>
                    </a:cubicBezTo>
                    <a:cubicBezTo>
                      <a:pt x="102" y="148"/>
                      <a:pt x="108" y="142"/>
                      <a:pt x="113" y="136"/>
                    </a:cubicBezTo>
                    <a:cubicBezTo>
                      <a:pt x="84" y="136"/>
                      <a:pt x="84" y="136"/>
                      <a:pt x="84" y="136"/>
                    </a:cubicBezTo>
                    <a:lnTo>
                      <a:pt x="85" y="142"/>
                    </a:lnTo>
                    <a:close/>
                    <a:moveTo>
                      <a:pt x="0" y="82"/>
                    </a:moveTo>
                    <a:cubicBezTo>
                      <a:pt x="0" y="105"/>
                      <a:pt x="9" y="122"/>
                      <a:pt x="19" y="135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39" y="59"/>
                      <a:pt x="39" y="59"/>
                      <a:pt x="39" y="59"/>
                    </a:cubicBezTo>
                    <a:cubicBezTo>
                      <a:pt x="40" y="58"/>
                      <a:pt x="40" y="58"/>
                      <a:pt x="40" y="58"/>
                    </a:cubicBezTo>
                    <a:cubicBezTo>
                      <a:pt x="40" y="57"/>
                      <a:pt x="40" y="57"/>
                      <a:pt x="40" y="57"/>
                    </a:cubicBezTo>
                    <a:cubicBezTo>
                      <a:pt x="40" y="56"/>
                      <a:pt x="40" y="56"/>
                      <a:pt x="39" y="55"/>
                    </a:cubicBezTo>
                    <a:cubicBezTo>
                      <a:pt x="38" y="55"/>
                      <a:pt x="37" y="54"/>
                      <a:pt x="37" y="54"/>
                    </a:cubicBezTo>
                    <a:cubicBezTo>
                      <a:pt x="34" y="54"/>
                      <a:pt x="34" y="54"/>
                      <a:pt x="34" y="54"/>
                    </a:cubicBezTo>
                    <a:cubicBezTo>
                      <a:pt x="34" y="55"/>
                      <a:pt x="34" y="56"/>
                      <a:pt x="34" y="57"/>
                    </a:cubicBezTo>
                    <a:cubicBezTo>
                      <a:pt x="34" y="57"/>
                      <a:pt x="32" y="53"/>
                      <a:pt x="30" y="52"/>
                    </a:cubicBezTo>
                    <a:cubicBezTo>
                      <a:pt x="29" y="53"/>
                      <a:pt x="29" y="53"/>
                      <a:pt x="29" y="53"/>
                    </a:cubicBezTo>
                    <a:cubicBezTo>
                      <a:pt x="30" y="54"/>
                      <a:pt x="27" y="55"/>
                      <a:pt x="26" y="56"/>
                    </a:cubicBezTo>
                    <a:cubicBezTo>
                      <a:pt x="25" y="57"/>
                      <a:pt x="25" y="58"/>
                      <a:pt x="25" y="58"/>
                    </a:cubicBezTo>
                    <a:cubicBezTo>
                      <a:pt x="26" y="58"/>
                      <a:pt x="32" y="56"/>
                      <a:pt x="32" y="62"/>
                    </a:cubicBezTo>
                    <a:cubicBezTo>
                      <a:pt x="32" y="62"/>
                      <a:pt x="32" y="64"/>
                      <a:pt x="31" y="64"/>
                    </a:cubicBezTo>
                    <a:cubicBezTo>
                      <a:pt x="31" y="64"/>
                      <a:pt x="32" y="65"/>
                      <a:pt x="31" y="66"/>
                    </a:cubicBezTo>
                    <a:cubicBezTo>
                      <a:pt x="30" y="67"/>
                      <a:pt x="28" y="69"/>
                      <a:pt x="27" y="70"/>
                    </a:cubicBezTo>
                    <a:cubicBezTo>
                      <a:pt x="25" y="72"/>
                      <a:pt x="27" y="73"/>
                      <a:pt x="28" y="74"/>
                    </a:cubicBezTo>
                    <a:cubicBezTo>
                      <a:pt x="28" y="75"/>
                      <a:pt x="30" y="77"/>
                      <a:pt x="30" y="78"/>
                    </a:cubicBezTo>
                    <a:cubicBezTo>
                      <a:pt x="32" y="79"/>
                      <a:pt x="32" y="79"/>
                      <a:pt x="32" y="79"/>
                    </a:cubicBezTo>
                    <a:cubicBezTo>
                      <a:pt x="32" y="78"/>
                      <a:pt x="32" y="78"/>
                      <a:pt x="32" y="78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4" y="75"/>
                      <a:pt x="34" y="75"/>
                      <a:pt x="34" y="75"/>
                    </a:cubicBezTo>
                    <a:cubicBezTo>
                      <a:pt x="35" y="74"/>
                      <a:pt x="35" y="74"/>
                      <a:pt x="35" y="74"/>
                    </a:cubicBezTo>
                    <a:cubicBezTo>
                      <a:pt x="36" y="73"/>
                      <a:pt x="36" y="73"/>
                      <a:pt x="36" y="73"/>
                    </a:cubicBezTo>
                    <a:cubicBezTo>
                      <a:pt x="36" y="76"/>
                      <a:pt x="36" y="76"/>
                      <a:pt x="36" y="76"/>
                    </a:cubicBezTo>
                    <a:cubicBezTo>
                      <a:pt x="36" y="76"/>
                      <a:pt x="36" y="79"/>
                      <a:pt x="35" y="80"/>
                    </a:cubicBezTo>
                    <a:cubicBezTo>
                      <a:pt x="34" y="81"/>
                      <a:pt x="33" y="83"/>
                      <a:pt x="32" y="83"/>
                    </a:cubicBezTo>
                    <a:cubicBezTo>
                      <a:pt x="30" y="83"/>
                      <a:pt x="30" y="83"/>
                      <a:pt x="29" y="82"/>
                    </a:cubicBezTo>
                    <a:cubicBezTo>
                      <a:pt x="29" y="81"/>
                      <a:pt x="28" y="79"/>
                      <a:pt x="28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5" y="77"/>
                      <a:pt x="25" y="77"/>
                      <a:pt x="25" y="77"/>
                    </a:cubicBezTo>
                    <a:cubicBezTo>
                      <a:pt x="23" y="75"/>
                      <a:pt x="23" y="75"/>
                      <a:pt x="23" y="75"/>
                    </a:cubicBezTo>
                    <a:cubicBezTo>
                      <a:pt x="22" y="74"/>
                      <a:pt x="22" y="74"/>
                      <a:pt x="22" y="74"/>
                    </a:cubicBezTo>
                    <a:cubicBezTo>
                      <a:pt x="22" y="72"/>
                      <a:pt x="22" y="72"/>
                      <a:pt x="22" y="72"/>
                    </a:cubicBezTo>
                    <a:cubicBezTo>
                      <a:pt x="23" y="70"/>
                      <a:pt x="23" y="70"/>
                      <a:pt x="23" y="70"/>
                    </a:cubicBezTo>
                    <a:cubicBezTo>
                      <a:pt x="23" y="69"/>
                      <a:pt x="23" y="69"/>
                      <a:pt x="23" y="69"/>
                    </a:cubicBezTo>
                    <a:cubicBezTo>
                      <a:pt x="23" y="68"/>
                      <a:pt x="23" y="68"/>
                      <a:pt x="23" y="68"/>
                    </a:cubicBezTo>
                    <a:cubicBezTo>
                      <a:pt x="23" y="68"/>
                      <a:pt x="22" y="69"/>
                      <a:pt x="21" y="69"/>
                    </a:cubicBezTo>
                    <a:cubicBezTo>
                      <a:pt x="20" y="70"/>
                      <a:pt x="20" y="70"/>
                      <a:pt x="20" y="70"/>
                    </a:cubicBezTo>
                    <a:cubicBezTo>
                      <a:pt x="18" y="72"/>
                      <a:pt x="18" y="72"/>
                      <a:pt x="18" y="72"/>
                    </a:cubicBezTo>
                    <a:cubicBezTo>
                      <a:pt x="18" y="72"/>
                      <a:pt x="18" y="74"/>
                      <a:pt x="18" y="75"/>
                    </a:cubicBezTo>
                    <a:cubicBezTo>
                      <a:pt x="17" y="75"/>
                      <a:pt x="16" y="78"/>
                      <a:pt x="15" y="79"/>
                    </a:cubicBezTo>
                    <a:cubicBezTo>
                      <a:pt x="14" y="80"/>
                      <a:pt x="13" y="81"/>
                      <a:pt x="13" y="82"/>
                    </a:cubicBezTo>
                    <a:cubicBezTo>
                      <a:pt x="13" y="83"/>
                      <a:pt x="13" y="84"/>
                      <a:pt x="13" y="85"/>
                    </a:cubicBezTo>
                    <a:cubicBezTo>
                      <a:pt x="12" y="86"/>
                      <a:pt x="12" y="86"/>
                      <a:pt x="12" y="87"/>
                    </a:cubicBezTo>
                    <a:cubicBezTo>
                      <a:pt x="12" y="88"/>
                      <a:pt x="12" y="89"/>
                      <a:pt x="11" y="91"/>
                    </a:cubicBezTo>
                    <a:cubicBezTo>
                      <a:pt x="10" y="92"/>
                      <a:pt x="10" y="93"/>
                      <a:pt x="10" y="94"/>
                    </a:cubicBezTo>
                    <a:cubicBezTo>
                      <a:pt x="11" y="95"/>
                      <a:pt x="11" y="97"/>
                      <a:pt x="12" y="97"/>
                    </a:cubicBezTo>
                    <a:cubicBezTo>
                      <a:pt x="13" y="97"/>
                      <a:pt x="14" y="96"/>
                      <a:pt x="15" y="96"/>
                    </a:cubicBezTo>
                    <a:cubicBezTo>
                      <a:pt x="16" y="96"/>
                      <a:pt x="17" y="96"/>
                      <a:pt x="17" y="96"/>
                    </a:cubicBezTo>
                    <a:cubicBezTo>
                      <a:pt x="19" y="98"/>
                      <a:pt x="19" y="98"/>
                      <a:pt x="19" y="98"/>
                    </a:cubicBezTo>
                    <a:cubicBezTo>
                      <a:pt x="19" y="99"/>
                      <a:pt x="19" y="98"/>
                      <a:pt x="18" y="99"/>
                    </a:cubicBezTo>
                    <a:cubicBezTo>
                      <a:pt x="17" y="100"/>
                      <a:pt x="16" y="101"/>
                      <a:pt x="14" y="101"/>
                    </a:cubicBezTo>
                    <a:cubicBezTo>
                      <a:pt x="13" y="101"/>
                      <a:pt x="11" y="101"/>
                      <a:pt x="10" y="101"/>
                    </a:cubicBezTo>
                    <a:cubicBezTo>
                      <a:pt x="8" y="100"/>
                      <a:pt x="8" y="100"/>
                      <a:pt x="8" y="100"/>
                    </a:cubicBezTo>
                    <a:cubicBezTo>
                      <a:pt x="7" y="96"/>
                      <a:pt x="7" y="96"/>
                      <a:pt x="7" y="96"/>
                    </a:cubicBezTo>
                    <a:cubicBezTo>
                      <a:pt x="7" y="94"/>
                      <a:pt x="7" y="94"/>
                      <a:pt x="7" y="94"/>
                    </a:cubicBezTo>
                    <a:cubicBezTo>
                      <a:pt x="7" y="89"/>
                      <a:pt x="7" y="89"/>
                      <a:pt x="7" y="89"/>
                    </a:cubicBezTo>
                    <a:cubicBezTo>
                      <a:pt x="8" y="89"/>
                      <a:pt x="8" y="88"/>
                      <a:pt x="8" y="87"/>
                    </a:cubicBezTo>
                    <a:cubicBezTo>
                      <a:pt x="8" y="85"/>
                      <a:pt x="7" y="84"/>
                      <a:pt x="7" y="83"/>
                    </a:cubicBezTo>
                    <a:cubicBezTo>
                      <a:pt x="9" y="80"/>
                      <a:pt x="9" y="80"/>
                      <a:pt x="9" y="80"/>
                    </a:cubicBezTo>
                    <a:cubicBezTo>
                      <a:pt x="9" y="78"/>
                      <a:pt x="9" y="78"/>
                      <a:pt x="9" y="78"/>
                    </a:cubicBezTo>
                    <a:cubicBezTo>
                      <a:pt x="8" y="78"/>
                      <a:pt x="8" y="78"/>
                      <a:pt x="8" y="78"/>
                    </a:cubicBezTo>
                    <a:cubicBezTo>
                      <a:pt x="10" y="75"/>
                      <a:pt x="10" y="75"/>
                      <a:pt x="10" y="75"/>
                    </a:cubicBezTo>
                    <a:cubicBezTo>
                      <a:pt x="8" y="75"/>
                      <a:pt x="8" y="75"/>
                      <a:pt x="8" y="75"/>
                    </a:cubicBezTo>
                    <a:cubicBezTo>
                      <a:pt x="8" y="74"/>
                      <a:pt x="8" y="74"/>
                      <a:pt x="8" y="74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6" y="71"/>
                      <a:pt x="6" y="71"/>
                      <a:pt x="6" y="71"/>
                    </a:cubicBezTo>
                    <a:cubicBezTo>
                      <a:pt x="7" y="69"/>
                      <a:pt x="7" y="69"/>
                      <a:pt x="7" y="69"/>
                    </a:cubicBezTo>
                    <a:cubicBezTo>
                      <a:pt x="5" y="69"/>
                      <a:pt x="5" y="69"/>
                      <a:pt x="5" y="69"/>
                    </a:cubicBezTo>
                    <a:cubicBezTo>
                      <a:pt x="7" y="67"/>
                      <a:pt x="7" y="67"/>
                      <a:pt x="7" y="67"/>
                    </a:cubicBezTo>
                    <a:cubicBezTo>
                      <a:pt x="7" y="67"/>
                      <a:pt x="3" y="64"/>
                      <a:pt x="3" y="60"/>
                    </a:cubicBezTo>
                    <a:cubicBezTo>
                      <a:pt x="3" y="55"/>
                      <a:pt x="10" y="49"/>
                      <a:pt x="10" y="42"/>
                    </a:cubicBezTo>
                    <a:cubicBezTo>
                      <a:pt x="10" y="41"/>
                      <a:pt x="10" y="39"/>
                      <a:pt x="10" y="39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8" y="36"/>
                      <a:pt x="6" y="37"/>
                      <a:pt x="6" y="37"/>
                    </a:cubicBezTo>
                    <a:cubicBezTo>
                      <a:pt x="6" y="36"/>
                      <a:pt x="4" y="37"/>
                      <a:pt x="4" y="39"/>
                    </a:cubicBezTo>
                    <a:cubicBezTo>
                      <a:pt x="4" y="40"/>
                      <a:pt x="4" y="40"/>
                      <a:pt x="4" y="40"/>
                    </a:cubicBezTo>
                    <a:cubicBezTo>
                      <a:pt x="4" y="40"/>
                      <a:pt x="8" y="41"/>
                      <a:pt x="7" y="44"/>
                    </a:cubicBezTo>
                    <a:cubicBezTo>
                      <a:pt x="6" y="46"/>
                      <a:pt x="4" y="48"/>
                      <a:pt x="4" y="49"/>
                    </a:cubicBezTo>
                    <a:cubicBezTo>
                      <a:pt x="4" y="50"/>
                      <a:pt x="5" y="52"/>
                      <a:pt x="5" y="52"/>
                    </a:cubicBezTo>
                    <a:cubicBezTo>
                      <a:pt x="6" y="52"/>
                      <a:pt x="1" y="53"/>
                      <a:pt x="2" y="49"/>
                    </a:cubicBezTo>
                    <a:cubicBezTo>
                      <a:pt x="2" y="45"/>
                      <a:pt x="3" y="45"/>
                      <a:pt x="3" y="44"/>
                    </a:cubicBezTo>
                    <a:cubicBezTo>
                      <a:pt x="3" y="43"/>
                      <a:pt x="1" y="42"/>
                      <a:pt x="1" y="39"/>
                    </a:cubicBezTo>
                    <a:cubicBezTo>
                      <a:pt x="2" y="36"/>
                      <a:pt x="4" y="35"/>
                      <a:pt x="6" y="34"/>
                    </a:cubicBezTo>
                    <a:cubicBezTo>
                      <a:pt x="8" y="35"/>
                      <a:pt x="8" y="35"/>
                      <a:pt x="8" y="35"/>
                    </a:cubicBezTo>
                    <a:cubicBezTo>
                      <a:pt x="7" y="34"/>
                      <a:pt x="5" y="33"/>
                      <a:pt x="4" y="30"/>
                    </a:cubicBezTo>
                    <a:cubicBezTo>
                      <a:pt x="4" y="30"/>
                      <a:pt x="5" y="29"/>
                      <a:pt x="7" y="29"/>
                    </a:cubicBezTo>
                    <a:cubicBezTo>
                      <a:pt x="6" y="29"/>
                      <a:pt x="2" y="24"/>
                      <a:pt x="3" y="22"/>
                    </a:cubicBezTo>
                    <a:cubicBezTo>
                      <a:pt x="3" y="22"/>
                      <a:pt x="6" y="22"/>
                      <a:pt x="7" y="23"/>
                    </a:cubicBezTo>
                    <a:cubicBezTo>
                      <a:pt x="7" y="23"/>
                      <a:pt x="1" y="18"/>
                      <a:pt x="2" y="14"/>
                    </a:cubicBezTo>
                    <a:cubicBezTo>
                      <a:pt x="2" y="14"/>
                      <a:pt x="6" y="17"/>
                      <a:pt x="7" y="17"/>
                    </a:cubicBezTo>
                    <a:cubicBezTo>
                      <a:pt x="7" y="17"/>
                      <a:pt x="0" y="7"/>
                      <a:pt x="4" y="3"/>
                    </a:cubicBezTo>
                    <a:cubicBezTo>
                      <a:pt x="4" y="3"/>
                      <a:pt x="8" y="12"/>
                      <a:pt x="9" y="13"/>
                    </a:cubicBezTo>
                    <a:cubicBezTo>
                      <a:pt x="9" y="13"/>
                      <a:pt x="10" y="12"/>
                      <a:pt x="10" y="11"/>
                    </a:cubicBezTo>
                    <a:cubicBezTo>
                      <a:pt x="10" y="11"/>
                      <a:pt x="10" y="11"/>
                      <a:pt x="10" y="11"/>
                    </a:cubicBezTo>
                    <a:cubicBezTo>
                      <a:pt x="10" y="8"/>
                      <a:pt x="12" y="2"/>
                      <a:pt x="14" y="1"/>
                    </a:cubicBezTo>
                    <a:cubicBezTo>
                      <a:pt x="14" y="1"/>
                      <a:pt x="13" y="11"/>
                      <a:pt x="15" y="13"/>
                    </a:cubicBezTo>
                    <a:cubicBezTo>
                      <a:pt x="15" y="13"/>
                      <a:pt x="15" y="12"/>
                      <a:pt x="16" y="12"/>
                    </a:cubicBezTo>
                    <a:cubicBezTo>
                      <a:pt x="16" y="12"/>
                      <a:pt x="16" y="17"/>
                      <a:pt x="17" y="18"/>
                    </a:cubicBezTo>
                    <a:cubicBezTo>
                      <a:pt x="18" y="17"/>
                      <a:pt x="18" y="17"/>
                      <a:pt x="18" y="17"/>
                    </a:cubicBezTo>
                    <a:cubicBezTo>
                      <a:pt x="18" y="17"/>
                      <a:pt x="19" y="20"/>
                      <a:pt x="20" y="21"/>
                    </a:cubicBezTo>
                    <a:cubicBezTo>
                      <a:pt x="20" y="21"/>
                      <a:pt x="20" y="21"/>
                      <a:pt x="20" y="22"/>
                    </a:cubicBezTo>
                    <a:cubicBezTo>
                      <a:pt x="20" y="19"/>
                      <a:pt x="21" y="18"/>
                      <a:pt x="21" y="17"/>
                    </a:cubicBezTo>
                    <a:cubicBezTo>
                      <a:pt x="21" y="17"/>
                      <a:pt x="21" y="17"/>
                      <a:pt x="21" y="17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3" y="14"/>
                      <a:pt x="23" y="14"/>
                      <a:pt x="23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7" y="14"/>
                      <a:pt x="27" y="14"/>
                      <a:pt x="28" y="14"/>
                    </a:cubicBezTo>
                    <a:cubicBezTo>
                      <a:pt x="30" y="14"/>
                      <a:pt x="30" y="16"/>
                      <a:pt x="30" y="16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6" y="16"/>
                      <a:pt x="36" y="19"/>
                      <a:pt x="36" y="19"/>
                    </a:cubicBezTo>
                    <a:cubicBezTo>
                      <a:pt x="34" y="18"/>
                      <a:pt x="34" y="18"/>
                      <a:pt x="34" y="18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2" y="21"/>
                      <a:pt x="32" y="21"/>
                      <a:pt x="32" y="21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6" y="22"/>
                      <a:pt x="36" y="22"/>
                      <a:pt x="36" y="22"/>
                    </a:cubicBezTo>
                    <a:cubicBezTo>
                      <a:pt x="35" y="23"/>
                      <a:pt x="35" y="23"/>
                      <a:pt x="35" y="23"/>
                    </a:cubicBezTo>
                    <a:cubicBezTo>
                      <a:pt x="35" y="23"/>
                      <a:pt x="34" y="24"/>
                      <a:pt x="33" y="24"/>
                    </a:cubicBezTo>
                    <a:cubicBezTo>
                      <a:pt x="32" y="24"/>
                      <a:pt x="31" y="23"/>
                      <a:pt x="30" y="23"/>
                    </a:cubicBezTo>
                    <a:cubicBezTo>
                      <a:pt x="28" y="23"/>
                      <a:pt x="28" y="23"/>
                      <a:pt x="28" y="23"/>
                    </a:cubicBezTo>
                    <a:cubicBezTo>
                      <a:pt x="28" y="23"/>
                      <a:pt x="28" y="23"/>
                      <a:pt x="28" y="23"/>
                    </a:cubicBezTo>
                    <a:cubicBezTo>
                      <a:pt x="28" y="24"/>
                      <a:pt x="28" y="24"/>
                      <a:pt x="28" y="24"/>
                    </a:cubicBezTo>
                    <a:cubicBezTo>
                      <a:pt x="28" y="25"/>
                      <a:pt x="29" y="26"/>
                      <a:pt x="30" y="27"/>
                    </a:cubicBezTo>
                    <a:cubicBezTo>
                      <a:pt x="32" y="28"/>
                      <a:pt x="34" y="30"/>
                      <a:pt x="35" y="31"/>
                    </a:cubicBezTo>
                    <a:cubicBezTo>
                      <a:pt x="36" y="32"/>
                      <a:pt x="36" y="34"/>
                      <a:pt x="37" y="35"/>
                    </a:cubicBezTo>
                    <a:cubicBezTo>
                      <a:pt x="38" y="32"/>
                      <a:pt x="38" y="32"/>
                      <a:pt x="38" y="32"/>
                    </a:cubicBezTo>
                    <a:cubicBezTo>
                      <a:pt x="39" y="31"/>
                      <a:pt x="39" y="31"/>
                      <a:pt x="39" y="30"/>
                    </a:cubicBezTo>
                    <a:cubicBezTo>
                      <a:pt x="39" y="29"/>
                      <a:pt x="40" y="27"/>
                      <a:pt x="40" y="27"/>
                    </a:cubicBezTo>
                    <a:cubicBezTo>
                      <a:pt x="40" y="27"/>
                      <a:pt x="42" y="28"/>
                      <a:pt x="41" y="30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27"/>
                      <a:pt x="43" y="27"/>
                      <a:pt x="43" y="27"/>
                    </a:cubicBezTo>
                    <a:cubicBezTo>
                      <a:pt x="44" y="25"/>
                      <a:pt x="44" y="23"/>
                      <a:pt x="44" y="21"/>
                    </a:cubicBezTo>
                    <a:cubicBezTo>
                      <a:pt x="44" y="20"/>
                      <a:pt x="44" y="19"/>
                      <a:pt x="43" y="18"/>
                    </a:cubicBezTo>
                    <a:cubicBezTo>
                      <a:pt x="43" y="17"/>
                      <a:pt x="42" y="16"/>
                      <a:pt x="42" y="16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4" y="14"/>
                      <a:pt x="44" y="14"/>
                      <a:pt x="44" y="14"/>
                    </a:cubicBezTo>
                    <a:cubicBezTo>
                      <a:pt x="44" y="13"/>
                      <a:pt x="44" y="13"/>
                      <a:pt x="44" y="13"/>
                    </a:cubicBezTo>
                    <a:cubicBezTo>
                      <a:pt x="44" y="13"/>
                      <a:pt x="44" y="11"/>
                      <a:pt x="46" y="1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5" y="12"/>
                      <a:pt x="45" y="13"/>
                    </a:cubicBezTo>
                    <a:cubicBezTo>
                      <a:pt x="45" y="13"/>
                      <a:pt x="45" y="13"/>
                      <a:pt x="45" y="13"/>
                    </a:cubicBezTo>
                    <a:cubicBezTo>
                      <a:pt x="46" y="15"/>
                      <a:pt x="46" y="15"/>
                      <a:pt x="46" y="15"/>
                    </a:cubicBezTo>
                    <a:cubicBezTo>
                      <a:pt x="46" y="16"/>
                      <a:pt x="46" y="16"/>
                      <a:pt x="46" y="16"/>
                    </a:cubicBezTo>
                    <a:cubicBezTo>
                      <a:pt x="47" y="14"/>
                      <a:pt x="47" y="14"/>
                      <a:pt x="47" y="14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4"/>
                      <a:pt x="47" y="12"/>
                      <a:pt x="50" y="13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8" y="16"/>
                      <a:pt x="48" y="16"/>
                      <a:pt x="48" y="16"/>
                    </a:cubicBezTo>
                    <a:cubicBezTo>
                      <a:pt x="47" y="19"/>
                      <a:pt x="47" y="19"/>
                      <a:pt x="47" y="19"/>
                    </a:cubicBezTo>
                    <a:cubicBezTo>
                      <a:pt x="47" y="22"/>
                      <a:pt x="47" y="22"/>
                      <a:pt x="47" y="22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9" y="28"/>
                      <a:pt x="49" y="28"/>
                      <a:pt x="49" y="28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9" y="30"/>
                      <a:pt x="49" y="30"/>
                      <a:pt x="49" y="30"/>
                    </a:cubicBezTo>
                    <a:cubicBezTo>
                      <a:pt x="49" y="30"/>
                      <a:pt x="49" y="30"/>
                      <a:pt x="49" y="30"/>
                    </a:cubicBezTo>
                    <a:cubicBezTo>
                      <a:pt x="47" y="29"/>
                      <a:pt x="47" y="29"/>
                      <a:pt x="47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7" y="29"/>
                      <a:pt x="47" y="29"/>
                      <a:pt x="47" y="29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6" y="25"/>
                      <a:pt x="45" y="26"/>
                      <a:pt x="45" y="27"/>
                    </a:cubicBezTo>
                    <a:cubicBezTo>
                      <a:pt x="45" y="28"/>
                      <a:pt x="44" y="29"/>
                      <a:pt x="44" y="30"/>
                    </a:cubicBezTo>
                    <a:cubicBezTo>
                      <a:pt x="44" y="31"/>
                      <a:pt x="44" y="31"/>
                      <a:pt x="44" y="31"/>
                    </a:cubicBezTo>
                    <a:cubicBezTo>
                      <a:pt x="44" y="31"/>
                      <a:pt x="46" y="31"/>
                      <a:pt x="46" y="35"/>
                    </a:cubicBezTo>
                    <a:cubicBezTo>
                      <a:pt x="46" y="35"/>
                      <a:pt x="45" y="32"/>
                      <a:pt x="43" y="33"/>
                    </a:cubicBezTo>
                    <a:cubicBezTo>
                      <a:pt x="41" y="35"/>
                      <a:pt x="42" y="39"/>
                      <a:pt x="41" y="39"/>
                    </a:cubicBezTo>
                    <a:cubicBezTo>
                      <a:pt x="40" y="39"/>
                      <a:pt x="38" y="40"/>
                      <a:pt x="38" y="41"/>
                    </a:cubicBezTo>
                    <a:cubicBezTo>
                      <a:pt x="37" y="43"/>
                      <a:pt x="37" y="43"/>
                      <a:pt x="37" y="43"/>
                    </a:cubicBezTo>
                    <a:cubicBezTo>
                      <a:pt x="35" y="46"/>
                      <a:pt x="34" y="48"/>
                      <a:pt x="33" y="49"/>
                    </a:cubicBezTo>
                    <a:cubicBezTo>
                      <a:pt x="33" y="49"/>
                      <a:pt x="33" y="49"/>
                      <a:pt x="33" y="49"/>
                    </a:cubicBezTo>
                    <a:cubicBezTo>
                      <a:pt x="33" y="49"/>
                      <a:pt x="35" y="48"/>
                      <a:pt x="37" y="48"/>
                    </a:cubicBezTo>
                    <a:cubicBezTo>
                      <a:pt x="35" y="50"/>
                      <a:pt x="35" y="50"/>
                      <a:pt x="35" y="50"/>
                    </a:cubicBezTo>
                    <a:cubicBezTo>
                      <a:pt x="36" y="51"/>
                      <a:pt x="36" y="51"/>
                      <a:pt x="36" y="51"/>
                    </a:cubicBezTo>
                    <a:cubicBezTo>
                      <a:pt x="37" y="52"/>
                      <a:pt x="38" y="53"/>
                      <a:pt x="39" y="53"/>
                    </a:cubicBezTo>
                    <a:cubicBezTo>
                      <a:pt x="40" y="54"/>
                      <a:pt x="40" y="54"/>
                      <a:pt x="40" y="54"/>
                    </a:cubicBezTo>
                    <a:cubicBezTo>
                      <a:pt x="41" y="53"/>
                      <a:pt x="41" y="53"/>
                      <a:pt x="41" y="53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1" y="49"/>
                      <a:pt x="41" y="49"/>
                      <a:pt x="41" y="49"/>
                    </a:cubicBezTo>
                    <a:cubicBezTo>
                      <a:pt x="41" y="48"/>
                      <a:pt x="41" y="48"/>
                      <a:pt x="41" y="48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3" y="47"/>
                      <a:pt x="43" y="47"/>
                      <a:pt x="43" y="47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5" y="46"/>
                      <a:pt x="45" y="46"/>
                      <a:pt x="45" y="46"/>
                    </a:cubicBezTo>
                    <a:cubicBezTo>
                      <a:pt x="45" y="47"/>
                      <a:pt x="45" y="47"/>
                      <a:pt x="45" y="47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82"/>
                    </a:lnTo>
                    <a:close/>
                    <a:moveTo>
                      <a:pt x="115" y="29"/>
                    </a:moveTo>
                    <a:cubicBezTo>
                      <a:pt x="113" y="29"/>
                      <a:pt x="113" y="27"/>
                      <a:pt x="112" y="27"/>
                    </a:cubicBezTo>
                    <a:cubicBezTo>
                      <a:pt x="112" y="29"/>
                      <a:pt x="111" y="31"/>
                      <a:pt x="111" y="31"/>
                    </a:cubicBezTo>
                    <a:cubicBezTo>
                      <a:pt x="111" y="33"/>
                      <a:pt x="112" y="33"/>
                      <a:pt x="112" y="34"/>
                    </a:cubicBezTo>
                    <a:cubicBezTo>
                      <a:pt x="116" y="33"/>
                      <a:pt x="115" y="29"/>
                      <a:pt x="115" y="29"/>
                    </a:cubicBezTo>
                    <a:moveTo>
                      <a:pt x="20" y="26"/>
                    </a:moveTo>
                    <a:cubicBezTo>
                      <a:pt x="20" y="24"/>
                      <a:pt x="20" y="24"/>
                      <a:pt x="20" y="24"/>
                    </a:cubicBezTo>
                    <a:lnTo>
                      <a:pt x="20" y="26"/>
                    </a:lnTo>
                    <a:close/>
                    <a:moveTo>
                      <a:pt x="12" y="44"/>
                    </a:moveTo>
                    <a:cubicBezTo>
                      <a:pt x="12" y="45"/>
                      <a:pt x="12" y="45"/>
                      <a:pt x="12" y="45"/>
                    </a:cubicBezTo>
                    <a:cubicBezTo>
                      <a:pt x="10" y="53"/>
                      <a:pt x="5" y="54"/>
                      <a:pt x="5" y="60"/>
                    </a:cubicBezTo>
                    <a:cubicBezTo>
                      <a:pt x="5" y="60"/>
                      <a:pt x="6" y="62"/>
                      <a:pt x="7" y="63"/>
                    </a:cubicBezTo>
                    <a:cubicBezTo>
                      <a:pt x="9" y="63"/>
                      <a:pt x="8" y="62"/>
                      <a:pt x="9" y="61"/>
                    </a:cubicBezTo>
                    <a:cubicBezTo>
                      <a:pt x="10" y="59"/>
                      <a:pt x="10" y="58"/>
                      <a:pt x="12" y="56"/>
                    </a:cubicBezTo>
                    <a:cubicBezTo>
                      <a:pt x="14" y="55"/>
                      <a:pt x="16" y="53"/>
                      <a:pt x="17" y="51"/>
                    </a:cubicBezTo>
                    <a:cubicBezTo>
                      <a:pt x="17" y="50"/>
                      <a:pt x="18" y="49"/>
                      <a:pt x="18" y="48"/>
                    </a:cubicBezTo>
                    <a:cubicBezTo>
                      <a:pt x="18" y="47"/>
                      <a:pt x="18" y="47"/>
                      <a:pt x="18" y="47"/>
                    </a:cubicBezTo>
                    <a:cubicBezTo>
                      <a:pt x="17" y="47"/>
                      <a:pt x="16" y="47"/>
                      <a:pt x="15" y="47"/>
                    </a:cubicBezTo>
                    <a:cubicBezTo>
                      <a:pt x="15" y="47"/>
                      <a:pt x="15" y="45"/>
                      <a:pt x="16" y="43"/>
                    </a:cubicBezTo>
                    <a:cubicBezTo>
                      <a:pt x="16" y="43"/>
                      <a:pt x="15" y="44"/>
                      <a:pt x="12" y="44"/>
                    </a:cubicBezTo>
                    <a:moveTo>
                      <a:pt x="21" y="34"/>
                    </a:moveTo>
                    <a:cubicBezTo>
                      <a:pt x="21" y="33"/>
                      <a:pt x="21" y="33"/>
                      <a:pt x="21" y="31"/>
                    </a:cubicBezTo>
                    <a:cubicBezTo>
                      <a:pt x="21" y="31"/>
                      <a:pt x="21" y="29"/>
                      <a:pt x="20" y="27"/>
                    </a:cubicBezTo>
                    <a:cubicBezTo>
                      <a:pt x="20" y="27"/>
                      <a:pt x="19" y="29"/>
                      <a:pt x="18" y="29"/>
                    </a:cubicBezTo>
                    <a:cubicBezTo>
                      <a:pt x="18" y="29"/>
                      <a:pt x="16" y="33"/>
                      <a:pt x="21" y="34"/>
                    </a:cubicBezTo>
                    <a:moveTo>
                      <a:pt x="9" y="35"/>
                    </a:moveTo>
                    <a:cubicBezTo>
                      <a:pt x="9" y="35"/>
                      <a:pt x="9" y="35"/>
                      <a:pt x="9" y="35"/>
                    </a:cubicBezTo>
                    <a:cubicBezTo>
                      <a:pt x="9" y="35"/>
                      <a:pt x="9" y="35"/>
                      <a:pt x="9" y="35"/>
                    </a:cubicBezTo>
                    <a:close/>
                    <a:moveTo>
                      <a:pt x="44" y="50"/>
                    </a:moveTo>
                    <a:cubicBezTo>
                      <a:pt x="44" y="50"/>
                      <a:pt x="44" y="50"/>
                      <a:pt x="44" y="50"/>
                    </a:cubicBezTo>
                    <a:cubicBezTo>
                      <a:pt x="43" y="52"/>
                      <a:pt x="43" y="52"/>
                      <a:pt x="43" y="52"/>
                    </a:cubicBezTo>
                    <a:lnTo>
                      <a:pt x="44" y="50"/>
                    </a:lnTo>
                    <a:close/>
                    <a:moveTo>
                      <a:pt x="45" y="47"/>
                    </a:moveTo>
                    <a:cubicBezTo>
                      <a:pt x="45" y="47"/>
                      <a:pt x="45" y="47"/>
                      <a:pt x="45" y="47"/>
                    </a:cubicBezTo>
                    <a:cubicBezTo>
                      <a:pt x="45" y="47"/>
                      <a:pt x="45" y="47"/>
                      <a:pt x="45" y="47"/>
                    </a:cubicBezTo>
                    <a:cubicBezTo>
                      <a:pt x="45" y="48"/>
                      <a:pt x="45" y="48"/>
                      <a:pt x="45" y="48"/>
                    </a:cubicBezTo>
                    <a:cubicBezTo>
                      <a:pt x="45" y="48"/>
                      <a:pt x="45" y="48"/>
                      <a:pt x="45" y="48"/>
                    </a:cubicBezTo>
                    <a:lnTo>
                      <a:pt x="45" y="47"/>
                    </a:lnTo>
                    <a:close/>
                    <a:moveTo>
                      <a:pt x="40" y="61"/>
                    </a:moveTo>
                    <a:cubicBezTo>
                      <a:pt x="40" y="62"/>
                      <a:pt x="40" y="62"/>
                      <a:pt x="40" y="62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42" y="56"/>
                      <a:pt x="42" y="56"/>
                      <a:pt x="42" y="56"/>
                    </a:cubicBezTo>
                    <a:cubicBezTo>
                      <a:pt x="42" y="56"/>
                      <a:pt x="42" y="56"/>
                      <a:pt x="42" y="56"/>
                    </a:cubicBezTo>
                    <a:cubicBezTo>
                      <a:pt x="42" y="57"/>
                      <a:pt x="41" y="58"/>
                      <a:pt x="41" y="59"/>
                    </a:cubicBezTo>
                    <a:lnTo>
                      <a:pt x="40" y="61"/>
                    </a:lnTo>
                    <a:close/>
                    <a:moveTo>
                      <a:pt x="72" y="0"/>
                    </a:moveTo>
                    <a:cubicBezTo>
                      <a:pt x="113" y="136"/>
                      <a:pt x="113" y="136"/>
                      <a:pt x="113" y="136"/>
                    </a:cubicBezTo>
                    <a:cubicBezTo>
                      <a:pt x="124" y="123"/>
                      <a:pt x="132" y="105"/>
                      <a:pt x="132" y="82"/>
                    </a:cubicBezTo>
                    <a:cubicBezTo>
                      <a:pt x="132" y="0"/>
                      <a:pt x="132" y="0"/>
                      <a:pt x="132" y="0"/>
                    </a:cubicBezTo>
                    <a:lnTo>
                      <a:pt x="72" y="0"/>
                    </a:lnTo>
                    <a:close/>
                    <a:moveTo>
                      <a:pt x="131" y="49"/>
                    </a:moveTo>
                    <a:cubicBezTo>
                      <a:pt x="132" y="53"/>
                      <a:pt x="127" y="52"/>
                      <a:pt x="127" y="52"/>
                    </a:cubicBezTo>
                    <a:cubicBezTo>
                      <a:pt x="128" y="52"/>
                      <a:pt x="129" y="50"/>
                      <a:pt x="129" y="49"/>
                    </a:cubicBezTo>
                    <a:cubicBezTo>
                      <a:pt x="129" y="48"/>
                      <a:pt x="127" y="46"/>
                      <a:pt x="126" y="44"/>
                    </a:cubicBezTo>
                    <a:cubicBezTo>
                      <a:pt x="125" y="41"/>
                      <a:pt x="128" y="40"/>
                      <a:pt x="128" y="40"/>
                    </a:cubicBezTo>
                    <a:cubicBezTo>
                      <a:pt x="129" y="39"/>
                      <a:pt x="129" y="39"/>
                      <a:pt x="129" y="39"/>
                    </a:cubicBezTo>
                    <a:cubicBezTo>
                      <a:pt x="129" y="37"/>
                      <a:pt x="127" y="36"/>
                      <a:pt x="126" y="37"/>
                    </a:cubicBezTo>
                    <a:cubicBezTo>
                      <a:pt x="126" y="37"/>
                      <a:pt x="125" y="36"/>
                      <a:pt x="124" y="37"/>
                    </a:cubicBezTo>
                    <a:cubicBezTo>
                      <a:pt x="124" y="38"/>
                      <a:pt x="124" y="38"/>
                      <a:pt x="124" y="38"/>
                    </a:cubicBezTo>
                    <a:cubicBezTo>
                      <a:pt x="123" y="39"/>
                      <a:pt x="123" y="39"/>
                      <a:pt x="123" y="39"/>
                    </a:cubicBezTo>
                    <a:cubicBezTo>
                      <a:pt x="123" y="39"/>
                      <a:pt x="123" y="41"/>
                      <a:pt x="123" y="42"/>
                    </a:cubicBezTo>
                    <a:cubicBezTo>
                      <a:pt x="123" y="49"/>
                      <a:pt x="130" y="55"/>
                      <a:pt x="130" y="60"/>
                    </a:cubicBezTo>
                    <a:cubicBezTo>
                      <a:pt x="130" y="64"/>
                      <a:pt x="126" y="67"/>
                      <a:pt x="126" y="67"/>
                    </a:cubicBezTo>
                    <a:cubicBezTo>
                      <a:pt x="127" y="69"/>
                      <a:pt x="127" y="69"/>
                      <a:pt x="127" y="69"/>
                    </a:cubicBezTo>
                    <a:cubicBezTo>
                      <a:pt x="126" y="69"/>
                      <a:pt x="126" y="69"/>
                      <a:pt x="126" y="69"/>
                    </a:cubicBezTo>
                    <a:cubicBezTo>
                      <a:pt x="127" y="71"/>
                      <a:pt x="127" y="71"/>
                      <a:pt x="127" y="71"/>
                    </a:cubicBezTo>
                    <a:cubicBezTo>
                      <a:pt x="125" y="71"/>
                      <a:pt x="125" y="71"/>
                      <a:pt x="125" y="71"/>
                    </a:cubicBezTo>
                    <a:cubicBezTo>
                      <a:pt x="126" y="72"/>
                      <a:pt x="126" y="72"/>
                      <a:pt x="126" y="72"/>
                    </a:cubicBezTo>
                    <a:cubicBezTo>
                      <a:pt x="125" y="72"/>
                      <a:pt x="125" y="72"/>
                      <a:pt x="125" y="72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24" y="74"/>
                      <a:pt x="124" y="74"/>
                      <a:pt x="124" y="74"/>
                    </a:cubicBezTo>
                    <a:cubicBezTo>
                      <a:pt x="125" y="75"/>
                      <a:pt x="125" y="75"/>
                      <a:pt x="125" y="75"/>
                    </a:cubicBezTo>
                    <a:cubicBezTo>
                      <a:pt x="123" y="75"/>
                      <a:pt x="123" y="75"/>
                      <a:pt x="123" y="75"/>
                    </a:cubicBezTo>
                    <a:cubicBezTo>
                      <a:pt x="124" y="78"/>
                      <a:pt x="124" y="78"/>
                      <a:pt x="124" y="78"/>
                    </a:cubicBezTo>
                    <a:cubicBezTo>
                      <a:pt x="123" y="78"/>
                      <a:pt x="123" y="78"/>
                      <a:pt x="123" y="78"/>
                    </a:cubicBezTo>
                    <a:cubicBezTo>
                      <a:pt x="124" y="80"/>
                      <a:pt x="124" y="80"/>
                      <a:pt x="124" y="80"/>
                    </a:cubicBezTo>
                    <a:cubicBezTo>
                      <a:pt x="125" y="83"/>
                      <a:pt x="125" y="83"/>
                      <a:pt x="125" y="83"/>
                    </a:cubicBezTo>
                    <a:cubicBezTo>
                      <a:pt x="125" y="84"/>
                      <a:pt x="125" y="85"/>
                      <a:pt x="125" y="87"/>
                    </a:cubicBezTo>
                    <a:cubicBezTo>
                      <a:pt x="125" y="88"/>
                      <a:pt x="125" y="89"/>
                      <a:pt x="125" y="89"/>
                    </a:cubicBezTo>
                    <a:cubicBezTo>
                      <a:pt x="126" y="94"/>
                      <a:pt x="126" y="94"/>
                      <a:pt x="126" y="94"/>
                    </a:cubicBezTo>
                    <a:cubicBezTo>
                      <a:pt x="125" y="96"/>
                      <a:pt x="125" y="96"/>
                      <a:pt x="125" y="96"/>
                    </a:cubicBezTo>
                    <a:cubicBezTo>
                      <a:pt x="125" y="100"/>
                      <a:pt x="125" y="100"/>
                      <a:pt x="125" y="100"/>
                    </a:cubicBezTo>
                    <a:cubicBezTo>
                      <a:pt x="123" y="101"/>
                      <a:pt x="123" y="101"/>
                      <a:pt x="123" y="101"/>
                    </a:cubicBezTo>
                    <a:cubicBezTo>
                      <a:pt x="122" y="101"/>
                      <a:pt x="120" y="101"/>
                      <a:pt x="118" y="101"/>
                    </a:cubicBezTo>
                    <a:cubicBezTo>
                      <a:pt x="117" y="101"/>
                      <a:pt x="116" y="100"/>
                      <a:pt x="114" y="99"/>
                    </a:cubicBezTo>
                    <a:cubicBezTo>
                      <a:pt x="113" y="98"/>
                      <a:pt x="113" y="99"/>
                      <a:pt x="113" y="98"/>
                    </a:cubicBezTo>
                    <a:cubicBezTo>
                      <a:pt x="115" y="96"/>
                      <a:pt x="115" y="96"/>
                      <a:pt x="115" y="96"/>
                    </a:cubicBezTo>
                    <a:cubicBezTo>
                      <a:pt x="116" y="96"/>
                      <a:pt x="117" y="96"/>
                      <a:pt x="118" y="96"/>
                    </a:cubicBezTo>
                    <a:cubicBezTo>
                      <a:pt x="119" y="96"/>
                      <a:pt x="119" y="97"/>
                      <a:pt x="121" y="97"/>
                    </a:cubicBezTo>
                    <a:cubicBezTo>
                      <a:pt x="122" y="97"/>
                      <a:pt x="122" y="95"/>
                      <a:pt x="122" y="94"/>
                    </a:cubicBezTo>
                    <a:cubicBezTo>
                      <a:pt x="122" y="93"/>
                      <a:pt x="123" y="92"/>
                      <a:pt x="122" y="91"/>
                    </a:cubicBezTo>
                    <a:cubicBezTo>
                      <a:pt x="121" y="89"/>
                      <a:pt x="121" y="88"/>
                      <a:pt x="121" y="87"/>
                    </a:cubicBezTo>
                    <a:cubicBezTo>
                      <a:pt x="121" y="86"/>
                      <a:pt x="121" y="86"/>
                      <a:pt x="120" y="85"/>
                    </a:cubicBezTo>
                    <a:cubicBezTo>
                      <a:pt x="119" y="84"/>
                      <a:pt x="119" y="83"/>
                      <a:pt x="119" y="82"/>
                    </a:cubicBezTo>
                    <a:cubicBezTo>
                      <a:pt x="119" y="81"/>
                      <a:pt x="119" y="80"/>
                      <a:pt x="118" y="79"/>
                    </a:cubicBezTo>
                    <a:cubicBezTo>
                      <a:pt x="117" y="78"/>
                      <a:pt x="116" y="75"/>
                      <a:pt x="115" y="75"/>
                    </a:cubicBezTo>
                    <a:cubicBezTo>
                      <a:pt x="115" y="74"/>
                      <a:pt x="114" y="72"/>
                      <a:pt x="114" y="72"/>
                    </a:cubicBezTo>
                    <a:cubicBezTo>
                      <a:pt x="113" y="70"/>
                      <a:pt x="113" y="70"/>
                      <a:pt x="113" y="70"/>
                    </a:cubicBezTo>
                    <a:cubicBezTo>
                      <a:pt x="111" y="69"/>
                      <a:pt x="111" y="69"/>
                      <a:pt x="111" y="69"/>
                    </a:cubicBezTo>
                    <a:cubicBezTo>
                      <a:pt x="110" y="68"/>
                      <a:pt x="110" y="68"/>
                      <a:pt x="110" y="68"/>
                    </a:cubicBezTo>
                    <a:cubicBezTo>
                      <a:pt x="110" y="69"/>
                      <a:pt x="110" y="69"/>
                      <a:pt x="110" y="69"/>
                    </a:cubicBezTo>
                    <a:cubicBezTo>
                      <a:pt x="110" y="70"/>
                      <a:pt x="110" y="70"/>
                      <a:pt x="110" y="70"/>
                    </a:cubicBezTo>
                    <a:cubicBezTo>
                      <a:pt x="111" y="72"/>
                      <a:pt x="111" y="72"/>
                      <a:pt x="111" y="72"/>
                    </a:cubicBezTo>
                    <a:cubicBezTo>
                      <a:pt x="111" y="74"/>
                      <a:pt x="111" y="74"/>
                      <a:pt x="111" y="74"/>
                    </a:cubicBezTo>
                    <a:cubicBezTo>
                      <a:pt x="109" y="75"/>
                      <a:pt x="109" y="75"/>
                      <a:pt x="109" y="75"/>
                    </a:cubicBezTo>
                    <a:cubicBezTo>
                      <a:pt x="107" y="77"/>
                      <a:pt x="107" y="77"/>
                      <a:pt x="107" y="77"/>
                    </a:cubicBezTo>
                    <a:cubicBezTo>
                      <a:pt x="106" y="79"/>
                      <a:pt x="106" y="79"/>
                      <a:pt x="106" y="79"/>
                    </a:cubicBezTo>
                    <a:cubicBezTo>
                      <a:pt x="105" y="79"/>
                      <a:pt x="105" y="79"/>
                      <a:pt x="105" y="79"/>
                    </a:cubicBezTo>
                    <a:cubicBezTo>
                      <a:pt x="105" y="79"/>
                      <a:pt x="104" y="81"/>
                      <a:pt x="103" y="82"/>
                    </a:cubicBezTo>
                    <a:cubicBezTo>
                      <a:pt x="103" y="83"/>
                      <a:pt x="102" y="83"/>
                      <a:pt x="101" y="83"/>
                    </a:cubicBezTo>
                    <a:cubicBezTo>
                      <a:pt x="100" y="83"/>
                      <a:pt x="98" y="81"/>
                      <a:pt x="98" y="80"/>
                    </a:cubicBezTo>
                    <a:cubicBezTo>
                      <a:pt x="97" y="79"/>
                      <a:pt x="96" y="76"/>
                      <a:pt x="96" y="76"/>
                    </a:cubicBezTo>
                    <a:cubicBezTo>
                      <a:pt x="96" y="73"/>
                      <a:pt x="96" y="73"/>
                      <a:pt x="96" y="73"/>
                    </a:cubicBezTo>
                    <a:cubicBezTo>
                      <a:pt x="98" y="74"/>
                      <a:pt x="98" y="74"/>
                      <a:pt x="98" y="74"/>
                    </a:cubicBezTo>
                    <a:cubicBezTo>
                      <a:pt x="99" y="75"/>
                      <a:pt x="99" y="75"/>
                      <a:pt x="99" y="75"/>
                    </a:cubicBezTo>
                    <a:cubicBezTo>
                      <a:pt x="100" y="76"/>
                      <a:pt x="100" y="76"/>
                      <a:pt x="100" y="76"/>
                    </a:cubicBezTo>
                    <a:cubicBezTo>
                      <a:pt x="100" y="78"/>
                      <a:pt x="100" y="78"/>
                      <a:pt x="100" y="78"/>
                    </a:cubicBezTo>
                    <a:cubicBezTo>
                      <a:pt x="101" y="79"/>
                      <a:pt x="101" y="79"/>
                      <a:pt x="101" y="79"/>
                    </a:cubicBezTo>
                    <a:cubicBezTo>
                      <a:pt x="101" y="78"/>
                      <a:pt x="101" y="78"/>
                      <a:pt x="102" y="78"/>
                    </a:cubicBezTo>
                    <a:cubicBezTo>
                      <a:pt x="103" y="77"/>
                      <a:pt x="105" y="75"/>
                      <a:pt x="105" y="74"/>
                    </a:cubicBezTo>
                    <a:cubicBezTo>
                      <a:pt x="106" y="73"/>
                      <a:pt x="107" y="72"/>
                      <a:pt x="106" y="70"/>
                    </a:cubicBezTo>
                    <a:cubicBezTo>
                      <a:pt x="105" y="69"/>
                      <a:pt x="103" y="67"/>
                      <a:pt x="102" y="66"/>
                    </a:cubicBezTo>
                    <a:cubicBezTo>
                      <a:pt x="100" y="65"/>
                      <a:pt x="102" y="64"/>
                      <a:pt x="102" y="64"/>
                    </a:cubicBezTo>
                    <a:cubicBezTo>
                      <a:pt x="100" y="64"/>
                      <a:pt x="100" y="62"/>
                      <a:pt x="100" y="62"/>
                    </a:cubicBezTo>
                    <a:cubicBezTo>
                      <a:pt x="101" y="56"/>
                      <a:pt x="107" y="58"/>
                      <a:pt x="108" y="58"/>
                    </a:cubicBezTo>
                    <a:cubicBezTo>
                      <a:pt x="108" y="58"/>
                      <a:pt x="107" y="57"/>
                      <a:pt x="107" y="56"/>
                    </a:cubicBezTo>
                    <a:cubicBezTo>
                      <a:pt x="106" y="55"/>
                      <a:pt x="103" y="54"/>
                      <a:pt x="103" y="53"/>
                    </a:cubicBezTo>
                    <a:cubicBezTo>
                      <a:pt x="103" y="52"/>
                      <a:pt x="103" y="52"/>
                      <a:pt x="103" y="52"/>
                    </a:cubicBezTo>
                    <a:cubicBezTo>
                      <a:pt x="100" y="53"/>
                      <a:pt x="99" y="57"/>
                      <a:pt x="99" y="57"/>
                    </a:cubicBezTo>
                    <a:cubicBezTo>
                      <a:pt x="98" y="56"/>
                      <a:pt x="98" y="55"/>
                      <a:pt x="98" y="54"/>
                    </a:cubicBezTo>
                    <a:cubicBezTo>
                      <a:pt x="96" y="54"/>
                      <a:pt x="96" y="54"/>
                      <a:pt x="96" y="54"/>
                    </a:cubicBezTo>
                    <a:cubicBezTo>
                      <a:pt x="95" y="54"/>
                      <a:pt x="95" y="55"/>
                      <a:pt x="94" y="55"/>
                    </a:cubicBezTo>
                    <a:cubicBezTo>
                      <a:pt x="93" y="56"/>
                      <a:pt x="93" y="56"/>
                      <a:pt x="92" y="57"/>
                    </a:cubicBezTo>
                    <a:cubicBezTo>
                      <a:pt x="93" y="58"/>
                      <a:pt x="93" y="58"/>
                      <a:pt x="93" y="58"/>
                    </a:cubicBezTo>
                    <a:cubicBezTo>
                      <a:pt x="94" y="59"/>
                      <a:pt x="94" y="59"/>
                      <a:pt x="94" y="59"/>
                    </a:cubicBezTo>
                    <a:cubicBezTo>
                      <a:pt x="94" y="61"/>
                      <a:pt x="94" y="61"/>
                      <a:pt x="94" y="61"/>
                    </a:cubicBezTo>
                    <a:cubicBezTo>
                      <a:pt x="94" y="62"/>
                      <a:pt x="94" y="62"/>
                      <a:pt x="94" y="62"/>
                    </a:cubicBezTo>
                    <a:cubicBezTo>
                      <a:pt x="94" y="63"/>
                      <a:pt x="94" y="63"/>
                      <a:pt x="94" y="63"/>
                    </a:cubicBezTo>
                    <a:cubicBezTo>
                      <a:pt x="92" y="63"/>
                      <a:pt x="92" y="63"/>
                      <a:pt x="92" y="63"/>
                    </a:cubicBezTo>
                    <a:cubicBezTo>
                      <a:pt x="93" y="63"/>
                      <a:pt x="93" y="63"/>
                      <a:pt x="93" y="63"/>
                    </a:cubicBezTo>
                    <a:cubicBezTo>
                      <a:pt x="93" y="62"/>
                      <a:pt x="93" y="62"/>
                      <a:pt x="93" y="62"/>
                    </a:cubicBezTo>
                    <a:cubicBezTo>
                      <a:pt x="92" y="61"/>
                      <a:pt x="92" y="61"/>
                      <a:pt x="92" y="61"/>
                    </a:cubicBezTo>
                    <a:cubicBezTo>
                      <a:pt x="91" y="59"/>
                      <a:pt x="91" y="59"/>
                      <a:pt x="91" y="59"/>
                    </a:cubicBezTo>
                    <a:cubicBezTo>
                      <a:pt x="91" y="58"/>
                      <a:pt x="91" y="57"/>
                      <a:pt x="90" y="56"/>
                    </a:cubicBezTo>
                    <a:cubicBezTo>
                      <a:pt x="89" y="53"/>
                      <a:pt x="89" y="53"/>
                      <a:pt x="89" y="53"/>
                    </a:cubicBezTo>
                    <a:cubicBezTo>
                      <a:pt x="88" y="50"/>
                      <a:pt x="88" y="50"/>
                      <a:pt x="88" y="50"/>
                    </a:cubicBezTo>
                    <a:cubicBezTo>
                      <a:pt x="88" y="48"/>
                      <a:pt x="88" y="48"/>
                      <a:pt x="88" y="48"/>
                    </a:cubicBezTo>
                    <a:cubicBezTo>
                      <a:pt x="88" y="47"/>
                      <a:pt x="88" y="47"/>
                      <a:pt x="88" y="47"/>
                    </a:cubicBezTo>
                    <a:cubicBezTo>
                      <a:pt x="88" y="47"/>
                      <a:pt x="88" y="47"/>
                      <a:pt x="88" y="47"/>
                    </a:cubicBezTo>
                    <a:cubicBezTo>
                      <a:pt x="87" y="47"/>
                      <a:pt x="87" y="47"/>
                      <a:pt x="87" y="47"/>
                    </a:cubicBezTo>
                    <a:cubicBezTo>
                      <a:pt x="88" y="46"/>
                      <a:pt x="88" y="46"/>
                      <a:pt x="88" y="46"/>
                    </a:cubicBezTo>
                    <a:cubicBezTo>
                      <a:pt x="89" y="46"/>
                      <a:pt x="89" y="46"/>
                      <a:pt x="89" y="46"/>
                    </a:cubicBezTo>
                    <a:cubicBezTo>
                      <a:pt x="90" y="47"/>
                      <a:pt x="90" y="47"/>
                      <a:pt x="90" y="47"/>
                    </a:cubicBezTo>
                    <a:cubicBezTo>
                      <a:pt x="91" y="47"/>
                      <a:pt x="91" y="47"/>
                      <a:pt x="91" y="47"/>
                    </a:cubicBezTo>
                    <a:cubicBezTo>
                      <a:pt x="92" y="48"/>
                      <a:pt x="92" y="48"/>
                      <a:pt x="92" y="48"/>
                    </a:cubicBezTo>
                    <a:cubicBezTo>
                      <a:pt x="92" y="49"/>
                      <a:pt x="92" y="49"/>
                      <a:pt x="92" y="49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1"/>
                      <a:pt x="92" y="51"/>
                      <a:pt x="92" y="51"/>
                    </a:cubicBezTo>
                    <a:cubicBezTo>
                      <a:pt x="91" y="53"/>
                      <a:pt x="91" y="53"/>
                      <a:pt x="91" y="53"/>
                    </a:cubicBezTo>
                    <a:cubicBezTo>
                      <a:pt x="92" y="54"/>
                      <a:pt x="92" y="54"/>
                      <a:pt x="92" y="54"/>
                    </a:cubicBezTo>
                    <a:cubicBezTo>
                      <a:pt x="94" y="53"/>
                      <a:pt x="94" y="53"/>
                      <a:pt x="94" y="53"/>
                    </a:cubicBezTo>
                    <a:cubicBezTo>
                      <a:pt x="94" y="53"/>
                      <a:pt x="96" y="52"/>
                      <a:pt x="97" y="51"/>
                    </a:cubicBezTo>
                    <a:cubicBezTo>
                      <a:pt x="97" y="50"/>
                      <a:pt x="97" y="50"/>
                      <a:pt x="97" y="50"/>
                    </a:cubicBezTo>
                    <a:cubicBezTo>
                      <a:pt x="95" y="48"/>
                      <a:pt x="95" y="48"/>
                      <a:pt x="95" y="48"/>
                    </a:cubicBezTo>
                    <a:cubicBezTo>
                      <a:pt x="98" y="48"/>
                      <a:pt x="99" y="49"/>
                      <a:pt x="99" y="49"/>
                    </a:cubicBezTo>
                    <a:cubicBezTo>
                      <a:pt x="99" y="49"/>
                      <a:pt x="99" y="49"/>
                      <a:pt x="99" y="49"/>
                    </a:cubicBezTo>
                    <a:cubicBezTo>
                      <a:pt x="99" y="48"/>
                      <a:pt x="97" y="46"/>
                      <a:pt x="95" y="43"/>
                    </a:cubicBezTo>
                    <a:cubicBezTo>
                      <a:pt x="95" y="41"/>
                      <a:pt x="95" y="41"/>
                      <a:pt x="95" y="41"/>
                    </a:cubicBezTo>
                    <a:cubicBezTo>
                      <a:pt x="94" y="40"/>
                      <a:pt x="92" y="39"/>
                      <a:pt x="92" y="39"/>
                    </a:cubicBezTo>
                    <a:cubicBezTo>
                      <a:pt x="91" y="39"/>
                      <a:pt x="92" y="35"/>
                      <a:pt x="90" y="33"/>
                    </a:cubicBezTo>
                    <a:cubicBezTo>
                      <a:pt x="87" y="32"/>
                      <a:pt x="87" y="35"/>
                      <a:pt x="87" y="35"/>
                    </a:cubicBezTo>
                    <a:cubicBezTo>
                      <a:pt x="87" y="31"/>
                      <a:pt x="88" y="31"/>
                      <a:pt x="89" y="31"/>
                    </a:cubicBezTo>
                    <a:cubicBezTo>
                      <a:pt x="88" y="30"/>
                      <a:pt x="88" y="30"/>
                      <a:pt x="88" y="30"/>
                    </a:cubicBezTo>
                    <a:cubicBezTo>
                      <a:pt x="88" y="29"/>
                      <a:pt x="88" y="28"/>
                      <a:pt x="88" y="27"/>
                    </a:cubicBezTo>
                    <a:cubicBezTo>
                      <a:pt x="87" y="26"/>
                      <a:pt x="86" y="25"/>
                      <a:pt x="86" y="25"/>
                    </a:cubicBezTo>
                    <a:cubicBezTo>
                      <a:pt x="86" y="25"/>
                      <a:pt x="86" y="25"/>
                      <a:pt x="86" y="25"/>
                    </a:cubicBezTo>
                    <a:cubicBezTo>
                      <a:pt x="86" y="27"/>
                      <a:pt x="86" y="27"/>
                      <a:pt x="86" y="27"/>
                    </a:cubicBezTo>
                    <a:cubicBezTo>
                      <a:pt x="86" y="29"/>
                      <a:pt x="86" y="29"/>
                      <a:pt x="86" y="29"/>
                    </a:cubicBezTo>
                    <a:cubicBezTo>
                      <a:pt x="85" y="29"/>
                      <a:pt x="85" y="29"/>
                      <a:pt x="85" y="29"/>
                    </a:cubicBezTo>
                    <a:cubicBezTo>
                      <a:pt x="85" y="29"/>
                      <a:pt x="85" y="29"/>
                      <a:pt x="85" y="29"/>
                    </a:cubicBezTo>
                    <a:cubicBezTo>
                      <a:pt x="84" y="30"/>
                      <a:pt x="84" y="30"/>
                      <a:pt x="84" y="30"/>
                    </a:cubicBezTo>
                    <a:cubicBezTo>
                      <a:pt x="83" y="30"/>
                      <a:pt x="83" y="30"/>
                      <a:pt x="83" y="30"/>
                    </a:cubicBezTo>
                    <a:cubicBezTo>
                      <a:pt x="84" y="29"/>
                      <a:pt x="84" y="29"/>
                      <a:pt x="84" y="29"/>
                    </a:cubicBezTo>
                    <a:cubicBezTo>
                      <a:pt x="84" y="29"/>
                      <a:pt x="84" y="29"/>
                      <a:pt x="84" y="29"/>
                    </a:cubicBezTo>
                    <a:cubicBezTo>
                      <a:pt x="84" y="28"/>
                      <a:pt x="84" y="28"/>
                      <a:pt x="84" y="28"/>
                    </a:cubicBezTo>
                    <a:cubicBezTo>
                      <a:pt x="85" y="26"/>
                      <a:pt x="85" y="26"/>
                      <a:pt x="85" y="26"/>
                    </a:cubicBezTo>
                    <a:cubicBezTo>
                      <a:pt x="86" y="22"/>
                      <a:pt x="86" y="22"/>
                      <a:pt x="86" y="22"/>
                    </a:cubicBezTo>
                    <a:cubicBezTo>
                      <a:pt x="85" y="19"/>
                      <a:pt x="85" y="19"/>
                      <a:pt x="85" y="19"/>
                    </a:cubicBezTo>
                    <a:cubicBezTo>
                      <a:pt x="84" y="16"/>
                      <a:pt x="84" y="16"/>
                      <a:pt x="84" y="16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3" y="13"/>
                      <a:pt x="83" y="13"/>
                      <a:pt x="83" y="13"/>
                    </a:cubicBezTo>
                    <a:cubicBezTo>
                      <a:pt x="85" y="12"/>
                      <a:pt x="85" y="14"/>
                      <a:pt x="85" y="14"/>
                    </a:cubicBezTo>
                    <a:cubicBezTo>
                      <a:pt x="85" y="14"/>
                      <a:pt x="85" y="14"/>
                      <a:pt x="85" y="14"/>
                    </a:cubicBezTo>
                    <a:cubicBezTo>
                      <a:pt x="85" y="14"/>
                      <a:pt x="85" y="14"/>
                      <a:pt x="85" y="14"/>
                    </a:cubicBezTo>
                    <a:cubicBezTo>
                      <a:pt x="87" y="16"/>
                      <a:pt x="87" y="16"/>
                      <a:pt x="87" y="16"/>
                    </a:cubicBezTo>
                    <a:cubicBezTo>
                      <a:pt x="87" y="15"/>
                      <a:pt x="87" y="15"/>
                      <a:pt x="87" y="15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8" y="12"/>
                      <a:pt x="87" y="11"/>
                      <a:pt x="87" y="11"/>
                    </a:cubicBezTo>
                    <a:cubicBezTo>
                      <a:pt x="87" y="11"/>
                      <a:pt x="87" y="11"/>
                      <a:pt x="87" y="11"/>
                    </a:cubicBezTo>
                    <a:cubicBezTo>
                      <a:pt x="88" y="11"/>
                      <a:pt x="88" y="13"/>
                      <a:pt x="88" y="13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2"/>
                      <a:pt x="89" y="12"/>
                      <a:pt x="89" y="12"/>
                    </a:cubicBezTo>
                    <a:cubicBezTo>
                      <a:pt x="89" y="12"/>
                      <a:pt x="89" y="12"/>
                      <a:pt x="89" y="12"/>
                    </a:cubicBezTo>
                    <a:cubicBezTo>
                      <a:pt x="90" y="13"/>
                      <a:pt x="90" y="14"/>
                      <a:pt x="90" y="14"/>
                    </a:cubicBezTo>
                    <a:cubicBezTo>
                      <a:pt x="90" y="14"/>
                      <a:pt x="90" y="14"/>
                      <a:pt x="90" y="14"/>
                    </a:cubicBezTo>
                    <a:cubicBezTo>
                      <a:pt x="91" y="16"/>
                      <a:pt x="91" y="16"/>
                      <a:pt x="91" y="16"/>
                    </a:cubicBezTo>
                    <a:cubicBezTo>
                      <a:pt x="91" y="16"/>
                      <a:pt x="90" y="17"/>
                      <a:pt x="89" y="18"/>
                    </a:cubicBezTo>
                    <a:cubicBezTo>
                      <a:pt x="89" y="19"/>
                      <a:pt x="89" y="20"/>
                      <a:pt x="88" y="21"/>
                    </a:cubicBezTo>
                    <a:cubicBezTo>
                      <a:pt x="88" y="23"/>
                      <a:pt x="89" y="25"/>
                      <a:pt x="90" y="27"/>
                    </a:cubicBezTo>
                    <a:cubicBezTo>
                      <a:pt x="90" y="28"/>
                      <a:pt x="90" y="28"/>
                      <a:pt x="90" y="28"/>
                    </a:cubicBezTo>
                    <a:cubicBezTo>
                      <a:pt x="90" y="28"/>
                      <a:pt x="90" y="28"/>
                      <a:pt x="90" y="28"/>
                    </a:cubicBezTo>
                    <a:cubicBezTo>
                      <a:pt x="91" y="30"/>
                      <a:pt x="91" y="30"/>
                      <a:pt x="91" y="30"/>
                    </a:cubicBezTo>
                    <a:cubicBezTo>
                      <a:pt x="91" y="28"/>
                      <a:pt x="93" y="27"/>
                      <a:pt x="93" y="27"/>
                    </a:cubicBezTo>
                    <a:cubicBezTo>
                      <a:pt x="93" y="27"/>
                      <a:pt x="93" y="29"/>
                      <a:pt x="93" y="30"/>
                    </a:cubicBezTo>
                    <a:cubicBezTo>
                      <a:pt x="94" y="31"/>
                      <a:pt x="94" y="31"/>
                      <a:pt x="94" y="32"/>
                    </a:cubicBezTo>
                    <a:cubicBezTo>
                      <a:pt x="96" y="35"/>
                      <a:pt x="96" y="35"/>
                      <a:pt x="96" y="35"/>
                    </a:cubicBezTo>
                    <a:cubicBezTo>
                      <a:pt x="96" y="34"/>
                      <a:pt x="97" y="32"/>
                      <a:pt x="98" y="31"/>
                    </a:cubicBezTo>
                    <a:cubicBezTo>
                      <a:pt x="99" y="30"/>
                      <a:pt x="101" y="28"/>
                      <a:pt x="102" y="27"/>
                    </a:cubicBezTo>
                    <a:cubicBezTo>
                      <a:pt x="103" y="26"/>
                      <a:pt x="105" y="25"/>
                      <a:pt x="105" y="24"/>
                    </a:cubicBezTo>
                    <a:cubicBezTo>
                      <a:pt x="105" y="23"/>
                      <a:pt x="105" y="23"/>
                      <a:pt x="105" y="23"/>
                    </a:cubicBezTo>
                    <a:cubicBezTo>
                      <a:pt x="105" y="23"/>
                      <a:pt x="105" y="23"/>
                      <a:pt x="105" y="23"/>
                    </a:cubicBezTo>
                    <a:cubicBezTo>
                      <a:pt x="102" y="23"/>
                      <a:pt x="102" y="23"/>
                      <a:pt x="102" y="23"/>
                    </a:cubicBezTo>
                    <a:cubicBezTo>
                      <a:pt x="102" y="23"/>
                      <a:pt x="101" y="24"/>
                      <a:pt x="100" y="24"/>
                    </a:cubicBezTo>
                    <a:cubicBezTo>
                      <a:pt x="98" y="24"/>
                      <a:pt x="98" y="23"/>
                      <a:pt x="97" y="23"/>
                    </a:cubicBezTo>
                    <a:cubicBezTo>
                      <a:pt x="97" y="22"/>
                      <a:pt x="97" y="22"/>
                      <a:pt x="97" y="22"/>
                    </a:cubicBezTo>
                    <a:cubicBezTo>
                      <a:pt x="99" y="22"/>
                      <a:pt x="99" y="22"/>
                      <a:pt x="99" y="22"/>
                    </a:cubicBezTo>
                    <a:cubicBezTo>
                      <a:pt x="100" y="21"/>
                      <a:pt x="100" y="21"/>
                      <a:pt x="100" y="21"/>
                    </a:cubicBezTo>
                    <a:cubicBezTo>
                      <a:pt x="101" y="20"/>
                      <a:pt x="101" y="20"/>
                      <a:pt x="101" y="20"/>
                    </a:cubicBezTo>
                    <a:cubicBezTo>
                      <a:pt x="99" y="18"/>
                      <a:pt x="99" y="18"/>
                      <a:pt x="99" y="18"/>
                    </a:cubicBezTo>
                    <a:cubicBezTo>
                      <a:pt x="97" y="19"/>
                      <a:pt x="97" y="19"/>
                      <a:pt x="97" y="19"/>
                    </a:cubicBezTo>
                    <a:cubicBezTo>
                      <a:pt x="97" y="19"/>
                      <a:pt x="97" y="16"/>
                      <a:pt x="99" y="16"/>
                    </a:cubicBezTo>
                    <a:cubicBezTo>
                      <a:pt x="102" y="16"/>
                      <a:pt x="102" y="16"/>
                      <a:pt x="102" y="16"/>
                    </a:cubicBezTo>
                    <a:cubicBezTo>
                      <a:pt x="102" y="16"/>
                      <a:pt x="103" y="14"/>
                      <a:pt x="104" y="14"/>
                    </a:cubicBezTo>
                    <a:cubicBezTo>
                      <a:pt x="105" y="14"/>
                      <a:pt x="106" y="14"/>
                      <a:pt x="107" y="14"/>
                    </a:cubicBezTo>
                    <a:cubicBezTo>
                      <a:pt x="108" y="15"/>
                      <a:pt x="108" y="15"/>
                      <a:pt x="108" y="15"/>
                    </a:cubicBezTo>
                    <a:cubicBezTo>
                      <a:pt x="107" y="14"/>
                      <a:pt x="107" y="14"/>
                      <a:pt x="107" y="14"/>
                    </a:cubicBezTo>
                    <a:cubicBezTo>
                      <a:pt x="109" y="14"/>
                      <a:pt x="109" y="14"/>
                      <a:pt x="109" y="14"/>
                    </a:cubicBezTo>
                    <a:cubicBezTo>
                      <a:pt x="110" y="15"/>
                      <a:pt x="110" y="15"/>
                      <a:pt x="110" y="15"/>
                    </a:cubicBezTo>
                    <a:cubicBezTo>
                      <a:pt x="109" y="15"/>
                      <a:pt x="109" y="15"/>
                      <a:pt x="109" y="15"/>
                    </a:cubicBezTo>
                    <a:cubicBezTo>
                      <a:pt x="110" y="15"/>
                      <a:pt x="110" y="15"/>
                      <a:pt x="110" y="15"/>
                    </a:cubicBezTo>
                    <a:cubicBezTo>
                      <a:pt x="111" y="14"/>
                      <a:pt x="111" y="14"/>
                      <a:pt x="111" y="14"/>
                    </a:cubicBezTo>
                    <a:cubicBezTo>
                      <a:pt x="112" y="17"/>
                      <a:pt x="112" y="17"/>
                      <a:pt x="112" y="17"/>
                    </a:cubicBezTo>
                    <a:cubicBezTo>
                      <a:pt x="111" y="17"/>
                      <a:pt x="111" y="17"/>
                      <a:pt x="111" y="17"/>
                    </a:cubicBezTo>
                    <a:cubicBezTo>
                      <a:pt x="111" y="18"/>
                      <a:pt x="113" y="19"/>
                      <a:pt x="113" y="22"/>
                    </a:cubicBezTo>
                    <a:cubicBezTo>
                      <a:pt x="113" y="21"/>
                      <a:pt x="113" y="21"/>
                      <a:pt x="113" y="21"/>
                    </a:cubicBezTo>
                    <a:cubicBezTo>
                      <a:pt x="114" y="20"/>
                      <a:pt x="115" y="17"/>
                      <a:pt x="115" y="17"/>
                    </a:cubicBezTo>
                    <a:cubicBezTo>
                      <a:pt x="116" y="18"/>
                      <a:pt x="116" y="18"/>
                      <a:pt x="116" y="18"/>
                    </a:cubicBezTo>
                    <a:cubicBezTo>
                      <a:pt x="116" y="17"/>
                      <a:pt x="117" y="12"/>
                      <a:pt x="117" y="12"/>
                    </a:cubicBezTo>
                    <a:cubicBezTo>
                      <a:pt x="118" y="12"/>
                      <a:pt x="118" y="13"/>
                      <a:pt x="118" y="13"/>
                    </a:cubicBezTo>
                    <a:cubicBezTo>
                      <a:pt x="119" y="11"/>
                      <a:pt x="118" y="1"/>
                      <a:pt x="118" y="1"/>
                    </a:cubicBezTo>
                    <a:cubicBezTo>
                      <a:pt x="121" y="2"/>
                      <a:pt x="123" y="8"/>
                      <a:pt x="122" y="11"/>
                    </a:cubicBezTo>
                    <a:cubicBezTo>
                      <a:pt x="123" y="11"/>
                      <a:pt x="123" y="11"/>
                      <a:pt x="123" y="11"/>
                    </a:cubicBezTo>
                    <a:cubicBezTo>
                      <a:pt x="123" y="12"/>
                      <a:pt x="123" y="13"/>
                      <a:pt x="123" y="13"/>
                    </a:cubicBezTo>
                    <a:cubicBezTo>
                      <a:pt x="125" y="12"/>
                      <a:pt x="129" y="3"/>
                      <a:pt x="129" y="3"/>
                    </a:cubicBezTo>
                    <a:cubicBezTo>
                      <a:pt x="133" y="7"/>
                      <a:pt x="126" y="17"/>
                      <a:pt x="126" y="17"/>
                    </a:cubicBezTo>
                    <a:cubicBezTo>
                      <a:pt x="127" y="17"/>
                      <a:pt x="130" y="14"/>
                      <a:pt x="130" y="14"/>
                    </a:cubicBezTo>
                    <a:cubicBezTo>
                      <a:pt x="132" y="18"/>
                      <a:pt x="125" y="23"/>
                      <a:pt x="125" y="23"/>
                    </a:cubicBezTo>
                    <a:cubicBezTo>
                      <a:pt x="127" y="22"/>
                      <a:pt x="130" y="22"/>
                      <a:pt x="130" y="22"/>
                    </a:cubicBezTo>
                    <a:cubicBezTo>
                      <a:pt x="130" y="24"/>
                      <a:pt x="126" y="29"/>
                      <a:pt x="125" y="29"/>
                    </a:cubicBezTo>
                    <a:cubicBezTo>
                      <a:pt x="128" y="29"/>
                      <a:pt x="129" y="30"/>
                      <a:pt x="129" y="30"/>
                    </a:cubicBezTo>
                    <a:cubicBezTo>
                      <a:pt x="128" y="33"/>
                      <a:pt x="126" y="34"/>
                      <a:pt x="124" y="35"/>
                    </a:cubicBezTo>
                    <a:cubicBezTo>
                      <a:pt x="126" y="34"/>
                      <a:pt x="126" y="34"/>
                      <a:pt x="126" y="34"/>
                    </a:cubicBezTo>
                    <a:cubicBezTo>
                      <a:pt x="129" y="35"/>
                      <a:pt x="131" y="36"/>
                      <a:pt x="131" y="39"/>
                    </a:cubicBezTo>
                    <a:cubicBezTo>
                      <a:pt x="131" y="42"/>
                      <a:pt x="130" y="43"/>
                      <a:pt x="130" y="44"/>
                    </a:cubicBezTo>
                    <a:cubicBezTo>
                      <a:pt x="130" y="45"/>
                      <a:pt x="130" y="45"/>
                      <a:pt x="131" y="4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8" name="Freeform 35">
                <a:extLst>
                  <a:ext uri="{FF2B5EF4-FFF2-40B4-BE49-F238E27FC236}">
                    <a16:creationId xmlns:a16="http://schemas.microsoft.com/office/drawing/2014/main" id="{E3F1BBFB-DF91-4FCA-92EE-1034500B853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00775" y="2614613"/>
                <a:ext cx="103188" cy="122238"/>
              </a:xfrm>
              <a:custGeom>
                <a:avLst/>
                <a:gdLst>
                  <a:gd name="T0" fmla="*/ 21 w 48"/>
                  <a:gd name="T1" fmla="*/ 19 h 56"/>
                  <a:gd name="T2" fmla="*/ 23 w 48"/>
                  <a:gd name="T3" fmla="*/ 4 h 56"/>
                  <a:gd name="T4" fmla="*/ 19 w 48"/>
                  <a:gd name="T5" fmla="*/ 21 h 56"/>
                  <a:gd name="T6" fmla="*/ 7 w 48"/>
                  <a:gd name="T7" fmla="*/ 22 h 56"/>
                  <a:gd name="T8" fmla="*/ 25 w 48"/>
                  <a:gd name="T9" fmla="*/ 24 h 56"/>
                  <a:gd name="T10" fmla="*/ 42 w 48"/>
                  <a:gd name="T11" fmla="*/ 23 h 56"/>
                  <a:gd name="T12" fmla="*/ 43 w 48"/>
                  <a:gd name="T13" fmla="*/ 23 h 56"/>
                  <a:gd name="T14" fmla="*/ 25 w 48"/>
                  <a:gd name="T15" fmla="*/ 23 h 56"/>
                  <a:gd name="T16" fmla="*/ 31 w 48"/>
                  <a:gd name="T17" fmla="*/ 17 h 56"/>
                  <a:gd name="T18" fmla="*/ 24 w 48"/>
                  <a:gd name="T19" fmla="*/ 22 h 56"/>
                  <a:gd name="T20" fmla="*/ 24 w 48"/>
                  <a:gd name="T21" fmla="*/ 4 h 56"/>
                  <a:gd name="T22" fmla="*/ 24 w 48"/>
                  <a:gd name="T23" fmla="*/ 4 h 56"/>
                  <a:gd name="T24" fmla="*/ 24 w 48"/>
                  <a:gd name="T25" fmla="*/ 22 h 56"/>
                  <a:gd name="T26" fmla="*/ 17 w 48"/>
                  <a:gd name="T27" fmla="*/ 17 h 56"/>
                  <a:gd name="T28" fmla="*/ 23 w 48"/>
                  <a:gd name="T29" fmla="*/ 23 h 56"/>
                  <a:gd name="T30" fmla="*/ 7 w 48"/>
                  <a:gd name="T31" fmla="*/ 23 h 56"/>
                  <a:gd name="T32" fmla="*/ 5 w 48"/>
                  <a:gd name="T33" fmla="*/ 23 h 56"/>
                  <a:gd name="T34" fmla="*/ 6 w 48"/>
                  <a:gd name="T35" fmla="*/ 23 h 56"/>
                  <a:gd name="T36" fmla="*/ 18 w 48"/>
                  <a:gd name="T37" fmla="*/ 28 h 56"/>
                  <a:gd name="T38" fmla="*/ 19 w 48"/>
                  <a:gd name="T39" fmla="*/ 29 h 56"/>
                  <a:gd name="T40" fmla="*/ 24 w 48"/>
                  <a:gd name="T41" fmla="*/ 49 h 56"/>
                  <a:gd name="T42" fmla="*/ 24 w 48"/>
                  <a:gd name="T43" fmla="*/ 50 h 56"/>
                  <a:gd name="T44" fmla="*/ 24 w 48"/>
                  <a:gd name="T45" fmla="*/ 25 h 56"/>
                  <a:gd name="T46" fmla="*/ 29 w 48"/>
                  <a:gd name="T47" fmla="*/ 29 h 56"/>
                  <a:gd name="T48" fmla="*/ 30 w 48"/>
                  <a:gd name="T49" fmla="*/ 28 h 56"/>
                  <a:gd name="T50" fmla="*/ 44 w 48"/>
                  <a:gd name="T51" fmla="*/ 23 h 56"/>
                  <a:gd name="T52" fmla="*/ 26 w 48"/>
                  <a:gd name="T53" fmla="*/ 24 h 56"/>
                  <a:gd name="T54" fmla="*/ 48 w 48"/>
                  <a:gd name="T55" fmla="*/ 23 h 56"/>
                  <a:gd name="T56" fmla="*/ 43 w 48"/>
                  <a:gd name="T57" fmla="*/ 22 h 56"/>
                  <a:gd name="T58" fmla="*/ 44 w 48"/>
                  <a:gd name="T59" fmla="*/ 23 h 56"/>
                  <a:gd name="T60" fmla="*/ 24 w 48"/>
                  <a:gd name="T61" fmla="*/ 50 h 56"/>
                  <a:gd name="T62" fmla="*/ 23 w 48"/>
                  <a:gd name="T63" fmla="*/ 25 h 56"/>
                  <a:gd name="T64" fmla="*/ 24 w 48"/>
                  <a:gd name="T65" fmla="*/ 56 h 56"/>
                  <a:gd name="T66" fmla="*/ 28 w 48"/>
                  <a:gd name="T67" fmla="*/ 29 h 56"/>
                  <a:gd name="T68" fmla="*/ 25 w 48"/>
                  <a:gd name="T69" fmla="*/ 49 h 56"/>
                  <a:gd name="T70" fmla="*/ 6 w 48"/>
                  <a:gd name="T71" fmla="*/ 24 h 56"/>
                  <a:gd name="T72" fmla="*/ 6 w 48"/>
                  <a:gd name="T73" fmla="*/ 22 h 56"/>
                  <a:gd name="T74" fmla="*/ 0 w 48"/>
                  <a:gd name="T75" fmla="*/ 23 h 56"/>
                  <a:gd name="T76" fmla="*/ 22 w 48"/>
                  <a:gd name="T77" fmla="*/ 24 h 56"/>
                  <a:gd name="T78" fmla="*/ 43 w 48"/>
                  <a:gd name="T79" fmla="*/ 22 h 56"/>
                  <a:gd name="T80" fmla="*/ 26 w 48"/>
                  <a:gd name="T81" fmla="*/ 22 h 56"/>
                  <a:gd name="T82" fmla="*/ 25 w 48"/>
                  <a:gd name="T83" fmla="*/ 4 h 56"/>
                  <a:gd name="T84" fmla="*/ 25 w 48"/>
                  <a:gd name="T85" fmla="*/ 21 h 56"/>
                  <a:gd name="T86" fmla="*/ 24 w 48"/>
                  <a:gd name="T87" fmla="*/ 0 h 56"/>
                  <a:gd name="T88" fmla="*/ 23 w 48"/>
                  <a:gd name="T89" fmla="*/ 4 h 56"/>
                  <a:gd name="T90" fmla="*/ 24 w 48"/>
                  <a:gd name="T91" fmla="*/ 4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48" h="56">
                    <a:moveTo>
                      <a:pt x="23" y="4"/>
                    </a:moveTo>
                    <a:cubicBezTo>
                      <a:pt x="21" y="19"/>
                      <a:pt x="21" y="19"/>
                      <a:pt x="21" y="19"/>
                    </a:cubicBezTo>
                    <a:cubicBezTo>
                      <a:pt x="23" y="21"/>
                      <a:pt x="23" y="21"/>
                      <a:pt x="23" y="21"/>
                    </a:cubicBezTo>
                    <a:lnTo>
                      <a:pt x="23" y="4"/>
                    </a:lnTo>
                    <a:close/>
                    <a:moveTo>
                      <a:pt x="22" y="22"/>
                    </a:moveTo>
                    <a:cubicBezTo>
                      <a:pt x="19" y="21"/>
                      <a:pt x="19" y="21"/>
                      <a:pt x="19" y="2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10" y="22"/>
                      <a:pt x="19" y="22"/>
                      <a:pt x="22" y="22"/>
                    </a:cubicBezTo>
                    <a:moveTo>
                      <a:pt x="25" y="24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40" y="23"/>
                      <a:pt x="42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30" y="18"/>
                      <a:pt x="30" y="18"/>
                      <a:pt x="30" y="18"/>
                    </a:cubicBezTo>
                    <a:cubicBezTo>
                      <a:pt x="31" y="17"/>
                      <a:pt x="31" y="17"/>
                      <a:pt x="31" y="17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7" y="17"/>
                      <a:pt x="17" y="17"/>
                      <a:pt x="17" y="17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10" y="23"/>
                      <a:pt x="7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5" y="23"/>
                      <a:pt x="5" y="23"/>
                      <a:pt x="5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18" y="28"/>
                      <a:pt x="18" y="28"/>
                      <a:pt x="18" y="28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49"/>
                      <a:pt x="24" y="49"/>
                      <a:pt x="24" y="49"/>
                    </a:cubicBezTo>
                    <a:cubicBezTo>
                      <a:pt x="24" y="50"/>
                      <a:pt x="24" y="50"/>
                      <a:pt x="24" y="50"/>
                    </a:cubicBezTo>
                    <a:cubicBezTo>
                      <a:pt x="24" y="50"/>
                      <a:pt x="24" y="50"/>
                      <a:pt x="24" y="50"/>
                    </a:cubicBezTo>
                    <a:cubicBezTo>
                      <a:pt x="24" y="49"/>
                      <a:pt x="24" y="49"/>
                      <a:pt x="24" y="49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9" y="29"/>
                      <a:pt x="29" y="29"/>
                      <a:pt x="29" y="29"/>
                    </a:cubicBezTo>
                    <a:cubicBezTo>
                      <a:pt x="30" y="30"/>
                      <a:pt x="30" y="30"/>
                      <a:pt x="30" y="30"/>
                    </a:cubicBezTo>
                    <a:cubicBezTo>
                      <a:pt x="30" y="28"/>
                      <a:pt x="30" y="28"/>
                      <a:pt x="30" y="28"/>
                    </a:cubicBezTo>
                    <a:lnTo>
                      <a:pt x="25" y="24"/>
                    </a:lnTo>
                    <a:close/>
                    <a:moveTo>
                      <a:pt x="44" y="23"/>
                    </a:moveTo>
                    <a:cubicBezTo>
                      <a:pt x="42" y="24"/>
                      <a:pt x="42" y="24"/>
                      <a:pt x="42" y="24"/>
                    </a:cubicBezTo>
                    <a:cubicBezTo>
                      <a:pt x="41" y="24"/>
                      <a:pt x="29" y="24"/>
                      <a:pt x="26" y="24"/>
                    </a:cubicBezTo>
                    <a:cubicBezTo>
                      <a:pt x="28" y="26"/>
                      <a:pt x="28" y="26"/>
                      <a:pt x="28" y="26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3" y="22"/>
                      <a:pt x="43" y="22"/>
                      <a:pt x="43" y="22"/>
                    </a:cubicBezTo>
                    <a:cubicBezTo>
                      <a:pt x="43" y="22"/>
                      <a:pt x="43" y="22"/>
                      <a:pt x="43" y="22"/>
                    </a:cubicBezTo>
                    <a:lnTo>
                      <a:pt x="44" y="23"/>
                    </a:lnTo>
                    <a:close/>
                    <a:moveTo>
                      <a:pt x="25" y="49"/>
                    </a:moveTo>
                    <a:cubicBezTo>
                      <a:pt x="25" y="50"/>
                      <a:pt x="25" y="50"/>
                      <a:pt x="24" y="50"/>
                    </a:cubicBezTo>
                    <a:cubicBezTo>
                      <a:pt x="23" y="49"/>
                      <a:pt x="23" y="49"/>
                      <a:pt x="23" y="49"/>
                    </a:cubicBezTo>
                    <a:cubicBezTo>
                      <a:pt x="23" y="25"/>
                      <a:pt x="23" y="25"/>
                      <a:pt x="23" y="25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8" y="29"/>
                      <a:pt x="28" y="29"/>
                      <a:pt x="28" y="29"/>
                    </a:cubicBezTo>
                    <a:cubicBezTo>
                      <a:pt x="25" y="25"/>
                      <a:pt x="25" y="25"/>
                      <a:pt x="25" y="25"/>
                    </a:cubicBezTo>
                    <a:lnTo>
                      <a:pt x="25" y="49"/>
                    </a:lnTo>
                    <a:close/>
                    <a:moveTo>
                      <a:pt x="22" y="24"/>
                    </a:moveTo>
                    <a:cubicBezTo>
                      <a:pt x="6" y="24"/>
                      <a:pt x="6" y="24"/>
                      <a:pt x="6" y="24"/>
                    </a:cubicBezTo>
                    <a:cubicBezTo>
                      <a:pt x="6" y="24"/>
                      <a:pt x="5" y="24"/>
                      <a:pt x="5" y="23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19" y="26"/>
                      <a:pt x="19" y="26"/>
                      <a:pt x="19" y="26"/>
                    </a:cubicBezTo>
                    <a:lnTo>
                      <a:pt x="22" y="24"/>
                    </a:lnTo>
                    <a:close/>
                    <a:moveTo>
                      <a:pt x="26" y="22"/>
                    </a:moveTo>
                    <a:cubicBezTo>
                      <a:pt x="43" y="22"/>
                      <a:pt x="43" y="22"/>
                      <a:pt x="43" y="22"/>
                    </a:cubicBezTo>
                    <a:cubicBezTo>
                      <a:pt x="28" y="20"/>
                      <a:pt x="28" y="20"/>
                      <a:pt x="28" y="20"/>
                    </a:cubicBezTo>
                    <a:lnTo>
                      <a:pt x="26" y="22"/>
                    </a:lnTo>
                    <a:close/>
                    <a:moveTo>
                      <a:pt x="24" y="4"/>
                    </a:moveTo>
                    <a:cubicBezTo>
                      <a:pt x="25" y="4"/>
                      <a:pt x="25" y="4"/>
                      <a:pt x="25" y="4"/>
                    </a:cubicBezTo>
                    <a:cubicBezTo>
                      <a:pt x="25" y="4"/>
                      <a:pt x="25" y="4"/>
                      <a:pt x="25" y="4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8" y="18"/>
                      <a:pt x="28" y="18"/>
                      <a:pt x="28" y="18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3" y="4"/>
                      <a:pt x="23" y="4"/>
                      <a:pt x="23" y="4"/>
                    </a:cubicBezTo>
                    <a:cubicBezTo>
                      <a:pt x="23" y="4"/>
                      <a:pt x="23" y="4"/>
                      <a:pt x="23" y="4"/>
                    </a:cubicBezTo>
                    <a:lnTo>
                      <a:pt x="24" y="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9" name="Freeform 36">
                <a:extLst>
                  <a:ext uri="{FF2B5EF4-FFF2-40B4-BE49-F238E27FC236}">
                    <a16:creationId xmlns:a16="http://schemas.microsoft.com/office/drawing/2014/main" id="{FF94D35E-1202-42C4-A1D4-0F9204B906F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97600" y="2746375"/>
                <a:ext cx="107950" cy="98425"/>
              </a:xfrm>
              <a:custGeom>
                <a:avLst/>
                <a:gdLst>
                  <a:gd name="T0" fmla="*/ 14 w 50"/>
                  <a:gd name="T1" fmla="*/ 20 h 45"/>
                  <a:gd name="T2" fmla="*/ 15 w 50"/>
                  <a:gd name="T3" fmla="*/ 11 h 45"/>
                  <a:gd name="T4" fmla="*/ 13 w 50"/>
                  <a:gd name="T5" fmla="*/ 27 h 45"/>
                  <a:gd name="T6" fmla="*/ 22 w 50"/>
                  <a:gd name="T7" fmla="*/ 14 h 45"/>
                  <a:gd name="T8" fmla="*/ 37 w 50"/>
                  <a:gd name="T9" fmla="*/ 24 h 45"/>
                  <a:gd name="T10" fmla="*/ 25 w 50"/>
                  <a:gd name="T11" fmla="*/ 24 h 45"/>
                  <a:gd name="T12" fmla="*/ 43 w 50"/>
                  <a:gd name="T13" fmla="*/ 31 h 45"/>
                  <a:gd name="T14" fmla="*/ 25 w 50"/>
                  <a:gd name="T15" fmla="*/ 22 h 45"/>
                  <a:gd name="T16" fmla="*/ 38 w 50"/>
                  <a:gd name="T17" fmla="*/ 3 h 45"/>
                  <a:gd name="T18" fmla="*/ 19 w 50"/>
                  <a:gd name="T19" fmla="*/ 3 h 45"/>
                  <a:gd name="T20" fmla="*/ 40 w 50"/>
                  <a:gd name="T21" fmla="*/ 0 h 45"/>
                  <a:gd name="T22" fmla="*/ 43 w 50"/>
                  <a:gd name="T23" fmla="*/ 39 h 45"/>
                  <a:gd name="T24" fmla="*/ 46 w 50"/>
                  <a:gd name="T25" fmla="*/ 41 h 45"/>
                  <a:gd name="T26" fmla="*/ 47 w 50"/>
                  <a:gd name="T27" fmla="*/ 44 h 45"/>
                  <a:gd name="T28" fmla="*/ 7 w 50"/>
                  <a:gd name="T29" fmla="*/ 39 h 45"/>
                  <a:gd name="T30" fmla="*/ 10 w 50"/>
                  <a:gd name="T31" fmla="*/ 41 h 45"/>
                  <a:gd name="T32" fmla="*/ 14 w 50"/>
                  <a:gd name="T33" fmla="*/ 41 h 45"/>
                  <a:gd name="T34" fmla="*/ 17 w 50"/>
                  <a:gd name="T35" fmla="*/ 43 h 45"/>
                  <a:gd name="T36" fmla="*/ 20 w 50"/>
                  <a:gd name="T37" fmla="*/ 42 h 45"/>
                  <a:gd name="T38" fmla="*/ 18 w 50"/>
                  <a:gd name="T39" fmla="*/ 38 h 45"/>
                  <a:gd name="T40" fmla="*/ 10 w 50"/>
                  <a:gd name="T41" fmla="*/ 38 h 45"/>
                  <a:gd name="T42" fmla="*/ 5 w 50"/>
                  <a:gd name="T43" fmla="*/ 37 h 45"/>
                  <a:gd name="T44" fmla="*/ 32 w 50"/>
                  <a:gd name="T45" fmla="*/ 10 h 45"/>
                  <a:gd name="T46" fmla="*/ 26 w 50"/>
                  <a:gd name="T47" fmla="*/ 17 h 45"/>
                  <a:gd name="T48" fmla="*/ 37 w 50"/>
                  <a:gd name="T49" fmla="*/ 17 h 45"/>
                  <a:gd name="T50" fmla="*/ 33 w 50"/>
                  <a:gd name="T51" fmla="*/ 21 h 45"/>
                  <a:gd name="T52" fmla="*/ 42 w 50"/>
                  <a:gd name="T53" fmla="*/ 43 h 45"/>
                  <a:gd name="T54" fmla="*/ 42 w 50"/>
                  <a:gd name="T55" fmla="*/ 42 h 45"/>
                  <a:gd name="T56" fmla="*/ 38 w 50"/>
                  <a:gd name="T57" fmla="*/ 27 h 45"/>
                  <a:gd name="T58" fmla="*/ 12 w 50"/>
                  <a:gd name="T59" fmla="*/ 24 h 45"/>
                  <a:gd name="T60" fmla="*/ 10 w 50"/>
                  <a:gd name="T61" fmla="*/ 37 h 45"/>
                  <a:gd name="T62" fmla="*/ 18 w 50"/>
                  <a:gd name="T63" fmla="*/ 38 h 45"/>
                  <a:gd name="T64" fmla="*/ 32 w 50"/>
                  <a:gd name="T65" fmla="*/ 38 h 45"/>
                  <a:gd name="T66" fmla="*/ 45 w 50"/>
                  <a:gd name="T67" fmla="*/ 38 h 45"/>
                  <a:gd name="T68" fmla="*/ 43 w 50"/>
                  <a:gd name="T69" fmla="*/ 40 h 45"/>
                  <a:gd name="T70" fmla="*/ 38 w 50"/>
                  <a:gd name="T71" fmla="*/ 39 h 45"/>
                  <a:gd name="T72" fmla="*/ 40 w 50"/>
                  <a:gd name="T73" fmla="*/ 42 h 45"/>
                  <a:gd name="T74" fmla="*/ 42 w 50"/>
                  <a:gd name="T75" fmla="*/ 41 h 45"/>
                  <a:gd name="T76" fmla="*/ 31 w 50"/>
                  <a:gd name="T77" fmla="*/ 40 h 45"/>
                  <a:gd name="T78" fmla="*/ 28 w 50"/>
                  <a:gd name="T79" fmla="*/ 39 h 45"/>
                  <a:gd name="T80" fmla="*/ 23 w 50"/>
                  <a:gd name="T81" fmla="*/ 40 h 45"/>
                  <a:gd name="T82" fmla="*/ 20 w 50"/>
                  <a:gd name="T83" fmla="*/ 41 h 45"/>
                  <a:gd name="T84" fmla="*/ 44 w 50"/>
                  <a:gd name="T85" fmla="*/ 42 h 45"/>
                  <a:gd name="T86" fmla="*/ 41 w 50"/>
                  <a:gd name="T87" fmla="*/ 43 h 45"/>
                  <a:gd name="T88" fmla="*/ 34 w 50"/>
                  <a:gd name="T89" fmla="*/ 43 h 45"/>
                  <a:gd name="T90" fmla="*/ 27 w 50"/>
                  <a:gd name="T91" fmla="*/ 43 h 45"/>
                  <a:gd name="T92" fmla="*/ 46 w 50"/>
                  <a:gd name="T93" fmla="*/ 44 h 45"/>
                  <a:gd name="T94" fmla="*/ 18 w 50"/>
                  <a:gd name="T95" fmla="*/ 44 h 45"/>
                  <a:gd name="T96" fmla="*/ 14 w 50"/>
                  <a:gd name="T97" fmla="*/ 42 h 45"/>
                  <a:gd name="T98" fmla="*/ 11 w 50"/>
                  <a:gd name="T99" fmla="*/ 42 h 45"/>
                  <a:gd name="T100" fmla="*/ 1 w 50"/>
                  <a:gd name="T101" fmla="*/ 44 h 45"/>
                  <a:gd name="T102" fmla="*/ 19 w 50"/>
                  <a:gd name="T103" fmla="*/ 45 h 45"/>
                  <a:gd name="T104" fmla="*/ 38 w 50"/>
                  <a:gd name="T105" fmla="*/ 40 h 45"/>
                  <a:gd name="T106" fmla="*/ 35 w 50"/>
                  <a:gd name="T107" fmla="*/ 40 h 45"/>
                  <a:gd name="T108" fmla="*/ 17 w 50"/>
                  <a:gd name="T109" fmla="*/ 24 h 45"/>
                  <a:gd name="T110" fmla="*/ 36 w 50"/>
                  <a:gd name="T111" fmla="*/ 11 h 45"/>
                  <a:gd name="T112" fmla="*/ 41 w 50"/>
                  <a:gd name="T113" fmla="*/ 24 h 45"/>
                  <a:gd name="T114" fmla="*/ 13 w 50"/>
                  <a:gd name="T115" fmla="*/ 17 h 45"/>
                  <a:gd name="T116" fmla="*/ 11 w 50"/>
                  <a:gd name="T117" fmla="*/ 14 h 45"/>
                  <a:gd name="T118" fmla="*/ 38 w 50"/>
                  <a:gd name="T119" fmla="*/ 8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50" h="45">
                    <a:moveTo>
                      <a:pt x="20" y="24"/>
                    </a:moveTo>
                    <a:cubicBezTo>
                      <a:pt x="21" y="23"/>
                      <a:pt x="22" y="22"/>
                      <a:pt x="25" y="22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17" y="21"/>
                      <a:pt x="17" y="21"/>
                      <a:pt x="17" y="21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20" y="24"/>
                      <a:pt x="20" y="24"/>
                      <a:pt x="20" y="24"/>
                    </a:cubicBezTo>
                    <a:close/>
                    <a:moveTo>
                      <a:pt x="21" y="17"/>
                    </a:moveTo>
                    <a:cubicBezTo>
                      <a:pt x="14" y="17"/>
                      <a:pt x="14" y="17"/>
                      <a:pt x="14" y="17"/>
                    </a:cubicBezTo>
                    <a:cubicBezTo>
                      <a:pt x="14" y="20"/>
                      <a:pt x="14" y="20"/>
                      <a:pt x="14" y="20"/>
                    </a:cubicBezTo>
                    <a:cubicBezTo>
                      <a:pt x="21" y="20"/>
                      <a:pt x="21" y="20"/>
                      <a:pt x="21" y="20"/>
                    </a:cubicBezTo>
                    <a:lnTo>
                      <a:pt x="21" y="17"/>
                    </a:lnTo>
                    <a:close/>
                    <a:moveTo>
                      <a:pt x="25" y="15"/>
                    </a:moveTo>
                    <a:cubicBezTo>
                      <a:pt x="18" y="15"/>
                      <a:pt x="18" y="15"/>
                      <a:pt x="18" y="15"/>
                    </a:cubicBezTo>
                    <a:cubicBezTo>
                      <a:pt x="18" y="17"/>
                      <a:pt x="18" y="17"/>
                      <a:pt x="18" y="17"/>
                    </a:cubicBezTo>
                    <a:cubicBezTo>
                      <a:pt x="25" y="17"/>
                      <a:pt x="25" y="17"/>
                      <a:pt x="25" y="17"/>
                    </a:cubicBezTo>
                    <a:lnTo>
                      <a:pt x="25" y="15"/>
                    </a:lnTo>
                    <a:close/>
                    <a:moveTo>
                      <a:pt x="21" y="11"/>
                    </a:moveTo>
                    <a:cubicBezTo>
                      <a:pt x="15" y="11"/>
                      <a:pt x="15" y="11"/>
                      <a:pt x="15" y="11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21" y="14"/>
                      <a:pt x="21" y="14"/>
                      <a:pt x="21" y="14"/>
                    </a:cubicBezTo>
                    <a:lnTo>
                      <a:pt x="21" y="11"/>
                    </a:lnTo>
                    <a:close/>
                    <a:moveTo>
                      <a:pt x="13" y="27"/>
                    </a:moveTo>
                    <a:cubicBezTo>
                      <a:pt x="19" y="27"/>
                      <a:pt x="19" y="27"/>
                      <a:pt x="19" y="27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13" y="24"/>
                      <a:pt x="13" y="24"/>
                      <a:pt x="13" y="24"/>
                    </a:cubicBezTo>
                    <a:lnTo>
                      <a:pt x="13" y="27"/>
                    </a:lnTo>
                    <a:close/>
                    <a:moveTo>
                      <a:pt x="30" y="30"/>
                    </a:move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0" y="29"/>
                      <a:pt x="30" y="29"/>
                      <a:pt x="30" y="29"/>
                    </a:cubicBezTo>
                    <a:lnTo>
                      <a:pt x="30" y="30"/>
                    </a:lnTo>
                    <a:close/>
                    <a:moveTo>
                      <a:pt x="22" y="14"/>
                    </a:moveTo>
                    <a:cubicBezTo>
                      <a:pt x="28" y="14"/>
                      <a:pt x="28" y="14"/>
                      <a:pt x="28" y="14"/>
                    </a:cubicBezTo>
                    <a:cubicBezTo>
                      <a:pt x="28" y="11"/>
                      <a:pt x="28" y="11"/>
                      <a:pt x="28" y="11"/>
                    </a:cubicBezTo>
                    <a:cubicBezTo>
                      <a:pt x="22" y="11"/>
                      <a:pt x="22" y="11"/>
                      <a:pt x="22" y="11"/>
                    </a:cubicBezTo>
                    <a:lnTo>
                      <a:pt x="22" y="14"/>
                    </a:lnTo>
                    <a:close/>
                    <a:moveTo>
                      <a:pt x="37" y="24"/>
                    </a:moveTo>
                    <a:cubicBezTo>
                      <a:pt x="31" y="24"/>
                      <a:pt x="31" y="24"/>
                      <a:pt x="31" y="24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7" y="27"/>
                      <a:pt x="37" y="27"/>
                      <a:pt x="37" y="27"/>
                    </a:cubicBezTo>
                    <a:lnTo>
                      <a:pt x="37" y="24"/>
                    </a:lnTo>
                    <a:close/>
                    <a:moveTo>
                      <a:pt x="20" y="29"/>
                    </a:moveTo>
                    <a:cubicBezTo>
                      <a:pt x="18" y="29"/>
                      <a:pt x="18" y="29"/>
                      <a:pt x="18" y="29"/>
                    </a:cubicBezTo>
                    <a:cubicBezTo>
                      <a:pt x="18" y="29"/>
                      <a:pt x="18" y="29"/>
                      <a:pt x="18" y="29"/>
                    </a:cubicBezTo>
                    <a:cubicBezTo>
                      <a:pt x="18" y="27"/>
                      <a:pt x="18" y="27"/>
                      <a:pt x="18" y="27"/>
                    </a:cubicBezTo>
                    <a:cubicBezTo>
                      <a:pt x="17" y="27"/>
                      <a:pt x="17" y="27"/>
                      <a:pt x="17" y="27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20" y="30"/>
                      <a:pt x="20" y="30"/>
                      <a:pt x="20" y="30"/>
                    </a:cubicBezTo>
                    <a:lnTo>
                      <a:pt x="20" y="29"/>
                    </a:lnTo>
                    <a:close/>
                    <a:moveTo>
                      <a:pt x="25" y="24"/>
                    </a:moveTo>
                    <a:cubicBezTo>
                      <a:pt x="21" y="24"/>
                      <a:pt x="21" y="27"/>
                      <a:pt x="21" y="29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30" y="29"/>
                      <a:pt x="30" y="29"/>
                      <a:pt x="30" y="29"/>
                    </a:cubicBezTo>
                    <a:cubicBezTo>
                      <a:pt x="30" y="28"/>
                      <a:pt x="29" y="24"/>
                      <a:pt x="25" y="24"/>
                    </a:cubicBezTo>
                    <a:moveTo>
                      <a:pt x="30" y="35"/>
                    </a:moveTo>
                    <a:cubicBezTo>
                      <a:pt x="32" y="35"/>
                      <a:pt x="32" y="35"/>
                      <a:pt x="32" y="35"/>
                    </a:cubicBezTo>
                    <a:cubicBezTo>
                      <a:pt x="43" y="35"/>
                      <a:pt x="43" y="35"/>
                      <a:pt x="43" y="35"/>
                    </a:cubicBezTo>
                    <a:cubicBezTo>
                      <a:pt x="43" y="31"/>
                      <a:pt x="43" y="31"/>
                      <a:pt x="43" y="31"/>
                    </a:cubicBezTo>
                    <a:cubicBezTo>
                      <a:pt x="30" y="31"/>
                      <a:pt x="30" y="31"/>
                      <a:pt x="30" y="31"/>
                    </a:cubicBezTo>
                    <a:lnTo>
                      <a:pt x="30" y="35"/>
                    </a:lnTo>
                    <a:close/>
                    <a:moveTo>
                      <a:pt x="34" y="30"/>
                    </a:moveTo>
                    <a:cubicBezTo>
                      <a:pt x="43" y="30"/>
                      <a:pt x="43" y="30"/>
                      <a:pt x="43" y="30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34" y="27"/>
                      <a:pt x="34" y="27"/>
                      <a:pt x="34" y="27"/>
                    </a:cubicBezTo>
                    <a:lnTo>
                      <a:pt x="34" y="30"/>
                    </a:lnTo>
                    <a:close/>
                    <a:moveTo>
                      <a:pt x="32" y="28"/>
                    </a:moveTo>
                    <a:cubicBezTo>
                      <a:pt x="32" y="27"/>
                      <a:pt x="31" y="22"/>
                      <a:pt x="25" y="22"/>
                    </a:cubicBezTo>
                    <a:cubicBezTo>
                      <a:pt x="20" y="22"/>
                      <a:pt x="19" y="27"/>
                      <a:pt x="19" y="28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0" y="27"/>
                      <a:pt x="21" y="26"/>
                      <a:pt x="21" y="25"/>
                    </a:cubicBezTo>
                    <a:cubicBezTo>
                      <a:pt x="22" y="24"/>
                      <a:pt x="23" y="23"/>
                      <a:pt x="25" y="23"/>
                    </a:cubicBezTo>
                    <a:cubicBezTo>
                      <a:pt x="30" y="23"/>
                      <a:pt x="30" y="27"/>
                      <a:pt x="30" y="29"/>
                    </a:cubicBezTo>
                    <a:lnTo>
                      <a:pt x="32" y="28"/>
                    </a:lnTo>
                    <a:close/>
                    <a:moveTo>
                      <a:pt x="40" y="0"/>
                    </a:moveTo>
                    <a:cubicBezTo>
                      <a:pt x="38" y="0"/>
                      <a:pt x="38" y="0"/>
                      <a:pt x="38" y="0"/>
                    </a:cubicBezTo>
                    <a:cubicBezTo>
                      <a:pt x="38" y="3"/>
                      <a:pt x="38" y="3"/>
                      <a:pt x="38" y="3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1" y="3"/>
                      <a:pt x="31" y="3"/>
                      <a:pt x="31" y="3"/>
                    </a:cubicBezTo>
                    <a:cubicBezTo>
                      <a:pt x="28" y="3"/>
                      <a:pt x="28" y="3"/>
                      <a:pt x="28" y="3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22" y="3"/>
                      <a:pt x="22" y="3"/>
                      <a:pt x="22" y="3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12" y="3"/>
                      <a:pt x="12" y="3"/>
                      <a:pt x="12" y="3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40" y="5"/>
                      <a:pt x="40" y="5"/>
                      <a:pt x="40" y="5"/>
                    </a:cubicBezTo>
                    <a:lnTo>
                      <a:pt x="40" y="0"/>
                    </a:lnTo>
                    <a:close/>
                    <a:moveTo>
                      <a:pt x="47" y="39"/>
                    </a:moveTo>
                    <a:cubicBezTo>
                      <a:pt x="46" y="37"/>
                      <a:pt x="46" y="37"/>
                      <a:pt x="46" y="37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3" y="38"/>
                      <a:pt x="43" y="38"/>
                      <a:pt x="43" y="38"/>
                    </a:cubicBezTo>
                    <a:cubicBezTo>
                      <a:pt x="43" y="38"/>
                      <a:pt x="43" y="38"/>
                      <a:pt x="43" y="38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40"/>
                      <a:pt x="43" y="40"/>
                      <a:pt x="43" y="40"/>
                    </a:cubicBezTo>
                    <a:cubicBezTo>
                      <a:pt x="43" y="40"/>
                      <a:pt x="43" y="40"/>
                      <a:pt x="43" y="40"/>
                    </a:cubicBezTo>
                    <a:cubicBezTo>
                      <a:pt x="45" y="41"/>
                      <a:pt x="45" y="41"/>
                      <a:pt x="45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5" y="41"/>
                      <a:pt x="45" y="41"/>
                      <a:pt x="45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8" y="44"/>
                      <a:pt x="49" y="43"/>
                      <a:pt x="50" y="43"/>
                    </a:cubicBezTo>
                    <a:cubicBezTo>
                      <a:pt x="49" y="42"/>
                      <a:pt x="47" y="39"/>
                      <a:pt x="47" y="39"/>
                    </a:cubicBezTo>
                    <a:moveTo>
                      <a:pt x="6" y="39"/>
                    </a:moveTo>
                    <a:cubicBezTo>
                      <a:pt x="7" y="38"/>
                      <a:pt x="7" y="38"/>
                      <a:pt x="7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5" y="41"/>
                      <a:pt x="5" y="41"/>
                      <a:pt x="5" y="41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7" y="44"/>
                      <a:pt x="7" y="44"/>
                      <a:pt x="7" y="44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2" y="40"/>
                      <a:pt x="12" y="40"/>
                      <a:pt x="12" y="40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38"/>
                      <a:pt x="13" y="38"/>
                      <a:pt x="13" y="38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6" y="43"/>
                      <a:pt x="16" y="43"/>
                      <a:pt x="16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3"/>
                      <a:pt x="19" y="43"/>
                      <a:pt x="19" y="43"/>
                    </a:cubicBezTo>
                    <a:cubicBezTo>
                      <a:pt x="19" y="43"/>
                      <a:pt x="19" y="43"/>
                      <a:pt x="19" y="43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20" y="39"/>
                      <a:pt x="20" y="39"/>
                      <a:pt x="20" y="39"/>
                    </a:cubicBezTo>
                    <a:cubicBezTo>
                      <a:pt x="20" y="38"/>
                      <a:pt x="20" y="38"/>
                      <a:pt x="20" y="38"/>
                    </a:cubicBezTo>
                    <a:cubicBezTo>
                      <a:pt x="20" y="38"/>
                      <a:pt x="20" y="38"/>
                      <a:pt x="20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9"/>
                      <a:pt x="18" y="39"/>
                      <a:pt x="18" y="39"/>
                    </a:cubicBezTo>
                    <a:cubicBezTo>
                      <a:pt x="18" y="39"/>
                      <a:pt x="18" y="39"/>
                      <a:pt x="18" y="39"/>
                    </a:cubicBezTo>
                    <a:cubicBezTo>
                      <a:pt x="17" y="39"/>
                      <a:pt x="16" y="39"/>
                      <a:pt x="15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3" y="38"/>
                      <a:pt x="12" y="38"/>
                      <a:pt x="11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9" y="38"/>
                      <a:pt x="8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6" y="37"/>
                      <a:pt x="6" y="37"/>
                      <a:pt x="6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4" y="38"/>
                      <a:pt x="3" y="39"/>
                    </a:cubicBezTo>
                    <a:cubicBezTo>
                      <a:pt x="2" y="40"/>
                      <a:pt x="1" y="42"/>
                      <a:pt x="0" y="42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2" y="43"/>
                      <a:pt x="3" y="42"/>
                      <a:pt x="4" y="41"/>
                    </a:cubicBezTo>
                    <a:lnTo>
                      <a:pt x="6" y="39"/>
                    </a:lnTo>
                    <a:close/>
                    <a:moveTo>
                      <a:pt x="26" y="10"/>
                    </a:moveTo>
                    <a:cubicBezTo>
                      <a:pt x="32" y="10"/>
                      <a:pt x="32" y="10"/>
                      <a:pt x="32" y="10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26" y="9"/>
                      <a:pt x="26" y="9"/>
                      <a:pt x="26" y="9"/>
                    </a:cubicBezTo>
                    <a:lnTo>
                      <a:pt x="26" y="10"/>
                    </a:lnTo>
                    <a:close/>
                    <a:moveTo>
                      <a:pt x="29" y="14"/>
                    </a:moveTo>
                    <a:cubicBezTo>
                      <a:pt x="36" y="14"/>
                      <a:pt x="36" y="14"/>
                      <a:pt x="36" y="14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29" y="11"/>
                      <a:pt x="29" y="11"/>
                      <a:pt x="29" y="11"/>
                    </a:cubicBezTo>
                    <a:lnTo>
                      <a:pt x="29" y="14"/>
                    </a:lnTo>
                    <a:close/>
                    <a:moveTo>
                      <a:pt x="26" y="17"/>
                    </a:moveTo>
                    <a:cubicBezTo>
                      <a:pt x="32" y="17"/>
                      <a:pt x="32" y="17"/>
                      <a:pt x="32" y="17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26" y="15"/>
                      <a:pt x="26" y="15"/>
                      <a:pt x="26" y="15"/>
                    </a:cubicBezTo>
                    <a:lnTo>
                      <a:pt x="26" y="17"/>
                    </a:lnTo>
                    <a:close/>
                    <a:moveTo>
                      <a:pt x="37" y="17"/>
                    </a:moveTo>
                    <a:cubicBezTo>
                      <a:pt x="29" y="17"/>
                      <a:pt x="29" y="17"/>
                      <a:pt x="29" y="17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37" y="20"/>
                      <a:pt x="37" y="20"/>
                      <a:pt x="37" y="20"/>
                    </a:cubicBezTo>
                    <a:lnTo>
                      <a:pt x="37" y="17"/>
                    </a:lnTo>
                    <a:close/>
                    <a:moveTo>
                      <a:pt x="29" y="17"/>
                    </a:moveTo>
                    <a:cubicBezTo>
                      <a:pt x="22" y="17"/>
                      <a:pt x="22" y="17"/>
                      <a:pt x="22" y="17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9" y="20"/>
                      <a:pt x="29" y="20"/>
                      <a:pt x="29" y="20"/>
                    </a:cubicBezTo>
                    <a:lnTo>
                      <a:pt x="29" y="17"/>
                    </a:lnTo>
                    <a:close/>
                    <a:moveTo>
                      <a:pt x="26" y="22"/>
                    </a:moveTo>
                    <a:cubicBezTo>
                      <a:pt x="28" y="22"/>
                      <a:pt x="29" y="23"/>
                      <a:pt x="30" y="24"/>
                    </a:cubicBezTo>
                    <a:cubicBezTo>
                      <a:pt x="33" y="24"/>
                      <a:pt x="33" y="24"/>
                      <a:pt x="33" y="24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26" y="21"/>
                      <a:pt x="26" y="21"/>
                      <a:pt x="26" y="21"/>
                    </a:cubicBezTo>
                    <a:lnTo>
                      <a:pt x="26" y="22"/>
                    </a:lnTo>
                    <a:close/>
                    <a:moveTo>
                      <a:pt x="19" y="10"/>
                    </a:moveTo>
                    <a:cubicBezTo>
                      <a:pt x="25" y="10"/>
                      <a:pt x="25" y="10"/>
                      <a:pt x="25" y="10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19" y="9"/>
                      <a:pt x="19" y="9"/>
                      <a:pt x="19" y="9"/>
                    </a:cubicBezTo>
                    <a:lnTo>
                      <a:pt x="19" y="10"/>
                    </a:lnTo>
                    <a:close/>
                    <a:moveTo>
                      <a:pt x="42" y="43"/>
                    </a:moveTo>
                    <a:cubicBezTo>
                      <a:pt x="42" y="43"/>
                      <a:pt x="42" y="43"/>
                      <a:pt x="42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3"/>
                      <a:pt x="42" y="43"/>
                      <a:pt x="42" y="43"/>
                    </a:cubicBezTo>
                    <a:close/>
                    <a:moveTo>
                      <a:pt x="20" y="31"/>
                    </a:moveTo>
                    <a:cubicBezTo>
                      <a:pt x="8" y="31"/>
                      <a:pt x="8" y="31"/>
                      <a:pt x="8" y="31"/>
                    </a:cubicBezTo>
                    <a:cubicBezTo>
                      <a:pt x="7" y="35"/>
                      <a:pt x="7" y="35"/>
                      <a:pt x="7" y="35"/>
                    </a:cubicBezTo>
                    <a:cubicBezTo>
                      <a:pt x="20" y="35"/>
                      <a:pt x="20" y="35"/>
                      <a:pt x="20" y="35"/>
                    </a:cubicBezTo>
                    <a:lnTo>
                      <a:pt x="20" y="31"/>
                    </a:lnTo>
                    <a:close/>
                    <a:moveTo>
                      <a:pt x="38" y="27"/>
                    </a:moveTo>
                    <a:cubicBezTo>
                      <a:pt x="42" y="27"/>
                      <a:pt x="42" y="27"/>
                      <a:pt x="42" y="27"/>
                    </a:cubicBezTo>
                    <a:cubicBezTo>
                      <a:pt x="41" y="24"/>
                      <a:pt x="41" y="24"/>
                      <a:pt x="41" y="24"/>
                    </a:cubicBezTo>
                    <a:cubicBezTo>
                      <a:pt x="38" y="24"/>
                      <a:pt x="38" y="24"/>
                      <a:pt x="38" y="24"/>
                    </a:cubicBezTo>
                    <a:lnTo>
                      <a:pt x="38" y="27"/>
                    </a:lnTo>
                    <a:close/>
                    <a:moveTo>
                      <a:pt x="12" y="24"/>
                    </a:moveTo>
                    <a:cubicBezTo>
                      <a:pt x="9" y="24"/>
                      <a:pt x="9" y="24"/>
                      <a:pt x="9" y="24"/>
                    </a:cubicBezTo>
                    <a:cubicBezTo>
                      <a:pt x="9" y="27"/>
                      <a:pt x="9" y="27"/>
                      <a:pt x="9" y="27"/>
                    </a:cubicBezTo>
                    <a:cubicBezTo>
                      <a:pt x="12" y="27"/>
                      <a:pt x="12" y="27"/>
                      <a:pt x="12" y="27"/>
                    </a:cubicBezTo>
                    <a:lnTo>
                      <a:pt x="12" y="24"/>
                    </a:lnTo>
                    <a:close/>
                    <a:moveTo>
                      <a:pt x="16" y="27"/>
                    </a:moveTo>
                    <a:cubicBezTo>
                      <a:pt x="9" y="27"/>
                      <a:pt x="9" y="27"/>
                      <a:pt x="9" y="27"/>
                    </a:cubicBezTo>
                    <a:cubicBezTo>
                      <a:pt x="8" y="30"/>
                      <a:pt x="8" y="30"/>
                      <a:pt x="8" y="30"/>
                    </a:cubicBezTo>
                    <a:cubicBezTo>
                      <a:pt x="16" y="30"/>
                      <a:pt x="16" y="30"/>
                      <a:pt x="16" y="30"/>
                    </a:cubicBezTo>
                    <a:lnTo>
                      <a:pt x="16" y="27"/>
                    </a:lnTo>
                    <a:close/>
                    <a:moveTo>
                      <a:pt x="7" y="37"/>
                    </a:moveTo>
                    <a:cubicBezTo>
                      <a:pt x="7" y="37"/>
                      <a:pt x="7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8" y="37"/>
                      <a:pt x="9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2" y="38"/>
                      <a:pt x="13" y="38"/>
                      <a:pt x="14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6" y="38"/>
                      <a:pt x="17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9" y="37"/>
                      <a:pt x="19" y="37"/>
                      <a:pt x="19" y="37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2" y="38"/>
                      <a:pt x="24" y="38"/>
                      <a:pt x="27" y="38"/>
                    </a:cubicBezTo>
                    <a:cubicBezTo>
                      <a:pt x="28" y="38"/>
                      <a:pt x="28" y="38"/>
                      <a:pt x="28" y="38"/>
                    </a:cubicBezTo>
                    <a:cubicBezTo>
                      <a:pt x="29" y="38"/>
                      <a:pt x="30" y="38"/>
                      <a:pt x="32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9" y="38"/>
                      <a:pt x="39" y="38"/>
                      <a:pt x="39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33" y="36"/>
                      <a:pt x="33" y="36"/>
                      <a:pt x="33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7" y="36"/>
                      <a:pt x="7" y="36"/>
                      <a:pt x="7" y="36"/>
                    </a:cubicBezTo>
                    <a:lnTo>
                      <a:pt x="7" y="37"/>
                    </a:lnTo>
                    <a:close/>
                    <a:moveTo>
                      <a:pt x="43" y="40"/>
                    </a:moveTo>
                    <a:cubicBezTo>
                      <a:pt x="42" y="39"/>
                      <a:pt x="42" y="39"/>
                      <a:pt x="42" y="39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39" y="38"/>
                      <a:pt x="39" y="38"/>
                      <a:pt x="39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0"/>
                      <a:pt x="43" y="40"/>
                      <a:pt x="43" y="40"/>
                    </a:cubicBezTo>
                    <a:close/>
                    <a:moveTo>
                      <a:pt x="29" y="40"/>
                    </a:move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2" y="41"/>
                      <a:pt x="33" y="43"/>
                      <a:pt x="34" y="43"/>
                    </a:cubicBezTo>
                    <a:cubicBezTo>
                      <a:pt x="34" y="42"/>
                      <a:pt x="34" y="41"/>
                      <a:pt x="34" y="40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2" y="39"/>
                      <a:pt x="32" y="39"/>
                      <a:pt x="32" y="39"/>
                    </a:cubicBezTo>
                    <a:cubicBezTo>
                      <a:pt x="30" y="39"/>
                      <a:pt x="29" y="39"/>
                      <a:pt x="28" y="39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9"/>
                      <a:pt x="25" y="39"/>
                      <a:pt x="25" y="39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3" y="38"/>
                      <a:pt x="22" y="38"/>
                      <a:pt x="21" y="38"/>
                    </a:cubicBezTo>
                    <a:cubicBezTo>
                      <a:pt x="21" y="39"/>
                      <a:pt x="21" y="39"/>
                      <a:pt x="21" y="39"/>
                    </a:cubicBezTo>
                    <a:cubicBezTo>
                      <a:pt x="21" y="39"/>
                      <a:pt x="21" y="39"/>
                      <a:pt x="21" y="39"/>
                    </a:cubicBezTo>
                    <a:cubicBezTo>
                      <a:pt x="20" y="39"/>
                      <a:pt x="20" y="39"/>
                      <a:pt x="20" y="39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2"/>
                      <a:pt x="24" y="42"/>
                      <a:pt x="26" y="42"/>
                    </a:cubicBezTo>
                    <a:cubicBezTo>
                      <a:pt x="27" y="42"/>
                      <a:pt x="27" y="42"/>
                      <a:pt x="27" y="42"/>
                    </a:cubicBezTo>
                    <a:cubicBezTo>
                      <a:pt x="27" y="42"/>
                      <a:pt x="28" y="41"/>
                      <a:pt x="29" y="40"/>
                    </a:cubicBezTo>
                    <a:moveTo>
                      <a:pt x="46" y="42"/>
                    </a:moveTo>
                    <a:cubicBezTo>
                      <a:pt x="46" y="42"/>
                      <a:pt x="46" y="42"/>
                      <a:pt x="46" y="42"/>
                    </a:cubicBezTo>
                    <a:cubicBezTo>
                      <a:pt x="45" y="42"/>
                      <a:pt x="45" y="42"/>
                      <a:pt x="45" y="42"/>
                    </a:cubicBezTo>
                    <a:cubicBezTo>
                      <a:pt x="44" y="42"/>
                      <a:pt x="44" y="42"/>
                      <a:pt x="44" y="42"/>
                    </a:cubicBezTo>
                    <a:cubicBezTo>
                      <a:pt x="44" y="42"/>
                      <a:pt x="43" y="43"/>
                      <a:pt x="43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40" y="43"/>
                      <a:pt x="40" y="43"/>
                      <a:pt x="40" y="43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1"/>
                      <a:pt x="35" y="42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2" y="43"/>
                      <a:pt x="31" y="41"/>
                      <a:pt x="31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7" y="43"/>
                      <a:pt x="30" y="44"/>
                      <a:pt x="31" y="44"/>
                    </a:cubicBezTo>
                    <a:cubicBezTo>
                      <a:pt x="34" y="44"/>
                      <a:pt x="35" y="43"/>
                      <a:pt x="37" y="43"/>
                    </a:cubicBezTo>
                    <a:cubicBezTo>
                      <a:pt x="39" y="43"/>
                      <a:pt x="40" y="43"/>
                      <a:pt x="42" y="44"/>
                    </a:cubicBezTo>
                    <a:cubicBezTo>
                      <a:pt x="43" y="44"/>
                      <a:pt x="44" y="44"/>
                      <a:pt x="45" y="44"/>
                    </a:cubicBezTo>
                    <a:cubicBezTo>
                      <a:pt x="46" y="44"/>
                      <a:pt x="46" y="44"/>
                      <a:pt x="46" y="44"/>
                    </a:cubicBezTo>
                    <a:cubicBezTo>
                      <a:pt x="46" y="44"/>
                      <a:pt x="46" y="44"/>
                      <a:pt x="46" y="44"/>
                    </a:cubicBezTo>
                    <a:cubicBezTo>
                      <a:pt x="46" y="44"/>
                      <a:pt x="46" y="44"/>
                      <a:pt x="46" y="44"/>
                    </a:cubicBezTo>
                    <a:lnTo>
                      <a:pt x="46" y="42"/>
                    </a:lnTo>
                    <a:close/>
                    <a:moveTo>
                      <a:pt x="22" y="42"/>
                    </a:move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7" y="44"/>
                      <a:pt x="17" y="44"/>
                      <a:pt x="17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3" y="42"/>
                      <a:pt x="13" y="42"/>
                      <a:pt x="13" y="42"/>
                    </a:cubicBezTo>
                    <a:cubicBezTo>
                      <a:pt x="13" y="41"/>
                      <a:pt x="13" y="41"/>
                      <a:pt x="13" y="41"/>
                    </a:cubicBezTo>
                    <a:cubicBezTo>
                      <a:pt x="13" y="41"/>
                      <a:pt x="13" y="41"/>
                      <a:pt x="13" y="41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8" y="44"/>
                      <a:pt x="8" y="44"/>
                      <a:pt x="8" y="44"/>
                    </a:cubicBezTo>
                    <a:cubicBezTo>
                      <a:pt x="8" y="44"/>
                      <a:pt x="8" y="44"/>
                      <a:pt x="8" y="44"/>
                    </a:cubicBezTo>
                    <a:cubicBezTo>
                      <a:pt x="7" y="44"/>
                      <a:pt x="7" y="44"/>
                      <a:pt x="7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5" y="43"/>
                      <a:pt x="5" y="43"/>
                      <a:pt x="4" y="42"/>
                    </a:cubicBezTo>
                    <a:cubicBezTo>
                      <a:pt x="4" y="42"/>
                      <a:pt x="3" y="43"/>
                      <a:pt x="1" y="44"/>
                    </a:cubicBezTo>
                    <a:cubicBezTo>
                      <a:pt x="2" y="44"/>
                      <a:pt x="2" y="44"/>
                      <a:pt x="2" y="44"/>
                    </a:cubicBezTo>
                    <a:cubicBezTo>
                      <a:pt x="3" y="44"/>
                      <a:pt x="3" y="44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7" y="45"/>
                      <a:pt x="8" y="44"/>
                      <a:pt x="8" y="44"/>
                    </a:cubicBezTo>
                    <a:cubicBezTo>
                      <a:pt x="9" y="44"/>
                      <a:pt x="11" y="42"/>
                      <a:pt x="12" y="42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3" y="42"/>
                      <a:pt x="15" y="43"/>
                      <a:pt x="16" y="44"/>
                    </a:cubicBezTo>
                    <a:cubicBezTo>
                      <a:pt x="17" y="44"/>
                      <a:pt x="18" y="45"/>
                      <a:pt x="19" y="45"/>
                    </a:cubicBezTo>
                    <a:cubicBezTo>
                      <a:pt x="19" y="45"/>
                      <a:pt x="19" y="45"/>
                      <a:pt x="19" y="45"/>
                    </a:cubicBezTo>
                    <a:cubicBezTo>
                      <a:pt x="20" y="45"/>
                      <a:pt x="22" y="43"/>
                      <a:pt x="24" y="43"/>
                    </a:cubicBezTo>
                    <a:lnTo>
                      <a:pt x="22" y="42"/>
                    </a:lnTo>
                    <a:close/>
                    <a:moveTo>
                      <a:pt x="37" y="42"/>
                    </a:move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5" y="39"/>
                      <a:pt x="35" y="39"/>
                      <a:pt x="35" y="39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6" y="41"/>
                      <a:pt x="36" y="41"/>
                      <a:pt x="36" y="41"/>
                    </a:cubicBezTo>
                    <a:lnTo>
                      <a:pt x="37" y="42"/>
                    </a:lnTo>
                    <a:close/>
                    <a:moveTo>
                      <a:pt x="17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9" y="24"/>
                      <a:pt x="9" y="24"/>
                      <a:pt x="9" y="24"/>
                    </a:cubicBezTo>
                    <a:cubicBezTo>
                      <a:pt x="17" y="24"/>
                      <a:pt x="17" y="24"/>
                      <a:pt x="17" y="24"/>
                    </a:cubicBezTo>
                    <a:lnTo>
                      <a:pt x="17" y="21"/>
                    </a:lnTo>
                    <a:close/>
                    <a:moveTo>
                      <a:pt x="32" y="9"/>
                    </a:moveTo>
                    <a:cubicBezTo>
                      <a:pt x="32" y="10"/>
                      <a:pt x="32" y="10"/>
                      <a:pt x="32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8" y="9"/>
                      <a:pt x="38" y="9"/>
                      <a:pt x="38" y="9"/>
                    </a:cubicBezTo>
                    <a:lnTo>
                      <a:pt x="32" y="9"/>
                    </a:lnTo>
                    <a:close/>
                    <a:moveTo>
                      <a:pt x="39" y="14"/>
                    </a:moveTo>
                    <a:cubicBezTo>
                      <a:pt x="39" y="11"/>
                      <a:pt x="39" y="11"/>
                      <a:pt x="39" y="11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36" y="14"/>
                      <a:pt x="36" y="14"/>
                      <a:pt x="36" y="14"/>
                    </a:cubicBezTo>
                    <a:lnTo>
                      <a:pt x="39" y="14"/>
                    </a:lnTo>
                    <a:close/>
                    <a:moveTo>
                      <a:pt x="40" y="15"/>
                    </a:moveTo>
                    <a:cubicBezTo>
                      <a:pt x="33" y="15"/>
                      <a:pt x="33" y="15"/>
                      <a:pt x="33" y="15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40" y="17"/>
                      <a:pt x="40" y="17"/>
                      <a:pt x="40" y="17"/>
                    </a:cubicBezTo>
                    <a:lnTo>
                      <a:pt x="40" y="15"/>
                    </a:lnTo>
                    <a:close/>
                    <a:moveTo>
                      <a:pt x="34" y="24"/>
                    </a:moveTo>
                    <a:cubicBezTo>
                      <a:pt x="41" y="24"/>
                      <a:pt x="41" y="24"/>
                      <a:pt x="41" y="24"/>
                    </a:cubicBezTo>
                    <a:cubicBezTo>
                      <a:pt x="41" y="21"/>
                      <a:pt x="41" y="21"/>
                      <a:pt x="41" y="21"/>
                    </a:cubicBezTo>
                    <a:cubicBezTo>
                      <a:pt x="34" y="21"/>
                      <a:pt x="34" y="21"/>
                      <a:pt x="34" y="21"/>
                    </a:cubicBezTo>
                    <a:lnTo>
                      <a:pt x="34" y="24"/>
                    </a:lnTo>
                    <a:close/>
                    <a:moveTo>
                      <a:pt x="37" y="17"/>
                    </a:moveTo>
                    <a:cubicBezTo>
                      <a:pt x="37" y="20"/>
                      <a:pt x="37" y="20"/>
                      <a:pt x="37" y="20"/>
                    </a:cubicBezTo>
                    <a:cubicBezTo>
                      <a:pt x="41" y="20"/>
                      <a:pt x="41" y="20"/>
                      <a:pt x="41" y="20"/>
                    </a:cubicBezTo>
                    <a:cubicBezTo>
                      <a:pt x="40" y="17"/>
                      <a:pt x="40" y="17"/>
                      <a:pt x="40" y="17"/>
                    </a:cubicBezTo>
                    <a:lnTo>
                      <a:pt x="37" y="17"/>
                    </a:lnTo>
                    <a:close/>
                    <a:moveTo>
                      <a:pt x="13" y="17"/>
                    </a:moveTo>
                    <a:cubicBezTo>
                      <a:pt x="10" y="17"/>
                      <a:pt x="10" y="17"/>
                      <a:pt x="10" y="17"/>
                    </a:cubicBezTo>
                    <a:cubicBezTo>
                      <a:pt x="10" y="20"/>
                      <a:pt x="10" y="20"/>
                      <a:pt x="10" y="20"/>
                    </a:cubicBezTo>
                    <a:cubicBezTo>
                      <a:pt x="13" y="20"/>
                      <a:pt x="13" y="20"/>
                      <a:pt x="13" y="20"/>
                    </a:cubicBezTo>
                    <a:lnTo>
                      <a:pt x="13" y="17"/>
                    </a:lnTo>
                    <a:close/>
                    <a:moveTo>
                      <a:pt x="11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2" y="11"/>
                      <a:pt x="12" y="11"/>
                      <a:pt x="12" y="11"/>
                    </a:cubicBezTo>
                    <a:lnTo>
                      <a:pt x="11" y="14"/>
                    </a:lnTo>
                    <a:close/>
                    <a:moveTo>
                      <a:pt x="18" y="15"/>
                    </a:moveTo>
                    <a:cubicBezTo>
                      <a:pt x="11" y="15"/>
                      <a:pt x="11" y="15"/>
                      <a:pt x="11" y="15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8" y="17"/>
                      <a:pt x="18" y="17"/>
                      <a:pt x="18" y="17"/>
                    </a:cubicBezTo>
                    <a:lnTo>
                      <a:pt x="18" y="15"/>
                    </a:lnTo>
                    <a:close/>
                    <a:moveTo>
                      <a:pt x="10" y="6"/>
                    </a:moveTo>
                    <a:cubicBezTo>
                      <a:pt x="12" y="8"/>
                      <a:pt x="12" y="8"/>
                      <a:pt x="12" y="8"/>
                    </a:cubicBezTo>
                    <a:cubicBezTo>
                      <a:pt x="38" y="8"/>
                      <a:pt x="38" y="8"/>
                      <a:pt x="38" y="8"/>
                    </a:cubicBezTo>
                    <a:cubicBezTo>
                      <a:pt x="38" y="8"/>
                      <a:pt x="38" y="8"/>
                      <a:pt x="38" y="8"/>
                    </a:cubicBezTo>
                    <a:cubicBezTo>
                      <a:pt x="40" y="6"/>
                      <a:pt x="40" y="6"/>
                      <a:pt x="40" y="6"/>
                    </a:cubicBezTo>
                    <a:lnTo>
                      <a:pt x="10" y="6"/>
                    </a:lnTo>
                    <a:close/>
                    <a:moveTo>
                      <a:pt x="18" y="9"/>
                    </a:moveTo>
                    <a:cubicBezTo>
                      <a:pt x="12" y="9"/>
                      <a:pt x="12" y="9"/>
                      <a:pt x="12" y="9"/>
                    </a:cubicBezTo>
                    <a:cubicBezTo>
                      <a:pt x="12" y="10"/>
                      <a:pt x="12" y="10"/>
                      <a:pt x="12" y="10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18" y="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grpSp>
          <p:nvGrpSpPr>
            <p:cNvPr id="44" name="Grupo 43">
              <a:extLst>
                <a:ext uri="{FF2B5EF4-FFF2-40B4-BE49-F238E27FC236}">
                  <a16:creationId xmlns:a16="http://schemas.microsoft.com/office/drawing/2014/main" id="{E7831996-F7BD-4F84-AB19-E69BBC60EBB7}"/>
                </a:ext>
              </a:extLst>
            </p:cNvPr>
            <p:cNvGrpSpPr/>
            <p:nvPr userDrawn="1"/>
          </p:nvGrpSpPr>
          <p:grpSpPr>
            <a:xfrm>
              <a:off x="457020" y="572789"/>
              <a:ext cx="1931988" cy="938213"/>
              <a:chOff x="3838575" y="2246313"/>
              <a:chExt cx="1931988" cy="938213"/>
            </a:xfrm>
          </p:grpSpPr>
          <p:sp>
            <p:nvSpPr>
              <p:cNvPr id="46" name="Rectangle 5">
                <a:extLst>
                  <a:ext uri="{FF2B5EF4-FFF2-40B4-BE49-F238E27FC236}">
                    <a16:creationId xmlns:a16="http://schemas.microsoft.com/office/drawing/2014/main" id="{D645941C-CD69-4205-8A59-A8AD2DBD17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38575" y="2246313"/>
                <a:ext cx="1931988" cy="938213"/>
              </a:xfrm>
              <a:prstGeom prst="rect">
                <a:avLst/>
              </a:prstGeom>
              <a:solidFill>
                <a:srgbClr val="00B2D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7" name="Freeform 37">
                <a:extLst>
                  <a:ext uri="{FF2B5EF4-FFF2-40B4-BE49-F238E27FC236}">
                    <a16:creationId xmlns:a16="http://schemas.microsoft.com/office/drawing/2014/main" id="{82E5C52C-8EFE-42F7-B109-63878A4B2FB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68750" y="2727325"/>
                <a:ext cx="1668463" cy="123825"/>
              </a:xfrm>
              <a:custGeom>
                <a:avLst/>
                <a:gdLst>
                  <a:gd name="T0" fmla="*/ 768 w 770"/>
                  <a:gd name="T1" fmla="*/ 17 h 57"/>
                  <a:gd name="T2" fmla="*/ 743 w 770"/>
                  <a:gd name="T3" fmla="*/ 44 h 57"/>
                  <a:gd name="T4" fmla="*/ 715 w 770"/>
                  <a:gd name="T5" fmla="*/ 22 h 57"/>
                  <a:gd name="T6" fmla="*/ 720 w 770"/>
                  <a:gd name="T7" fmla="*/ 17 h 57"/>
                  <a:gd name="T8" fmla="*/ 704 w 770"/>
                  <a:gd name="T9" fmla="*/ 51 h 57"/>
                  <a:gd name="T10" fmla="*/ 689 w 770"/>
                  <a:gd name="T11" fmla="*/ 56 h 57"/>
                  <a:gd name="T12" fmla="*/ 669 w 770"/>
                  <a:gd name="T13" fmla="*/ 20 h 57"/>
                  <a:gd name="T14" fmla="*/ 662 w 770"/>
                  <a:gd name="T15" fmla="*/ 48 h 57"/>
                  <a:gd name="T16" fmla="*/ 662 w 770"/>
                  <a:gd name="T17" fmla="*/ 17 h 57"/>
                  <a:gd name="T18" fmla="*/ 607 w 770"/>
                  <a:gd name="T19" fmla="*/ 17 h 57"/>
                  <a:gd name="T20" fmla="*/ 593 w 770"/>
                  <a:gd name="T21" fmla="*/ 17 h 57"/>
                  <a:gd name="T22" fmla="*/ 597 w 770"/>
                  <a:gd name="T23" fmla="*/ 56 h 57"/>
                  <a:gd name="T24" fmla="*/ 610 w 770"/>
                  <a:gd name="T25" fmla="*/ 56 h 57"/>
                  <a:gd name="T26" fmla="*/ 563 w 770"/>
                  <a:gd name="T27" fmla="*/ 51 h 57"/>
                  <a:gd name="T28" fmla="*/ 560 w 770"/>
                  <a:gd name="T29" fmla="*/ 29 h 57"/>
                  <a:gd name="T30" fmla="*/ 568 w 770"/>
                  <a:gd name="T31" fmla="*/ 17 h 57"/>
                  <a:gd name="T32" fmla="*/ 569 w 770"/>
                  <a:gd name="T33" fmla="*/ 56 h 57"/>
                  <a:gd name="T34" fmla="*/ 511 w 770"/>
                  <a:gd name="T35" fmla="*/ 17 h 57"/>
                  <a:gd name="T36" fmla="*/ 504 w 770"/>
                  <a:gd name="T37" fmla="*/ 54 h 57"/>
                  <a:gd name="T38" fmla="*/ 504 w 770"/>
                  <a:gd name="T39" fmla="*/ 29 h 57"/>
                  <a:gd name="T40" fmla="*/ 453 w 770"/>
                  <a:gd name="T41" fmla="*/ 17 h 57"/>
                  <a:gd name="T42" fmla="*/ 430 w 770"/>
                  <a:gd name="T43" fmla="*/ 17 h 57"/>
                  <a:gd name="T44" fmla="*/ 422 w 770"/>
                  <a:gd name="T45" fmla="*/ 56 h 57"/>
                  <a:gd name="T46" fmla="*/ 379 w 770"/>
                  <a:gd name="T47" fmla="*/ 41 h 57"/>
                  <a:gd name="T48" fmla="*/ 395 w 770"/>
                  <a:gd name="T49" fmla="*/ 56 h 57"/>
                  <a:gd name="T50" fmla="*/ 350 w 770"/>
                  <a:gd name="T51" fmla="*/ 56 h 57"/>
                  <a:gd name="T52" fmla="*/ 377 w 770"/>
                  <a:gd name="T53" fmla="*/ 52 h 57"/>
                  <a:gd name="T54" fmla="*/ 347 w 770"/>
                  <a:gd name="T55" fmla="*/ 20 h 57"/>
                  <a:gd name="T56" fmla="*/ 327 w 770"/>
                  <a:gd name="T57" fmla="*/ 56 h 57"/>
                  <a:gd name="T58" fmla="*/ 310 w 770"/>
                  <a:gd name="T59" fmla="*/ 28 h 57"/>
                  <a:gd name="T60" fmla="*/ 320 w 770"/>
                  <a:gd name="T61" fmla="*/ 52 h 57"/>
                  <a:gd name="T62" fmla="*/ 284 w 770"/>
                  <a:gd name="T63" fmla="*/ 17 h 57"/>
                  <a:gd name="T64" fmla="*/ 303 w 770"/>
                  <a:gd name="T65" fmla="*/ 52 h 57"/>
                  <a:gd name="T66" fmla="*/ 275 w 770"/>
                  <a:gd name="T67" fmla="*/ 45 h 57"/>
                  <a:gd name="T68" fmla="*/ 271 w 770"/>
                  <a:gd name="T69" fmla="*/ 42 h 57"/>
                  <a:gd name="T70" fmla="*/ 270 w 770"/>
                  <a:gd name="T71" fmla="*/ 27 h 57"/>
                  <a:gd name="T72" fmla="*/ 245 w 770"/>
                  <a:gd name="T73" fmla="*/ 52 h 57"/>
                  <a:gd name="T74" fmla="*/ 238 w 770"/>
                  <a:gd name="T75" fmla="*/ 20 h 57"/>
                  <a:gd name="T76" fmla="*/ 218 w 770"/>
                  <a:gd name="T77" fmla="*/ 56 h 57"/>
                  <a:gd name="T78" fmla="*/ 199 w 770"/>
                  <a:gd name="T79" fmla="*/ 35 h 57"/>
                  <a:gd name="T80" fmla="*/ 171 w 770"/>
                  <a:gd name="T81" fmla="*/ 21 h 57"/>
                  <a:gd name="T82" fmla="*/ 177 w 770"/>
                  <a:gd name="T83" fmla="*/ 34 h 57"/>
                  <a:gd name="T84" fmla="*/ 211 w 770"/>
                  <a:gd name="T85" fmla="*/ 20 h 57"/>
                  <a:gd name="T86" fmla="*/ 145 w 770"/>
                  <a:gd name="T87" fmla="*/ 38 h 57"/>
                  <a:gd name="T88" fmla="*/ 138 w 770"/>
                  <a:gd name="T89" fmla="*/ 21 h 57"/>
                  <a:gd name="T90" fmla="*/ 131 w 770"/>
                  <a:gd name="T91" fmla="*/ 21 h 57"/>
                  <a:gd name="T92" fmla="*/ 102 w 770"/>
                  <a:gd name="T93" fmla="*/ 35 h 57"/>
                  <a:gd name="T94" fmla="*/ 108 w 770"/>
                  <a:gd name="T95" fmla="*/ 22 h 57"/>
                  <a:gd name="T96" fmla="*/ 115 w 770"/>
                  <a:gd name="T97" fmla="*/ 54 h 57"/>
                  <a:gd name="T98" fmla="*/ 62 w 770"/>
                  <a:gd name="T99" fmla="*/ 21 h 57"/>
                  <a:gd name="T100" fmla="*/ 27 w 770"/>
                  <a:gd name="T101" fmla="*/ 20 h 57"/>
                  <a:gd name="T102" fmla="*/ 40 w 770"/>
                  <a:gd name="T103" fmla="*/ 51 h 57"/>
                  <a:gd name="T104" fmla="*/ 69 w 770"/>
                  <a:gd name="T105" fmla="*/ 21 h 57"/>
                  <a:gd name="T106" fmla="*/ 20 w 770"/>
                  <a:gd name="T107" fmla="*/ 17 h 57"/>
                  <a:gd name="T108" fmla="*/ 20 w 770"/>
                  <a:gd name="T109" fmla="*/ 56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70" h="57">
                    <a:moveTo>
                      <a:pt x="770" y="44"/>
                    </a:moveTo>
                    <a:cubicBezTo>
                      <a:pt x="770" y="31"/>
                      <a:pt x="750" y="35"/>
                      <a:pt x="750" y="27"/>
                    </a:cubicBezTo>
                    <a:cubicBezTo>
                      <a:pt x="750" y="23"/>
                      <a:pt x="752" y="21"/>
                      <a:pt x="758" y="21"/>
                    </a:cubicBezTo>
                    <a:cubicBezTo>
                      <a:pt x="759" y="21"/>
                      <a:pt x="761" y="21"/>
                      <a:pt x="762" y="21"/>
                    </a:cubicBezTo>
                    <a:cubicBezTo>
                      <a:pt x="763" y="23"/>
                      <a:pt x="763" y="25"/>
                      <a:pt x="763" y="28"/>
                    </a:cubicBezTo>
                    <a:cubicBezTo>
                      <a:pt x="768" y="28"/>
                      <a:pt x="768" y="28"/>
                      <a:pt x="768" y="28"/>
                    </a:cubicBezTo>
                    <a:cubicBezTo>
                      <a:pt x="768" y="17"/>
                      <a:pt x="768" y="17"/>
                      <a:pt x="768" y="17"/>
                    </a:cubicBezTo>
                    <a:cubicBezTo>
                      <a:pt x="765" y="16"/>
                      <a:pt x="761" y="16"/>
                      <a:pt x="758" y="16"/>
                    </a:cubicBezTo>
                    <a:cubicBezTo>
                      <a:pt x="748" y="16"/>
                      <a:pt x="742" y="21"/>
                      <a:pt x="742" y="28"/>
                    </a:cubicBezTo>
                    <a:cubicBezTo>
                      <a:pt x="742" y="40"/>
                      <a:pt x="763" y="36"/>
                      <a:pt x="763" y="45"/>
                    </a:cubicBezTo>
                    <a:cubicBezTo>
                      <a:pt x="763" y="50"/>
                      <a:pt x="758" y="51"/>
                      <a:pt x="754" y="51"/>
                    </a:cubicBezTo>
                    <a:cubicBezTo>
                      <a:pt x="752" y="51"/>
                      <a:pt x="750" y="51"/>
                      <a:pt x="749" y="51"/>
                    </a:cubicBezTo>
                    <a:cubicBezTo>
                      <a:pt x="748" y="49"/>
                      <a:pt x="748" y="47"/>
                      <a:pt x="748" y="44"/>
                    </a:cubicBezTo>
                    <a:cubicBezTo>
                      <a:pt x="743" y="44"/>
                      <a:pt x="743" y="44"/>
                      <a:pt x="743" y="44"/>
                    </a:cubicBezTo>
                    <a:cubicBezTo>
                      <a:pt x="743" y="55"/>
                      <a:pt x="743" y="55"/>
                      <a:pt x="743" y="55"/>
                    </a:cubicBezTo>
                    <a:cubicBezTo>
                      <a:pt x="746" y="56"/>
                      <a:pt x="750" y="57"/>
                      <a:pt x="753" y="57"/>
                    </a:cubicBezTo>
                    <a:cubicBezTo>
                      <a:pt x="763" y="57"/>
                      <a:pt x="770" y="52"/>
                      <a:pt x="770" y="44"/>
                    </a:cubicBezTo>
                    <a:moveTo>
                      <a:pt x="722" y="41"/>
                    </a:moveTo>
                    <a:cubicBezTo>
                      <a:pt x="708" y="41"/>
                      <a:pt x="708" y="41"/>
                      <a:pt x="708" y="41"/>
                    </a:cubicBezTo>
                    <a:cubicBezTo>
                      <a:pt x="713" y="29"/>
                      <a:pt x="713" y="29"/>
                      <a:pt x="713" y="29"/>
                    </a:cubicBezTo>
                    <a:cubicBezTo>
                      <a:pt x="713" y="27"/>
                      <a:pt x="714" y="24"/>
                      <a:pt x="715" y="22"/>
                    </a:cubicBezTo>
                    <a:cubicBezTo>
                      <a:pt x="715" y="22"/>
                      <a:pt x="715" y="22"/>
                      <a:pt x="715" y="22"/>
                    </a:cubicBezTo>
                    <a:cubicBezTo>
                      <a:pt x="715" y="24"/>
                      <a:pt x="716" y="27"/>
                      <a:pt x="717" y="29"/>
                    </a:cubicBezTo>
                    <a:lnTo>
                      <a:pt x="722" y="41"/>
                    </a:lnTo>
                    <a:close/>
                    <a:moveTo>
                      <a:pt x="737" y="56"/>
                    </a:moveTo>
                    <a:cubicBezTo>
                      <a:pt x="737" y="52"/>
                      <a:pt x="737" y="52"/>
                      <a:pt x="737" y="52"/>
                    </a:cubicBezTo>
                    <a:cubicBezTo>
                      <a:pt x="736" y="52"/>
                      <a:pt x="734" y="51"/>
                      <a:pt x="733" y="51"/>
                    </a:cubicBezTo>
                    <a:cubicBezTo>
                      <a:pt x="720" y="17"/>
                      <a:pt x="720" y="17"/>
                      <a:pt x="720" y="17"/>
                    </a:cubicBezTo>
                    <a:cubicBezTo>
                      <a:pt x="711" y="17"/>
                      <a:pt x="711" y="17"/>
                      <a:pt x="711" y="17"/>
                    </a:cubicBezTo>
                    <a:cubicBezTo>
                      <a:pt x="697" y="51"/>
                      <a:pt x="697" y="51"/>
                      <a:pt x="697" y="51"/>
                    </a:cubicBezTo>
                    <a:cubicBezTo>
                      <a:pt x="696" y="51"/>
                      <a:pt x="694" y="52"/>
                      <a:pt x="693" y="52"/>
                    </a:cubicBezTo>
                    <a:cubicBezTo>
                      <a:pt x="693" y="56"/>
                      <a:pt x="693" y="56"/>
                      <a:pt x="693" y="56"/>
                    </a:cubicBezTo>
                    <a:cubicBezTo>
                      <a:pt x="710" y="56"/>
                      <a:pt x="710" y="56"/>
                      <a:pt x="710" y="56"/>
                    </a:cubicBezTo>
                    <a:cubicBezTo>
                      <a:pt x="710" y="52"/>
                      <a:pt x="710" y="52"/>
                      <a:pt x="710" y="52"/>
                    </a:cubicBezTo>
                    <a:cubicBezTo>
                      <a:pt x="708" y="52"/>
                      <a:pt x="706" y="51"/>
                      <a:pt x="704" y="51"/>
                    </a:cubicBezTo>
                    <a:cubicBezTo>
                      <a:pt x="706" y="46"/>
                      <a:pt x="706" y="46"/>
                      <a:pt x="706" y="46"/>
                    </a:cubicBezTo>
                    <a:cubicBezTo>
                      <a:pt x="723" y="46"/>
                      <a:pt x="723" y="46"/>
                      <a:pt x="723" y="46"/>
                    </a:cubicBezTo>
                    <a:cubicBezTo>
                      <a:pt x="725" y="51"/>
                      <a:pt x="725" y="51"/>
                      <a:pt x="725" y="51"/>
                    </a:cubicBezTo>
                    <a:cubicBezTo>
                      <a:pt x="723" y="51"/>
                      <a:pt x="721" y="52"/>
                      <a:pt x="719" y="52"/>
                    </a:cubicBezTo>
                    <a:cubicBezTo>
                      <a:pt x="719" y="56"/>
                      <a:pt x="719" y="56"/>
                      <a:pt x="719" y="56"/>
                    </a:cubicBezTo>
                    <a:lnTo>
                      <a:pt x="737" y="56"/>
                    </a:lnTo>
                    <a:close/>
                    <a:moveTo>
                      <a:pt x="689" y="56"/>
                    </a:moveTo>
                    <a:cubicBezTo>
                      <a:pt x="689" y="52"/>
                      <a:pt x="689" y="52"/>
                      <a:pt x="689" y="52"/>
                    </a:cubicBezTo>
                    <a:cubicBezTo>
                      <a:pt x="687" y="52"/>
                      <a:pt x="685" y="51"/>
                      <a:pt x="683" y="51"/>
                    </a:cubicBezTo>
                    <a:cubicBezTo>
                      <a:pt x="683" y="21"/>
                      <a:pt x="683" y="21"/>
                      <a:pt x="683" y="21"/>
                    </a:cubicBezTo>
                    <a:cubicBezTo>
                      <a:pt x="685" y="21"/>
                      <a:pt x="687" y="21"/>
                      <a:pt x="689" y="20"/>
                    </a:cubicBezTo>
                    <a:cubicBezTo>
                      <a:pt x="689" y="17"/>
                      <a:pt x="689" y="17"/>
                      <a:pt x="689" y="17"/>
                    </a:cubicBezTo>
                    <a:cubicBezTo>
                      <a:pt x="669" y="17"/>
                      <a:pt x="669" y="17"/>
                      <a:pt x="669" y="17"/>
                    </a:cubicBezTo>
                    <a:cubicBezTo>
                      <a:pt x="669" y="20"/>
                      <a:pt x="669" y="20"/>
                      <a:pt x="669" y="20"/>
                    </a:cubicBezTo>
                    <a:cubicBezTo>
                      <a:pt x="671" y="21"/>
                      <a:pt x="674" y="21"/>
                      <a:pt x="676" y="21"/>
                    </a:cubicBezTo>
                    <a:cubicBezTo>
                      <a:pt x="676" y="51"/>
                      <a:pt x="676" y="51"/>
                      <a:pt x="676" y="51"/>
                    </a:cubicBezTo>
                    <a:cubicBezTo>
                      <a:pt x="674" y="51"/>
                      <a:pt x="671" y="52"/>
                      <a:pt x="669" y="52"/>
                    </a:cubicBezTo>
                    <a:cubicBezTo>
                      <a:pt x="669" y="56"/>
                      <a:pt x="669" y="56"/>
                      <a:pt x="669" y="56"/>
                    </a:cubicBezTo>
                    <a:lnTo>
                      <a:pt x="689" y="56"/>
                    </a:lnTo>
                    <a:close/>
                    <a:moveTo>
                      <a:pt x="662" y="54"/>
                    </a:moveTo>
                    <a:cubicBezTo>
                      <a:pt x="662" y="48"/>
                      <a:pt x="662" y="48"/>
                      <a:pt x="662" y="48"/>
                    </a:cubicBezTo>
                    <a:cubicBezTo>
                      <a:pt x="659" y="49"/>
                      <a:pt x="655" y="50"/>
                      <a:pt x="652" y="50"/>
                    </a:cubicBezTo>
                    <a:cubicBezTo>
                      <a:pt x="643" y="50"/>
                      <a:pt x="638" y="45"/>
                      <a:pt x="638" y="36"/>
                    </a:cubicBezTo>
                    <a:cubicBezTo>
                      <a:pt x="638" y="28"/>
                      <a:pt x="643" y="22"/>
                      <a:pt x="651" y="22"/>
                    </a:cubicBezTo>
                    <a:cubicBezTo>
                      <a:pt x="653" y="22"/>
                      <a:pt x="654" y="22"/>
                      <a:pt x="656" y="23"/>
                    </a:cubicBezTo>
                    <a:cubicBezTo>
                      <a:pt x="656" y="25"/>
                      <a:pt x="656" y="27"/>
                      <a:pt x="657" y="29"/>
                    </a:cubicBezTo>
                    <a:cubicBezTo>
                      <a:pt x="662" y="29"/>
                      <a:pt x="662" y="29"/>
                      <a:pt x="662" y="29"/>
                    </a:cubicBezTo>
                    <a:cubicBezTo>
                      <a:pt x="662" y="17"/>
                      <a:pt x="662" y="17"/>
                      <a:pt x="662" y="17"/>
                    </a:cubicBezTo>
                    <a:cubicBezTo>
                      <a:pt x="659" y="17"/>
                      <a:pt x="655" y="16"/>
                      <a:pt x="652" y="16"/>
                    </a:cubicBezTo>
                    <a:cubicBezTo>
                      <a:pt x="638" y="16"/>
                      <a:pt x="631" y="26"/>
                      <a:pt x="631" y="37"/>
                    </a:cubicBezTo>
                    <a:cubicBezTo>
                      <a:pt x="631" y="49"/>
                      <a:pt x="638" y="56"/>
                      <a:pt x="651" y="56"/>
                    </a:cubicBezTo>
                    <a:cubicBezTo>
                      <a:pt x="655" y="56"/>
                      <a:pt x="659" y="56"/>
                      <a:pt x="662" y="54"/>
                    </a:cubicBezTo>
                    <a:moveTo>
                      <a:pt x="625" y="20"/>
                    </a:moveTo>
                    <a:cubicBezTo>
                      <a:pt x="625" y="17"/>
                      <a:pt x="625" y="17"/>
                      <a:pt x="625" y="17"/>
                    </a:cubicBezTo>
                    <a:cubicBezTo>
                      <a:pt x="607" y="17"/>
                      <a:pt x="607" y="17"/>
                      <a:pt x="607" y="17"/>
                    </a:cubicBezTo>
                    <a:cubicBezTo>
                      <a:pt x="607" y="20"/>
                      <a:pt x="607" y="20"/>
                      <a:pt x="607" y="20"/>
                    </a:cubicBezTo>
                    <a:cubicBezTo>
                      <a:pt x="608" y="21"/>
                      <a:pt x="611" y="21"/>
                      <a:pt x="613" y="21"/>
                    </a:cubicBezTo>
                    <a:cubicBezTo>
                      <a:pt x="613" y="35"/>
                      <a:pt x="613" y="35"/>
                      <a:pt x="613" y="35"/>
                    </a:cubicBezTo>
                    <a:cubicBezTo>
                      <a:pt x="613" y="41"/>
                      <a:pt x="613" y="45"/>
                      <a:pt x="613" y="48"/>
                    </a:cubicBezTo>
                    <a:cubicBezTo>
                      <a:pt x="613" y="48"/>
                      <a:pt x="613" y="48"/>
                      <a:pt x="613" y="48"/>
                    </a:cubicBezTo>
                    <a:cubicBezTo>
                      <a:pt x="612" y="45"/>
                      <a:pt x="610" y="42"/>
                      <a:pt x="608" y="40"/>
                    </a:cubicBezTo>
                    <a:cubicBezTo>
                      <a:pt x="593" y="17"/>
                      <a:pt x="593" y="17"/>
                      <a:pt x="593" y="17"/>
                    </a:cubicBezTo>
                    <a:cubicBezTo>
                      <a:pt x="577" y="17"/>
                      <a:pt x="577" y="17"/>
                      <a:pt x="577" y="17"/>
                    </a:cubicBezTo>
                    <a:cubicBezTo>
                      <a:pt x="577" y="20"/>
                      <a:pt x="577" y="20"/>
                      <a:pt x="577" y="20"/>
                    </a:cubicBezTo>
                    <a:cubicBezTo>
                      <a:pt x="579" y="21"/>
                      <a:pt x="582" y="21"/>
                      <a:pt x="584" y="21"/>
                    </a:cubicBezTo>
                    <a:cubicBezTo>
                      <a:pt x="584" y="51"/>
                      <a:pt x="584" y="51"/>
                      <a:pt x="584" y="51"/>
                    </a:cubicBezTo>
                    <a:cubicBezTo>
                      <a:pt x="582" y="51"/>
                      <a:pt x="579" y="52"/>
                      <a:pt x="577" y="52"/>
                    </a:cubicBezTo>
                    <a:cubicBezTo>
                      <a:pt x="577" y="56"/>
                      <a:pt x="577" y="56"/>
                      <a:pt x="577" y="56"/>
                    </a:cubicBezTo>
                    <a:cubicBezTo>
                      <a:pt x="597" y="56"/>
                      <a:pt x="597" y="56"/>
                      <a:pt x="597" y="56"/>
                    </a:cubicBezTo>
                    <a:cubicBezTo>
                      <a:pt x="597" y="52"/>
                      <a:pt x="597" y="52"/>
                      <a:pt x="597" y="52"/>
                    </a:cubicBezTo>
                    <a:cubicBezTo>
                      <a:pt x="595" y="52"/>
                      <a:pt x="593" y="51"/>
                      <a:pt x="591" y="51"/>
                    </a:cubicBezTo>
                    <a:cubicBezTo>
                      <a:pt x="591" y="34"/>
                      <a:pt x="591" y="34"/>
                      <a:pt x="591" y="34"/>
                    </a:cubicBezTo>
                    <a:cubicBezTo>
                      <a:pt x="591" y="30"/>
                      <a:pt x="590" y="27"/>
                      <a:pt x="590" y="25"/>
                    </a:cubicBezTo>
                    <a:cubicBezTo>
                      <a:pt x="590" y="25"/>
                      <a:pt x="590" y="25"/>
                      <a:pt x="590" y="25"/>
                    </a:cubicBezTo>
                    <a:cubicBezTo>
                      <a:pt x="592" y="27"/>
                      <a:pt x="593" y="30"/>
                      <a:pt x="595" y="32"/>
                    </a:cubicBezTo>
                    <a:cubicBezTo>
                      <a:pt x="610" y="56"/>
                      <a:pt x="610" y="56"/>
                      <a:pt x="610" y="56"/>
                    </a:cubicBezTo>
                    <a:cubicBezTo>
                      <a:pt x="619" y="56"/>
                      <a:pt x="619" y="56"/>
                      <a:pt x="619" y="56"/>
                    </a:cubicBezTo>
                    <a:cubicBezTo>
                      <a:pt x="619" y="21"/>
                      <a:pt x="619" y="21"/>
                      <a:pt x="619" y="21"/>
                    </a:cubicBezTo>
                    <a:cubicBezTo>
                      <a:pt x="621" y="21"/>
                      <a:pt x="623" y="21"/>
                      <a:pt x="625" y="20"/>
                    </a:cubicBezTo>
                    <a:moveTo>
                      <a:pt x="569" y="56"/>
                    </a:moveTo>
                    <a:cubicBezTo>
                      <a:pt x="569" y="45"/>
                      <a:pt x="569" y="45"/>
                      <a:pt x="569" y="45"/>
                    </a:cubicBezTo>
                    <a:cubicBezTo>
                      <a:pt x="564" y="45"/>
                      <a:pt x="564" y="45"/>
                      <a:pt x="564" y="45"/>
                    </a:cubicBezTo>
                    <a:cubicBezTo>
                      <a:pt x="563" y="47"/>
                      <a:pt x="563" y="49"/>
                      <a:pt x="563" y="51"/>
                    </a:cubicBezTo>
                    <a:cubicBezTo>
                      <a:pt x="552" y="51"/>
                      <a:pt x="552" y="51"/>
                      <a:pt x="552" y="51"/>
                    </a:cubicBezTo>
                    <a:cubicBezTo>
                      <a:pt x="552" y="38"/>
                      <a:pt x="552" y="38"/>
                      <a:pt x="552" y="38"/>
                    </a:cubicBezTo>
                    <a:cubicBezTo>
                      <a:pt x="559" y="38"/>
                      <a:pt x="559" y="38"/>
                      <a:pt x="559" y="38"/>
                    </a:cubicBezTo>
                    <a:cubicBezTo>
                      <a:pt x="559" y="40"/>
                      <a:pt x="559" y="41"/>
                      <a:pt x="560" y="42"/>
                    </a:cubicBezTo>
                    <a:cubicBezTo>
                      <a:pt x="564" y="42"/>
                      <a:pt x="564" y="42"/>
                      <a:pt x="564" y="42"/>
                    </a:cubicBezTo>
                    <a:cubicBezTo>
                      <a:pt x="564" y="29"/>
                      <a:pt x="564" y="29"/>
                      <a:pt x="564" y="29"/>
                    </a:cubicBezTo>
                    <a:cubicBezTo>
                      <a:pt x="560" y="29"/>
                      <a:pt x="560" y="29"/>
                      <a:pt x="560" y="29"/>
                    </a:cubicBezTo>
                    <a:cubicBezTo>
                      <a:pt x="559" y="30"/>
                      <a:pt x="559" y="32"/>
                      <a:pt x="559" y="33"/>
                    </a:cubicBezTo>
                    <a:cubicBezTo>
                      <a:pt x="552" y="33"/>
                      <a:pt x="552" y="33"/>
                      <a:pt x="552" y="33"/>
                    </a:cubicBezTo>
                    <a:cubicBezTo>
                      <a:pt x="552" y="21"/>
                      <a:pt x="552" y="21"/>
                      <a:pt x="552" y="21"/>
                    </a:cubicBezTo>
                    <a:cubicBezTo>
                      <a:pt x="563" y="21"/>
                      <a:pt x="563" y="21"/>
                      <a:pt x="563" y="21"/>
                    </a:cubicBezTo>
                    <a:cubicBezTo>
                      <a:pt x="563" y="23"/>
                      <a:pt x="563" y="25"/>
                      <a:pt x="564" y="27"/>
                    </a:cubicBezTo>
                    <a:cubicBezTo>
                      <a:pt x="568" y="27"/>
                      <a:pt x="568" y="27"/>
                      <a:pt x="568" y="27"/>
                    </a:cubicBezTo>
                    <a:cubicBezTo>
                      <a:pt x="568" y="17"/>
                      <a:pt x="568" y="17"/>
                      <a:pt x="568" y="17"/>
                    </a:cubicBezTo>
                    <a:cubicBezTo>
                      <a:pt x="538" y="17"/>
                      <a:pt x="538" y="17"/>
                      <a:pt x="538" y="17"/>
                    </a:cubicBezTo>
                    <a:cubicBezTo>
                      <a:pt x="538" y="20"/>
                      <a:pt x="538" y="20"/>
                      <a:pt x="538" y="20"/>
                    </a:cubicBezTo>
                    <a:cubicBezTo>
                      <a:pt x="540" y="21"/>
                      <a:pt x="543" y="21"/>
                      <a:pt x="545" y="21"/>
                    </a:cubicBezTo>
                    <a:cubicBezTo>
                      <a:pt x="545" y="51"/>
                      <a:pt x="545" y="51"/>
                      <a:pt x="545" y="51"/>
                    </a:cubicBezTo>
                    <a:cubicBezTo>
                      <a:pt x="543" y="51"/>
                      <a:pt x="540" y="52"/>
                      <a:pt x="538" y="52"/>
                    </a:cubicBezTo>
                    <a:cubicBezTo>
                      <a:pt x="538" y="56"/>
                      <a:pt x="538" y="56"/>
                      <a:pt x="538" y="56"/>
                    </a:cubicBezTo>
                    <a:lnTo>
                      <a:pt x="569" y="56"/>
                    </a:lnTo>
                    <a:close/>
                    <a:moveTo>
                      <a:pt x="531" y="56"/>
                    </a:moveTo>
                    <a:cubicBezTo>
                      <a:pt x="531" y="52"/>
                      <a:pt x="531" y="52"/>
                      <a:pt x="531" y="52"/>
                    </a:cubicBezTo>
                    <a:cubicBezTo>
                      <a:pt x="529" y="52"/>
                      <a:pt x="527" y="51"/>
                      <a:pt x="525" y="51"/>
                    </a:cubicBezTo>
                    <a:cubicBezTo>
                      <a:pt x="525" y="21"/>
                      <a:pt x="525" y="21"/>
                      <a:pt x="525" y="21"/>
                    </a:cubicBezTo>
                    <a:cubicBezTo>
                      <a:pt x="527" y="21"/>
                      <a:pt x="529" y="21"/>
                      <a:pt x="531" y="20"/>
                    </a:cubicBezTo>
                    <a:cubicBezTo>
                      <a:pt x="531" y="17"/>
                      <a:pt x="531" y="17"/>
                      <a:pt x="531" y="17"/>
                    </a:cubicBezTo>
                    <a:cubicBezTo>
                      <a:pt x="511" y="17"/>
                      <a:pt x="511" y="17"/>
                      <a:pt x="511" y="17"/>
                    </a:cubicBezTo>
                    <a:cubicBezTo>
                      <a:pt x="511" y="20"/>
                      <a:pt x="511" y="20"/>
                      <a:pt x="511" y="20"/>
                    </a:cubicBezTo>
                    <a:cubicBezTo>
                      <a:pt x="513" y="21"/>
                      <a:pt x="516" y="21"/>
                      <a:pt x="518" y="21"/>
                    </a:cubicBezTo>
                    <a:cubicBezTo>
                      <a:pt x="518" y="51"/>
                      <a:pt x="518" y="51"/>
                      <a:pt x="518" y="51"/>
                    </a:cubicBezTo>
                    <a:cubicBezTo>
                      <a:pt x="516" y="51"/>
                      <a:pt x="513" y="52"/>
                      <a:pt x="511" y="52"/>
                    </a:cubicBezTo>
                    <a:cubicBezTo>
                      <a:pt x="511" y="56"/>
                      <a:pt x="511" y="56"/>
                      <a:pt x="511" y="56"/>
                    </a:cubicBezTo>
                    <a:lnTo>
                      <a:pt x="531" y="56"/>
                    </a:lnTo>
                    <a:close/>
                    <a:moveTo>
                      <a:pt x="504" y="54"/>
                    </a:moveTo>
                    <a:cubicBezTo>
                      <a:pt x="504" y="48"/>
                      <a:pt x="504" y="48"/>
                      <a:pt x="504" y="48"/>
                    </a:cubicBezTo>
                    <a:cubicBezTo>
                      <a:pt x="501" y="49"/>
                      <a:pt x="497" y="50"/>
                      <a:pt x="494" y="50"/>
                    </a:cubicBezTo>
                    <a:cubicBezTo>
                      <a:pt x="485" y="50"/>
                      <a:pt x="481" y="45"/>
                      <a:pt x="481" y="36"/>
                    </a:cubicBezTo>
                    <a:cubicBezTo>
                      <a:pt x="481" y="28"/>
                      <a:pt x="485" y="22"/>
                      <a:pt x="493" y="22"/>
                    </a:cubicBezTo>
                    <a:cubicBezTo>
                      <a:pt x="495" y="22"/>
                      <a:pt x="496" y="22"/>
                      <a:pt x="498" y="23"/>
                    </a:cubicBezTo>
                    <a:cubicBezTo>
                      <a:pt x="498" y="25"/>
                      <a:pt x="499" y="27"/>
                      <a:pt x="499" y="29"/>
                    </a:cubicBezTo>
                    <a:cubicBezTo>
                      <a:pt x="504" y="29"/>
                      <a:pt x="504" y="29"/>
                      <a:pt x="504" y="29"/>
                    </a:cubicBezTo>
                    <a:cubicBezTo>
                      <a:pt x="504" y="17"/>
                      <a:pt x="504" y="17"/>
                      <a:pt x="504" y="17"/>
                    </a:cubicBezTo>
                    <a:cubicBezTo>
                      <a:pt x="501" y="17"/>
                      <a:pt x="497" y="16"/>
                      <a:pt x="494" y="16"/>
                    </a:cubicBezTo>
                    <a:cubicBezTo>
                      <a:pt x="480" y="16"/>
                      <a:pt x="473" y="26"/>
                      <a:pt x="473" y="37"/>
                    </a:cubicBezTo>
                    <a:cubicBezTo>
                      <a:pt x="473" y="49"/>
                      <a:pt x="480" y="56"/>
                      <a:pt x="493" y="56"/>
                    </a:cubicBezTo>
                    <a:cubicBezTo>
                      <a:pt x="497" y="56"/>
                      <a:pt x="501" y="56"/>
                      <a:pt x="504" y="54"/>
                    </a:cubicBezTo>
                    <a:moveTo>
                      <a:pt x="453" y="20"/>
                    </a:moveTo>
                    <a:cubicBezTo>
                      <a:pt x="453" y="17"/>
                      <a:pt x="453" y="17"/>
                      <a:pt x="453" y="17"/>
                    </a:cubicBezTo>
                    <a:cubicBezTo>
                      <a:pt x="436" y="17"/>
                      <a:pt x="436" y="17"/>
                      <a:pt x="436" y="17"/>
                    </a:cubicBezTo>
                    <a:cubicBezTo>
                      <a:pt x="436" y="20"/>
                      <a:pt x="436" y="20"/>
                      <a:pt x="436" y="20"/>
                    </a:cubicBezTo>
                    <a:cubicBezTo>
                      <a:pt x="437" y="21"/>
                      <a:pt x="439" y="21"/>
                      <a:pt x="440" y="21"/>
                    </a:cubicBezTo>
                    <a:cubicBezTo>
                      <a:pt x="433" y="36"/>
                      <a:pt x="433" y="36"/>
                      <a:pt x="433" y="36"/>
                    </a:cubicBezTo>
                    <a:cubicBezTo>
                      <a:pt x="425" y="21"/>
                      <a:pt x="425" y="21"/>
                      <a:pt x="425" y="21"/>
                    </a:cubicBezTo>
                    <a:cubicBezTo>
                      <a:pt x="426" y="21"/>
                      <a:pt x="428" y="21"/>
                      <a:pt x="430" y="20"/>
                    </a:cubicBezTo>
                    <a:cubicBezTo>
                      <a:pt x="430" y="17"/>
                      <a:pt x="430" y="17"/>
                      <a:pt x="430" y="17"/>
                    </a:cubicBezTo>
                    <a:cubicBezTo>
                      <a:pt x="412" y="17"/>
                      <a:pt x="412" y="17"/>
                      <a:pt x="412" y="17"/>
                    </a:cubicBezTo>
                    <a:cubicBezTo>
                      <a:pt x="412" y="20"/>
                      <a:pt x="412" y="20"/>
                      <a:pt x="412" y="20"/>
                    </a:cubicBezTo>
                    <a:cubicBezTo>
                      <a:pt x="414" y="21"/>
                      <a:pt x="415" y="21"/>
                      <a:pt x="417" y="21"/>
                    </a:cubicBezTo>
                    <a:cubicBezTo>
                      <a:pt x="429" y="42"/>
                      <a:pt x="429" y="42"/>
                      <a:pt x="429" y="42"/>
                    </a:cubicBezTo>
                    <a:cubicBezTo>
                      <a:pt x="429" y="51"/>
                      <a:pt x="429" y="51"/>
                      <a:pt x="429" y="51"/>
                    </a:cubicBezTo>
                    <a:cubicBezTo>
                      <a:pt x="427" y="51"/>
                      <a:pt x="424" y="52"/>
                      <a:pt x="422" y="52"/>
                    </a:cubicBezTo>
                    <a:cubicBezTo>
                      <a:pt x="422" y="56"/>
                      <a:pt x="422" y="56"/>
                      <a:pt x="422" y="56"/>
                    </a:cubicBezTo>
                    <a:cubicBezTo>
                      <a:pt x="442" y="56"/>
                      <a:pt x="442" y="56"/>
                      <a:pt x="442" y="56"/>
                    </a:cubicBezTo>
                    <a:cubicBezTo>
                      <a:pt x="442" y="52"/>
                      <a:pt x="442" y="52"/>
                      <a:pt x="442" y="52"/>
                    </a:cubicBezTo>
                    <a:cubicBezTo>
                      <a:pt x="440" y="52"/>
                      <a:pt x="438" y="51"/>
                      <a:pt x="436" y="51"/>
                    </a:cubicBezTo>
                    <a:cubicBezTo>
                      <a:pt x="436" y="42"/>
                      <a:pt x="436" y="42"/>
                      <a:pt x="436" y="42"/>
                    </a:cubicBezTo>
                    <a:cubicBezTo>
                      <a:pt x="448" y="21"/>
                      <a:pt x="448" y="21"/>
                      <a:pt x="448" y="21"/>
                    </a:cubicBezTo>
                    <a:cubicBezTo>
                      <a:pt x="449" y="21"/>
                      <a:pt x="451" y="21"/>
                      <a:pt x="453" y="20"/>
                    </a:cubicBezTo>
                    <a:moveTo>
                      <a:pt x="379" y="41"/>
                    </a:moveTo>
                    <a:cubicBezTo>
                      <a:pt x="365" y="41"/>
                      <a:pt x="365" y="41"/>
                      <a:pt x="365" y="41"/>
                    </a:cubicBezTo>
                    <a:cubicBezTo>
                      <a:pt x="370" y="29"/>
                      <a:pt x="370" y="29"/>
                      <a:pt x="370" y="29"/>
                    </a:cubicBezTo>
                    <a:cubicBezTo>
                      <a:pt x="371" y="27"/>
                      <a:pt x="372" y="24"/>
                      <a:pt x="372" y="22"/>
                    </a:cubicBezTo>
                    <a:cubicBezTo>
                      <a:pt x="372" y="22"/>
                      <a:pt x="372" y="22"/>
                      <a:pt x="372" y="22"/>
                    </a:cubicBezTo>
                    <a:cubicBezTo>
                      <a:pt x="373" y="24"/>
                      <a:pt x="373" y="27"/>
                      <a:pt x="374" y="29"/>
                    </a:cubicBezTo>
                    <a:lnTo>
                      <a:pt x="379" y="41"/>
                    </a:lnTo>
                    <a:close/>
                    <a:moveTo>
                      <a:pt x="395" y="56"/>
                    </a:moveTo>
                    <a:cubicBezTo>
                      <a:pt x="395" y="52"/>
                      <a:pt x="395" y="52"/>
                      <a:pt x="395" y="52"/>
                    </a:cubicBezTo>
                    <a:cubicBezTo>
                      <a:pt x="393" y="52"/>
                      <a:pt x="392" y="51"/>
                      <a:pt x="390" y="51"/>
                    </a:cubicBezTo>
                    <a:cubicBezTo>
                      <a:pt x="377" y="17"/>
                      <a:pt x="377" y="17"/>
                      <a:pt x="377" y="17"/>
                    </a:cubicBezTo>
                    <a:cubicBezTo>
                      <a:pt x="368" y="17"/>
                      <a:pt x="368" y="17"/>
                      <a:pt x="368" y="17"/>
                    </a:cubicBezTo>
                    <a:cubicBezTo>
                      <a:pt x="355" y="51"/>
                      <a:pt x="355" y="51"/>
                      <a:pt x="355" y="51"/>
                    </a:cubicBezTo>
                    <a:cubicBezTo>
                      <a:pt x="353" y="51"/>
                      <a:pt x="351" y="52"/>
                      <a:pt x="350" y="52"/>
                    </a:cubicBezTo>
                    <a:cubicBezTo>
                      <a:pt x="350" y="56"/>
                      <a:pt x="350" y="56"/>
                      <a:pt x="350" y="56"/>
                    </a:cubicBezTo>
                    <a:cubicBezTo>
                      <a:pt x="367" y="56"/>
                      <a:pt x="367" y="56"/>
                      <a:pt x="367" y="56"/>
                    </a:cubicBezTo>
                    <a:cubicBezTo>
                      <a:pt x="367" y="52"/>
                      <a:pt x="367" y="52"/>
                      <a:pt x="367" y="52"/>
                    </a:cubicBezTo>
                    <a:cubicBezTo>
                      <a:pt x="366" y="52"/>
                      <a:pt x="363" y="51"/>
                      <a:pt x="362" y="51"/>
                    </a:cubicBezTo>
                    <a:cubicBezTo>
                      <a:pt x="364" y="46"/>
                      <a:pt x="364" y="46"/>
                      <a:pt x="364" y="46"/>
                    </a:cubicBezTo>
                    <a:cubicBezTo>
                      <a:pt x="381" y="46"/>
                      <a:pt x="381" y="46"/>
                      <a:pt x="381" y="46"/>
                    </a:cubicBezTo>
                    <a:cubicBezTo>
                      <a:pt x="383" y="51"/>
                      <a:pt x="383" y="51"/>
                      <a:pt x="383" y="51"/>
                    </a:cubicBezTo>
                    <a:cubicBezTo>
                      <a:pt x="381" y="51"/>
                      <a:pt x="379" y="52"/>
                      <a:pt x="377" y="52"/>
                    </a:cubicBezTo>
                    <a:cubicBezTo>
                      <a:pt x="377" y="56"/>
                      <a:pt x="377" y="56"/>
                      <a:pt x="377" y="56"/>
                    </a:cubicBezTo>
                    <a:lnTo>
                      <a:pt x="395" y="56"/>
                    </a:lnTo>
                    <a:close/>
                    <a:moveTo>
                      <a:pt x="347" y="56"/>
                    </a:moveTo>
                    <a:cubicBezTo>
                      <a:pt x="347" y="52"/>
                      <a:pt x="347" y="52"/>
                      <a:pt x="347" y="52"/>
                    </a:cubicBezTo>
                    <a:cubicBezTo>
                      <a:pt x="345" y="52"/>
                      <a:pt x="342" y="51"/>
                      <a:pt x="340" y="51"/>
                    </a:cubicBezTo>
                    <a:cubicBezTo>
                      <a:pt x="340" y="21"/>
                      <a:pt x="340" y="21"/>
                      <a:pt x="340" y="21"/>
                    </a:cubicBezTo>
                    <a:cubicBezTo>
                      <a:pt x="342" y="21"/>
                      <a:pt x="345" y="21"/>
                      <a:pt x="347" y="20"/>
                    </a:cubicBezTo>
                    <a:cubicBezTo>
                      <a:pt x="347" y="17"/>
                      <a:pt x="347" y="17"/>
                      <a:pt x="347" y="17"/>
                    </a:cubicBezTo>
                    <a:cubicBezTo>
                      <a:pt x="327" y="17"/>
                      <a:pt x="327" y="17"/>
                      <a:pt x="327" y="17"/>
                    </a:cubicBezTo>
                    <a:cubicBezTo>
                      <a:pt x="327" y="20"/>
                      <a:pt x="327" y="20"/>
                      <a:pt x="327" y="20"/>
                    </a:cubicBezTo>
                    <a:cubicBezTo>
                      <a:pt x="329" y="21"/>
                      <a:pt x="331" y="21"/>
                      <a:pt x="333" y="21"/>
                    </a:cubicBezTo>
                    <a:cubicBezTo>
                      <a:pt x="333" y="51"/>
                      <a:pt x="333" y="51"/>
                      <a:pt x="333" y="51"/>
                    </a:cubicBezTo>
                    <a:cubicBezTo>
                      <a:pt x="331" y="51"/>
                      <a:pt x="329" y="52"/>
                      <a:pt x="327" y="52"/>
                    </a:cubicBezTo>
                    <a:cubicBezTo>
                      <a:pt x="327" y="56"/>
                      <a:pt x="327" y="56"/>
                      <a:pt x="327" y="56"/>
                    </a:cubicBezTo>
                    <a:lnTo>
                      <a:pt x="347" y="56"/>
                    </a:lnTo>
                    <a:close/>
                    <a:moveTo>
                      <a:pt x="346" y="5"/>
                    </a:moveTo>
                    <a:cubicBezTo>
                      <a:pt x="343" y="0"/>
                      <a:pt x="343" y="0"/>
                      <a:pt x="343" y="0"/>
                    </a:cubicBezTo>
                    <a:cubicBezTo>
                      <a:pt x="332" y="9"/>
                      <a:pt x="332" y="9"/>
                      <a:pt x="332" y="9"/>
                    </a:cubicBezTo>
                    <a:cubicBezTo>
                      <a:pt x="335" y="12"/>
                      <a:pt x="335" y="12"/>
                      <a:pt x="335" y="12"/>
                    </a:cubicBezTo>
                    <a:lnTo>
                      <a:pt x="346" y="5"/>
                    </a:lnTo>
                    <a:close/>
                    <a:moveTo>
                      <a:pt x="310" y="28"/>
                    </a:moveTo>
                    <a:cubicBezTo>
                      <a:pt x="310" y="32"/>
                      <a:pt x="307" y="34"/>
                      <a:pt x="302" y="34"/>
                    </a:cubicBezTo>
                    <a:cubicBezTo>
                      <a:pt x="300" y="34"/>
                      <a:pt x="299" y="34"/>
                      <a:pt x="298" y="34"/>
                    </a:cubicBezTo>
                    <a:cubicBezTo>
                      <a:pt x="298" y="22"/>
                      <a:pt x="298" y="22"/>
                      <a:pt x="298" y="22"/>
                    </a:cubicBezTo>
                    <a:cubicBezTo>
                      <a:pt x="299" y="22"/>
                      <a:pt x="300" y="21"/>
                      <a:pt x="302" y="21"/>
                    </a:cubicBezTo>
                    <a:cubicBezTo>
                      <a:pt x="307" y="21"/>
                      <a:pt x="310" y="23"/>
                      <a:pt x="310" y="28"/>
                    </a:cubicBezTo>
                    <a:moveTo>
                      <a:pt x="320" y="56"/>
                    </a:moveTo>
                    <a:cubicBezTo>
                      <a:pt x="320" y="52"/>
                      <a:pt x="320" y="52"/>
                      <a:pt x="320" y="52"/>
                    </a:cubicBezTo>
                    <a:cubicBezTo>
                      <a:pt x="319" y="52"/>
                      <a:pt x="317" y="51"/>
                      <a:pt x="315" y="51"/>
                    </a:cubicBezTo>
                    <a:cubicBezTo>
                      <a:pt x="309" y="42"/>
                      <a:pt x="309" y="42"/>
                      <a:pt x="309" y="42"/>
                    </a:cubicBezTo>
                    <a:cubicBezTo>
                      <a:pt x="308" y="40"/>
                      <a:pt x="307" y="39"/>
                      <a:pt x="306" y="38"/>
                    </a:cubicBezTo>
                    <a:cubicBezTo>
                      <a:pt x="313" y="37"/>
                      <a:pt x="317" y="33"/>
                      <a:pt x="317" y="27"/>
                    </a:cubicBezTo>
                    <a:cubicBezTo>
                      <a:pt x="317" y="20"/>
                      <a:pt x="312" y="16"/>
                      <a:pt x="303" y="16"/>
                    </a:cubicBezTo>
                    <a:cubicBezTo>
                      <a:pt x="298" y="16"/>
                      <a:pt x="293" y="17"/>
                      <a:pt x="290" y="17"/>
                    </a:cubicBezTo>
                    <a:cubicBezTo>
                      <a:pt x="284" y="17"/>
                      <a:pt x="284" y="17"/>
                      <a:pt x="284" y="17"/>
                    </a:cubicBezTo>
                    <a:cubicBezTo>
                      <a:pt x="284" y="20"/>
                      <a:pt x="284" y="20"/>
                      <a:pt x="284" y="20"/>
                    </a:cubicBezTo>
                    <a:cubicBezTo>
                      <a:pt x="286" y="21"/>
                      <a:pt x="288" y="21"/>
                      <a:pt x="291" y="21"/>
                    </a:cubicBezTo>
                    <a:cubicBezTo>
                      <a:pt x="291" y="51"/>
                      <a:pt x="291" y="51"/>
                      <a:pt x="291" y="51"/>
                    </a:cubicBezTo>
                    <a:cubicBezTo>
                      <a:pt x="288" y="51"/>
                      <a:pt x="286" y="52"/>
                      <a:pt x="284" y="52"/>
                    </a:cubicBezTo>
                    <a:cubicBezTo>
                      <a:pt x="284" y="56"/>
                      <a:pt x="284" y="56"/>
                      <a:pt x="284" y="56"/>
                    </a:cubicBezTo>
                    <a:cubicBezTo>
                      <a:pt x="303" y="56"/>
                      <a:pt x="303" y="56"/>
                      <a:pt x="303" y="56"/>
                    </a:cubicBezTo>
                    <a:cubicBezTo>
                      <a:pt x="303" y="52"/>
                      <a:pt x="303" y="52"/>
                      <a:pt x="303" y="52"/>
                    </a:cubicBezTo>
                    <a:cubicBezTo>
                      <a:pt x="301" y="52"/>
                      <a:pt x="299" y="51"/>
                      <a:pt x="298" y="51"/>
                    </a:cubicBezTo>
                    <a:cubicBezTo>
                      <a:pt x="298" y="39"/>
                      <a:pt x="298" y="39"/>
                      <a:pt x="298" y="39"/>
                    </a:cubicBezTo>
                    <a:cubicBezTo>
                      <a:pt x="299" y="39"/>
                      <a:pt x="299" y="39"/>
                      <a:pt x="299" y="39"/>
                    </a:cubicBezTo>
                    <a:cubicBezTo>
                      <a:pt x="310" y="56"/>
                      <a:pt x="310" y="56"/>
                      <a:pt x="310" y="56"/>
                    </a:cubicBezTo>
                    <a:lnTo>
                      <a:pt x="320" y="56"/>
                    </a:lnTo>
                    <a:close/>
                    <a:moveTo>
                      <a:pt x="275" y="56"/>
                    </a:moveTo>
                    <a:cubicBezTo>
                      <a:pt x="275" y="45"/>
                      <a:pt x="275" y="45"/>
                      <a:pt x="275" y="45"/>
                    </a:cubicBezTo>
                    <a:cubicBezTo>
                      <a:pt x="270" y="45"/>
                      <a:pt x="270" y="45"/>
                      <a:pt x="270" y="45"/>
                    </a:cubicBezTo>
                    <a:cubicBezTo>
                      <a:pt x="270" y="47"/>
                      <a:pt x="270" y="49"/>
                      <a:pt x="269" y="51"/>
                    </a:cubicBezTo>
                    <a:cubicBezTo>
                      <a:pt x="258" y="51"/>
                      <a:pt x="258" y="51"/>
                      <a:pt x="258" y="51"/>
                    </a:cubicBezTo>
                    <a:cubicBezTo>
                      <a:pt x="258" y="38"/>
                      <a:pt x="258" y="38"/>
                      <a:pt x="258" y="38"/>
                    </a:cubicBezTo>
                    <a:cubicBezTo>
                      <a:pt x="266" y="38"/>
                      <a:pt x="266" y="38"/>
                      <a:pt x="266" y="38"/>
                    </a:cubicBezTo>
                    <a:cubicBezTo>
                      <a:pt x="266" y="40"/>
                      <a:pt x="266" y="41"/>
                      <a:pt x="266" y="42"/>
                    </a:cubicBezTo>
                    <a:cubicBezTo>
                      <a:pt x="271" y="42"/>
                      <a:pt x="271" y="42"/>
                      <a:pt x="271" y="42"/>
                    </a:cubicBezTo>
                    <a:cubicBezTo>
                      <a:pt x="271" y="29"/>
                      <a:pt x="271" y="29"/>
                      <a:pt x="271" y="29"/>
                    </a:cubicBezTo>
                    <a:cubicBezTo>
                      <a:pt x="266" y="29"/>
                      <a:pt x="266" y="29"/>
                      <a:pt x="266" y="29"/>
                    </a:cubicBezTo>
                    <a:cubicBezTo>
                      <a:pt x="266" y="30"/>
                      <a:pt x="266" y="32"/>
                      <a:pt x="266" y="33"/>
                    </a:cubicBezTo>
                    <a:cubicBezTo>
                      <a:pt x="258" y="33"/>
                      <a:pt x="258" y="33"/>
                      <a:pt x="258" y="33"/>
                    </a:cubicBezTo>
                    <a:cubicBezTo>
                      <a:pt x="258" y="21"/>
                      <a:pt x="258" y="21"/>
                      <a:pt x="258" y="21"/>
                    </a:cubicBezTo>
                    <a:cubicBezTo>
                      <a:pt x="269" y="21"/>
                      <a:pt x="269" y="21"/>
                      <a:pt x="269" y="21"/>
                    </a:cubicBezTo>
                    <a:cubicBezTo>
                      <a:pt x="269" y="23"/>
                      <a:pt x="270" y="25"/>
                      <a:pt x="270" y="27"/>
                    </a:cubicBezTo>
                    <a:cubicBezTo>
                      <a:pt x="275" y="27"/>
                      <a:pt x="275" y="27"/>
                      <a:pt x="275" y="27"/>
                    </a:cubicBezTo>
                    <a:cubicBezTo>
                      <a:pt x="275" y="17"/>
                      <a:pt x="275" y="17"/>
                      <a:pt x="275" y="17"/>
                    </a:cubicBezTo>
                    <a:cubicBezTo>
                      <a:pt x="245" y="17"/>
                      <a:pt x="245" y="17"/>
                      <a:pt x="245" y="17"/>
                    </a:cubicBezTo>
                    <a:cubicBezTo>
                      <a:pt x="245" y="20"/>
                      <a:pt x="245" y="20"/>
                      <a:pt x="245" y="20"/>
                    </a:cubicBezTo>
                    <a:cubicBezTo>
                      <a:pt x="247" y="21"/>
                      <a:pt x="249" y="21"/>
                      <a:pt x="252" y="21"/>
                    </a:cubicBezTo>
                    <a:cubicBezTo>
                      <a:pt x="252" y="51"/>
                      <a:pt x="252" y="51"/>
                      <a:pt x="252" y="51"/>
                    </a:cubicBezTo>
                    <a:cubicBezTo>
                      <a:pt x="249" y="51"/>
                      <a:pt x="247" y="52"/>
                      <a:pt x="245" y="52"/>
                    </a:cubicBezTo>
                    <a:cubicBezTo>
                      <a:pt x="245" y="56"/>
                      <a:pt x="245" y="56"/>
                      <a:pt x="245" y="56"/>
                    </a:cubicBezTo>
                    <a:lnTo>
                      <a:pt x="275" y="56"/>
                    </a:lnTo>
                    <a:close/>
                    <a:moveTo>
                      <a:pt x="238" y="56"/>
                    </a:moveTo>
                    <a:cubicBezTo>
                      <a:pt x="238" y="52"/>
                      <a:pt x="238" y="52"/>
                      <a:pt x="238" y="52"/>
                    </a:cubicBezTo>
                    <a:cubicBezTo>
                      <a:pt x="236" y="52"/>
                      <a:pt x="234" y="51"/>
                      <a:pt x="232" y="51"/>
                    </a:cubicBezTo>
                    <a:cubicBezTo>
                      <a:pt x="232" y="21"/>
                      <a:pt x="232" y="21"/>
                      <a:pt x="232" y="21"/>
                    </a:cubicBezTo>
                    <a:cubicBezTo>
                      <a:pt x="234" y="21"/>
                      <a:pt x="236" y="21"/>
                      <a:pt x="238" y="20"/>
                    </a:cubicBezTo>
                    <a:cubicBezTo>
                      <a:pt x="238" y="17"/>
                      <a:pt x="238" y="17"/>
                      <a:pt x="238" y="17"/>
                    </a:cubicBezTo>
                    <a:cubicBezTo>
                      <a:pt x="218" y="17"/>
                      <a:pt x="218" y="17"/>
                      <a:pt x="218" y="17"/>
                    </a:cubicBezTo>
                    <a:cubicBezTo>
                      <a:pt x="218" y="20"/>
                      <a:pt x="218" y="20"/>
                      <a:pt x="218" y="20"/>
                    </a:cubicBezTo>
                    <a:cubicBezTo>
                      <a:pt x="220" y="21"/>
                      <a:pt x="222" y="21"/>
                      <a:pt x="225" y="21"/>
                    </a:cubicBezTo>
                    <a:cubicBezTo>
                      <a:pt x="225" y="51"/>
                      <a:pt x="225" y="51"/>
                      <a:pt x="225" y="51"/>
                    </a:cubicBezTo>
                    <a:cubicBezTo>
                      <a:pt x="222" y="51"/>
                      <a:pt x="220" y="52"/>
                      <a:pt x="218" y="52"/>
                    </a:cubicBezTo>
                    <a:cubicBezTo>
                      <a:pt x="218" y="56"/>
                      <a:pt x="218" y="56"/>
                      <a:pt x="218" y="56"/>
                    </a:cubicBezTo>
                    <a:lnTo>
                      <a:pt x="238" y="56"/>
                    </a:lnTo>
                    <a:close/>
                    <a:moveTo>
                      <a:pt x="211" y="20"/>
                    </a:moveTo>
                    <a:cubicBezTo>
                      <a:pt x="211" y="17"/>
                      <a:pt x="211" y="17"/>
                      <a:pt x="211" y="17"/>
                    </a:cubicBezTo>
                    <a:cubicBezTo>
                      <a:pt x="193" y="17"/>
                      <a:pt x="193" y="17"/>
                      <a:pt x="193" y="17"/>
                    </a:cubicBezTo>
                    <a:cubicBezTo>
                      <a:pt x="193" y="20"/>
                      <a:pt x="193" y="20"/>
                      <a:pt x="193" y="20"/>
                    </a:cubicBezTo>
                    <a:cubicBezTo>
                      <a:pt x="195" y="21"/>
                      <a:pt x="197" y="21"/>
                      <a:pt x="199" y="21"/>
                    </a:cubicBezTo>
                    <a:cubicBezTo>
                      <a:pt x="199" y="35"/>
                      <a:pt x="199" y="35"/>
                      <a:pt x="199" y="35"/>
                    </a:cubicBezTo>
                    <a:cubicBezTo>
                      <a:pt x="199" y="41"/>
                      <a:pt x="199" y="45"/>
                      <a:pt x="200" y="48"/>
                    </a:cubicBezTo>
                    <a:cubicBezTo>
                      <a:pt x="199" y="48"/>
                      <a:pt x="199" y="48"/>
                      <a:pt x="199" y="48"/>
                    </a:cubicBezTo>
                    <a:cubicBezTo>
                      <a:pt x="198" y="45"/>
                      <a:pt x="196" y="42"/>
                      <a:pt x="195" y="40"/>
                    </a:cubicBezTo>
                    <a:cubicBezTo>
                      <a:pt x="180" y="17"/>
                      <a:pt x="180" y="17"/>
                      <a:pt x="180" y="17"/>
                    </a:cubicBezTo>
                    <a:cubicBezTo>
                      <a:pt x="164" y="17"/>
                      <a:pt x="164" y="17"/>
                      <a:pt x="164" y="17"/>
                    </a:cubicBezTo>
                    <a:cubicBezTo>
                      <a:pt x="164" y="20"/>
                      <a:pt x="164" y="20"/>
                      <a:pt x="164" y="20"/>
                    </a:cubicBezTo>
                    <a:cubicBezTo>
                      <a:pt x="166" y="21"/>
                      <a:pt x="168" y="21"/>
                      <a:pt x="171" y="21"/>
                    </a:cubicBezTo>
                    <a:cubicBezTo>
                      <a:pt x="171" y="51"/>
                      <a:pt x="171" y="51"/>
                      <a:pt x="171" y="51"/>
                    </a:cubicBezTo>
                    <a:cubicBezTo>
                      <a:pt x="168" y="51"/>
                      <a:pt x="166" y="52"/>
                      <a:pt x="164" y="52"/>
                    </a:cubicBezTo>
                    <a:cubicBezTo>
                      <a:pt x="164" y="56"/>
                      <a:pt x="164" y="56"/>
                      <a:pt x="164" y="56"/>
                    </a:cubicBezTo>
                    <a:cubicBezTo>
                      <a:pt x="183" y="56"/>
                      <a:pt x="183" y="56"/>
                      <a:pt x="183" y="56"/>
                    </a:cubicBezTo>
                    <a:cubicBezTo>
                      <a:pt x="183" y="52"/>
                      <a:pt x="183" y="52"/>
                      <a:pt x="183" y="52"/>
                    </a:cubicBezTo>
                    <a:cubicBezTo>
                      <a:pt x="182" y="52"/>
                      <a:pt x="179" y="51"/>
                      <a:pt x="177" y="51"/>
                    </a:cubicBezTo>
                    <a:cubicBezTo>
                      <a:pt x="177" y="34"/>
                      <a:pt x="177" y="34"/>
                      <a:pt x="177" y="34"/>
                    </a:cubicBezTo>
                    <a:cubicBezTo>
                      <a:pt x="177" y="30"/>
                      <a:pt x="177" y="27"/>
                      <a:pt x="177" y="25"/>
                    </a:cubicBezTo>
                    <a:cubicBezTo>
                      <a:pt x="177" y="25"/>
                      <a:pt x="177" y="25"/>
                      <a:pt x="177" y="25"/>
                    </a:cubicBezTo>
                    <a:cubicBezTo>
                      <a:pt x="178" y="27"/>
                      <a:pt x="180" y="30"/>
                      <a:pt x="181" y="32"/>
                    </a:cubicBezTo>
                    <a:cubicBezTo>
                      <a:pt x="197" y="56"/>
                      <a:pt x="197" y="56"/>
                      <a:pt x="197" y="56"/>
                    </a:cubicBezTo>
                    <a:cubicBezTo>
                      <a:pt x="206" y="56"/>
                      <a:pt x="206" y="56"/>
                      <a:pt x="206" y="56"/>
                    </a:cubicBezTo>
                    <a:cubicBezTo>
                      <a:pt x="206" y="21"/>
                      <a:pt x="206" y="21"/>
                      <a:pt x="206" y="21"/>
                    </a:cubicBezTo>
                    <a:cubicBezTo>
                      <a:pt x="208" y="21"/>
                      <a:pt x="210" y="21"/>
                      <a:pt x="211" y="20"/>
                    </a:cubicBezTo>
                    <a:moveTo>
                      <a:pt x="155" y="56"/>
                    </a:moveTo>
                    <a:cubicBezTo>
                      <a:pt x="155" y="45"/>
                      <a:pt x="155" y="45"/>
                      <a:pt x="155" y="45"/>
                    </a:cubicBezTo>
                    <a:cubicBezTo>
                      <a:pt x="150" y="45"/>
                      <a:pt x="150" y="45"/>
                      <a:pt x="150" y="45"/>
                    </a:cubicBezTo>
                    <a:cubicBezTo>
                      <a:pt x="150" y="47"/>
                      <a:pt x="149" y="49"/>
                      <a:pt x="149" y="51"/>
                    </a:cubicBezTo>
                    <a:cubicBezTo>
                      <a:pt x="138" y="51"/>
                      <a:pt x="138" y="51"/>
                      <a:pt x="138" y="51"/>
                    </a:cubicBezTo>
                    <a:cubicBezTo>
                      <a:pt x="138" y="38"/>
                      <a:pt x="138" y="38"/>
                      <a:pt x="138" y="38"/>
                    </a:cubicBezTo>
                    <a:cubicBezTo>
                      <a:pt x="145" y="38"/>
                      <a:pt x="145" y="38"/>
                      <a:pt x="145" y="38"/>
                    </a:cubicBezTo>
                    <a:cubicBezTo>
                      <a:pt x="145" y="40"/>
                      <a:pt x="146" y="41"/>
                      <a:pt x="146" y="42"/>
                    </a:cubicBezTo>
                    <a:cubicBezTo>
                      <a:pt x="151" y="42"/>
                      <a:pt x="151" y="42"/>
                      <a:pt x="151" y="42"/>
                    </a:cubicBezTo>
                    <a:cubicBezTo>
                      <a:pt x="151" y="29"/>
                      <a:pt x="151" y="29"/>
                      <a:pt x="151" y="29"/>
                    </a:cubicBezTo>
                    <a:cubicBezTo>
                      <a:pt x="146" y="29"/>
                      <a:pt x="146" y="29"/>
                      <a:pt x="146" y="29"/>
                    </a:cubicBezTo>
                    <a:cubicBezTo>
                      <a:pt x="146" y="30"/>
                      <a:pt x="146" y="32"/>
                      <a:pt x="145" y="33"/>
                    </a:cubicBezTo>
                    <a:cubicBezTo>
                      <a:pt x="138" y="33"/>
                      <a:pt x="138" y="33"/>
                      <a:pt x="138" y="33"/>
                    </a:cubicBezTo>
                    <a:cubicBezTo>
                      <a:pt x="138" y="21"/>
                      <a:pt x="138" y="21"/>
                      <a:pt x="138" y="21"/>
                    </a:cubicBezTo>
                    <a:cubicBezTo>
                      <a:pt x="149" y="21"/>
                      <a:pt x="149" y="21"/>
                      <a:pt x="149" y="21"/>
                    </a:cubicBezTo>
                    <a:cubicBezTo>
                      <a:pt x="149" y="23"/>
                      <a:pt x="150" y="25"/>
                      <a:pt x="150" y="27"/>
                    </a:cubicBezTo>
                    <a:cubicBezTo>
                      <a:pt x="155" y="27"/>
                      <a:pt x="155" y="27"/>
                      <a:pt x="155" y="27"/>
                    </a:cubicBezTo>
                    <a:cubicBezTo>
                      <a:pt x="155" y="17"/>
                      <a:pt x="155" y="17"/>
                      <a:pt x="155" y="17"/>
                    </a:cubicBezTo>
                    <a:cubicBezTo>
                      <a:pt x="125" y="17"/>
                      <a:pt x="125" y="17"/>
                      <a:pt x="125" y="17"/>
                    </a:cubicBezTo>
                    <a:cubicBezTo>
                      <a:pt x="125" y="20"/>
                      <a:pt x="125" y="20"/>
                      <a:pt x="125" y="20"/>
                    </a:cubicBezTo>
                    <a:cubicBezTo>
                      <a:pt x="127" y="21"/>
                      <a:pt x="129" y="21"/>
                      <a:pt x="131" y="21"/>
                    </a:cubicBezTo>
                    <a:cubicBezTo>
                      <a:pt x="131" y="51"/>
                      <a:pt x="131" y="51"/>
                      <a:pt x="131" y="51"/>
                    </a:cubicBezTo>
                    <a:cubicBezTo>
                      <a:pt x="129" y="51"/>
                      <a:pt x="127" y="52"/>
                      <a:pt x="125" y="52"/>
                    </a:cubicBezTo>
                    <a:cubicBezTo>
                      <a:pt x="125" y="56"/>
                      <a:pt x="125" y="56"/>
                      <a:pt x="125" y="56"/>
                    </a:cubicBezTo>
                    <a:lnTo>
                      <a:pt x="155" y="56"/>
                    </a:lnTo>
                    <a:close/>
                    <a:moveTo>
                      <a:pt x="120" y="39"/>
                    </a:moveTo>
                    <a:cubicBezTo>
                      <a:pt x="120" y="35"/>
                      <a:pt x="120" y="35"/>
                      <a:pt x="120" y="35"/>
                    </a:cubicBezTo>
                    <a:cubicBezTo>
                      <a:pt x="102" y="35"/>
                      <a:pt x="102" y="35"/>
                      <a:pt x="102" y="35"/>
                    </a:cubicBezTo>
                    <a:cubicBezTo>
                      <a:pt x="102" y="39"/>
                      <a:pt x="102" y="39"/>
                      <a:pt x="102" y="39"/>
                    </a:cubicBezTo>
                    <a:cubicBezTo>
                      <a:pt x="104" y="40"/>
                      <a:pt x="106" y="40"/>
                      <a:pt x="108" y="40"/>
                    </a:cubicBezTo>
                    <a:cubicBezTo>
                      <a:pt x="108" y="50"/>
                      <a:pt x="108" y="50"/>
                      <a:pt x="108" y="50"/>
                    </a:cubicBezTo>
                    <a:cubicBezTo>
                      <a:pt x="106" y="50"/>
                      <a:pt x="104" y="51"/>
                      <a:pt x="102" y="51"/>
                    </a:cubicBezTo>
                    <a:cubicBezTo>
                      <a:pt x="93" y="51"/>
                      <a:pt x="88" y="46"/>
                      <a:pt x="88" y="36"/>
                    </a:cubicBezTo>
                    <a:cubicBezTo>
                      <a:pt x="88" y="27"/>
                      <a:pt x="94" y="22"/>
                      <a:pt x="102" y="22"/>
                    </a:cubicBezTo>
                    <a:cubicBezTo>
                      <a:pt x="104" y="22"/>
                      <a:pt x="106" y="22"/>
                      <a:pt x="108" y="22"/>
                    </a:cubicBezTo>
                    <a:cubicBezTo>
                      <a:pt x="108" y="24"/>
                      <a:pt x="109" y="26"/>
                      <a:pt x="109" y="29"/>
                    </a:cubicBezTo>
                    <a:cubicBezTo>
                      <a:pt x="114" y="29"/>
                      <a:pt x="114" y="29"/>
                      <a:pt x="114" y="29"/>
                    </a:cubicBezTo>
                    <a:cubicBezTo>
                      <a:pt x="114" y="17"/>
                      <a:pt x="114" y="17"/>
                      <a:pt x="114" y="17"/>
                    </a:cubicBezTo>
                    <a:cubicBezTo>
                      <a:pt x="110" y="16"/>
                      <a:pt x="106" y="16"/>
                      <a:pt x="102" y="16"/>
                    </a:cubicBezTo>
                    <a:cubicBezTo>
                      <a:pt x="88" y="16"/>
                      <a:pt x="80" y="25"/>
                      <a:pt x="80" y="37"/>
                    </a:cubicBezTo>
                    <a:cubicBezTo>
                      <a:pt x="80" y="50"/>
                      <a:pt x="89" y="56"/>
                      <a:pt x="101" y="56"/>
                    </a:cubicBezTo>
                    <a:cubicBezTo>
                      <a:pt x="106" y="56"/>
                      <a:pt x="111" y="56"/>
                      <a:pt x="115" y="54"/>
                    </a:cubicBezTo>
                    <a:cubicBezTo>
                      <a:pt x="115" y="40"/>
                      <a:pt x="115" y="40"/>
                      <a:pt x="115" y="40"/>
                    </a:cubicBezTo>
                    <a:cubicBezTo>
                      <a:pt x="117" y="40"/>
                      <a:pt x="118" y="40"/>
                      <a:pt x="120" y="39"/>
                    </a:cubicBezTo>
                    <a:moveTo>
                      <a:pt x="74" y="20"/>
                    </a:moveTo>
                    <a:cubicBezTo>
                      <a:pt x="74" y="17"/>
                      <a:pt x="74" y="17"/>
                      <a:pt x="74" y="17"/>
                    </a:cubicBezTo>
                    <a:cubicBezTo>
                      <a:pt x="56" y="17"/>
                      <a:pt x="56" y="17"/>
                      <a:pt x="56" y="17"/>
                    </a:cubicBezTo>
                    <a:cubicBezTo>
                      <a:pt x="56" y="20"/>
                      <a:pt x="56" y="20"/>
                      <a:pt x="56" y="20"/>
                    </a:cubicBezTo>
                    <a:cubicBezTo>
                      <a:pt x="58" y="21"/>
                      <a:pt x="60" y="21"/>
                      <a:pt x="62" y="21"/>
                    </a:cubicBezTo>
                    <a:cubicBezTo>
                      <a:pt x="62" y="35"/>
                      <a:pt x="62" y="35"/>
                      <a:pt x="62" y="35"/>
                    </a:cubicBezTo>
                    <a:cubicBezTo>
                      <a:pt x="62" y="41"/>
                      <a:pt x="62" y="45"/>
                      <a:pt x="62" y="48"/>
                    </a:cubicBezTo>
                    <a:cubicBezTo>
                      <a:pt x="62" y="48"/>
                      <a:pt x="62" y="48"/>
                      <a:pt x="62" y="48"/>
                    </a:cubicBezTo>
                    <a:cubicBezTo>
                      <a:pt x="61" y="45"/>
                      <a:pt x="59" y="42"/>
                      <a:pt x="58" y="40"/>
                    </a:cubicBezTo>
                    <a:cubicBezTo>
                      <a:pt x="43" y="17"/>
                      <a:pt x="43" y="17"/>
                      <a:pt x="43" y="17"/>
                    </a:cubicBezTo>
                    <a:cubicBezTo>
                      <a:pt x="27" y="17"/>
                      <a:pt x="27" y="17"/>
                      <a:pt x="27" y="17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9" y="21"/>
                      <a:pt x="31" y="21"/>
                      <a:pt x="34" y="21"/>
                    </a:cubicBezTo>
                    <a:cubicBezTo>
                      <a:pt x="34" y="51"/>
                      <a:pt x="34" y="51"/>
                      <a:pt x="34" y="51"/>
                    </a:cubicBezTo>
                    <a:cubicBezTo>
                      <a:pt x="31" y="51"/>
                      <a:pt x="29" y="52"/>
                      <a:pt x="27" y="52"/>
                    </a:cubicBezTo>
                    <a:cubicBezTo>
                      <a:pt x="27" y="56"/>
                      <a:pt x="27" y="56"/>
                      <a:pt x="27" y="56"/>
                    </a:cubicBezTo>
                    <a:cubicBezTo>
                      <a:pt x="46" y="56"/>
                      <a:pt x="46" y="56"/>
                      <a:pt x="46" y="56"/>
                    </a:cubicBezTo>
                    <a:cubicBezTo>
                      <a:pt x="46" y="52"/>
                      <a:pt x="46" y="52"/>
                      <a:pt x="46" y="52"/>
                    </a:cubicBezTo>
                    <a:cubicBezTo>
                      <a:pt x="44" y="52"/>
                      <a:pt x="42" y="51"/>
                      <a:pt x="40" y="51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0"/>
                      <a:pt x="40" y="27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1" y="27"/>
                      <a:pt x="43" y="30"/>
                      <a:pt x="44" y="32"/>
                    </a:cubicBezTo>
                    <a:cubicBezTo>
                      <a:pt x="60" y="56"/>
                      <a:pt x="60" y="56"/>
                      <a:pt x="60" y="56"/>
                    </a:cubicBezTo>
                    <a:cubicBezTo>
                      <a:pt x="69" y="56"/>
                      <a:pt x="69" y="56"/>
                      <a:pt x="69" y="56"/>
                    </a:cubicBezTo>
                    <a:cubicBezTo>
                      <a:pt x="69" y="21"/>
                      <a:pt x="69" y="21"/>
                      <a:pt x="69" y="21"/>
                    </a:cubicBezTo>
                    <a:cubicBezTo>
                      <a:pt x="71" y="21"/>
                      <a:pt x="73" y="21"/>
                      <a:pt x="74" y="20"/>
                    </a:cubicBezTo>
                    <a:moveTo>
                      <a:pt x="20" y="56"/>
                    </a:moveTo>
                    <a:cubicBezTo>
                      <a:pt x="20" y="52"/>
                      <a:pt x="20" y="52"/>
                      <a:pt x="20" y="52"/>
                    </a:cubicBezTo>
                    <a:cubicBezTo>
                      <a:pt x="18" y="52"/>
                      <a:pt x="16" y="51"/>
                      <a:pt x="13" y="51"/>
                    </a:cubicBezTo>
                    <a:cubicBezTo>
                      <a:pt x="13" y="21"/>
                      <a:pt x="13" y="21"/>
                      <a:pt x="13" y="21"/>
                    </a:cubicBezTo>
                    <a:cubicBezTo>
                      <a:pt x="16" y="21"/>
                      <a:pt x="18" y="21"/>
                      <a:pt x="20" y="20"/>
                    </a:cubicBezTo>
                    <a:cubicBezTo>
                      <a:pt x="20" y="17"/>
                      <a:pt x="20" y="17"/>
                      <a:pt x="20" y="17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2" y="21"/>
                      <a:pt x="4" y="21"/>
                      <a:pt x="7" y="21"/>
                    </a:cubicBezTo>
                    <a:cubicBezTo>
                      <a:pt x="7" y="51"/>
                      <a:pt x="7" y="51"/>
                      <a:pt x="7" y="51"/>
                    </a:cubicBezTo>
                    <a:cubicBezTo>
                      <a:pt x="4" y="51"/>
                      <a:pt x="2" y="52"/>
                      <a:pt x="0" y="52"/>
                    </a:cubicBezTo>
                    <a:cubicBezTo>
                      <a:pt x="0" y="56"/>
                      <a:pt x="0" y="56"/>
                      <a:pt x="0" y="56"/>
                    </a:cubicBezTo>
                    <a:lnTo>
                      <a:pt x="20" y="5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8" name="Freeform 38">
                <a:extLst>
                  <a:ext uri="{FF2B5EF4-FFF2-40B4-BE49-F238E27FC236}">
                    <a16:creationId xmlns:a16="http://schemas.microsoft.com/office/drawing/2014/main" id="{1CC18570-6D49-43CC-9345-4E964E84FF1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68750" y="2597150"/>
                <a:ext cx="908050" cy="88900"/>
              </a:xfrm>
              <a:custGeom>
                <a:avLst/>
                <a:gdLst>
                  <a:gd name="T0" fmla="*/ 413 w 419"/>
                  <a:gd name="T1" fmla="*/ 35 h 41"/>
                  <a:gd name="T2" fmla="*/ 410 w 419"/>
                  <a:gd name="T3" fmla="*/ 27 h 41"/>
                  <a:gd name="T4" fmla="*/ 410 w 419"/>
                  <a:gd name="T5" fmla="*/ 18 h 41"/>
                  <a:gd name="T6" fmla="*/ 414 w 419"/>
                  <a:gd name="T7" fmla="*/ 12 h 41"/>
                  <a:gd name="T8" fmla="*/ 389 w 419"/>
                  <a:gd name="T9" fmla="*/ 5 h 41"/>
                  <a:gd name="T10" fmla="*/ 389 w 419"/>
                  <a:gd name="T11" fmla="*/ 40 h 41"/>
                  <a:gd name="T12" fmla="*/ 355 w 419"/>
                  <a:gd name="T13" fmla="*/ 35 h 41"/>
                  <a:gd name="T14" fmla="*/ 383 w 419"/>
                  <a:gd name="T15" fmla="*/ 20 h 41"/>
                  <a:gd name="T16" fmla="*/ 342 w 419"/>
                  <a:gd name="T17" fmla="*/ 5 h 41"/>
                  <a:gd name="T18" fmla="*/ 342 w 419"/>
                  <a:gd name="T19" fmla="*/ 40 h 41"/>
                  <a:gd name="T20" fmla="*/ 312 w 419"/>
                  <a:gd name="T21" fmla="*/ 20 h 41"/>
                  <a:gd name="T22" fmla="*/ 297 w 419"/>
                  <a:gd name="T23" fmla="*/ 6 h 41"/>
                  <a:gd name="T24" fmla="*/ 285 w 419"/>
                  <a:gd name="T25" fmla="*/ 1 h 41"/>
                  <a:gd name="T26" fmla="*/ 285 w 419"/>
                  <a:gd name="T27" fmla="*/ 35 h 41"/>
                  <a:gd name="T28" fmla="*/ 296 w 419"/>
                  <a:gd name="T29" fmla="*/ 41 h 41"/>
                  <a:gd name="T30" fmla="*/ 250 w 419"/>
                  <a:gd name="T31" fmla="*/ 13 h 41"/>
                  <a:gd name="T32" fmla="*/ 259 w 419"/>
                  <a:gd name="T33" fmla="*/ 25 h 41"/>
                  <a:gd name="T34" fmla="*/ 257 w 419"/>
                  <a:gd name="T35" fmla="*/ 1 h 41"/>
                  <a:gd name="T36" fmla="*/ 230 w 419"/>
                  <a:gd name="T37" fmla="*/ 40 h 41"/>
                  <a:gd name="T38" fmla="*/ 243 w 419"/>
                  <a:gd name="T39" fmla="*/ 30 h 41"/>
                  <a:gd name="T40" fmla="*/ 257 w 419"/>
                  <a:gd name="T41" fmla="*/ 40 h 41"/>
                  <a:gd name="T42" fmla="*/ 195 w 419"/>
                  <a:gd name="T43" fmla="*/ 1 h 41"/>
                  <a:gd name="T44" fmla="*/ 209 w 419"/>
                  <a:gd name="T45" fmla="*/ 6 h 41"/>
                  <a:gd name="T46" fmla="*/ 223 w 419"/>
                  <a:gd name="T47" fmla="*/ 40 h 41"/>
                  <a:gd name="T48" fmla="*/ 225 w 419"/>
                  <a:gd name="T49" fmla="*/ 6 h 41"/>
                  <a:gd name="T50" fmla="*/ 194 w 419"/>
                  <a:gd name="T51" fmla="*/ 28 h 41"/>
                  <a:gd name="T52" fmla="*/ 178 w 419"/>
                  <a:gd name="T53" fmla="*/ 6 h 41"/>
                  <a:gd name="T54" fmla="*/ 164 w 419"/>
                  <a:gd name="T55" fmla="*/ 5 h 41"/>
                  <a:gd name="T56" fmla="*/ 164 w 419"/>
                  <a:gd name="T57" fmla="*/ 40 h 41"/>
                  <a:gd name="T58" fmla="*/ 140 w 419"/>
                  <a:gd name="T59" fmla="*/ 1 h 41"/>
                  <a:gd name="T60" fmla="*/ 136 w 419"/>
                  <a:gd name="T61" fmla="*/ 35 h 41"/>
                  <a:gd name="T62" fmla="*/ 132 w 419"/>
                  <a:gd name="T63" fmla="*/ 1 h 41"/>
                  <a:gd name="T64" fmla="*/ 119 w 419"/>
                  <a:gd name="T65" fmla="*/ 27 h 41"/>
                  <a:gd name="T66" fmla="*/ 158 w 419"/>
                  <a:gd name="T67" fmla="*/ 5 h 41"/>
                  <a:gd name="T68" fmla="*/ 84 w 419"/>
                  <a:gd name="T69" fmla="*/ 21 h 41"/>
                  <a:gd name="T70" fmla="*/ 107 w 419"/>
                  <a:gd name="T71" fmla="*/ 13 h 41"/>
                  <a:gd name="T72" fmla="*/ 96 w 419"/>
                  <a:gd name="T73" fmla="*/ 41 h 41"/>
                  <a:gd name="T74" fmla="*/ 49 w 419"/>
                  <a:gd name="T75" fmla="*/ 13 h 41"/>
                  <a:gd name="T76" fmla="*/ 58 w 419"/>
                  <a:gd name="T77" fmla="*/ 25 h 41"/>
                  <a:gd name="T78" fmla="*/ 56 w 419"/>
                  <a:gd name="T79" fmla="*/ 1 h 41"/>
                  <a:gd name="T80" fmla="*/ 29 w 419"/>
                  <a:gd name="T81" fmla="*/ 40 h 41"/>
                  <a:gd name="T82" fmla="*/ 43 w 419"/>
                  <a:gd name="T83" fmla="*/ 30 h 41"/>
                  <a:gd name="T84" fmla="*/ 56 w 419"/>
                  <a:gd name="T85" fmla="*/ 40 h 41"/>
                  <a:gd name="T86" fmla="*/ 0 w 419"/>
                  <a:gd name="T87" fmla="*/ 1 h 41"/>
                  <a:gd name="T88" fmla="*/ 0 w 419"/>
                  <a:gd name="T89" fmla="*/ 36 h 41"/>
                  <a:gd name="T90" fmla="*/ 13 w 419"/>
                  <a:gd name="T91" fmla="*/ 35 h 41"/>
                  <a:gd name="T92" fmla="*/ 26 w 419"/>
                  <a:gd name="T93" fmla="*/ 27 h 41"/>
                  <a:gd name="T94" fmla="*/ 13 w 419"/>
                  <a:gd name="T95" fmla="*/ 18 h 41"/>
                  <a:gd name="T96" fmla="*/ 30 w 419"/>
                  <a:gd name="T97" fmla="*/ 12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419" h="41">
                    <a:moveTo>
                      <a:pt x="419" y="40"/>
                    </a:moveTo>
                    <a:cubicBezTo>
                      <a:pt x="419" y="29"/>
                      <a:pt x="419" y="29"/>
                      <a:pt x="419" y="29"/>
                    </a:cubicBezTo>
                    <a:cubicBezTo>
                      <a:pt x="414" y="29"/>
                      <a:pt x="414" y="29"/>
                      <a:pt x="414" y="29"/>
                    </a:cubicBezTo>
                    <a:cubicBezTo>
                      <a:pt x="414" y="31"/>
                      <a:pt x="414" y="34"/>
                      <a:pt x="413" y="35"/>
                    </a:cubicBezTo>
                    <a:cubicBezTo>
                      <a:pt x="402" y="35"/>
                      <a:pt x="402" y="35"/>
                      <a:pt x="402" y="35"/>
                    </a:cubicBezTo>
                    <a:cubicBezTo>
                      <a:pt x="402" y="22"/>
                      <a:pt x="402" y="22"/>
                      <a:pt x="402" y="22"/>
                    </a:cubicBezTo>
                    <a:cubicBezTo>
                      <a:pt x="410" y="22"/>
                      <a:pt x="410" y="22"/>
                      <a:pt x="410" y="22"/>
                    </a:cubicBezTo>
                    <a:cubicBezTo>
                      <a:pt x="410" y="24"/>
                      <a:pt x="410" y="25"/>
                      <a:pt x="410" y="27"/>
                    </a:cubicBezTo>
                    <a:cubicBezTo>
                      <a:pt x="415" y="27"/>
                      <a:pt x="415" y="27"/>
                      <a:pt x="415" y="27"/>
                    </a:cubicBezTo>
                    <a:cubicBezTo>
                      <a:pt x="415" y="14"/>
                      <a:pt x="415" y="14"/>
                      <a:pt x="415" y="14"/>
                    </a:cubicBezTo>
                    <a:cubicBezTo>
                      <a:pt x="410" y="14"/>
                      <a:pt x="410" y="14"/>
                      <a:pt x="410" y="14"/>
                    </a:cubicBezTo>
                    <a:cubicBezTo>
                      <a:pt x="410" y="15"/>
                      <a:pt x="410" y="16"/>
                      <a:pt x="410" y="18"/>
                    </a:cubicBezTo>
                    <a:cubicBezTo>
                      <a:pt x="402" y="18"/>
                      <a:pt x="402" y="18"/>
                      <a:pt x="402" y="18"/>
                    </a:cubicBezTo>
                    <a:cubicBezTo>
                      <a:pt x="402" y="6"/>
                      <a:pt x="402" y="6"/>
                      <a:pt x="402" y="6"/>
                    </a:cubicBezTo>
                    <a:cubicBezTo>
                      <a:pt x="413" y="6"/>
                      <a:pt x="413" y="6"/>
                      <a:pt x="413" y="6"/>
                    </a:cubicBezTo>
                    <a:cubicBezTo>
                      <a:pt x="413" y="7"/>
                      <a:pt x="414" y="10"/>
                      <a:pt x="414" y="12"/>
                    </a:cubicBezTo>
                    <a:cubicBezTo>
                      <a:pt x="419" y="12"/>
                      <a:pt x="419" y="12"/>
                      <a:pt x="419" y="12"/>
                    </a:cubicBezTo>
                    <a:cubicBezTo>
                      <a:pt x="419" y="1"/>
                      <a:pt x="419" y="1"/>
                      <a:pt x="419" y="1"/>
                    </a:cubicBezTo>
                    <a:cubicBezTo>
                      <a:pt x="389" y="1"/>
                      <a:pt x="389" y="1"/>
                      <a:pt x="389" y="1"/>
                    </a:cubicBezTo>
                    <a:cubicBezTo>
                      <a:pt x="389" y="5"/>
                      <a:pt x="389" y="5"/>
                      <a:pt x="389" y="5"/>
                    </a:cubicBezTo>
                    <a:cubicBezTo>
                      <a:pt x="391" y="5"/>
                      <a:pt x="393" y="6"/>
                      <a:pt x="396" y="6"/>
                    </a:cubicBezTo>
                    <a:cubicBezTo>
                      <a:pt x="396" y="35"/>
                      <a:pt x="396" y="35"/>
                      <a:pt x="396" y="35"/>
                    </a:cubicBezTo>
                    <a:cubicBezTo>
                      <a:pt x="393" y="36"/>
                      <a:pt x="391" y="36"/>
                      <a:pt x="389" y="36"/>
                    </a:cubicBezTo>
                    <a:cubicBezTo>
                      <a:pt x="389" y="40"/>
                      <a:pt x="389" y="40"/>
                      <a:pt x="389" y="40"/>
                    </a:cubicBezTo>
                    <a:lnTo>
                      <a:pt x="419" y="40"/>
                    </a:lnTo>
                    <a:close/>
                    <a:moveTo>
                      <a:pt x="376" y="20"/>
                    </a:moveTo>
                    <a:cubicBezTo>
                      <a:pt x="376" y="30"/>
                      <a:pt x="369" y="35"/>
                      <a:pt x="360" y="35"/>
                    </a:cubicBezTo>
                    <a:cubicBezTo>
                      <a:pt x="359" y="35"/>
                      <a:pt x="356" y="35"/>
                      <a:pt x="355" y="35"/>
                    </a:cubicBezTo>
                    <a:cubicBezTo>
                      <a:pt x="355" y="6"/>
                      <a:pt x="355" y="6"/>
                      <a:pt x="355" y="6"/>
                    </a:cubicBezTo>
                    <a:cubicBezTo>
                      <a:pt x="357" y="6"/>
                      <a:pt x="359" y="6"/>
                      <a:pt x="361" y="6"/>
                    </a:cubicBezTo>
                    <a:cubicBezTo>
                      <a:pt x="371" y="6"/>
                      <a:pt x="376" y="11"/>
                      <a:pt x="376" y="20"/>
                    </a:cubicBezTo>
                    <a:moveTo>
                      <a:pt x="383" y="20"/>
                    </a:moveTo>
                    <a:cubicBezTo>
                      <a:pt x="383" y="6"/>
                      <a:pt x="375" y="1"/>
                      <a:pt x="362" y="1"/>
                    </a:cubicBezTo>
                    <a:cubicBezTo>
                      <a:pt x="357" y="1"/>
                      <a:pt x="352" y="1"/>
                      <a:pt x="348" y="1"/>
                    </a:cubicBezTo>
                    <a:cubicBezTo>
                      <a:pt x="342" y="1"/>
                      <a:pt x="342" y="1"/>
                      <a:pt x="342" y="1"/>
                    </a:cubicBezTo>
                    <a:cubicBezTo>
                      <a:pt x="342" y="5"/>
                      <a:pt x="342" y="5"/>
                      <a:pt x="342" y="5"/>
                    </a:cubicBezTo>
                    <a:cubicBezTo>
                      <a:pt x="344" y="5"/>
                      <a:pt x="346" y="6"/>
                      <a:pt x="348" y="6"/>
                    </a:cubicBezTo>
                    <a:cubicBezTo>
                      <a:pt x="348" y="35"/>
                      <a:pt x="348" y="35"/>
                      <a:pt x="348" y="35"/>
                    </a:cubicBezTo>
                    <a:cubicBezTo>
                      <a:pt x="346" y="36"/>
                      <a:pt x="344" y="36"/>
                      <a:pt x="342" y="36"/>
                    </a:cubicBezTo>
                    <a:cubicBezTo>
                      <a:pt x="342" y="40"/>
                      <a:pt x="342" y="40"/>
                      <a:pt x="342" y="40"/>
                    </a:cubicBezTo>
                    <a:cubicBezTo>
                      <a:pt x="348" y="40"/>
                      <a:pt x="348" y="40"/>
                      <a:pt x="348" y="40"/>
                    </a:cubicBezTo>
                    <a:cubicBezTo>
                      <a:pt x="352" y="40"/>
                      <a:pt x="355" y="41"/>
                      <a:pt x="360" y="41"/>
                    </a:cubicBezTo>
                    <a:cubicBezTo>
                      <a:pt x="373" y="41"/>
                      <a:pt x="383" y="34"/>
                      <a:pt x="383" y="20"/>
                    </a:cubicBezTo>
                    <a:moveTo>
                      <a:pt x="312" y="20"/>
                    </a:moveTo>
                    <a:cubicBezTo>
                      <a:pt x="312" y="30"/>
                      <a:pt x="306" y="35"/>
                      <a:pt x="297" y="35"/>
                    </a:cubicBezTo>
                    <a:cubicBezTo>
                      <a:pt x="295" y="35"/>
                      <a:pt x="293" y="35"/>
                      <a:pt x="291" y="35"/>
                    </a:cubicBezTo>
                    <a:cubicBezTo>
                      <a:pt x="291" y="6"/>
                      <a:pt x="291" y="6"/>
                      <a:pt x="291" y="6"/>
                    </a:cubicBezTo>
                    <a:cubicBezTo>
                      <a:pt x="293" y="6"/>
                      <a:pt x="295" y="6"/>
                      <a:pt x="297" y="6"/>
                    </a:cubicBezTo>
                    <a:cubicBezTo>
                      <a:pt x="307" y="6"/>
                      <a:pt x="312" y="11"/>
                      <a:pt x="312" y="20"/>
                    </a:cubicBezTo>
                    <a:moveTo>
                      <a:pt x="319" y="20"/>
                    </a:moveTo>
                    <a:cubicBezTo>
                      <a:pt x="319" y="6"/>
                      <a:pt x="311" y="1"/>
                      <a:pt x="298" y="1"/>
                    </a:cubicBezTo>
                    <a:cubicBezTo>
                      <a:pt x="294" y="1"/>
                      <a:pt x="288" y="1"/>
                      <a:pt x="285" y="1"/>
                    </a:cubicBezTo>
                    <a:cubicBezTo>
                      <a:pt x="278" y="1"/>
                      <a:pt x="278" y="1"/>
                      <a:pt x="278" y="1"/>
                    </a:cubicBezTo>
                    <a:cubicBezTo>
                      <a:pt x="278" y="5"/>
                      <a:pt x="278" y="5"/>
                      <a:pt x="278" y="5"/>
                    </a:cubicBezTo>
                    <a:cubicBezTo>
                      <a:pt x="280" y="5"/>
                      <a:pt x="282" y="6"/>
                      <a:pt x="285" y="6"/>
                    </a:cubicBezTo>
                    <a:cubicBezTo>
                      <a:pt x="285" y="35"/>
                      <a:pt x="285" y="35"/>
                      <a:pt x="285" y="35"/>
                    </a:cubicBezTo>
                    <a:cubicBezTo>
                      <a:pt x="282" y="36"/>
                      <a:pt x="280" y="36"/>
                      <a:pt x="278" y="36"/>
                    </a:cubicBezTo>
                    <a:cubicBezTo>
                      <a:pt x="278" y="40"/>
                      <a:pt x="278" y="40"/>
                      <a:pt x="278" y="40"/>
                    </a:cubicBezTo>
                    <a:cubicBezTo>
                      <a:pt x="285" y="40"/>
                      <a:pt x="285" y="40"/>
                      <a:pt x="285" y="40"/>
                    </a:cubicBezTo>
                    <a:cubicBezTo>
                      <a:pt x="288" y="40"/>
                      <a:pt x="291" y="41"/>
                      <a:pt x="296" y="41"/>
                    </a:cubicBezTo>
                    <a:cubicBezTo>
                      <a:pt x="309" y="41"/>
                      <a:pt x="319" y="34"/>
                      <a:pt x="319" y="20"/>
                    </a:cubicBezTo>
                    <a:moveTo>
                      <a:pt x="259" y="25"/>
                    </a:moveTo>
                    <a:cubicBezTo>
                      <a:pt x="245" y="25"/>
                      <a:pt x="245" y="25"/>
                      <a:pt x="245" y="25"/>
                    </a:cubicBezTo>
                    <a:cubicBezTo>
                      <a:pt x="250" y="13"/>
                      <a:pt x="250" y="13"/>
                      <a:pt x="250" y="13"/>
                    </a:cubicBezTo>
                    <a:cubicBezTo>
                      <a:pt x="251" y="11"/>
                      <a:pt x="251" y="9"/>
                      <a:pt x="252" y="7"/>
                    </a:cubicBezTo>
                    <a:cubicBezTo>
                      <a:pt x="252" y="7"/>
                      <a:pt x="252" y="7"/>
                      <a:pt x="252" y="7"/>
                    </a:cubicBezTo>
                    <a:cubicBezTo>
                      <a:pt x="253" y="9"/>
                      <a:pt x="253" y="11"/>
                      <a:pt x="254" y="13"/>
                    </a:cubicBezTo>
                    <a:lnTo>
                      <a:pt x="259" y="25"/>
                    </a:lnTo>
                    <a:close/>
                    <a:moveTo>
                      <a:pt x="275" y="40"/>
                    </a:moveTo>
                    <a:cubicBezTo>
                      <a:pt x="275" y="36"/>
                      <a:pt x="275" y="36"/>
                      <a:pt x="275" y="36"/>
                    </a:cubicBezTo>
                    <a:cubicBezTo>
                      <a:pt x="273" y="36"/>
                      <a:pt x="271" y="36"/>
                      <a:pt x="270" y="36"/>
                    </a:cubicBezTo>
                    <a:cubicBezTo>
                      <a:pt x="257" y="1"/>
                      <a:pt x="257" y="1"/>
                      <a:pt x="257" y="1"/>
                    </a:cubicBezTo>
                    <a:cubicBezTo>
                      <a:pt x="248" y="1"/>
                      <a:pt x="248" y="1"/>
                      <a:pt x="248" y="1"/>
                    </a:cubicBezTo>
                    <a:cubicBezTo>
                      <a:pt x="234" y="36"/>
                      <a:pt x="234" y="36"/>
                      <a:pt x="234" y="36"/>
                    </a:cubicBezTo>
                    <a:cubicBezTo>
                      <a:pt x="233" y="36"/>
                      <a:pt x="231" y="36"/>
                      <a:pt x="230" y="36"/>
                    </a:cubicBezTo>
                    <a:cubicBezTo>
                      <a:pt x="230" y="40"/>
                      <a:pt x="230" y="40"/>
                      <a:pt x="230" y="40"/>
                    </a:cubicBezTo>
                    <a:cubicBezTo>
                      <a:pt x="247" y="40"/>
                      <a:pt x="247" y="40"/>
                      <a:pt x="247" y="40"/>
                    </a:cubicBezTo>
                    <a:cubicBezTo>
                      <a:pt x="247" y="36"/>
                      <a:pt x="247" y="36"/>
                      <a:pt x="247" y="36"/>
                    </a:cubicBezTo>
                    <a:cubicBezTo>
                      <a:pt x="246" y="36"/>
                      <a:pt x="243" y="36"/>
                      <a:pt x="241" y="36"/>
                    </a:cubicBezTo>
                    <a:cubicBezTo>
                      <a:pt x="243" y="30"/>
                      <a:pt x="243" y="30"/>
                      <a:pt x="243" y="30"/>
                    </a:cubicBezTo>
                    <a:cubicBezTo>
                      <a:pt x="261" y="30"/>
                      <a:pt x="261" y="30"/>
                      <a:pt x="261" y="30"/>
                    </a:cubicBezTo>
                    <a:cubicBezTo>
                      <a:pt x="262" y="36"/>
                      <a:pt x="262" y="36"/>
                      <a:pt x="262" y="36"/>
                    </a:cubicBezTo>
                    <a:cubicBezTo>
                      <a:pt x="261" y="36"/>
                      <a:pt x="258" y="36"/>
                      <a:pt x="257" y="36"/>
                    </a:cubicBezTo>
                    <a:cubicBezTo>
                      <a:pt x="257" y="40"/>
                      <a:pt x="257" y="40"/>
                      <a:pt x="257" y="40"/>
                    </a:cubicBezTo>
                    <a:lnTo>
                      <a:pt x="275" y="40"/>
                    </a:lnTo>
                    <a:close/>
                    <a:moveTo>
                      <a:pt x="231" y="14"/>
                    </a:moveTo>
                    <a:cubicBezTo>
                      <a:pt x="231" y="1"/>
                      <a:pt x="231" y="1"/>
                      <a:pt x="231" y="1"/>
                    </a:cubicBezTo>
                    <a:cubicBezTo>
                      <a:pt x="195" y="1"/>
                      <a:pt x="195" y="1"/>
                      <a:pt x="195" y="1"/>
                    </a:cubicBezTo>
                    <a:cubicBezTo>
                      <a:pt x="195" y="14"/>
                      <a:pt x="195" y="14"/>
                      <a:pt x="195" y="14"/>
                    </a:cubicBezTo>
                    <a:cubicBezTo>
                      <a:pt x="199" y="14"/>
                      <a:pt x="199" y="14"/>
                      <a:pt x="199" y="14"/>
                    </a:cubicBezTo>
                    <a:cubicBezTo>
                      <a:pt x="200" y="11"/>
                      <a:pt x="200" y="8"/>
                      <a:pt x="200" y="6"/>
                    </a:cubicBezTo>
                    <a:cubicBezTo>
                      <a:pt x="209" y="6"/>
                      <a:pt x="209" y="6"/>
                      <a:pt x="209" y="6"/>
                    </a:cubicBezTo>
                    <a:cubicBezTo>
                      <a:pt x="209" y="35"/>
                      <a:pt x="209" y="35"/>
                      <a:pt x="209" y="35"/>
                    </a:cubicBezTo>
                    <a:cubicBezTo>
                      <a:pt x="207" y="36"/>
                      <a:pt x="205" y="36"/>
                      <a:pt x="203" y="36"/>
                    </a:cubicBezTo>
                    <a:cubicBezTo>
                      <a:pt x="203" y="40"/>
                      <a:pt x="203" y="40"/>
                      <a:pt x="203" y="40"/>
                    </a:cubicBezTo>
                    <a:cubicBezTo>
                      <a:pt x="223" y="40"/>
                      <a:pt x="223" y="40"/>
                      <a:pt x="223" y="40"/>
                    </a:cubicBezTo>
                    <a:cubicBezTo>
                      <a:pt x="223" y="36"/>
                      <a:pt x="223" y="36"/>
                      <a:pt x="223" y="36"/>
                    </a:cubicBezTo>
                    <a:cubicBezTo>
                      <a:pt x="221" y="36"/>
                      <a:pt x="218" y="36"/>
                      <a:pt x="216" y="35"/>
                    </a:cubicBezTo>
                    <a:cubicBezTo>
                      <a:pt x="216" y="6"/>
                      <a:pt x="216" y="6"/>
                      <a:pt x="216" y="6"/>
                    </a:cubicBezTo>
                    <a:cubicBezTo>
                      <a:pt x="225" y="6"/>
                      <a:pt x="225" y="6"/>
                      <a:pt x="225" y="6"/>
                    </a:cubicBezTo>
                    <a:cubicBezTo>
                      <a:pt x="225" y="8"/>
                      <a:pt x="226" y="11"/>
                      <a:pt x="226" y="14"/>
                    </a:cubicBezTo>
                    <a:lnTo>
                      <a:pt x="231" y="14"/>
                    </a:lnTo>
                    <a:close/>
                    <a:moveTo>
                      <a:pt x="194" y="40"/>
                    </a:moveTo>
                    <a:cubicBezTo>
                      <a:pt x="194" y="28"/>
                      <a:pt x="194" y="28"/>
                      <a:pt x="194" y="28"/>
                    </a:cubicBezTo>
                    <a:cubicBezTo>
                      <a:pt x="189" y="28"/>
                      <a:pt x="189" y="28"/>
                      <a:pt x="189" y="28"/>
                    </a:cubicBezTo>
                    <a:cubicBezTo>
                      <a:pt x="189" y="30"/>
                      <a:pt x="189" y="33"/>
                      <a:pt x="188" y="35"/>
                    </a:cubicBezTo>
                    <a:cubicBezTo>
                      <a:pt x="178" y="35"/>
                      <a:pt x="178" y="35"/>
                      <a:pt x="178" y="35"/>
                    </a:cubicBezTo>
                    <a:cubicBezTo>
                      <a:pt x="178" y="6"/>
                      <a:pt x="178" y="6"/>
                      <a:pt x="178" y="6"/>
                    </a:cubicBezTo>
                    <a:cubicBezTo>
                      <a:pt x="180" y="6"/>
                      <a:pt x="182" y="5"/>
                      <a:pt x="184" y="5"/>
                    </a:cubicBezTo>
                    <a:cubicBezTo>
                      <a:pt x="184" y="1"/>
                      <a:pt x="184" y="1"/>
                      <a:pt x="184" y="1"/>
                    </a:cubicBezTo>
                    <a:cubicBezTo>
                      <a:pt x="164" y="1"/>
                      <a:pt x="164" y="1"/>
                      <a:pt x="164" y="1"/>
                    </a:cubicBezTo>
                    <a:cubicBezTo>
                      <a:pt x="164" y="5"/>
                      <a:pt x="164" y="5"/>
                      <a:pt x="164" y="5"/>
                    </a:cubicBezTo>
                    <a:cubicBezTo>
                      <a:pt x="166" y="5"/>
                      <a:pt x="169" y="6"/>
                      <a:pt x="171" y="6"/>
                    </a:cubicBezTo>
                    <a:cubicBezTo>
                      <a:pt x="171" y="35"/>
                      <a:pt x="171" y="35"/>
                      <a:pt x="171" y="35"/>
                    </a:cubicBezTo>
                    <a:cubicBezTo>
                      <a:pt x="169" y="36"/>
                      <a:pt x="166" y="36"/>
                      <a:pt x="164" y="36"/>
                    </a:cubicBezTo>
                    <a:cubicBezTo>
                      <a:pt x="164" y="40"/>
                      <a:pt x="164" y="40"/>
                      <a:pt x="164" y="40"/>
                    </a:cubicBezTo>
                    <a:lnTo>
                      <a:pt x="194" y="40"/>
                    </a:lnTo>
                    <a:close/>
                    <a:moveTo>
                      <a:pt x="158" y="5"/>
                    </a:moveTo>
                    <a:cubicBezTo>
                      <a:pt x="158" y="1"/>
                      <a:pt x="158" y="1"/>
                      <a:pt x="158" y="1"/>
                    </a:cubicBezTo>
                    <a:cubicBezTo>
                      <a:pt x="140" y="1"/>
                      <a:pt x="140" y="1"/>
                      <a:pt x="140" y="1"/>
                    </a:cubicBezTo>
                    <a:cubicBezTo>
                      <a:pt x="140" y="5"/>
                      <a:pt x="140" y="5"/>
                      <a:pt x="140" y="5"/>
                    </a:cubicBezTo>
                    <a:cubicBezTo>
                      <a:pt x="142" y="5"/>
                      <a:pt x="144" y="6"/>
                      <a:pt x="146" y="6"/>
                    </a:cubicBezTo>
                    <a:cubicBezTo>
                      <a:pt x="146" y="25"/>
                      <a:pt x="146" y="25"/>
                      <a:pt x="146" y="25"/>
                    </a:cubicBezTo>
                    <a:cubicBezTo>
                      <a:pt x="146" y="31"/>
                      <a:pt x="143" y="35"/>
                      <a:pt x="136" y="35"/>
                    </a:cubicBezTo>
                    <a:cubicBezTo>
                      <a:pt x="129" y="35"/>
                      <a:pt x="126" y="32"/>
                      <a:pt x="126" y="25"/>
                    </a:cubicBezTo>
                    <a:cubicBezTo>
                      <a:pt x="126" y="6"/>
                      <a:pt x="126" y="6"/>
                      <a:pt x="126" y="6"/>
                    </a:cubicBezTo>
                    <a:cubicBezTo>
                      <a:pt x="128" y="6"/>
                      <a:pt x="130" y="5"/>
                      <a:pt x="132" y="5"/>
                    </a:cubicBezTo>
                    <a:cubicBezTo>
                      <a:pt x="132" y="1"/>
                      <a:pt x="132" y="1"/>
                      <a:pt x="132" y="1"/>
                    </a:cubicBezTo>
                    <a:cubicBezTo>
                      <a:pt x="113" y="1"/>
                      <a:pt x="113" y="1"/>
                      <a:pt x="113" y="1"/>
                    </a:cubicBezTo>
                    <a:cubicBezTo>
                      <a:pt x="113" y="5"/>
                      <a:pt x="113" y="5"/>
                      <a:pt x="113" y="5"/>
                    </a:cubicBezTo>
                    <a:cubicBezTo>
                      <a:pt x="115" y="5"/>
                      <a:pt x="117" y="6"/>
                      <a:pt x="119" y="6"/>
                    </a:cubicBezTo>
                    <a:cubicBezTo>
                      <a:pt x="119" y="27"/>
                      <a:pt x="119" y="27"/>
                      <a:pt x="119" y="27"/>
                    </a:cubicBezTo>
                    <a:cubicBezTo>
                      <a:pt x="119" y="36"/>
                      <a:pt x="125" y="41"/>
                      <a:pt x="135" y="41"/>
                    </a:cubicBezTo>
                    <a:cubicBezTo>
                      <a:pt x="148" y="41"/>
                      <a:pt x="153" y="34"/>
                      <a:pt x="153" y="25"/>
                    </a:cubicBezTo>
                    <a:cubicBezTo>
                      <a:pt x="153" y="6"/>
                      <a:pt x="153" y="6"/>
                      <a:pt x="153" y="6"/>
                    </a:cubicBezTo>
                    <a:cubicBezTo>
                      <a:pt x="155" y="6"/>
                      <a:pt x="157" y="5"/>
                      <a:pt x="158" y="5"/>
                    </a:cubicBezTo>
                    <a:moveTo>
                      <a:pt x="107" y="39"/>
                    </a:moveTo>
                    <a:cubicBezTo>
                      <a:pt x="107" y="32"/>
                      <a:pt x="107" y="32"/>
                      <a:pt x="107" y="32"/>
                    </a:cubicBezTo>
                    <a:cubicBezTo>
                      <a:pt x="104" y="34"/>
                      <a:pt x="101" y="35"/>
                      <a:pt x="97" y="35"/>
                    </a:cubicBezTo>
                    <a:cubicBezTo>
                      <a:pt x="88" y="35"/>
                      <a:pt x="84" y="30"/>
                      <a:pt x="84" y="21"/>
                    </a:cubicBezTo>
                    <a:cubicBezTo>
                      <a:pt x="84" y="13"/>
                      <a:pt x="88" y="6"/>
                      <a:pt x="96" y="6"/>
                    </a:cubicBezTo>
                    <a:cubicBezTo>
                      <a:pt x="98" y="6"/>
                      <a:pt x="99" y="7"/>
                      <a:pt x="101" y="7"/>
                    </a:cubicBezTo>
                    <a:cubicBezTo>
                      <a:pt x="101" y="9"/>
                      <a:pt x="102" y="11"/>
                      <a:pt x="102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2"/>
                      <a:pt x="107" y="2"/>
                      <a:pt x="107" y="2"/>
                    </a:cubicBezTo>
                    <a:cubicBezTo>
                      <a:pt x="104" y="1"/>
                      <a:pt x="100" y="0"/>
                      <a:pt x="97" y="0"/>
                    </a:cubicBezTo>
                    <a:cubicBezTo>
                      <a:pt x="83" y="0"/>
                      <a:pt x="76" y="10"/>
                      <a:pt x="76" y="21"/>
                    </a:cubicBezTo>
                    <a:cubicBezTo>
                      <a:pt x="76" y="33"/>
                      <a:pt x="83" y="41"/>
                      <a:pt x="96" y="41"/>
                    </a:cubicBezTo>
                    <a:cubicBezTo>
                      <a:pt x="100" y="41"/>
                      <a:pt x="104" y="40"/>
                      <a:pt x="107" y="39"/>
                    </a:cubicBezTo>
                    <a:moveTo>
                      <a:pt x="58" y="25"/>
                    </a:moveTo>
                    <a:cubicBezTo>
                      <a:pt x="45" y="25"/>
                      <a:pt x="45" y="25"/>
                      <a:pt x="45" y="25"/>
                    </a:cubicBezTo>
                    <a:cubicBezTo>
                      <a:pt x="49" y="13"/>
                      <a:pt x="49" y="13"/>
                      <a:pt x="49" y="13"/>
                    </a:cubicBezTo>
                    <a:cubicBezTo>
                      <a:pt x="50" y="11"/>
                      <a:pt x="51" y="9"/>
                      <a:pt x="51" y="7"/>
                    </a:cubicBezTo>
                    <a:cubicBezTo>
                      <a:pt x="52" y="7"/>
                      <a:pt x="52" y="7"/>
                      <a:pt x="52" y="7"/>
                    </a:cubicBezTo>
                    <a:cubicBezTo>
                      <a:pt x="52" y="9"/>
                      <a:pt x="53" y="11"/>
                      <a:pt x="54" y="13"/>
                    </a:cubicBezTo>
                    <a:lnTo>
                      <a:pt x="58" y="25"/>
                    </a:lnTo>
                    <a:close/>
                    <a:moveTo>
                      <a:pt x="74" y="40"/>
                    </a:moveTo>
                    <a:cubicBezTo>
                      <a:pt x="74" y="36"/>
                      <a:pt x="74" y="36"/>
                      <a:pt x="74" y="36"/>
                    </a:cubicBezTo>
                    <a:cubicBezTo>
                      <a:pt x="73" y="36"/>
                      <a:pt x="71" y="36"/>
                      <a:pt x="69" y="36"/>
                    </a:cubicBezTo>
                    <a:cubicBezTo>
                      <a:pt x="56" y="1"/>
                      <a:pt x="56" y="1"/>
                      <a:pt x="56" y="1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3" y="36"/>
                      <a:pt x="31" y="36"/>
                      <a:pt x="29" y="36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47" y="40"/>
                      <a:pt x="47" y="40"/>
                      <a:pt x="47" y="40"/>
                    </a:cubicBezTo>
                    <a:cubicBezTo>
                      <a:pt x="47" y="36"/>
                      <a:pt x="47" y="36"/>
                      <a:pt x="47" y="36"/>
                    </a:cubicBezTo>
                    <a:cubicBezTo>
                      <a:pt x="45" y="36"/>
                      <a:pt x="43" y="36"/>
                      <a:pt x="41" y="36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60" y="30"/>
                      <a:pt x="60" y="30"/>
                      <a:pt x="60" y="30"/>
                    </a:cubicBezTo>
                    <a:cubicBezTo>
                      <a:pt x="62" y="36"/>
                      <a:pt x="62" y="36"/>
                      <a:pt x="62" y="36"/>
                    </a:cubicBezTo>
                    <a:cubicBezTo>
                      <a:pt x="60" y="36"/>
                      <a:pt x="58" y="36"/>
                      <a:pt x="56" y="36"/>
                    </a:cubicBezTo>
                    <a:cubicBezTo>
                      <a:pt x="56" y="40"/>
                      <a:pt x="56" y="40"/>
                      <a:pt x="56" y="40"/>
                    </a:cubicBezTo>
                    <a:lnTo>
                      <a:pt x="74" y="40"/>
                    </a:lnTo>
                    <a:close/>
                    <a:moveTo>
                      <a:pt x="30" y="12"/>
                    </a:moveTo>
                    <a:cubicBezTo>
                      <a:pt x="30" y="1"/>
                      <a:pt x="30" y="1"/>
                      <a:pt x="3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" y="5"/>
                      <a:pt x="4" y="6"/>
                      <a:pt x="7" y="6"/>
                    </a:cubicBezTo>
                    <a:cubicBezTo>
                      <a:pt x="7" y="35"/>
                      <a:pt x="7" y="35"/>
                      <a:pt x="7" y="35"/>
                    </a:cubicBezTo>
                    <a:cubicBezTo>
                      <a:pt x="4" y="36"/>
                      <a:pt x="2" y="36"/>
                      <a:pt x="0" y="36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20" y="40"/>
                      <a:pt x="20" y="40"/>
                      <a:pt x="20" y="40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18" y="36"/>
                      <a:pt x="16" y="36"/>
                      <a:pt x="13" y="35"/>
                    </a:cubicBezTo>
                    <a:cubicBezTo>
                      <a:pt x="13" y="23"/>
                      <a:pt x="13" y="23"/>
                      <a:pt x="13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4"/>
                      <a:pt x="21" y="26"/>
                      <a:pt x="22" y="27"/>
                    </a:cubicBezTo>
                    <a:cubicBezTo>
                      <a:pt x="26" y="27"/>
                      <a:pt x="26" y="27"/>
                      <a:pt x="26" y="27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1" y="15"/>
                      <a:pt x="21" y="17"/>
                      <a:pt x="21" y="18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24" y="6"/>
                      <a:pt x="24" y="6"/>
                      <a:pt x="24" y="6"/>
                    </a:cubicBezTo>
                    <a:cubicBezTo>
                      <a:pt x="24" y="7"/>
                      <a:pt x="24" y="10"/>
                      <a:pt x="25" y="12"/>
                    </a:cubicBezTo>
                    <a:lnTo>
                      <a:pt x="30" y="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062274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portada presentador + area + fecha">
    <p:bg>
      <p:bgPr>
        <a:solidFill>
          <a:srgbClr val="23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n 38">
            <a:extLst>
              <a:ext uri="{FF2B5EF4-FFF2-40B4-BE49-F238E27FC236}">
                <a16:creationId xmlns:a16="http://schemas.microsoft.com/office/drawing/2014/main" id="{D16A04AC-9E50-4E85-8667-A28A9ED3D6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69" name="Grupo 68">
            <a:extLst>
              <a:ext uri="{FF2B5EF4-FFF2-40B4-BE49-F238E27FC236}">
                <a16:creationId xmlns:a16="http://schemas.microsoft.com/office/drawing/2014/main" id="{2F9B6D1A-8507-477B-9E86-5056413D6B04}"/>
              </a:ext>
            </a:extLst>
          </p:cNvPr>
          <p:cNvGrpSpPr/>
          <p:nvPr userDrawn="1"/>
        </p:nvGrpSpPr>
        <p:grpSpPr>
          <a:xfrm>
            <a:off x="8611026" y="498906"/>
            <a:ext cx="3283381" cy="718962"/>
            <a:chOff x="457020" y="572789"/>
            <a:chExt cx="4284663" cy="938213"/>
          </a:xfrm>
        </p:grpSpPr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5B1B1506-2EC0-4053-A134-532A6E4C6FC1}"/>
                </a:ext>
              </a:extLst>
            </p:cNvPr>
            <p:cNvGrpSpPr/>
            <p:nvPr userDrawn="1"/>
          </p:nvGrpSpPr>
          <p:grpSpPr>
            <a:xfrm>
              <a:off x="2741433" y="842664"/>
              <a:ext cx="2000250" cy="411162"/>
              <a:chOff x="6094413" y="2516188"/>
              <a:chExt cx="2000250" cy="411162"/>
            </a:xfrm>
          </p:grpSpPr>
          <p:sp>
            <p:nvSpPr>
              <p:cNvPr id="5" name="Freeform 7">
                <a:extLst>
                  <a:ext uri="{FF2B5EF4-FFF2-40B4-BE49-F238E27FC236}">
                    <a16:creationId xmlns:a16="http://schemas.microsoft.com/office/drawing/2014/main" id="{00AB674E-66D6-436A-B13D-36DD6E21DF2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94463" y="2516188"/>
                <a:ext cx="1600200" cy="265113"/>
              </a:xfrm>
              <a:custGeom>
                <a:avLst/>
                <a:gdLst>
                  <a:gd name="T0" fmla="*/ 644 w 1008"/>
                  <a:gd name="T1" fmla="*/ 90 h 167"/>
                  <a:gd name="T2" fmla="*/ 644 w 1008"/>
                  <a:gd name="T3" fmla="*/ 39 h 167"/>
                  <a:gd name="T4" fmla="*/ 363 w 1008"/>
                  <a:gd name="T5" fmla="*/ 39 h 167"/>
                  <a:gd name="T6" fmla="*/ 363 w 1008"/>
                  <a:gd name="T7" fmla="*/ 90 h 167"/>
                  <a:gd name="T8" fmla="*/ 644 w 1008"/>
                  <a:gd name="T9" fmla="*/ 90 h 167"/>
                  <a:gd name="T10" fmla="*/ 40 w 1008"/>
                  <a:gd name="T11" fmla="*/ 0 h 167"/>
                  <a:gd name="T12" fmla="*/ 40 w 1008"/>
                  <a:gd name="T13" fmla="*/ 128 h 167"/>
                  <a:gd name="T14" fmla="*/ 323 w 1008"/>
                  <a:gd name="T15" fmla="*/ 128 h 167"/>
                  <a:gd name="T16" fmla="*/ 323 w 1008"/>
                  <a:gd name="T17" fmla="*/ 0 h 167"/>
                  <a:gd name="T18" fmla="*/ 685 w 1008"/>
                  <a:gd name="T19" fmla="*/ 0 h 167"/>
                  <a:gd name="T20" fmla="*/ 685 w 1008"/>
                  <a:gd name="T21" fmla="*/ 129 h 167"/>
                  <a:gd name="T22" fmla="*/ 967 w 1008"/>
                  <a:gd name="T23" fmla="*/ 129 h 167"/>
                  <a:gd name="T24" fmla="*/ 967 w 1008"/>
                  <a:gd name="T25" fmla="*/ 58 h 167"/>
                  <a:gd name="T26" fmla="*/ 1008 w 1008"/>
                  <a:gd name="T27" fmla="*/ 58 h 167"/>
                  <a:gd name="T28" fmla="*/ 1008 w 1008"/>
                  <a:gd name="T29" fmla="*/ 167 h 167"/>
                  <a:gd name="T30" fmla="*/ 644 w 1008"/>
                  <a:gd name="T31" fmla="*/ 167 h 167"/>
                  <a:gd name="T32" fmla="*/ 644 w 1008"/>
                  <a:gd name="T33" fmla="*/ 130 h 167"/>
                  <a:gd name="T34" fmla="*/ 363 w 1008"/>
                  <a:gd name="T35" fmla="*/ 130 h 167"/>
                  <a:gd name="T36" fmla="*/ 363 w 1008"/>
                  <a:gd name="T37" fmla="*/ 167 h 167"/>
                  <a:gd name="T38" fmla="*/ 0 w 1008"/>
                  <a:gd name="T39" fmla="*/ 167 h 167"/>
                  <a:gd name="T40" fmla="*/ 0 w 1008"/>
                  <a:gd name="T41" fmla="*/ 0 h 167"/>
                  <a:gd name="T42" fmla="*/ 40 w 1008"/>
                  <a:gd name="T43" fmla="*/ 0 h 167"/>
                  <a:gd name="T44" fmla="*/ 967 w 1008"/>
                  <a:gd name="T45" fmla="*/ 0 h 167"/>
                  <a:gd name="T46" fmla="*/ 1007 w 1008"/>
                  <a:gd name="T47" fmla="*/ 0 h 167"/>
                  <a:gd name="T48" fmla="*/ 1007 w 1008"/>
                  <a:gd name="T49" fmla="*/ 38 h 167"/>
                  <a:gd name="T50" fmla="*/ 967 w 1008"/>
                  <a:gd name="T51" fmla="*/ 38 h 167"/>
                  <a:gd name="T52" fmla="*/ 967 w 1008"/>
                  <a:gd name="T53" fmla="*/ 0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08" h="167">
                    <a:moveTo>
                      <a:pt x="644" y="90"/>
                    </a:moveTo>
                    <a:lnTo>
                      <a:pt x="644" y="39"/>
                    </a:lnTo>
                    <a:lnTo>
                      <a:pt x="363" y="39"/>
                    </a:lnTo>
                    <a:lnTo>
                      <a:pt x="363" y="90"/>
                    </a:lnTo>
                    <a:lnTo>
                      <a:pt x="644" y="90"/>
                    </a:lnTo>
                    <a:close/>
                    <a:moveTo>
                      <a:pt x="40" y="0"/>
                    </a:moveTo>
                    <a:lnTo>
                      <a:pt x="40" y="128"/>
                    </a:lnTo>
                    <a:lnTo>
                      <a:pt x="323" y="128"/>
                    </a:lnTo>
                    <a:lnTo>
                      <a:pt x="323" y="0"/>
                    </a:lnTo>
                    <a:lnTo>
                      <a:pt x="685" y="0"/>
                    </a:lnTo>
                    <a:lnTo>
                      <a:pt x="685" y="129"/>
                    </a:lnTo>
                    <a:lnTo>
                      <a:pt x="967" y="129"/>
                    </a:lnTo>
                    <a:lnTo>
                      <a:pt x="967" y="58"/>
                    </a:lnTo>
                    <a:lnTo>
                      <a:pt x="1008" y="58"/>
                    </a:lnTo>
                    <a:lnTo>
                      <a:pt x="1008" y="167"/>
                    </a:lnTo>
                    <a:lnTo>
                      <a:pt x="644" y="167"/>
                    </a:lnTo>
                    <a:lnTo>
                      <a:pt x="644" y="130"/>
                    </a:lnTo>
                    <a:lnTo>
                      <a:pt x="363" y="130"/>
                    </a:lnTo>
                    <a:lnTo>
                      <a:pt x="363" y="167"/>
                    </a:lnTo>
                    <a:lnTo>
                      <a:pt x="0" y="167"/>
                    </a:lnTo>
                    <a:lnTo>
                      <a:pt x="0" y="0"/>
                    </a:lnTo>
                    <a:lnTo>
                      <a:pt x="40" y="0"/>
                    </a:lnTo>
                    <a:close/>
                    <a:moveTo>
                      <a:pt x="967" y="0"/>
                    </a:moveTo>
                    <a:lnTo>
                      <a:pt x="1007" y="0"/>
                    </a:lnTo>
                    <a:lnTo>
                      <a:pt x="1007" y="38"/>
                    </a:lnTo>
                    <a:lnTo>
                      <a:pt x="967" y="38"/>
                    </a:lnTo>
                    <a:lnTo>
                      <a:pt x="96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" name="Freeform 8">
                <a:extLst>
                  <a:ext uri="{FF2B5EF4-FFF2-40B4-BE49-F238E27FC236}">
                    <a16:creationId xmlns:a16="http://schemas.microsoft.com/office/drawing/2014/main" id="{FBB52E3F-8797-47B9-995C-654FB83988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94463" y="2840038"/>
                <a:ext cx="63500" cy="80963"/>
              </a:xfrm>
              <a:custGeom>
                <a:avLst/>
                <a:gdLst>
                  <a:gd name="T0" fmla="*/ 29 w 29"/>
                  <a:gd name="T1" fmla="*/ 0 h 37"/>
                  <a:gd name="T2" fmla="*/ 22 w 29"/>
                  <a:gd name="T3" fmla="*/ 0 h 37"/>
                  <a:gd name="T4" fmla="*/ 22 w 29"/>
                  <a:gd name="T5" fmla="*/ 23 h 37"/>
                  <a:gd name="T6" fmla="*/ 21 w 29"/>
                  <a:gd name="T7" fmla="*/ 28 h 37"/>
                  <a:gd name="T8" fmla="*/ 16 w 29"/>
                  <a:gd name="T9" fmla="*/ 30 h 37"/>
                  <a:gd name="T10" fmla="*/ 10 w 29"/>
                  <a:gd name="T11" fmla="*/ 28 h 37"/>
                  <a:gd name="T12" fmla="*/ 9 w 29"/>
                  <a:gd name="T13" fmla="*/ 23 h 37"/>
                  <a:gd name="T14" fmla="*/ 9 w 29"/>
                  <a:gd name="T15" fmla="*/ 0 h 37"/>
                  <a:gd name="T16" fmla="*/ 0 w 29"/>
                  <a:gd name="T17" fmla="*/ 0 h 37"/>
                  <a:gd name="T18" fmla="*/ 0 w 29"/>
                  <a:gd name="T19" fmla="*/ 23 h 37"/>
                  <a:gd name="T20" fmla="*/ 3 w 29"/>
                  <a:gd name="T21" fmla="*/ 33 h 37"/>
                  <a:gd name="T22" fmla="*/ 15 w 29"/>
                  <a:gd name="T23" fmla="*/ 37 h 37"/>
                  <a:gd name="T24" fmla="*/ 26 w 29"/>
                  <a:gd name="T25" fmla="*/ 34 h 37"/>
                  <a:gd name="T26" fmla="*/ 29 w 29"/>
                  <a:gd name="T27" fmla="*/ 23 h 37"/>
                  <a:gd name="T28" fmla="*/ 29 w 29"/>
                  <a:gd name="T2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9" h="37">
                    <a:moveTo>
                      <a:pt x="29" y="0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6"/>
                      <a:pt x="22" y="27"/>
                      <a:pt x="21" y="28"/>
                    </a:cubicBezTo>
                    <a:cubicBezTo>
                      <a:pt x="20" y="29"/>
                      <a:pt x="18" y="30"/>
                      <a:pt x="16" y="30"/>
                    </a:cubicBezTo>
                    <a:cubicBezTo>
                      <a:pt x="13" y="30"/>
                      <a:pt x="11" y="29"/>
                      <a:pt x="10" y="28"/>
                    </a:cubicBezTo>
                    <a:cubicBezTo>
                      <a:pt x="10" y="27"/>
                      <a:pt x="9" y="26"/>
                      <a:pt x="9" y="23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8"/>
                      <a:pt x="1" y="31"/>
                      <a:pt x="3" y="33"/>
                    </a:cubicBezTo>
                    <a:cubicBezTo>
                      <a:pt x="6" y="36"/>
                      <a:pt x="10" y="37"/>
                      <a:pt x="15" y="37"/>
                    </a:cubicBezTo>
                    <a:cubicBezTo>
                      <a:pt x="20" y="37"/>
                      <a:pt x="23" y="36"/>
                      <a:pt x="26" y="34"/>
                    </a:cubicBezTo>
                    <a:cubicBezTo>
                      <a:pt x="28" y="31"/>
                      <a:pt x="29" y="29"/>
                      <a:pt x="29" y="23"/>
                    </a:cubicBez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" name="Freeform 9">
                <a:extLst>
                  <a:ext uri="{FF2B5EF4-FFF2-40B4-BE49-F238E27FC236}">
                    <a16:creationId xmlns:a16="http://schemas.microsoft.com/office/drawing/2014/main" id="{74BC918B-F22A-420B-BDB7-1346B1EF88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72250" y="2840038"/>
                <a:ext cx="60325" cy="77788"/>
              </a:xfrm>
              <a:custGeom>
                <a:avLst/>
                <a:gdLst>
                  <a:gd name="T0" fmla="*/ 28 w 28"/>
                  <a:gd name="T1" fmla="*/ 0 h 36"/>
                  <a:gd name="T2" fmla="*/ 22 w 28"/>
                  <a:gd name="T3" fmla="*/ 0 h 36"/>
                  <a:gd name="T4" fmla="*/ 22 w 28"/>
                  <a:gd name="T5" fmla="*/ 19 h 36"/>
                  <a:gd name="T6" fmla="*/ 22 w 28"/>
                  <a:gd name="T7" fmla="*/ 21 h 36"/>
                  <a:gd name="T8" fmla="*/ 9 w 28"/>
                  <a:gd name="T9" fmla="*/ 0 h 36"/>
                  <a:gd name="T10" fmla="*/ 0 w 28"/>
                  <a:gd name="T11" fmla="*/ 0 h 36"/>
                  <a:gd name="T12" fmla="*/ 0 w 28"/>
                  <a:gd name="T13" fmla="*/ 36 h 36"/>
                  <a:gd name="T14" fmla="*/ 7 w 28"/>
                  <a:gd name="T15" fmla="*/ 36 h 36"/>
                  <a:gd name="T16" fmla="*/ 7 w 28"/>
                  <a:gd name="T17" fmla="*/ 15 h 36"/>
                  <a:gd name="T18" fmla="*/ 7 w 28"/>
                  <a:gd name="T19" fmla="*/ 13 h 36"/>
                  <a:gd name="T20" fmla="*/ 6 w 28"/>
                  <a:gd name="T21" fmla="*/ 12 h 36"/>
                  <a:gd name="T22" fmla="*/ 21 w 28"/>
                  <a:gd name="T23" fmla="*/ 36 h 36"/>
                  <a:gd name="T24" fmla="*/ 28 w 28"/>
                  <a:gd name="T25" fmla="*/ 36 h 36"/>
                  <a:gd name="T26" fmla="*/ 28 w 28"/>
                  <a:gd name="T27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8" h="36">
                    <a:moveTo>
                      <a:pt x="28" y="0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20"/>
                      <a:pt x="22" y="20"/>
                      <a:pt x="22" y="21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28" y="36"/>
                      <a:pt x="28" y="36"/>
                      <a:pt x="28" y="36"/>
                    </a:cubicBez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" name="Rectangle 10">
                <a:extLst>
                  <a:ext uri="{FF2B5EF4-FFF2-40B4-BE49-F238E27FC236}">
                    <a16:creationId xmlns:a16="http://schemas.microsoft.com/office/drawing/2014/main" id="{A9BE61AF-6C04-4308-BE87-8020DE6B89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48450" y="2840038"/>
                <a:ext cx="19050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" name="Freeform 11">
                <a:extLst>
                  <a:ext uri="{FF2B5EF4-FFF2-40B4-BE49-F238E27FC236}">
                    <a16:creationId xmlns:a16="http://schemas.microsoft.com/office/drawing/2014/main" id="{6FD1E2D2-3349-4435-A01A-3DB1D7641A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73850" y="2840038"/>
                <a:ext cx="68263" cy="77788"/>
              </a:xfrm>
              <a:custGeom>
                <a:avLst/>
                <a:gdLst>
                  <a:gd name="T0" fmla="*/ 43 w 43"/>
                  <a:gd name="T1" fmla="*/ 0 h 49"/>
                  <a:gd name="T2" fmla="*/ 33 w 43"/>
                  <a:gd name="T3" fmla="*/ 0 h 49"/>
                  <a:gd name="T4" fmla="*/ 24 w 43"/>
                  <a:gd name="T5" fmla="*/ 36 h 49"/>
                  <a:gd name="T6" fmla="*/ 13 w 43"/>
                  <a:gd name="T7" fmla="*/ 0 h 49"/>
                  <a:gd name="T8" fmla="*/ 0 w 43"/>
                  <a:gd name="T9" fmla="*/ 0 h 49"/>
                  <a:gd name="T10" fmla="*/ 15 w 43"/>
                  <a:gd name="T11" fmla="*/ 49 h 49"/>
                  <a:gd name="T12" fmla="*/ 28 w 43"/>
                  <a:gd name="T13" fmla="*/ 49 h 49"/>
                  <a:gd name="T14" fmla="*/ 43 w 43"/>
                  <a:gd name="T15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3" h="49">
                    <a:moveTo>
                      <a:pt x="43" y="0"/>
                    </a:moveTo>
                    <a:lnTo>
                      <a:pt x="33" y="0"/>
                    </a:lnTo>
                    <a:lnTo>
                      <a:pt x="24" y="36"/>
                    </a:lnTo>
                    <a:lnTo>
                      <a:pt x="13" y="0"/>
                    </a:lnTo>
                    <a:lnTo>
                      <a:pt x="0" y="0"/>
                    </a:lnTo>
                    <a:lnTo>
                      <a:pt x="15" y="49"/>
                    </a:lnTo>
                    <a:lnTo>
                      <a:pt x="28" y="49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" name="Freeform 12">
                <a:extLst>
                  <a:ext uri="{FF2B5EF4-FFF2-40B4-BE49-F238E27FC236}">
                    <a16:creationId xmlns:a16="http://schemas.microsoft.com/office/drawing/2014/main" id="{495CCA5A-0454-416A-A3D7-5EC73A67AE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50050" y="2840038"/>
                <a:ext cx="57150" cy="77788"/>
              </a:xfrm>
              <a:custGeom>
                <a:avLst/>
                <a:gdLst>
                  <a:gd name="T0" fmla="*/ 36 w 36"/>
                  <a:gd name="T1" fmla="*/ 10 h 49"/>
                  <a:gd name="T2" fmla="*/ 36 w 36"/>
                  <a:gd name="T3" fmla="*/ 0 h 49"/>
                  <a:gd name="T4" fmla="*/ 0 w 36"/>
                  <a:gd name="T5" fmla="*/ 0 h 49"/>
                  <a:gd name="T6" fmla="*/ 0 w 36"/>
                  <a:gd name="T7" fmla="*/ 49 h 49"/>
                  <a:gd name="T8" fmla="*/ 36 w 36"/>
                  <a:gd name="T9" fmla="*/ 49 h 49"/>
                  <a:gd name="T10" fmla="*/ 36 w 36"/>
                  <a:gd name="T11" fmla="*/ 40 h 49"/>
                  <a:gd name="T12" fmla="*/ 11 w 36"/>
                  <a:gd name="T13" fmla="*/ 40 h 49"/>
                  <a:gd name="T14" fmla="*/ 11 w 36"/>
                  <a:gd name="T15" fmla="*/ 29 h 49"/>
                  <a:gd name="T16" fmla="*/ 30 w 36"/>
                  <a:gd name="T17" fmla="*/ 29 h 49"/>
                  <a:gd name="T18" fmla="*/ 30 w 36"/>
                  <a:gd name="T19" fmla="*/ 19 h 49"/>
                  <a:gd name="T20" fmla="*/ 11 w 36"/>
                  <a:gd name="T21" fmla="*/ 19 h 49"/>
                  <a:gd name="T22" fmla="*/ 11 w 36"/>
                  <a:gd name="T23" fmla="*/ 10 h 49"/>
                  <a:gd name="T24" fmla="*/ 36 w 36"/>
                  <a:gd name="T25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" h="49">
                    <a:moveTo>
                      <a:pt x="36" y="10"/>
                    </a:moveTo>
                    <a:lnTo>
                      <a:pt x="36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6" y="49"/>
                    </a:lnTo>
                    <a:lnTo>
                      <a:pt x="36" y="40"/>
                    </a:lnTo>
                    <a:lnTo>
                      <a:pt x="11" y="40"/>
                    </a:lnTo>
                    <a:lnTo>
                      <a:pt x="11" y="29"/>
                    </a:lnTo>
                    <a:lnTo>
                      <a:pt x="30" y="29"/>
                    </a:lnTo>
                    <a:lnTo>
                      <a:pt x="30" y="19"/>
                    </a:lnTo>
                    <a:lnTo>
                      <a:pt x="11" y="19"/>
                    </a:lnTo>
                    <a:lnTo>
                      <a:pt x="11" y="10"/>
                    </a:lnTo>
                    <a:lnTo>
                      <a:pt x="36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1" name="Freeform 13">
                <a:extLst>
                  <a:ext uri="{FF2B5EF4-FFF2-40B4-BE49-F238E27FC236}">
                    <a16:creationId xmlns:a16="http://schemas.microsoft.com/office/drawing/2014/main" id="{E2D04B9C-8C21-492D-8B72-349703DFE02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816725" y="2840038"/>
                <a:ext cx="65088" cy="77788"/>
              </a:xfrm>
              <a:custGeom>
                <a:avLst/>
                <a:gdLst>
                  <a:gd name="T0" fmla="*/ 8 w 30"/>
                  <a:gd name="T1" fmla="*/ 22 h 36"/>
                  <a:gd name="T2" fmla="*/ 15 w 30"/>
                  <a:gd name="T3" fmla="*/ 22 h 36"/>
                  <a:gd name="T4" fmla="*/ 20 w 30"/>
                  <a:gd name="T5" fmla="*/ 36 h 36"/>
                  <a:gd name="T6" fmla="*/ 30 w 30"/>
                  <a:gd name="T7" fmla="*/ 36 h 36"/>
                  <a:gd name="T8" fmla="*/ 23 w 30"/>
                  <a:gd name="T9" fmla="*/ 20 h 36"/>
                  <a:gd name="T10" fmla="*/ 26 w 30"/>
                  <a:gd name="T11" fmla="*/ 18 h 36"/>
                  <a:gd name="T12" fmla="*/ 29 w 30"/>
                  <a:gd name="T13" fmla="*/ 11 h 36"/>
                  <a:gd name="T14" fmla="*/ 25 w 30"/>
                  <a:gd name="T15" fmla="*/ 2 h 36"/>
                  <a:gd name="T16" fmla="*/ 16 w 30"/>
                  <a:gd name="T17" fmla="*/ 0 h 36"/>
                  <a:gd name="T18" fmla="*/ 0 w 30"/>
                  <a:gd name="T19" fmla="*/ 0 h 36"/>
                  <a:gd name="T20" fmla="*/ 0 w 30"/>
                  <a:gd name="T21" fmla="*/ 36 h 36"/>
                  <a:gd name="T22" fmla="*/ 8 w 30"/>
                  <a:gd name="T23" fmla="*/ 36 h 36"/>
                  <a:gd name="T24" fmla="*/ 8 w 30"/>
                  <a:gd name="T25" fmla="*/ 22 h 36"/>
                  <a:gd name="T26" fmla="*/ 8 w 30"/>
                  <a:gd name="T27" fmla="*/ 6 h 36"/>
                  <a:gd name="T28" fmla="*/ 13 w 30"/>
                  <a:gd name="T29" fmla="*/ 6 h 36"/>
                  <a:gd name="T30" fmla="*/ 19 w 30"/>
                  <a:gd name="T31" fmla="*/ 7 h 36"/>
                  <a:gd name="T32" fmla="*/ 20 w 30"/>
                  <a:gd name="T33" fmla="*/ 11 h 36"/>
                  <a:gd name="T34" fmla="*/ 18 w 30"/>
                  <a:gd name="T35" fmla="*/ 15 h 36"/>
                  <a:gd name="T36" fmla="*/ 14 w 30"/>
                  <a:gd name="T37" fmla="*/ 16 h 36"/>
                  <a:gd name="T38" fmla="*/ 8 w 30"/>
                  <a:gd name="T39" fmla="*/ 16 h 36"/>
                  <a:gd name="T40" fmla="*/ 8 w 30"/>
                  <a:gd name="T41" fmla="*/ 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" h="36">
                    <a:moveTo>
                      <a:pt x="8" y="22"/>
                    </a:moveTo>
                    <a:cubicBezTo>
                      <a:pt x="15" y="22"/>
                      <a:pt x="15" y="22"/>
                      <a:pt x="15" y="22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30" y="36"/>
                      <a:pt x="30" y="36"/>
                      <a:pt x="30" y="36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5" y="19"/>
                      <a:pt x="25" y="19"/>
                      <a:pt x="26" y="18"/>
                    </a:cubicBezTo>
                    <a:cubicBezTo>
                      <a:pt x="28" y="16"/>
                      <a:pt x="29" y="14"/>
                      <a:pt x="29" y="11"/>
                    </a:cubicBezTo>
                    <a:cubicBezTo>
                      <a:pt x="29" y="8"/>
                      <a:pt x="28" y="4"/>
                      <a:pt x="25" y="2"/>
                    </a:cubicBezTo>
                    <a:cubicBezTo>
                      <a:pt x="23" y="1"/>
                      <a:pt x="21" y="0"/>
                      <a:pt x="16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8" y="36"/>
                      <a:pt x="8" y="36"/>
                      <a:pt x="8" y="36"/>
                    </a:cubicBezTo>
                    <a:lnTo>
                      <a:pt x="8" y="22"/>
                    </a:lnTo>
                    <a:close/>
                    <a:moveTo>
                      <a:pt x="8" y="6"/>
                    </a:moveTo>
                    <a:cubicBezTo>
                      <a:pt x="13" y="6"/>
                      <a:pt x="13" y="6"/>
                      <a:pt x="13" y="6"/>
                    </a:cubicBezTo>
                    <a:cubicBezTo>
                      <a:pt x="17" y="6"/>
                      <a:pt x="18" y="6"/>
                      <a:pt x="19" y="7"/>
                    </a:cubicBezTo>
                    <a:cubicBezTo>
                      <a:pt x="20" y="8"/>
                      <a:pt x="20" y="10"/>
                      <a:pt x="20" y="11"/>
                    </a:cubicBezTo>
                    <a:cubicBezTo>
                      <a:pt x="20" y="12"/>
                      <a:pt x="19" y="14"/>
                      <a:pt x="18" y="15"/>
                    </a:cubicBezTo>
                    <a:cubicBezTo>
                      <a:pt x="17" y="16"/>
                      <a:pt x="17" y="16"/>
                      <a:pt x="14" y="16"/>
                    </a:cubicBezTo>
                    <a:cubicBezTo>
                      <a:pt x="8" y="16"/>
                      <a:pt x="8" y="16"/>
                      <a:pt x="8" y="16"/>
                    </a:cubicBezTo>
                    <a:lnTo>
                      <a:pt x="8" y="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" name="Freeform 14">
                <a:extLst>
                  <a:ext uri="{FF2B5EF4-FFF2-40B4-BE49-F238E27FC236}">
                    <a16:creationId xmlns:a16="http://schemas.microsoft.com/office/drawing/2014/main" id="{DBD0D204-18FA-48AC-9F15-1B17807F63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86575" y="2838450"/>
                <a:ext cx="65088" cy="82550"/>
              </a:xfrm>
              <a:custGeom>
                <a:avLst/>
                <a:gdLst>
                  <a:gd name="T0" fmla="*/ 29 w 30"/>
                  <a:gd name="T1" fmla="*/ 9 h 38"/>
                  <a:gd name="T2" fmla="*/ 25 w 30"/>
                  <a:gd name="T3" fmla="*/ 3 h 38"/>
                  <a:gd name="T4" fmla="*/ 15 w 30"/>
                  <a:gd name="T5" fmla="*/ 0 h 38"/>
                  <a:gd name="T6" fmla="*/ 6 w 30"/>
                  <a:gd name="T7" fmla="*/ 3 h 38"/>
                  <a:gd name="T8" fmla="*/ 2 w 30"/>
                  <a:gd name="T9" fmla="*/ 12 h 38"/>
                  <a:gd name="T10" fmla="*/ 6 w 30"/>
                  <a:gd name="T11" fmla="*/ 20 h 38"/>
                  <a:gd name="T12" fmla="*/ 15 w 30"/>
                  <a:gd name="T13" fmla="*/ 23 h 38"/>
                  <a:gd name="T14" fmla="*/ 21 w 30"/>
                  <a:gd name="T15" fmla="*/ 27 h 38"/>
                  <a:gd name="T16" fmla="*/ 15 w 30"/>
                  <a:gd name="T17" fmla="*/ 31 h 38"/>
                  <a:gd name="T18" fmla="*/ 8 w 30"/>
                  <a:gd name="T19" fmla="*/ 26 h 38"/>
                  <a:gd name="T20" fmla="*/ 0 w 30"/>
                  <a:gd name="T21" fmla="*/ 28 h 38"/>
                  <a:gd name="T22" fmla="*/ 4 w 30"/>
                  <a:gd name="T23" fmla="*/ 35 h 38"/>
                  <a:gd name="T24" fmla="*/ 15 w 30"/>
                  <a:gd name="T25" fmla="*/ 38 h 38"/>
                  <a:gd name="T26" fmla="*/ 25 w 30"/>
                  <a:gd name="T27" fmla="*/ 36 h 38"/>
                  <a:gd name="T28" fmla="*/ 30 w 30"/>
                  <a:gd name="T29" fmla="*/ 26 h 38"/>
                  <a:gd name="T30" fmla="*/ 25 w 30"/>
                  <a:gd name="T31" fmla="*/ 17 h 38"/>
                  <a:gd name="T32" fmla="*/ 16 w 30"/>
                  <a:gd name="T33" fmla="*/ 14 h 38"/>
                  <a:gd name="T34" fmla="*/ 10 w 30"/>
                  <a:gd name="T35" fmla="*/ 10 h 38"/>
                  <a:gd name="T36" fmla="*/ 15 w 30"/>
                  <a:gd name="T37" fmla="*/ 7 h 38"/>
                  <a:gd name="T38" fmla="*/ 22 w 30"/>
                  <a:gd name="T39" fmla="*/ 11 h 38"/>
                  <a:gd name="T40" fmla="*/ 29 w 30"/>
                  <a:gd name="T41" fmla="*/ 9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" h="38">
                    <a:moveTo>
                      <a:pt x="29" y="9"/>
                    </a:moveTo>
                    <a:cubicBezTo>
                      <a:pt x="28" y="6"/>
                      <a:pt x="27" y="5"/>
                      <a:pt x="25" y="3"/>
                    </a:cubicBezTo>
                    <a:cubicBezTo>
                      <a:pt x="22" y="1"/>
                      <a:pt x="19" y="0"/>
                      <a:pt x="15" y="0"/>
                    </a:cubicBezTo>
                    <a:cubicBezTo>
                      <a:pt x="11" y="0"/>
                      <a:pt x="8" y="1"/>
                      <a:pt x="6" y="3"/>
                    </a:cubicBezTo>
                    <a:cubicBezTo>
                      <a:pt x="3" y="6"/>
                      <a:pt x="2" y="9"/>
                      <a:pt x="2" y="12"/>
                    </a:cubicBezTo>
                    <a:cubicBezTo>
                      <a:pt x="2" y="16"/>
                      <a:pt x="4" y="19"/>
                      <a:pt x="6" y="20"/>
                    </a:cubicBezTo>
                    <a:cubicBezTo>
                      <a:pt x="8" y="21"/>
                      <a:pt x="11" y="22"/>
                      <a:pt x="15" y="23"/>
                    </a:cubicBezTo>
                    <a:cubicBezTo>
                      <a:pt x="20" y="24"/>
                      <a:pt x="21" y="25"/>
                      <a:pt x="21" y="27"/>
                    </a:cubicBezTo>
                    <a:cubicBezTo>
                      <a:pt x="21" y="30"/>
                      <a:pt x="19" y="31"/>
                      <a:pt x="15" y="31"/>
                    </a:cubicBezTo>
                    <a:cubicBezTo>
                      <a:pt x="11" y="31"/>
                      <a:pt x="9" y="30"/>
                      <a:pt x="8" y="26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1" y="31"/>
                      <a:pt x="2" y="33"/>
                      <a:pt x="4" y="35"/>
                    </a:cubicBezTo>
                    <a:cubicBezTo>
                      <a:pt x="7" y="37"/>
                      <a:pt x="11" y="38"/>
                      <a:pt x="15" y="38"/>
                    </a:cubicBezTo>
                    <a:cubicBezTo>
                      <a:pt x="19" y="38"/>
                      <a:pt x="22" y="37"/>
                      <a:pt x="25" y="36"/>
                    </a:cubicBezTo>
                    <a:cubicBezTo>
                      <a:pt x="28" y="33"/>
                      <a:pt x="30" y="30"/>
                      <a:pt x="30" y="26"/>
                    </a:cubicBezTo>
                    <a:cubicBezTo>
                      <a:pt x="30" y="22"/>
                      <a:pt x="28" y="19"/>
                      <a:pt x="25" y="17"/>
                    </a:cubicBezTo>
                    <a:cubicBezTo>
                      <a:pt x="24" y="16"/>
                      <a:pt x="21" y="15"/>
                      <a:pt x="16" y="14"/>
                    </a:cubicBezTo>
                    <a:cubicBezTo>
                      <a:pt x="12" y="13"/>
                      <a:pt x="10" y="12"/>
                      <a:pt x="10" y="10"/>
                    </a:cubicBezTo>
                    <a:cubicBezTo>
                      <a:pt x="10" y="8"/>
                      <a:pt x="12" y="7"/>
                      <a:pt x="15" y="7"/>
                    </a:cubicBezTo>
                    <a:cubicBezTo>
                      <a:pt x="19" y="7"/>
                      <a:pt x="20" y="8"/>
                      <a:pt x="22" y="11"/>
                    </a:cubicBezTo>
                    <a:lnTo>
                      <a:pt x="29" y="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" name="Rectangle 15">
                <a:extLst>
                  <a:ext uri="{FF2B5EF4-FFF2-40B4-BE49-F238E27FC236}">
                    <a16:creationId xmlns:a16="http://schemas.microsoft.com/office/drawing/2014/main" id="{48BB0663-10C4-45D6-912B-BE33D011AC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64363" y="2840038"/>
                <a:ext cx="17463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4" name="Freeform 16">
                <a:extLst>
                  <a:ext uri="{FF2B5EF4-FFF2-40B4-BE49-F238E27FC236}">
                    <a16:creationId xmlns:a16="http://schemas.microsoft.com/office/drawing/2014/main" id="{B28D2408-4EEE-4C83-ADBE-3D4A72B9861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97700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6 w 30"/>
                  <a:gd name="T7" fmla="*/ 31 h 36"/>
                  <a:gd name="T8" fmla="*/ 30 w 30"/>
                  <a:gd name="T9" fmla="*/ 18 h 36"/>
                  <a:gd name="T10" fmla="*/ 26 w 30"/>
                  <a:gd name="T11" fmla="*/ 5 h 36"/>
                  <a:gd name="T12" fmla="*/ 11 w 30"/>
                  <a:gd name="T13" fmla="*/ 0 h 36"/>
                  <a:gd name="T14" fmla="*/ 0 w 30"/>
                  <a:gd name="T15" fmla="*/ 0 h 36"/>
                  <a:gd name="T16" fmla="*/ 9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1 w 30"/>
                  <a:gd name="T23" fmla="*/ 18 h 36"/>
                  <a:gd name="T24" fmla="*/ 19 w 30"/>
                  <a:gd name="T25" fmla="*/ 27 h 36"/>
                  <a:gd name="T26" fmla="*/ 12 w 30"/>
                  <a:gd name="T27" fmla="*/ 30 h 36"/>
                  <a:gd name="T28" fmla="*/ 9 w 30"/>
                  <a:gd name="T29" fmla="*/ 30 h 36"/>
                  <a:gd name="T30" fmla="*/ 9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3" y="35"/>
                      <a:pt x="26" y="31"/>
                    </a:cubicBezTo>
                    <a:cubicBezTo>
                      <a:pt x="29" y="28"/>
                      <a:pt x="30" y="23"/>
                      <a:pt x="30" y="18"/>
                    </a:cubicBezTo>
                    <a:cubicBezTo>
                      <a:pt x="30" y="13"/>
                      <a:pt x="29" y="8"/>
                      <a:pt x="26" y="5"/>
                    </a:cubicBezTo>
                    <a:cubicBezTo>
                      <a:pt x="22" y="1"/>
                      <a:pt x="18" y="0"/>
                      <a:pt x="11" y="0"/>
                    </a:cubicBezTo>
                    <a:lnTo>
                      <a:pt x="0" y="0"/>
                    </a:lnTo>
                    <a:close/>
                    <a:moveTo>
                      <a:pt x="9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0" y="12"/>
                      <a:pt x="21" y="15"/>
                      <a:pt x="21" y="18"/>
                    </a:cubicBezTo>
                    <a:cubicBezTo>
                      <a:pt x="21" y="21"/>
                      <a:pt x="20" y="24"/>
                      <a:pt x="19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5" name="Freeform 17">
                <a:extLst>
                  <a:ext uri="{FF2B5EF4-FFF2-40B4-BE49-F238E27FC236}">
                    <a16:creationId xmlns:a16="http://schemas.microsoft.com/office/drawing/2014/main" id="{31C7D52E-07E4-4314-A0B8-4CA66ECA5DB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65963" y="2840038"/>
                <a:ext cx="71438" cy="77788"/>
              </a:xfrm>
              <a:custGeom>
                <a:avLst/>
                <a:gdLst>
                  <a:gd name="T0" fmla="*/ 30 w 45"/>
                  <a:gd name="T1" fmla="*/ 0 h 49"/>
                  <a:gd name="T2" fmla="*/ 17 w 45"/>
                  <a:gd name="T3" fmla="*/ 0 h 49"/>
                  <a:gd name="T4" fmla="*/ 0 w 45"/>
                  <a:gd name="T5" fmla="*/ 49 h 49"/>
                  <a:gd name="T6" fmla="*/ 11 w 45"/>
                  <a:gd name="T7" fmla="*/ 49 h 49"/>
                  <a:gd name="T8" fmla="*/ 14 w 45"/>
                  <a:gd name="T9" fmla="*/ 40 h 49"/>
                  <a:gd name="T10" fmla="*/ 30 w 45"/>
                  <a:gd name="T11" fmla="*/ 40 h 49"/>
                  <a:gd name="T12" fmla="*/ 33 w 45"/>
                  <a:gd name="T13" fmla="*/ 49 h 49"/>
                  <a:gd name="T14" fmla="*/ 45 w 45"/>
                  <a:gd name="T15" fmla="*/ 49 h 49"/>
                  <a:gd name="T16" fmla="*/ 30 w 45"/>
                  <a:gd name="T17" fmla="*/ 0 h 49"/>
                  <a:gd name="T18" fmla="*/ 17 w 45"/>
                  <a:gd name="T19" fmla="*/ 30 h 49"/>
                  <a:gd name="T20" fmla="*/ 22 w 45"/>
                  <a:gd name="T21" fmla="*/ 12 h 49"/>
                  <a:gd name="T22" fmla="*/ 28 w 45"/>
                  <a:gd name="T23" fmla="*/ 30 h 49"/>
                  <a:gd name="T24" fmla="*/ 17 w 45"/>
                  <a:gd name="T25" fmla="*/ 3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" h="49">
                    <a:moveTo>
                      <a:pt x="30" y="0"/>
                    </a:moveTo>
                    <a:lnTo>
                      <a:pt x="17" y="0"/>
                    </a:lnTo>
                    <a:lnTo>
                      <a:pt x="0" y="49"/>
                    </a:lnTo>
                    <a:lnTo>
                      <a:pt x="11" y="49"/>
                    </a:lnTo>
                    <a:lnTo>
                      <a:pt x="14" y="40"/>
                    </a:lnTo>
                    <a:lnTo>
                      <a:pt x="30" y="40"/>
                    </a:lnTo>
                    <a:lnTo>
                      <a:pt x="33" y="49"/>
                    </a:lnTo>
                    <a:lnTo>
                      <a:pt x="45" y="49"/>
                    </a:lnTo>
                    <a:lnTo>
                      <a:pt x="30" y="0"/>
                    </a:lnTo>
                    <a:close/>
                    <a:moveTo>
                      <a:pt x="17" y="30"/>
                    </a:moveTo>
                    <a:lnTo>
                      <a:pt x="22" y="12"/>
                    </a:lnTo>
                    <a:lnTo>
                      <a:pt x="28" y="30"/>
                    </a:lnTo>
                    <a:lnTo>
                      <a:pt x="17" y="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6" name="Freeform 18">
                <a:extLst>
                  <a:ext uri="{FF2B5EF4-FFF2-40B4-BE49-F238E27FC236}">
                    <a16:creationId xmlns:a16="http://schemas.microsoft.com/office/drawing/2014/main" id="{6D787CB0-73F5-4DFB-AD79-ECC561AAE44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146925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5 w 30"/>
                  <a:gd name="T7" fmla="*/ 31 h 36"/>
                  <a:gd name="T8" fmla="*/ 30 w 30"/>
                  <a:gd name="T9" fmla="*/ 18 h 36"/>
                  <a:gd name="T10" fmla="*/ 25 w 30"/>
                  <a:gd name="T11" fmla="*/ 5 h 36"/>
                  <a:gd name="T12" fmla="*/ 11 w 30"/>
                  <a:gd name="T13" fmla="*/ 0 h 36"/>
                  <a:gd name="T14" fmla="*/ 0 w 30"/>
                  <a:gd name="T15" fmla="*/ 0 h 36"/>
                  <a:gd name="T16" fmla="*/ 8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1 w 30"/>
                  <a:gd name="T23" fmla="*/ 18 h 36"/>
                  <a:gd name="T24" fmla="*/ 18 w 30"/>
                  <a:gd name="T25" fmla="*/ 27 h 36"/>
                  <a:gd name="T26" fmla="*/ 12 w 30"/>
                  <a:gd name="T27" fmla="*/ 30 h 36"/>
                  <a:gd name="T28" fmla="*/ 8 w 30"/>
                  <a:gd name="T29" fmla="*/ 30 h 36"/>
                  <a:gd name="T30" fmla="*/ 8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2" y="35"/>
                      <a:pt x="25" y="31"/>
                    </a:cubicBezTo>
                    <a:cubicBezTo>
                      <a:pt x="28" y="28"/>
                      <a:pt x="30" y="23"/>
                      <a:pt x="30" y="18"/>
                    </a:cubicBezTo>
                    <a:cubicBezTo>
                      <a:pt x="30" y="13"/>
                      <a:pt x="28" y="8"/>
                      <a:pt x="25" y="5"/>
                    </a:cubicBezTo>
                    <a:cubicBezTo>
                      <a:pt x="22" y="1"/>
                      <a:pt x="18" y="0"/>
                      <a:pt x="11" y="0"/>
                    </a:cubicBezTo>
                    <a:lnTo>
                      <a:pt x="0" y="0"/>
                    </a:lnTo>
                    <a:close/>
                    <a:moveTo>
                      <a:pt x="8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0" y="12"/>
                      <a:pt x="21" y="15"/>
                      <a:pt x="21" y="18"/>
                    </a:cubicBezTo>
                    <a:cubicBezTo>
                      <a:pt x="21" y="21"/>
                      <a:pt x="20" y="24"/>
                      <a:pt x="18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8" y="30"/>
                      <a:pt x="8" y="30"/>
                      <a:pt x="8" y="30"/>
                    </a:cubicBezTo>
                    <a:lnTo>
                      <a:pt x="8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" name="Freeform 19">
                <a:extLst>
                  <a:ext uri="{FF2B5EF4-FFF2-40B4-BE49-F238E27FC236}">
                    <a16:creationId xmlns:a16="http://schemas.microsoft.com/office/drawing/2014/main" id="{73FD8662-F547-4290-8A3C-5C067AB2792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246938" y="2840038"/>
                <a:ext cx="68263" cy="77788"/>
              </a:xfrm>
              <a:custGeom>
                <a:avLst/>
                <a:gdLst>
                  <a:gd name="T0" fmla="*/ 28 w 43"/>
                  <a:gd name="T1" fmla="*/ 0 h 49"/>
                  <a:gd name="T2" fmla="*/ 15 w 43"/>
                  <a:gd name="T3" fmla="*/ 0 h 49"/>
                  <a:gd name="T4" fmla="*/ 0 w 43"/>
                  <a:gd name="T5" fmla="*/ 49 h 49"/>
                  <a:gd name="T6" fmla="*/ 9 w 43"/>
                  <a:gd name="T7" fmla="*/ 49 h 49"/>
                  <a:gd name="T8" fmla="*/ 12 w 43"/>
                  <a:gd name="T9" fmla="*/ 40 h 49"/>
                  <a:gd name="T10" fmla="*/ 28 w 43"/>
                  <a:gd name="T11" fmla="*/ 40 h 49"/>
                  <a:gd name="T12" fmla="*/ 31 w 43"/>
                  <a:gd name="T13" fmla="*/ 49 h 49"/>
                  <a:gd name="T14" fmla="*/ 43 w 43"/>
                  <a:gd name="T15" fmla="*/ 49 h 49"/>
                  <a:gd name="T16" fmla="*/ 28 w 43"/>
                  <a:gd name="T17" fmla="*/ 0 h 49"/>
                  <a:gd name="T18" fmla="*/ 15 w 43"/>
                  <a:gd name="T19" fmla="*/ 30 h 49"/>
                  <a:gd name="T20" fmla="*/ 20 w 43"/>
                  <a:gd name="T21" fmla="*/ 12 h 49"/>
                  <a:gd name="T22" fmla="*/ 25 w 43"/>
                  <a:gd name="T23" fmla="*/ 30 h 49"/>
                  <a:gd name="T24" fmla="*/ 15 w 43"/>
                  <a:gd name="T25" fmla="*/ 3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3" h="49">
                    <a:moveTo>
                      <a:pt x="28" y="0"/>
                    </a:moveTo>
                    <a:lnTo>
                      <a:pt x="15" y="0"/>
                    </a:lnTo>
                    <a:lnTo>
                      <a:pt x="0" y="49"/>
                    </a:lnTo>
                    <a:lnTo>
                      <a:pt x="9" y="49"/>
                    </a:lnTo>
                    <a:lnTo>
                      <a:pt x="12" y="40"/>
                    </a:lnTo>
                    <a:lnTo>
                      <a:pt x="28" y="40"/>
                    </a:lnTo>
                    <a:lnTo>
                      <a:pt x="31" y="49"/>
                    </a:lnTo>
                    <a:lnTo>
                      <a:pt x="43" y="49"/>
                    </a:lnTo>
                    <a:lnTo>
                      <a:pt x="28" y="0"/>
                    </a:lnTo>
                    <a:close/>
                    <a:moveTo>
                      <a:pt x="15" y="30"/>
                    </a:moveTo>
                    <a:lnTo>
                      <a:pt x="20" y="12"/>
                    </a:lnTo>
                    <a:lnTo>
                      <a:pt x="25" y="30"/>
                    </a:lnTo>
                    <a:lnTo>
                      <a:pt x="15" y="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8" name="Freeform 20">
                <a:extLst>
                  <a:ext uri="{FF2B5EF4-FFF2-40B4-BE49-F238E27FC236}">
                    <a16:creationId xmlns:a16="http://schemas.microsoft.com/office/drawing/2014/main" id="{484DFFA0-7F13-4C12-82D4-9AA17E5FCCB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24725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6 w 30"/>
                  <a:gd name="T7" fmla="*/ 31 h 36"/>
                  <a:gd name="T8" fmla="*/ 30 w 30"/>
                  <a:gd name="T9" fmla="*/ 18 h 36"/>
                  <a:gd name="T10" fmla="*/ 26 w 30"/>
                  <a:gd name="T11" fmla="*/ 5 h 36"/>
                  <a:gd name="T12" fmla="*/ 12 w 30"/>
                  <a:gd name="T13" fmla="*/ 0 h 36"/>
                  <a:gd name="T14" fmla="*/ 0 w 30"/>
                  <a:gd name="T15" fmla="*/ 0 h 36"/>
                  <a:gd name="T16" fmla="*/ 9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2 w 30"/>
                  <a:gd name="T23" fmla="*/ 18 h 36"/>
                  <a:gd name="T24" fmla="*/ 19 w 30"/>
                  <a:gd name="T25" fmla="*/ 27 h 36"/>
                  <a:gd name="T26" fmla="*/ 12 w 30"/>
                  <a:gd name="T27" fmla="*/ 30 h 36"/>
                  <a:gd name="T28" fmla="*/ 9 w 30"/>
                  <a:gd name="T29" fmla="*/ 30 h 36"/>
                  <a:gd name="T30" fmla="*/ 9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3" y="35"/>
                      <a:pt x="26" y="31"/>
                    </a:cubicBezTo>
                    <a:cubicBezTo>
                      <a:pt x="29" y="28"/>
                      <a:pt x="30" y="23"/>
                      <a:pt x="30" y="18"/>
                    </a:cubicBezTo>
                    <a:cubicBezTo>
                      <a:pt x="30" y="13"/>
                      <a:pt x="29" y="8"/>
                      <a:pt x="26" y="5"/>
                    </a:cubicBezTo>
                    <a:cubicBezTo>
                      <a:pt x="22" y="1"/>
                      <a:pt x="19" y="0"/>
                      <a:pt x="12" y="0"/>
                    </a:cubicBezTo>
                    <a:lnTo>
                      <a:pt x="0" y="0"/>
                    </a:lnTo>
                    <a:close/>
                    <a:moveTo>
                      <a:pt x="9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1" y="12"/>
                      <a:pt x="22" y="15"/>
                      <a:pt x="22" y="18"/>
                    </a:cubicBezTo>
                    <a:cubicBezTo>
                      <a:pt x="22" y="21"/>
                      <a:pt x="21" y="24"/>
                      <a:pt x="19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9" name="Freeform 21">
                <a:extLst>
                  <a:ext uri="{FF2B5EF4-FFF2-40B4-BE49-F238E27FC236}">
                    <a16:creationId xmlns:a16="http://schemas.microsoft.com/office/drawing/2014/main" id="{B9DD2D4B-05A6-4261-868B-9FBCDA8CB83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97750" y="2838450"/>
                <a:ext cx="66675" cy="82550"/>
              </a:xfrm>
              <a:custGeom>
                <a:avLst/>
                <a:gdLst>
                  <a:gd name="T0" fmla="*/ 16 w 31"/>
                  <a:gd name="T1" fmla="*/ 0 h 38"/>
                  <a:gd name="T2" fmla="*/ 4 w 31"/>
                  <a:gd name="T3" fmla="*/ 6 h 38"/>
                  <a:gd name="T4" fmla="*/ 0 w 31"/>
                  <a:gd name="T5" fmla="*/ 19 h 38"/>
                  <a:gd name="T6" fmla="*/ 4 w 31"/>
                  <a:gd name="T7" fmla="*/ 33 h 38"/>
                  <a:gd name="T8" fmla="*/ 15 w 31"/>
                  <a:gd name="T9" fmla="*/ 38 h 38"/>
                  <a:gd name="T10" fmla="*/ 27 w 31"/>
                  <a:gd name="T11" fmla="*/ 33 h 38"/>
                  <a:gd name="T12" fmla="*/ 31 w 31"/>
                  <a:gd name="T13" fmla="*/ 19 h 38"/>
                  <a:gd name="T14" fmla="*/ 27 w 31"/>
                  <a:gd name="T15" fmla="*/ 6 h 38"/>
                  <a:gd name="T16" fmla="*/ 16 w 31"/>
                  <a:gd name="T17" fmla="*/ 0 h 38"/>
                  <a:gd name="T18" fmla="*/ 16 w 31"/>
                  <a:gd name="T19" fmla="*/ 7 h 38"/>
                  <a:gd name="T20" fmla="*/ 21 w 31"/>
                  <a:gd name="T21" fmla="*/ 10 h 38"/>
                  <a:gd name="T22" fmla="*/ 22 w 31"/>
                  <a:gd name="T23" fmla="*/ 19 h 38"/>
                  <a:gd name="T24" fmla="*/ 16 w 31"/>
                  <a:gd name="T25" fmla="*/ 31 h 38"/>
                  <a:gd name="T26" fmla="*/ 9 w 31"/>
                  <a:gd name="T27" fmla="*/ 19 h 38"/>
                  <a:gd name="T28" fmla="*/ 16 w 31"/>
                  <a:gd name="T29" fmla="*/ 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1" h="38">
                    <a:moveTo>
                      <a:pt x="16" y="0"/>
                    </a:moveTo>
                    <a:cubicBezTo>
                      <a:pt x="11" y="0"/>
                      <a:pt x="7" y="2"/>
                      <a:pt x="4" y="6"/>
                    </a:cubicBezTo>
                    <a:cubicBezTo>
                      <a:pt x="2" y="9"/>
                      <a:pt x="0" y="14"/>
                      <a:pt x="0" y="19"/>
                    </a:cubicBezTo>
                    <a:cubicBezTo>
                      <a:pt x="0" y="24"/>
                      <a:pt x="2" y="29"/>
                      <a:pt x="4" y="33"/>
                    </a:cubicBezTo>
                    <a:cubicBezTo>
                      <a:pt x="7" y="36"/>
                      <a:pt x="11" y="38"/>
                      <a:pt x="15" y="38"/>
                    </a:cubicBezTo>
                    <a:cubicBezTo>
                      <a:pt x="20" y="38"/>
                      <a:pt x="25" y="36"/>
                      <a:pt x="27" y="33"/>
                    </a:cubicBezTo>
                    <a:cubicBezTo>
                      <a:pt x="30" y="29"/>
                      <a:pt x="31" y="24"/>
                      <a:pt x="31" y="19"/>
                    </a:cubicBezTo>
                    <a:cubicBezTo>
                      <a:pt x="31" y="14"/>
                      <a:pt x="30" y="9"/>
                      <a:pt x="27" y="6"/>
                    </a:cubicBezTo>
                    <a:cubicBezTo>
                      <a:pt x="25" y="2"/>
                      <a:pt x="21" y="0"/>
                      <a:pt x="16" y="0"/>
                    </a:cubicBezTo>
                    <a:moveTo>
                      <a:pt x="16" y="7"/>
                    </a:moveTo>
                    <a:cubicBezTo>
                      <a:pt x="18" y="7"/>
                      <a:pt x="20" y="8"/>
                      <a:pt x="21" y="10"/>
                    </a:cubicBezTo>
                    <a:cubicBezTo>
                      <a:pt x="22" y="12"/>
                      <a:pt x="22" y="15"/>
                      <a:pt x="22" y="19"/>
                    </a:cubicBezTo>
                    <a:cubicBezTo>
                      <a:pt x="22" y="27"/>
                      <a:pt x="20" y="31"/>
                      <a:pt x="16" y="31"/>
                    </a:cubicBezTo>
                    <a:cubicBezTo>
                      <a:pt x="11" y="31"/>
                      <a:pt x="9" y="27"/>
                      <a:pt x="9" y="19"/>
                    </a:cubicBezTo>
                    <a:cubicBezTo>
                      <a:pt x="9" y="11"/>
                      <a:pt x="11" y="7"/>
                      <a:pt x="16" y="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0" name="Freeform 22">
                <a:extLst>
                  <a:ext uri="{FF2B5EF4-FFF2-40B4-BE49-F238E27FC236}">
                    <a16:creationId xmlns:a16="http://schemas.microsoft.com/office/drawing/2014/main" id="{D74FEA35-DE1B-4CB3-8CF0-28ABD4FF88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78713" y="2840038"/>
                <a:ext cx="49213" cy="77788"/>
              </a:xfrm>
              <a:custGeom>
                <a:avLst/>
                <a:gdLst>
                  <a:gd name="T0" fmla="*/ 10 w 31"/>
                  <a:gd name="T1" fmla="*/ 40 h 49"/>
                  <a:gd name="T2" fmla="*/ 10 w 31"/>
                  <a:gd name="T3" fmla="*/ 0 h 49"/>
                  <a:gd name="T4" fmla="*/ 0 w 31"/>
                  <a:gd name="T5" fmla="*/ 0 h 49"/>
                  <a:gd name="T6" fmla="*/ 0 w 31"/>
                  <a:gd name="T7" fmla="*/ 49 h 49"/>
                  <a:gd name="T8" fmla="*/ 31 w 31"/>
                  <a:gd name="T9" fmla="*/ 49 h 49"/>
                  <a:gd name="T10" fmla="*/ 31 w 31"/>
                  <a:gd name="T11" fmla="*/ 40 h 49"/>
                  <a:gd name="T12" fmla="*/ 10 w 31"/>
                  <a:gd name="T13" fmla="*/ 4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1" h="49">
                    <a:moveTo>
                      <a:pt x="10" y="40"/>
                    </a:moveTo>
                    <a:lnTo>
                      <a:pt x="10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1" y="49"/>
                    </a:lnTo>
                    <a:lnTo>
                      <a:pt x="31" y="40"/>
                    </a:lnTo>
                    <a:lnTo>
                      <a:pt x="10" y="4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" name="Freeform 23">
                <a:extLst>
                  <a:ext uri="{FF2B5EF4-FFF2-40B4-BE49-F238E27FC236}">
                    <a16:creationId xmlns:a16="http://schemas.microsoft.com/office/drawing/2014/main" id="{87B5FFC7-045A-4A0A-A362-C5A1F307D2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35863" y="2840038"/>
                <a:ext cx="57150" cy="77788"/>
              </a:xfrm>
              <a:custGeom>
                <a:avLst/>
                <a:gdLst>
                  <a:gd name="T0" fmla="*/ 36 w 36"/>
                  <a:gd name="T1" fmla="*/ 10 h 49"/>
                  <a:gd name="T2" fmla="*/ 36 w 36"/>
                  <a:gd name="T3" fmla="*/ 0 h 49"/>
                  <a:gd name="T4" fmla="*/ 0 w 36"/>
                  <a:gd name="T5" fmla="*/ 0 h 49"/>
                  <a:gd name="T6" fmla="*/ 0 w 36"/>
                  <a:gd name="T7" fmla="*/ 49 h 49"/>
                  <a:gd name="T8" fmla="*/ 13 w 36"/>
                  <a:gd name="T9" fmla="*/ 49 h 49"/>
                  <a:gd name="T10" fmla="*/ 13 w 36"/>
                  <a:gd name="T11" fmla="*/ 30 h 49"/>
                  <a:gd name="T12" fmla="*/ 32 w 36"/>
                  <a:gd name="T13" fmla="*/ 30 h 49"/>
                  <a:gd name="T14" fmla="*/ 32 w 36"/>
                  <a:gd name="T15" fmla="*/ 21 h 49"/>
                  <a:gd name="T16" fmla="*/ 13 w 36"/>
                  <a:gd name="T17" fmla="*/ 21 h 49"/>
                  <a:gd name="T18" fmla="*/ 13 w 36"/>
                  <a:gd name="T19" fmla="*/ 10 h 49"/>
                  <a:gd name="T20" fmla="*/ 36 w 36"/>
                  <a:gd name="T21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49">
                    <a:moveTo>
                      <a:pt x="36" y="10"/>
                    </a:moveTo>
                    <a:lnTo>
                      <a:pt x="36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13" y="49"/>
                    </a:lnTo>
                    <a:lnTo>
                      <a:pt x="13" y="30"/>
                    </a:lnTo>
                    <a:lnTo>
                      <a:pt x="32" y="30"/>
                    </a:lnTo>
                    <a:lnTo>
                      <a:pt x="32" y="21"/>
                    </a:lnTo>
                    <a:lnTo>
                      <a:pt x="13" y="21"/>
                    </a:lnTo>
                    <a:lnTo>
                      <a:pt x="13" y="10"/>
                    </a:lnTo>
                    <a:lnTo>
                      <a:pt x="36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" name="Freeform 24">
                <a:extLst>
                  <a:ext uri="{FF2B5EF4-FFF2-40B4-BE49-F238E27FC236}">
                    <a16:creationId xmlns:a16="http://schemas.microsoft.com/office/drawing/2014/main" id="{C2251D1F-7E3B-4EBA-B510-2DE52B6DC8A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599363" y="2838450"/>
                <a:ext cx="66675" cy="82550"/>
              </a:xfrm>
              <a:custGeom>
                <a:avLst/>
                <a:gdLst>
                  <a:gd name="T0" fmla="*/ 16 w 31"/>
                  <a:gd name="T1" fmla="*/ 0 h 38"/>
                  <a:gd name="T2" fmla="*/ 4 w 31"/>
                  <a:gd name="T3" fmla="*/ 6 h 38"/>
                  <a:gd name="T4" fmla="*/ 0 w 31"/>
                  <a:gd name="T5" fmla="*/ 19 h 38"/>
                  <a:gd name="T6" fmla="*/ 4 w 31"/>
                  <a:gd name="T7" fmla="*/ 33 h 38"/>
                  <a:gd name="T8" fmla="*/ 15 w 31"/>
                  <a:gd name="T9" fmla="*/ 38 h 38"/>
                  <a:gd name="T10" fmla="*/ 27 w 31"/>
                  <a:gd name="T11" fmla="*/ 33 h 38"/>
                  <a:gd name="T12" fmla="*/ 31 w 31"/>
                  <a:gd name="T13" fmla="*/ 19 h 38"/>
                  <a:gd name="T14" fmla="*/ 27 w 31"/>
                  <a:gd name="T15" fmla="*/ 6 h 38"/>
                  <a:gd name="T16" fmla="*/ 16 w 31"/>
                  <a:gd name="T17" fmla="*/ 0 h 38"/>
                  <a:gd name="T18" fmla="*/ 15 w 31"/>
                  <a:gd name="T19" fmla="*/ 7 h 38"/>
                  <a:gd name="T20" fmla="*/ 21 w 31"/>
                  <a:gd name="T21" fmla="*/ 10 h 38"/>
                  <a:gd name="T22" fmla="*/ 22 w 31"/>
                  <a:gd name="T23" fmla="*/ 19 h 38"/>
                  <a:gd name="T24" fmla="*/ 15 w 31"/>
                  <a:gd name="T25" fmla="*/ 31 h 38"/>
                  <a:gd name="T26" fmla="*/ 9 w 31"/>
                  <a:gd name="T27" fmla="*/ 19 h 38"/>
                  <a:gd name="T28" fmla="*/ 15 w 31"/>
                  <a:gd name="T29" fmla="*/ 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1" h="38">
                    <a:moveTo>
                      <a:pt x="16" y="0"/>
                    </a:moveTo>
                    <a:cubicBezTo>
                      <a:pt x="11" y="0"/>
                      <a:pt x="7" y="2"/>
                      <a:pt x="4" y="6"/>
                    </a:cubicBezTo>
                    <a:cubicBezTo>
                      <a:pt x="1" y="9"/>
                      <a:pt x="0" y="14"/>
                      <a:pt x="0" y="19"/>
                    </a:cubicBezTo>
                    <a:cubicBezTo>
                      <a:pt x="0" y="24"/>
                      <a:pt x="1" y="29"/>
                      <a:pt x="4" y="33"/>
                    </a:cubicBezTo>
                    <a:cubicBezTo>
                      <a:pt x="7" y="36"/>
                      <a:pt x="11" y="38"/>
                      <a:pt x="15" y="38"/>
                    </a:cubicBezTo>
                    <a:cubicBezTo>
                      <a:pt x="20" y="38"/>
                      <a:pt x="24" y="36"/>
                      <a:pt x="27" y="33"/>
                    </a:cubicBezTo>
                    <a:cubicBezTo>
                      <a:pt x="29" y="29"/>
                      <a:pt x="31" y="24"/>
                      <a:pt x="31" y="19"/>
                    </a:cubicBezTo>
                    <a:cubicBezTo>
                      <a:pt x="31" y="14"/>
                      <a:pt x="30" y="9"/>
                      <a:pt x="27" y="6"/>
                    </a:cubicBezTo>
                    <a:cubicBezTo>
                      <a:pt x="24" y="2"/>
                      <a:pt x="20" y="0"/>
                      <a:pt x="16" y="0"/>
                    </a:cubicBezTo>
                    <a:moveTo>
                      <a:pt x="15" y="7"/>
                    </a:moveTo>
                    <a:cubicBezTo>
                      <a:pt x="18" y="7"/>
                      <a:pt x="19" y="8"/>
                      <a:pt x="21" y="10"/>
                    </a:cubicBezTo>
                    <a:cubicBezTo>
                      <a:pt x="22" y="12"/>
                      <a:pt x="22" y="15"/>
                      <a:pt x="22" y="19"/>
                    </a:cubicBezTo>
                    <a:cubicBezTo>
                      <a:pt x="22" y="27"/>
                      <a:pt x="20" y="31"/>
                      <a:pt x="15" y="31"/>
                    </a:cubicBezTo>
                    <a:cubicBezTo>
                      <a:pt x="11" y="31"/>
                      <a:pt x="9" y="27"/>
                      <a:pt x="9" y="19"/>
                    </a:cubicBezTo>
                    <a:cubicBezTo>
                      <a:pt x="9" y="11"/>
                      <a:pt x="11" y="7"/>
                      <a:pt x="15" y="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3" name="Rectangle 25">
                <a:extLst>
                  <a:ext uri="{FF2B5EF4-FFF2-40B4-BE49-F238E27FC236}">
                    <a16:creationId xmlns:a16="http://schemas.microsoft.com/office/drawing/2014/main" id="{4A100956-1D90-49BA-AA8E-7B4E926EF9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7313" y="2840038"/>
                <a:ext cx="19050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4" name="Freeform 26">
                <a:extLst>
                  <a:ext uri="{FF2B5EF4-FFF2-40B4-BE49-F238E27FC236}">
                    <a16:creationId xmlns:a16="http://schemas.microsoft.com/office/drawing/2014/main" id="{77382A0C-191D-4EF2-881C-78BEEA641AE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742238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7 w 30"/>
                  <a:gd name="T5" fmla="*/ 36 h 36"/>
                  <a:gd name="T6" fmla="*/ 27 w 30"/>
                  <a:gd name="T7" fmla="*/ 34 h 36"/>
                  <a:gd name="T8" fmla="*/ 30 w 30"/>
                  <a:gd name="T9" fmla="*/ 26 h 36"/>
                  <a:gd name="T10" fmla="*/ 27 w 30"/>
                  <a:gd name="T11" fmla="*/ 20 h 36"/>
                  <a:gd name="T12" fmla="*/ 23 w 30"/>
                  <a:gd name="T13" fmla="*/ 17 h 36"/>
                  <a:gd name="T14" fmla="*/ 29 w 30"/>
                  <a:gd name="T15" fmla="*/ 9 h 36"/>
                  <a:gd name="T16" fmla="*/ 26 w 30"/>
                  <a:gd name="T17" fmla="*/ 2 h 36"/>
                  <a:gd name="T18" fmla="*/ 17 w 30"/>
                  <a:gd name="T19" fmla="*/ 0 h 36"/>
                  <a:gd name="T20" fmla="*/ 0 w 30"/>
                  <a:gd name="T21" fmla="*/ 0 h 36"/>
                  <a:gd name="T22" fmla="*/ 9 w 30"/>
                  <a:gd name="T23" fmla="*/ 6 h 36"/>
                  <a:gd name="T24" fmla="*/ 14 w 30"/>
                  <a:gd name="T25" fmla="*/ 6 h 36"/>
                  <a:gd name="T26" fmla="*/ 19 w 30"/>
                  <a:gd name="T27" fmla="*/ 7 h 36"/>
                  <a:gd name="T28" fmla="*/ 20 w 30"/>
                  <a:gd name="T29" fmla="*/ 10 h 36"/>
                  <a:gd name="T30" fmla="*/ 19 w 30"/>
                  <a:gd name="T31" fmla="*/ 13 h 36"/>
                  <a:gd name="T32" fmla="*/ 15 w 30"/>
                  <a:gd name="T33" fmla="*/ 14 h 36"/>
                  <a:gd name="T34" fmla="*/ 9 w 30"/>
                  <a:gd name="T35" fmla="*/ 14 h 36"/>
                  <a:gd name="T36" fmla="*/ 9 w 30"/>
                  <a:gd name="T37" fmla="*/ 6 h 36"/>
                  <a:gd name="T38" fmla="*/ 9 w 30"/>
                  <a:gd name="T39" fmla="*/ 21 h 36"/>
                  <a:gd name="T40" fmla="*/ 16 w 30"/>
                  <a:gd name="T41" fmla="*/ 21 h 36"/>
                  <a:gd name="T42" fmla="*/ 21 w 30"/>
                  <a:gd name="T43" fmla="*/ 25 h 36"/>
                  <a:gd name="T44" fmla="*/ 19 w 30"/>
                  <a:gd name="T45" fmla="*/ 29 h 36"/>
                  <a:gd name="T46" fmla="*/ 15 w 30"/>
                  <a:gd name="T47" fmla="*/ 30 h 36"/>
                  <a:gd name="T48" fmla="*/ 9 w 30"/>
                  <a:gd name="T49" fmla="*/ 30 h 36"/>
                  <a:gd name="T50" fmla="*/ 9 w 30"/>
                  <a:gd name="T51" fmla="*/ 21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22" y="36"/>
                      <a:pt x="25" y="36"/>
                      <a:pt x="27" y="34"/>
                    </a:cubicBezTo>
                    <a:cubicBezTo>
                      <a:pt x="29" y="32"/>
                      <a:pt x="30" y="29"/>
                      <a:pt x="30" y="26"/>
                    </a:cubicBezTo>
                    <a:cubicBezTo>
                      <a:pt x="30" y="24"/>
                      <a:pt x="29" y="21"/>
                      <a:pt x="27" y="20"/>
                    </a:cubicBezTo>
                    <a:cubicBezTo>
                      <a:pt x="26" y="18"/>
                      <a:pt x="25" y="18"/>
                      <a:pt x="23" y="17"/>
                    </a:cubicBezTo>
                    <a:cubicBezTo>
                      <a:pt x="27" y="16"/>
                      <a:pt x="29" y="13"/>
                      <a:pt x="29" y="9"/>
                    </a:cubicBezTo>
                    <a:cubicBezTo>
                      <a:pt x="29" y="6"/>
                      <a:pt x="28" y="4"/>
                      <a:pt x="26" y="2"/>
                    </a:cubicBezTo>
                    <a:cubicBezTo>
                      <a:pt x="24" y="0"/>
                      <a:pt x="21" y="0"/>
                      <a:pt x="17" y="0"/>
                    </a:cubicBezTo>
                    <a:lnTo>
                      <a:pt x="0" y="0"/>
                    </a:lnTo>
                    <a:close/>
                    <a:moveTo>
                      <a:pt x="9" y="6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18" y="6"/>
                      <a:pt x="18" y="6"/>
                      <a:pt x="19" y="7"/>
                    </a:cubicBezTo>
                    <a:cubicBezTo>
                      <a:pt x="20" y="8"/>
                      <a:pt x="20" y="9"/>
                      <a:pt x="20" y="10"/>
                    </a:cubicBezTo>
                    <a:cubicBezTo>
                      <a:pt x="20" y="12"/>
                      <a:pt x="20" y="13"/>
                      <a:pt x="19" y="13"/>
                    </a:cubicBezTo>
                    <a:cubicBezTo>
                      <a:pt x="18" y="14"/>
                      <a:pt x="17" y="14"/>
                      <a:pt x="15" y="14"/>
                    </a:cubicBezTo>
                    <a:cubicBezTo>
                      <a:pt x="9" y="14"/>
                      <a:pt x="9" y="14"/>
                      <a:pt x="9" y="14"/>
                    </a:cubicBezTo>
                    <a:lnTo>
                      <a:pt x="9" y="6"/>
                    </a:lnTo>
                    <a:close/>
                    <a:moveTo>
                      <a:pt x="9" y="21"/>
                    </a:moveTo>
                    <a:cubicBezTo>
                      <a:pt x="16" y="21"/>
                      <a:pt x="16" y="21"/>
                      <a:pt x="16" y="21"/>
                    </a:cubicBezTo>
                    <a:cubicBezTo>
                      <a:pt x="19" y="21"/>
                      <a:pt x="21" y="22"/>
                      <a:pt x="21" y="25"/>
                    </a:cubicBezTo>
                    <a:cubicBezTo>
                      <a:pt x="21" y="27"/>
                      <a:pt x="20" y="28"/>
                      <a:pt x="19" y="29"/>
                    </a:cubicBezTo>
                    <a:cubicBezTo>
                      <a:pt x="18" y="29"/>
                      <a:pt x="17" y="30"/>
                      <a:pt x="15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2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5" name="Freeform 27">
                <a:extLst>
                  <a:ext uri="{FF2B5EF4-FFF2-40B4-BE49-F238E27FC236}">
                    <a16:creationId xmlns:a16="http://schemas.microsoft.com/office/drawing/2014/main" id="{4EF5BC1E-DBC1-40E9-988F-A168296DCB2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12088" y="2814638"/>
                <a:ext cx="71438" cy="103188"/>
              </a:xfrm>
              <a:custGeom>
                <a:avLst/>
                <a:gdLst>
                  <a:gd name="T0" fmla="*/ 30 w 45"/>
                  <a:gd name="T1" fmla="*/ 16 h 65"/>
                  <a:gd name="T2" fmla="*/ 16 w 45"/>
                  <a:gd name="T3" fmla="*/ 16 h 65"/>
                  <a:gd name="T4" fmla="*/ 0 w 45"/>
                  <a:gd name="T5" fmla="*/ 65 h 65"/>
                  <a:gd name="T6" fmla="*/ 9 w 45"/>
                  <a:gd name="T7" fmla="*/ 65 h 65"/>
                  <a:gd name="T8" fmla="*/ 13 w 45"/>
                  <a:gd name="T9" fmla="*/ 56 h 65"/>
                  <a:gd name="T10" fmla="*/ 30 w 45"/>
                  <a:gd name="T11" fmla="*/ 56 h 65"/>
                  <a:gd name="T12" fmla="*/ 32 w 45"/>
                  <a:gd name="T13" fmla="*/ 65 h 65"/>
                  <a:gd name="T14" fmla="*/ 45 w 45"/>
                  <a:gd name="T15" fmla="*/ 65 h 65"/>
                  <a:gd name="T16" fmla="*/ 30 w 45"/>
                  <a:gd name="T17" fmla="*/ 16 h 65"/>
                  <a:gd name="T18" fmla="*/ 16 w 45"/>
                  <a:gd name="T19" fmla="*/ 46 h 65"/>
                  <a:gd name="T20" fmla="*/ 21 w 45"/>
                  <a:gd name="T21" fmla="*/ 28 h 65"/>
                  <a:gd name="T22" fmla="*/ 27 w 45"/>
                  <a:gd name="T23" fmla="*/ 46 h 65"/>
                  <a:gd name="T24" fmla="*/ 16 w 45"/>
                  <a:gd name="T25" fmla="*/ 46 h 65"/>
                  <a:gd name="T26" fmla="*/ 32 w 45"/>
                  <a:gd name="T27" fmla="*/ 0 h 65"/>
                  <a:gd name="T28" fmla="*/ 16 w 45"/>
                  <a:gd name="T29" fmla="*/ 8 h 65"/>
                  <a:gd name="T30" fmla="*/ 19 w 45"/>
                  <a:gd name="T31" fmla="*/ 12 h 65"/>
                  <a:gd name="T32" fmla="*/ 35 w 45"/>
                  <a:gd name="T33" fmla="*/ 7 h 65"/>
                  <a:gd name="T34" fmla="*/ 32 w 45"/>
                  <a:gd name="T35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5" h="65">
                    <a:moveTo>
                      <a:pt x="30" y="16"/>
                    </a:moveTo>
                    <a:lnTo>
                      <a:pt x="16" y="16"/>
                    </a:lnTo>
                    <a:lnTo>
                      <a:pt x="0" y="65"/>
                    </a:lnTo>
                    <a:lnTo>
                      <a:pt x="9" y="65"/>
                    </a:lnTo>
                    <a:lnTo>
                      <a:pt x="13" y="56"/>
                    </a:lnTo>
                    <a:lnTo>
                      <a:pt x="30" y="56"/>
                    </a:lnTo>
                    <a:lnTo>
                      <a:pt x="32" y="65"/>
                    </a:lnTo>
                    <a:lnTo>
                      <a:pt x="45" y="65"/>
                    </a:lnTo>
                    <a:lnTo>
                      <a:pt x="30" y="16"/>
                    </a:lnTo>
                    <a:close/>
                    <a:moveTo>
                      <a:pt x="16" y="46"/>
                    </a:moveTo>
                    <a:lnTo>
                      <a:pt x="21" y="28"/>
                    </a:lnTo>
                    <a:lnTo>
                      <a:pt x="27" y="46"/>
                    </a:lnTo>
                    <a:lnTo>
                      <a:pt x="16" y="46"/>
                    </a:lnTo>
                    <a:close/>
                    <a:moveTo>
                      <a:pt x="32" y="0"/>
                    </a:moveTo>
                    <a:lnTo>
                      <a:pt x="16" y="8"/>
                    </a:lnTo>
                    <a:lnTo>
                      <a:pt x="19" y="12"/>
                    </a:lnTo>
                    <a:lnTo>
                      <a:pt x="35" y="7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6" name="Freeform 28">
                <a:extLst>
                  <a:ext uri="{FF2B5EF4-FFF2-40B4-BE49-F238E27FC236}">
                    <a16:creationId xmlns:a16="http://schemas.microsoft.com/office/drawing/2014/main" id="{A1A7BCFB-498E-4578-B93F-9F9D083F589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91463" y="2816225"/>
                <a:ext cx="60325" cy="101600"/>
              </a:xfrm>
              <a:custGeom>
                <a:avLst/>
                <a:gdLst>
                  <a:gd name="T0" fmla="*/ 28 w 28"/>
                  <a:gd name="T1" fmla="*/ 11 h 47"/>
                  <a:gd name="T2" fmla="*/ 21 w 28"/>
                  <a:gd name="T3" fmla="*/ 11 h 47"/>
                  <a:gd name="T4" fmla="*/ 21 w 28"/>
                  <a:gd name="T5" fmla="*/ 30 h 47"/>
                  <a:gd name="T6" fmla="*/ 22 w 28"/>
                  <a:gd name="T7" fmla="*/ 32 h 47"/>
                  <a:gd name="T8" fmla="*/ 9 w 28"/>
                  <a:gd name="T9" fmla="*/ 11 h 47"/>
                  <a:gd name="T10" fmla="*/ 0 w 28"/>
                  <a:gd name="T11" fmla="*/ 11 h 47"/>
                  <a:gd name="T12" fmla="*/ 0 w 28"/>
                  <a:gd name="T13" fmla="*/ 47 h 47"/>
                  <a:gd name="T14" fmla="*/ 7 w 28"/>
                  <a:gd name="T15" fmla="*/ 47 h 47"/>
                  <a:gd name="T16" fmla="*/ 7 w 28"/>
                  <a:gd name="T17" fmla="*/ 26 h 47"/>
                  <a:gd name="T18" fmla="*/ 6 w 28"/>
                  <a:gd name="T19" fmla="*/ 24 h 47"/>
                  <a:gd name="T20" fmla="*/ 6 w 28"/>
                  <a:gd name="T21" fmla="*/ 23 h 47"/>
                  <a:gd name="T22" fmla="*/ 21 w 28"/>
                  <a:gd name="T23" fmla="*/ 47 h 47"/>
                  <a:gd name="T24" fmla="*/ 28 w 28"/>
                  <a:gd name="T25" fmla="*/ 47 h 47"/>
                  <a:gd name="T26" fmla="*/ 28 w 28"/>
                  <a:gd name="T27" fmla="*/ 11 h 47"/>
                  <a:gd name="T28" fmla="*/ 22 w 28"/>
                  <a:gd name="T29" fmla="*/ 0 h 47"/>
                  <a:gd name="T30" fmla="*/ 18 w 28"/>
                  <a:gd name="T31" fmla="*/ 3 h 47"/>
                  <a:gd name="T32" fmla="*/ 15 w 28"/>
                  <a:gd name="T33" fmla="*/ 2 h 47"/>
                  <a:gd name="T34" fmla="*/ 11 w 28"/>
                  <a:gd name="T35" fmla="*/ 1 h 47"/>
                  <a:gd name="T36" fmla="*/ 5 w 28"/>
                  <a:gd name="T37" fmla="*/ 4 h 47"/>
                  <a:gd name="T38" fmla="*/ 7 w 28"/>
                  <a:gd name="T39" fmla="*/ 7 h 47"/>
                  <a:gd name="T40" fmla="*/ 11 w 28"/>
                  <a:gd name="T41" fmla="*/ 5 h 47"/>
                  <a:gd name="T42" fmla="*/ 13 w 28"/>
                  <a:gd name="T43" fmla="*/ 5 h 47"/>
                  <a:gd name="T44" fmla="*/ 18 w 28"/>
                  <a:gd name="T45" fmla="*/ 7 h 47"/>
                  <a:gd name="T46" fmla="*/ 24 w 28"/>
                  <a:gd name="T47" fmla="*/ 3 h 47"/>
                  <a:gd name="T48" fmla="*/ 22 w 28"/>
                  <a:gd name="T49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8" h="47">
                    <a:moveTo>
                      <a:pt x="28" y="11"/>
                    </a:move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30"/>
                      <a:pt x="21" y="30"/>
                      <a:pt x="21" y="30"/>
                    </a:cubicBezTo>
                    <a:cubicBezTo>
                      <a:pt x="21" y="31"/>
                      <a:pt x="21" y="31"/>
                      <a:pt x="22" y="32"/>
                    </a:cubicBezTo>
                    <a:cubicBezTo>
                      <a:pt x="9" y="11"/>
                      <a:pt x="9" y="11"/>
                      <a:pt x="9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7" y="47"/>
                      <a:pt x="7" y="47"/>
                      <a:pt x="7" y="47"/>
                    </a:cubicBezTo>
                    <a:cubicBezTo>
                      <a:pt x="7" y="26"/>
                      <a:pt x="7" y="26"/>
                      <a:pt x="7" y="26"/>
                    </a:cubicBezTo>
                    <a:cubicBezTo>
                      <a:pt x="6" y="24"/>
                      <a:pt x="6" y="24"/>
                      <a:pt x="6" y="24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8" y="47"/>
                      <a:pt x="28" y="47"/>
                      <a:pt x="28" y="47"/>
                    </a:cubicBezTo>
                    <a:lnTo>
                      <a:pt x="28" y="11"/>
                    </a:lnTo>
                    <a:close/>
                    <a:moveTo>
                      <a:pt x="22" y="0"/>
                    </a:moveTo>
                    <a:cubicBezTo>
                      <a:pt x="21" y="2"/>
                      <a:pt x="19" y="3"/>
                      <a:pt x="18" y="3"/>
                    </a:cubicBezTo>
                    <a:cubicBezTo>
                      <a:pt x="17" y="3"/>
                      <a:pt x="16" y="2"/>
                      <a:pt x="15" y="2"/>
                    </a:cubicBezTo>
                    <a:cubicBezTo>
                      <a:pt x="13" y="1"/>
                      <a:pt x="12" y="1"/>
                      <a:pt x="11" y="1"/>
                    </a:cubicBezTo>
                    <a:cubicBezTo>
                      <a:pt x="9" y="1"/>
                      <a:pt x="7" y="2"/>
                      <a:pt x="5" y="4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9" y="5"/>
                      <a:pt x="10" y="5"/>
                      <a:pt x="11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6" y="7"/>
                      <a:pt x="16" y="7"/>
                      <a:pt x="18" y="7"/>
                    </a:cubicBezTo>
                    <a:cubicBezTo>
                      <a:pt x="20" y="7"/>
                      <a:pt x="22" y="6"/>
                      <a:pt x="24" y="3"/>
                    </a:cubicBez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7" name="Freeform 29">
                <a:extLst>
                  <a:ext uri="{FF2B5EF4-FFF2-40B4-BE49-F238E27FC236}">
                    <a16:creationId xmlns:a16="http://schemas.microsoft.com/office/drawing/2014/main" id="{8F927511-308C-432C-AA39-7497458776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67663" y="2840038"/>
                <a:ext cx="55563" cy="77788"/>
              </a:xfrm>
              <a:custGeom>
                <a:avLst/>
                <a:gdLst>
                  <a:gd name="T0" fmla="*/ 35 w 35"/>
                  <a:gd name="T1" fmla="*/ 10 h 49"/>
                  <a:gd name="T2" fmla="*/ 35 w 35"/>
                  <a:gd name="T3" fmla="*/ 0 h 49"/>
                  <a:gd name="T4" fmla="*/ 0 w 35"/>
                  <a:gd name="T5" fmla="*/ 0 h 49"/>
                  <a:gd name="T6" fmla="*/ 0 w 35"/>
                  <a:gd name="T7" fmla="*/ 49 h 49"/>
                  <a:gd name="T8" fmla="*/ 35 w 35"/>
                  <a:gd name="T9" fmla="*/ 49 h 49"/>
                  <a:gd name="T10" fmla="*/ 35 w 35"/>
                  <a:gd name="T11" fmla="*/ 40 h 49"/>
                  <a:gd name="T12" fmla="*/ 12 w 35"/>
                  <a:gd name="T13" fmla="*/ 40 h 49"/>
                  <a:gd name="T14" fmla="*/ 12 w 35"/>
                  <a:gd name="T15" fmla="*/ 29 h 49"/>
                  <a:gd name="T16" fmla="*/ 31 w 35"/>
                  <a:gd name="T17" fmla="*/ 29 h 49"/>
                  <a:gd name="T18" fmla="*/ 31 w 35"/>
                  <a:gd name="T19" fmla="*/ 19 h 49"/>
                  <a:gd name="T20" fmla="*/ 12 w 35"/>
                  <a:gd name="T21" fmla="*/ 19 h 49"/>
                  <a:gd name="T22" fmla="*/ 12 w 35"/>
                  <a:gd name="T23" fmla="*/ 10 h 49"/>
                  <a:gd name="T24" fmla="*/ 35 w 35"/>
                  <a:gd name="T25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5" h="49">
                    <a:moveTo>
                      <a:pt x="35" y="10"/>
                    </a:moveTo>
                    <a:lnTo>
                      <a:pt x="35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5" y="49"/>
                    </a:lnTo>
                    <a:lnTo>
                      <a:pt x="35" y="40"/>
                    </a:lnTo>
                    <a:lnTo>
                      <a:pt x="12" y="40"/>
                    </a:lnTo>
                    <a:lnTo>
                      <a:pt x="12" y="29"/>
                    </a:lnTo>
                    <a:lnTo>
                      <a:pt x="31" y="29"/>
                    </a:lnTo>
                    <a:lnTo>
                      <a:pt x="31" y="19"/>
                    </a:lnTo>
                    <a:lnTo>
                      <a:pt x="12" y="19"/>
                    </a:lnTo>
                    <a:lnTo>
                      <a:pt x="12" y="10"/>
                    </a:lnTo>
                    <a:lnTo>
                      <a:pt x="35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8" name="Freeform 30">
                <a:extLst>
                  <a:ext uri="{FF2B5EF4-FFF2-40B4-BE49-F238E27FC236}">
                    <a16:creationId xmlns:a16="http://schemas.microsoft.com/office/drawing/2014/main" id="{C1B816ED-99AE-4F8C-AC0D-92077C2F28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29575" y="2840038"/>
                <a:ext cx="63500" cy="77788"/>
              </a:xfrm>
              <a:custGeom>
                <a:avLst/>
                <a:gdLst>
                  <a:gd name="T0" fmla="*/ 40 w 40"/>
                  <a:gd name="T1" fmla="*/ 8 h 49"/>
                  <a:gd name="T2" fmla="*/ 40 w 40"/>
                  <a:gd name="T3" fmla="*/ 0 h 49"/>
                  <a:gd name="T4" fmla="*/ 2 w 40"/>
                  <a:gd name="T5" fmla="*/ 0 h 49"/>
                  <a:gd name="T6" fmla="*/ 2 w 40"/>
                  <a:gd name="T7" fmla="*/ 10 h 49"/>
                  <a:gd name="T8" fmla="*/ 25 w 40"/>
                  <a:gd name="T9" fmla="*/ 10 h 49"/>
                  <a:gd name="T10" fmla="*/ 0 w 40"/>
                  <a:gd name="T11" fmla="*/ 41 h 49"/>
                  <a:gd name="T12" fmla="*/ 0 w 40"/>
                  <a:gd name="T13" fmla="*/ 49 h 49"/>
                  <a:gd name="T14" fmla="*/ 40 w 40"/>
                  <a:gd name="T15" fmla="*/ 49 h 49"/>
                  <a:gd name="T16" fmla="*/ 40 w 40"/>
                  <a:gd name="T17" fmla="*/ 40 h 49"/>
                  <a:gd name="T18" fmla="*/ 14 w 40"/>
                  <a:gd name="T19" fmla="*/ 40 h 49"/>
                  <a:gd name="T20" fmla="*/ 40 w 40"/>
                  <a:gd name="T21" fmla="*/ 8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0" h="49">
                    <a:moveTo>
                      <a:pt x="40" y="8"/>
                    </a:moveTo>
                    <a:lnTo>
                      <a:pt x="40" y="0"/>
                    </a:lnTo>
                    <a:lnTo>
                      <a:pt x="2" y="0"/>
                    </a:lnTo>
                    <a:lnTo>
                      <a:pt x="2" y="10"/>
                    </a:lnTo>
                    <a:lnTo>
                      <a:pt x="25" y="10"/>
                    </a:lnTo>
                    <a:lnTo>
                      <a:pt x="0" y="41"/>
                    </a:lnTo>
                    <a:lnTo>
                      <a:pt x="0" y="49"/>
                    </a:lnTo>
                    <a:lnTo>
                      <a:pt x="40" y="49"/>
                    </a:lnTo>
                    <a:lnTo>
                      <a:pt x="40" y="40"/>
                    </a:lnTo>
                    <a:lnTo>
                      <a:pt x="14" y="40"/>
                    </a:lnTo>
                    <a:lnTo>
                      <a:pt x="40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9" name="Freeform 31">
                <a:extLst>
                  <a:ext uri="{FF2B5EF4-FFF2-40B4-BE49-F238E27FC236}">
                    <a16:creationId xmlns:a16="http://schemas.microsoft.com/office/drawing/2014/main" id="{82F9B0CD-48C0-4D62-B3D9-5469A1967DF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094413" y="2803525"/>
                <a:ext cx="314325" cy="123825"/>
              </a:xfrm>
              <a:custGeom>
                <a:avLst/>
                <a:gdLst>
                  <a:gd name="T0" fmla="*/ 135 w 145"/>
                  <a:gd name="T1" fmla="*/ 15 h 57"/>
                  <a:gd name="T2" fmla="*/ 24 w 145"/>
                  <a:gd name="T3" fmla="*/ 16 h 57"/>
                  <a:gd name="T4" fmla="*/ 10 w 145"/>
                  <a:gd name="T5" fmla="*/ 13 h 57"/>
                  <a:gd name="T6" fmla="*/ 142 w 145"/>
                  <a:gd name="T7" fmla="*/ 8 h 57"/>
                  <a:gd name="T8" fmla="*/ 120 w 145"/>
                  <a:gd name="T9" fmla="*/ 18 h 57"/>
                  <a:gd name="T10" fmla="*/ 42 w 145"/>
                  <a:gd name="T11" fmla="*/ 47 h 57"/>
                  <a:gd name="T12" fmla="*/ 11 w 145"/>
                  <a:gd name="T13" fmla="*/ 20 h 57"/>
                  <a:gd name="T14" fmla="*/ 127 w 145"/>
                  <a:gd name="T15" fmla="*/ 32 h 57"/>
                  <a:gd name="T16" fmla="*/ 98 w 145"/>
                  <a:gd name="T17" fmla="*/ 49 h 57"/>
                  <a:gd name="T18" fmla="*/ 85 w 145"/>
                  <a:gd name="T19" fmla="*/ 50 h 57"/>
                  <a:gd name="T20" fmla="*/ 70 w 145"/>
                  <a:gd name="T21" fmla="*/ 52 h 57"/>
                  <a:gd name="T22" fmla="*/ 97 w 145"/>
                  <a:gd name="T23" fmla="*/ 47 h 57"/>
                  <a:gd name="T24" fmla="*/ 92 w 145"/>
                  <a:gd name="T25" fmla="*/ 50 h 57"/>
                  <a:gd name="T26" fmla="*/ 0 w 145"/>
                  <a:gd name="T27" fmla="*/ 26 h 57"/>
                  <a:gd name="T28" fmla="*/ 138 w 145"/>
                  <a:gd name="T29" fmla="*/ 17 h 57"/>
                  <a:gd name="T30" fmla="*/ 82 w 145"/>
                  <a:gd name="T31" fmla="*/ 44 h 57"/>
                  <a:gd name="T32" fmla="*/ 64 w 145"/>
                  <a:gd name="T33" fmla="*/ 44 h 57"/>
                  <a:gd name="T34" fmla="*/ 13 w 145"/>
                  <a:gd name="T35" fmla="*/ 27 h 57"/>
                  <a:gd name="T36" fmla="*/ 13 w 145"/>
                  <a:gd name="T37" fmla="*/ 33 h 57"/>
                  <a:gd name="T38" fmla="*/ 17 w 145"/>
                  <a:gd name="T39" fmla="*/ 31 h 57"/>
                  <a:gd name="T40" fmla="*/ 18 w 145"/>
                  <a:gd name="T41" fmla="*/ 31 h 57"/>
                  <a:gd name="T42" fmla="*/ 19 w 145"/>
                  <a:gd name="T43" fmla="*/ 34 h 57"/>
                  <a:gd name="T44" fmla="*/ 18 w 145"/>
                  <a:gd name="T45" fmla="*/ 35 h 57"/>
                  <a:gd name="T46" fmla="*/ 26 w 145"/>
                  <a:gd name="T47" fmla="*/ 43 h 57"/>
                  <a:gd name="T48" fmla="*/ 22 w 145"/>
                  <a:gd name="T49" fmla="*/ 41 h 57"/>
                  <a:gd name="T50" fmla="*/ 28 w 145"/>
                  <a:gd name="T51" fmla="*/ 38 h 57"/>
                  <a:gd name="T52" fmla="*/ 27 w 145"/>
                  <a:gd name="T53" fmla="*/ 44 h 57"/>
                  <a:gd name="T54" fmla="*/ 31 w 145"/>
                  <a:gd name="T55" fmla="*/ 39 h 57"/>
                  <a:gd name="T56" fmla="*/ 35 w 145"/>
                  <a:gd name="T57" fmla="*/ 41 h 57"/>
                  <a:gd name="T58" fmla="*/ 39 w 145"/>
                  <a:gd name="T59" fmla="*/ 42 h 57"/>
                  <a:gd name="T60" fmla="*/ 41 w 145"/>
                  <a:gd name="T61" fmla="*/ 50 h 57"/>
                  <a:gd name="T62" fmla="*/ 39 w 145"/>
                  <a:gd name="T63" fmla="*/ 49 h 57"/>
                  <a:gd name="T64" fmla="*/ 44 w 145"/>
                  <a:gd name="T65" fmla="*/ 50 h 57"/>
                  <a:gd name="T66" fmla="*/ 46 w 145"/>
                  <a:gd name="T67" fmla="*/ 51 h 57"/>
                  <a:gd name="T68" fmla="*/ 49 w 145"/>
                  <a:gd name="T69" fmla="*/ 45 h 57"/>
                  <a:gd name="T70" fmla="*/ 62 w 145"/>
                  <a:gd name="T71" fmla="*/ 54 h 57"/>
                  <a:gd name="T72" fmla="*/ 61 w 145"/>
                  <a:gd name="T73" fmla="*/ 47 h 57"/>
                  <a:gd name="T74" fmla="*/ 66 w 145"/>
                  <a:gd name="T75" fmla="*/ 54 h 57"/>
                  <a:gd name="T76" fmla="*/ 65 w 145"/>
                  <a:gd name="T77" fmla="*/ 48 h 57"/>
                  <a:gd name="T78" fmla="*/ 69 w 145"/>
                  <a:gd name="T79" fmla="*/ 54 h 57"/>
                  <a:gd name="T80" fmla="*/ 74 w 145"/>
                  <a:gd name="T81" fmla="*/ 53 h 57"/>
                  <a:gd name="T82" fmla="*/ 74 w 145"/>
                  <a:gd name="T83" fmla="*/ 48 h 57"/>
                  <a:gd name="T84" fmla="*/ 77 w 145"/>
                  <a:gd name="T85" fmla="*/ 51 h 57"/>
                  <a:gd name="T86" fmla="*/ 77 w 145"/>
                  <a:gd name="T87" fmla="*/ 54 h 57"/>
                  <a:gd name="T88" fmla="*/ 83 w 145"/>
                  <a:gd name="T89" fmla="*/ 52 h 57"/>
                  <a:gd name="T90" fmla="*/ 80 w 145"/>
                  <a:gd name="T91" fmla="*/ 48 h 57"/>
                  <a:gd name="T92" fmla="*/ 87 w 145"/>
                  <a:gd name="T93" fmla="*/ 54 h 57"/>
                  <a:gd name="T94" fmla="*/ 92 w 145"/>
                  <a:gd name="T95" fmla="*/ 51 h 57"/>
                  <a:gd name="T96" fmla="*/ 89 w 145"/>
                  <a:gd name="T97" fmla="*/ 53 h 57"/>
                  <a:gd name="T98" fmla="*/ 97 w 145"/>
                  <a:gd name="T99" fmla="*/ 52 h 57"/>
                  <a:gd name="T100" fmla="*/ 99 w 145"/>
                  <a:gd name="T101" fmla="*/ 48 h 57"/>
                  <a:gd name="T102" fmla="*/ 101 w 145"/>
                  <a:gd name="T103" fmla="*/ 44 h 57"/>
                  <a:gd name="T104" fmla="*/ 111 w 145"/>
                  <a:gd name="T105" fmla="*/ 48 h 57"/>
                  <a:gd name="T106" fmla="*/ 105 w 145"/>
                  <a:gd name="T107" fmla="*/ 44 h 57"/>
                  <a:gd name="T108" fmla="*/ 109 w 145"/>
                  <a:gd name="T109" fmla="*/ 42 h 57"/>
                  <a:gd name="T110" fmla="*/ 115 w 145"/>
                  <a:gd name="T111" fmla="*/ 42 h 57"/>
                  <a:gd name="T112" fmla="*/ 121 w 145"/>
                  <a:gd name="T113" fmla="*/ 43 h 57"/>
                  <a:gd name="T114" fmla="*/ 119 w 145"/>
                  <a:gd name="T115" fmla="*/ 37 h 57"/>
                  <a:gd name="T116" fmla="*/ 124 w 145"/>
                  <a:gd name="T117" fmla="*/ 34 h 57"/>
                  <a:gd name="T118" fmla="*/ 135 w 145"/>
                  <a:gd name="T119" fmla="*/ 34 h 57"/>
                  <a:gd name="T120" fmla="*/ 132 w 145"/>
                  <a:gd name="T121" fmla="*/ 28 h 57"/>
                  <a:gd name="T122" fmla="*/ 137 w 145"/>
                  <a:gd name="T123" fmla="*/ 3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45" h="57">
                    <a:moveTo>
                      <a:pt x="135" y="15"/>
                    </a:moveTo>
                    <a:cubicBezTo>
                      <a:pt x="133" y="15"/>
                      <a:pt x="131" y="16"/>
                      <a:pt x="127" y="18"/>
                    </a:cubicBezTo>
                    <a:cubicBezTo>
                      <a:pt x="127" y="18"/>
                      <a:pt x="124" y="20"/>
                      <a:pt x="122" y="20"/>
                    </a:cubicBezTo>
                    <a:cubicBezTo>
                      <a:pt x="121" y="20"/>
                      <a:pt x="121" y="20"/>
                      <a:pt x="121" y="20"/>
                    </a:cubicBezTo>
                    <a:cubicBezTo>
                      <a:pt x="126" y="28"/>
                      <a:pt x="126" y="28"/>
                      <a:pt x="126" y="28"/>
                    </a:cubicBezTo>
                    <a:cubicBezTo>
                      <a:pt x="132" y="24"/>
                      <a:pt x="135" y="21"/>
                      <a:pt x="135" y="21"/>
                    </a:cubicBezTo>
                    <a:cubicBezTo>
                      <a:pt x="135" y="21"/>
                      <a:pt x="137" y="18"/>
                      <a:pt x="137" y="17"/>
                    </a:cubicBezTo>
                    <a:cubicBezTo>
                      <a:pt x="137" y="16"/>
                      <a:pt x="137" y="16"/>
                      <a:pt x="137" y="16"/>
                    </a:cubicBezTo>
                    <a:cubicBezTo>
                      <a:pt x="137" y="15"/>
                      <a:pt x="136" y="15"/>
                      <a:pt x="135" y="15"/>
                    </a:cubicBezTo>
                    <a:moveTo>
                      <a:pt x="7" y="16"/>
                    </a:moveTo>
                    <a:cubicBezTo>
                      <a:pt x="8" y="15"/>
                      <a:pt x="8" y="15"/>
                      <a:pt x="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9" y="15"/>
                      <a:pt x="10" y="14"/>
                      <a:pt x="11" y="14"/>
                    </a:cubicBezTo>
                    <a:cubicBezTo>
                      <a:pt x="12" y="14"/>
                      <a:pt x="12" y="15"/>
                      <a:pt x="13" y="15"/>
                    </a:cubicBezTo>
                    <a:cubicBezTo>
                      <a:pt x="15" y="15"/>
                      <a:pt x="17" y="17"/>
                      <a:pt x="21" y="18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4" y="18"/>
                      <a:pt x="24" y="17"/>
                      <a:pt x="24" y="17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2" y="14"/>
                      <a:pt x="21" y="13"/>
                      <a:pt x="18" y="10"/>
                    </a:cubicBezTo>
                    <a:cubicBezTo>
                      <a:pt x="13" y="6"/>
                      <a:pt x="12" y="2"/>
                      <a:pt x="12" y="0"/>
                    </a:cubicBezTo>
                    <a:cubicBezTo>
                      <a:pt x="11" y="2"/>
                      <a:pt x="10" y="4"/>
                      <a:pt x="10" y="6"/>
                    </a:cubicBezTo>
                    <a:cubicBezTo>
                      <a:pt x="10" y="9"/>
                      <a:pt x="11" y="12"/>
                      <a:pt x="11" y="12"/>
                    </a:cubicBezTo>
                    <a:cubicBezTo>
                      <a:pt x="11" y="13"/>
                      <a:pt x="11" y="13"/>
                      <a:pt x="11" y="13"/>
                    </a:cubicBezTo>
                    <a:cubicBezTo>
                      <a:pt x="11" y="13"/>
                      <a:pt x="11" y="13"/>
                      <a:pt x="11" y="13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6" y="11"/>
                      <a:pt x="3" y="8"/>
                      <a:pt x="2" y="7"/>
                    </a:cubicBezTo>
                    <a:cubicBezTo>
                      <a:pt x="2" y="12"/>
                      <a:pt x="7" y="16"/>
                      <a:pt x="7" y="16"/>
                    </a:cubicBezTo>
                    <a:moveTo>
                      <a:pt x="122" y="19"/>
                    </a:moveTo>
                    <a:cubicBezTo>
                      <a:pt x="124" y="19"/>
                      <a:pt x="127" y="18"/>
                      <a:pt x="127" y="18"/>
                    </a:cubicBezTo>
                    <a:cubicBezTo>
                      <a:pt x="130" y="15"/>
                      <a:pt x="133" y="14"/>
                      <a:pt x="135" y="14"/>
                    </a:cubicBezTo>
                    <a:cubicBezTo>
                      <a:pt x="136" y="14"/>
                      <a:pt x="136" y="14"/>
                      <a:pt x="136" y="14"/>
                    </a:cubicBezTo>
                    <a:cubicBezTo>
                      <a:pt x="138" y="16"/>
                      <a:pt x="138" y="16"/>
                      <a:pt x="138" y="16"/>
                    </a:cubicBezTo>
                    <a:cubicBezTo>
                      <a:pt x="141" y="14"/>
                      <a:pt x="142" y="10"/>
                      <a:pt x="142" y="8"/>
                    </a:cubicBezTo>
                    <a:cubicBezTo>
                      <a:pt x="140" y="10"/>
                      <a:pt x="135" y="12"/>
                      <a:pt x="135" y="12"/>
                    </a:cubicBezTo>
                    <a:cubicBezTo>
                      <a:pt x="134" y="12"/>
                      <a:pt x="134" y="12"/>
                      <a:pt x="134" y="12"/>
                    </a:cubicBezTo>
                    <a:cubicBezTo>
                      <a:pt x="134" y="11"/>
                      <a:pt x="134" y="11"/>
                      <a:pt x="134" y="11"/>
                    </a:cubicBezTo>
                    <a:cubicBezTo>
                      <a:pt x="134" y="10"/>
                      <a:pt x="134" y="10"/>
                      <a:pt x="134" y="10"/>
                    </a:cubicBezTo>
                    <a:cubicBezTo>
                      <a:pt x="134" y="5"/>
                      <a:pt x="133" y="3"/>
                      <a:pt x="132" y="1"/>
                    </a:cubicBezTo>
                    <a:cubicBezTo>
                      <a:pt x="132" y="2"/>
                      <a:pt x="132" y="2"/>
                      <a:pt x="132" y="2"/>
                    </a:cubicBezTo>
                    <a:cubicBezTo>
                      <a:pt x="132" y="4"/>
                      <a:pt x="132" y="4"/>
                      <a:pt x="132" y="4"/>
                    </a:cubicBezTo>
                    <a:cubicBezTo>
                      <a:pt x="131" y="6"/>
                      <a:pt x="127" y="10"/>
                      <a:pt x="125" y="12"/>
                    </a:cubicBezTo>
                    <a:cubicBezTo>
                      <a:pt x="124" y="14"/>
                      <a:pt x="120" y="16"/>
                      <a:pt x="120" y="18"/>
                    </a:cubicBezTo>
                    <a:cubicBezTo>
                      <a:pt x="121" y="19"/>
                      <a:pt x="121" y="19"/>
                      <a:pt x="121" y="19"/>
                    </a:cubicBezTo>
                    <a:lnTo>
                      <a:pt x="122" y="19"/>
                    </a:lnTo>
                    <a:close/>
                    <a:moveTo>
                      <a:pt x="42" y="44"/>
                    </a:moveTo>
                    <a:cubicBezTo>
                      <a:pt x="42" y="44"/>
                      <a:pt x="42" y="44"/>
                      <a:pt x="42" y="44"/>
                    </a:cubicBezTo>
                    <a:cubicBezTo>
                      <a:pt x="42" y="44"/>
                      <a:pt x="42" y="44"/>
                      <a:pt x="42" y="44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2" y="46"/>
                      <a:pt x="42" y="46"/>
                      <a:pt x="42" y="46"/>
                    </a:cubicBezTo>
                    <a:lnTo>
                      <a:pt x="42" y="44"/>
                    </a:lnTo>
                    <a:close/>
                    <a:moveTo>
                      <a:pt x="21" y="18"/>
                    </a:moveTo>
                    <a:cubicBezTo>
                      <a:pt x="17" y="17"/>
                      <a:pt x="15" y="16"/>
                      <a:pt x="13" y="15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9" y="15"/>
                      <a:pt x="8" y="15"/>
                      <a:pt x="8" y="16"/>
                    </a:cubicBezTo>
                    <a:cubicBezTo>
                      <a:pt x="8" y="17"/>
                      <a:pt x="9" y="17"/>
                      <a:pt x="10" y="19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1" y="21"/>
                      <a:pt x="14" y="23"/>
                      <a:pt x="18" y="26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2" y="18"/>
                      <a:pt x="22" y="18"/>
                      <a:pt x="22" y="18"/>
                    </a:cubicBezTo>
                    <a:lnTo>
                      <a:pt x="21" y="18"/>
                    </a:lnTo>
                    <a:close/>
                    <a:moveTo>
                      <a:pt x="127" y="32"/>
                    </a:moveTo>
                    <a:cubicBezTo>
                      <a:pt x="126" y="33"/>
                      <a:pt x="126" y="34"/>
                      <a:pt x="127" y="35"/>
                    </a:cubicBezTo>
                    <a:cubicBezTo>
                      <a:pt x="127" y="37"/>
                      <a:pt x="129" y="38"/>
                      <a:pt x="131" y="37"/>
                    </a:cubicBezTo>
                    <a:cubicBezTo>
                      <a:pt x="132" y="36"/>
                      <a:pt x="132" y="35"/>
                      <a:pt x="131" y="33"/>
                    </a:cubicBezTo>
                    <a:cubicBezTo>
                      <a:pt x="130" y="32"/>
                      <a:pt x="128" y="31"/>
                      <a:pt x="127" y="32"/>
                    </a:cubicBezTo>
                    <a:moveTo>
                      <a:pt x="71" y="51"/>
                    </a:moveTo>
                    <a:cubicBezTo>
                      <a:pt x="71" y="51"/>
                      <a:pt x="71" y="51"/>
                      <a:pt x="71" y="51"/>
                    </a:cubicBezTo>
                    <a:cubicBezTo>
                      <a:pt x="72" y="50"/>
                      <a:pt x="72" y="50"/>
                      <a:pt x="72" y="50"/>
                    </a:cubicBezTo>
                    <a:cubicBezTo>
                      <a:pt x="72" y="49"/>
                      <a:pt x="72" y="49"/>
                      <a:pt x="71" y="49"/>
                    </a:cubicBezTo>
                    <a:cubicBezTo>
                      <a:pt x="70" y="49"/>
                      <a:pt x="70" y="49"/>
                      <a:pt x="70" y="49"/>
                    </a:cubicBezTo>
                    <a:cubicBezTo>
                      <a:pt x="70" y="51"/>
                      <a:pt x="70" y="51"/>
                      <a:pt x="70" y="51"/>
                    </a:cubicBezTo>
                    <a:lnTo>
                      <a:pt x="71" y="51"/>
                    </a:lnTo>
                    <a:close/>
                    <a:moveTo>
                      <a:pt x="98" y="48"/>
                    </a:moveTo>
                    <a:cubicBezTo>
                      <a:pt x="98" y="49"/>
                      <a:pt x="98" y="49"/>
                      <a:pt x="98" y="49"/>
                    </a:cubicBezTo>
                    <a:cubicBezTo>
                      <a:pt x="98" y="50"/>
                      <a:pt x="98" y="50"/>
                      <a:pt x="98" y="50"/>
                    </a:cubicBezTo>
                    <a:cubicBezTo>
                      <a:pt x="98" y="51"/>
                      <a:pt x="98" y="52"/>
                      <a:pt x="99" y="51"/>
                    </a:cubicBezTo>
                    <a:cubicBezTo>
                      <a:pt x="100" y="51"/>
                      <a:pt x="101" y="50"/>
                      <a:pt x="100" y="49"/>
                    </a:cubicBezTo>
                    <a:cubicBezTo>
                      <a:pt x="100" y="49"/>
                      <a:pt x="100" y="48"/>
                      <a:pt x="98" y="48"/>
                    </a:cubicBezTo>
                    <a:moveTo>
                      <a:pt x="83" y="48"/>
                    </a:moveTo>
                    <a:cubicBezTo>
                      <a:pt x="82" y="49"/>
                      <a:pt x="82" y="49"/>
                      <a:pt x="82" y="49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5" y="51"/>
                      <a:pt x="85" y="50"/>
                      <a:pt x="85" y="50"/>
                    </a:cubicBezTo>
                    <a:cubicBezTo>
                      <a:pt x="85" y="49"/>
                      <a:pt x="84" y="48"/>
                      <a:pt x="83" y="48"/>
                    </a:cubicBezTo>
                    <a:moveTo>
                      <a:pt x="26" y="38"/>
                    </a:moveTo>
                    <a:cubicBezTo>
                      <a:pt x="26" y="36"/>
                      <a:pt x="26" y="36"/>
                      <a:pt x="26" y="36"/>
                    </a:cubicBezTo>
                    <a:cubicBezTo>
                      <a:pt x="25" y="36"/>
                      <a:pt x="25" y="36"/>
                      <a:pt x="25" y="36"/>
                    </a:cubicBezTo>
                    <a:cubicBezTo>
                      <a:pt x="24" y="37"/>
                      <a:pt x="24" y="37"/>
                      <a:pt x="24" y="37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6" y="39"/>
                      <a:pt x="26" y="38"/>
                      <a:pt x="26" y="38"/>
                    </a:cubicBezTo>
                    <a:moveTo>
                      <a:pt x="70" y="52"/>
                    </a:moveTo>
                    <a:cubicBezTo>
                      <a:pt x="70" y="52"/>
                      <a:pt x="70" y="52"/>
                      <a:pt x="70" y="52"/>
                    </a:cubicBezTo>
                    <a:cubicBezTo>
                      <a:pt x="70" y="54"/>
                      <a:pt x="70" y="54"/>
                      <a:pt x="70" y="54"/>
                    </a:cubicBezTo>
                    <a:cubicBezTo>
                      <a:pt x="70" y="54"/>
                      <a:pt x="70" y="55"/>
                      <a:pt x="71" y="55"/>
                    </a:cubicBezTo>
                    <a:cubicBezTo>
                      <a:pt x="72" y="55"/>
                      <a:pt x="72" y="54"/>
                      <a:pt x="73" y="53"/>
                    </a:cubicBezTo>
                    <a:cubicBezTo>
                      <a:pt x="73" y="53"/>
                      <a:pt x="72" y="52"/>
                      <a:pt x="70" y="52"/>
                    </a:cubicBezTo>
                    <a:moveTo>
                      <a:pt x="98" y="48"/>
                    </a:moveTo>
                    <a:cubicBezTo>
                      <a:pt x="98" y="48"/>
                      <a:pt x="98" y="48"/>
                      <a:pt x="98" y="48"/>
                    </a:cubicBezTo>
                    <a:cubicBezTo>
                      <a:pt x="99" y="47"/>
                      <a:pt x="99" y="47"/>
                      <a:pt x="99" y="47"/>
                    </a:cubicBezTo>
                    <a:cubicBezTo>
                      <a:pt x="99" y="46"/>
                      <a:pt x="98" y="45"/>
                      <a:pt x="97" y="45"/>
                    </a:cubicBezTo>
                    <a:cubicBezTo>
                      <a:pt x="97" y="47"/>
                      <a:pt x="97" y="47"/>
                      <a:pt x="97" y="47"/>
                    </a:cubicBezTo>
                    <a:cubicBezTo>
                      <a:pt x="97" y="48"/>
                      <a:pt x="97" y="48"/>
                      <a:pt x="97" y="48"/>
                    </a:cubicBezTo>
                    <a:lnTo>
                      <a:pt x="98" y="48"/>
                    </a:lnTo>
                    <a:close/>
                    <a:moveTo>
                      <a:pt x="91" y="48"/>
                    </a:moveTo>
                    <a:cubicBezTo>
                      <a:pt x="91" y="48"/>
                      <a:pt x="91" y="48"/>
                      <a:pt x="91" y="48"/>
                    </a:cubicBezTo>
                    <a:cubicBezTo>
                      <a:pt x="90" y="48"/>
                      <a:pt x="90" y="48"/>
                      <a:pt x="90" y="48"/>
                    </a:cubicBezTo>
                    <a:cubicBezTo>
                      <a:pt x="90" y="50"/>
                      <a:pt x="90" y="50"/>
                      <a:pt x="90" y="50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0"/>
                      <a:pt x="92" y="50"/>
                      <a:pt x="92" y="50"/>
                    </a:cubicBezTo>
                    <a:lnTo>
                      <a:pt x="91" y="48"/>
                    </a:lnTo>
                    <a:close/>
                    <a:moveTo>
                      <a:pt x="11" y="21"/>
                    </a:moveTo>
                    <a:cubicBezTo>
                      <a:pt x="9" y="19"/>
                      <a:pt x="9" y="19"/>
                      <a:pt x="9" y="19"/>
                    </a:cubicBezTo>
                    <a:cubicBezTo>
                      <a:pt x="8" y="18"/>
                      <a:pt x="8" y="17"/>
                      <a:pt x="8" y="16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7" y="17"/>
                      <a:pt x="5" y="19"/>
                      <a:pt x="2" y="23"/>
                    </a:cubicBezTo>
                    <a:cubicBezTo>
                      <a:pt x="1" y="24"/>
                      <a:pt x="0" y="25"/>
                      <a:pt x="0" y="26"/>
                    </a:cubicBezTo>
                    <a:cubicBezTo>
                      <a:pt x="0" y="28"/>
                      <a:pt x="2" y="30"/>
                      <a:pt x="2" y="30"/>
                    </a:cubicBezTo>
                    <a:cubicBezTo>
                      <a:pt x="2" y="30"/>
                      <a:pt x="10" y="37"/>
                      <a:pt x="23" y="44"/>
                    </a:cubicBezTo>
                    <a:cubicBezTo>
                      <a:pt x="35" y="50"/>
                      <a:pt x="53" y="57"/>
                      <a:pt x="74" y="57"/>
                    </a:cubicBezTo>
                    <a:cubicBezTo>
                      <a:pt x="114" y="57"/>
                      <a:pt x="140" y="33"/>
                      <a:pt x="143" y="30"/>
                    </a:cubicBezTo>
                    <a:cubicBezTo>
                      <a:pt x="145" y="28"/>
                      <a:pt x="145" y="26"/>
                      <a:pt x="145" y="25"/>
                    </a:cubicBezTo>
                    <a:cubicBezTo>
                      <a:pt x="145" y="24"/>
                      <a:pt x="145" y="23"/>
                      <a:pt x="145" y="23"/>
                    </a:cubicBezTo>
                    <a:cubicBezTo>
                      <a:pt x="138" y="17"/>
                      <a:pt x="138" y="17"/>
                      <a:pt x="138" y="17"/>
                    </a:cubicBezTo>
                    <a:cubicBezTo>
                      <a:pt x="138" y="16"/>
                      <a:pt x="138" y="16"/>
                      <a:pt x="138" y="16"/>
                    </a:cubicBezTo>
                    <a:cubicBezTo>
                      <a:pt x="138" y="17"/>
                      <a:pt x="138" y="17"/>
                      <a:pt x="138" y="17"/>
                    </a:cubicBezTo>
                    <a:cubicBezTo>
                      <a:pt x="138" y="19"/>
                      <a:pt x="135" y="21"/>
                      <a:pt x="135" y="21"/>
                    </a:cubicBezTo>
                    <a:cubicBezTo>
                      <a:pt x="135" y="21"/>
                      <a:pt x="120" y="36"/>
                      <a:pt x="95" y="42"/>
                    </a:cubicBezTo>
                    <a:cubicBezTo>
                      <a:pt x="94" y="42"/>
                      <a:pt x="94" y="42"/>
                      <a:pt x="94" y="42"/>
                    </a:cubicBezTo>
                    <a:cubicBezTo>
                      <a:pt x="93" y="43"/>
                      <a:pt x="92" y="43"/>
                      <a:pt x="91" y="43"/>
                    </a:cubicBezTo>
                    <a:cubicBezTo>
                      <a:pt x="91" y="43"/>
                      <a:pt x="91" y="43"/>
                      <a:pt x="91" y="43"/>
                    </a:cubicBezTo>
                    <a:cubicBezTo>
                      <a:pt x="89" y="44"/>
                      <a:pt x="88" y="44"/>
                      <a:pt x="87" y="44"/>
                    </a:cubicBezTo>
                    <a:cubicBezTo>
                      <a:pt x="86" y="44"/>
                      <a:pt x="86" y="44"/>
                      <a:pt x="86" y="44"/>
                    </a:cubicBezTo>
                    <a:cubicBezTo>
                      <a:pt x="85" y="44"/>
                      <a:pt x="84" y="44"/>
                      <a:pt x="83" y="44"/>
                    </a:cubicBezTo>
                    <a:cubicBezTo>
                      <a:pt x="82" y="44"/>
                      <a:pt x="82" y="44"/>
                      <a:pt x="82" y="44"/>
                    </a:cubicBezTo>
                    <a:cubicBezTo>
                      <a:pt x="81" y="45"/>
                      <a:pt x="80" y="45"/>
                      <a:pt x="79" y="45"/>
                    </a:cubicBezTo>
                    <a:cubicBezTo>
                      <a:pt x="78" y="45"/>
                      <a:pt x="78" y="45"/>
                      <a:pt x="78" y="45"/>
                    </a:cubicBezTo>
                    <a:cubicBezTo>
                      <a:pt x="76" y="45"/>
                      <a:pt x="75" y="45"/>
                      <a:pt x="74" y="45"/>
                    </a:cubicBezTo>
                    <a:cubicBezTo>
                      <a:pt x="74" y="45"/>
                      <a:pt x="74" y="45"/>
                      <a:pt x="74" y="45"/>
                    </a:cubicBezTo>
                    <a:cubicBezTo>
                      <a:pt x="73" y="45"/>
                      <a:pt x="73" y="45"/>
                      <a:pt x="73" y="45"/>
                    </a:cubicBezTo>
                    <a:cubicBezTo>
                      <a:pt x="72" y="45"/>
                      <a:pt x="71" y="45"/>
                      <a:pt x="69" y="45"/>
                    </a:cubicBezTo>
                    <a:cubicBezTo>
                      <a:pt x="68" y="45"/>
                      <a:pt x="68" y="45"/>
                      <a:pt x="68" y="45"/>
                    </a:cubicBezTo>
                    <a:cubicBezTo>
                      <a:pt x="67" y="45"/>
                      <a:pt x="66" y="45"/>
                      <a:pt x="65" y="44"/>
                    </a:cubicBezTo>
                    <a:cubicBezTo>
                      <a:pt x="64" y="44"/>
                      <a:pt x="64" y="44"/>
                      <a:pt x="64" y="44"/>
                    </a:cubicBezTo>
                    <a:cubicBezTo>
                      <a:pt x="63" y="44"/>
                      <a:pt x="61" y="44"/>
                      <a:pt x="60" y="44"/>
                    </a:cubicBezTo>
                    <a:cubicBezTo>
                      <a:pt x="59" y="44"/>
                      <a:pt x="59" y="44"/>
                      <a:pt x="59" y="44"/>
                    </a:cubicBezTo>
                    <a:cubicBezTo>
                      <a:pt x="58" y="44"/>
                      <a:pt x="57" y="43"/>
                      <a:pt x="56" y="43"/>
                    </a:cubicBezTo>
                    <a:cubicBezTo>
                      <a:pt x="55" y="43"/>
                      <a:pt x="55" y="43"/>
                      <a:pt x="55" y="43"/>
                    </a:cubicBezTo>
                    <a:cubicBezTo>
                      <a:pt x="28" y="37"/>
                      <a:pt x="11" y="21"/>
                      <a:pt x="11" y="21"/>
                    </a:cubicBezTo>
                    <a:moveTo>
                      <a:pt x="11" y="34"/>
                    </a:moveTo>
                    <a:cubicBezTo>
                      <a:pt x="11" y="34"/>
                      <a:pt x="11" y="34"/>
                      <a:pt x="11" y="34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2" y="26"/>
                      <a:pt x="12" y="26"/>
                      <a:pt x="12" y="26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9"/>
                      <a:pt x="14" y="29"/>
                      <a:pt x="14" y="29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6" y="31"/>
                      <a:pt x="16" y="31"/>
                      <a:pt x="16" y="31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18" y="30"/>
                      <a:pt x="18" y="30"/>
                      <a:pt x="18" y="30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2" y="34"/>
                      <a:pt x="12" y="34"/>
                      <a:pt x="12" y="34"/>
                    </a:cubicBezTo>
                    <a:lnTo>
                      <a:pt x="11" y="34"/>
                    </a:lnTo>
                    <a:close/>
                    <a:moveTo>
                      <a:pt x="18" y="39"/>
                    </a:moveTo>
                    <a:cubicBezTo>
                      <a:pt x="17" y="38"/>
                      <a:pt x="17" y="38"/>
                      <a:pt x="16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6"/>
                      <a:pt x="16" y="37"/>
                      <a:pt x="16" y="36"/>
                    </a:cubicBezTo>
                    <a:cubicBezTo>
                      <a:pt x="19" y="32"/>
                      <a:pt x="19" y="32"/>
                      <a:pt x="19" y="32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9" y="31"/>
                      <a:pt x="19" y="31"/>
                      <a:pt x="19" y="31"/>
                    </a:cubicBezTo>
                    <a:cubicBezTo>
                      <a:pt x="19" y="31"/>
                      <a:pt x="20" y="31"/>
                      <a:pt x="21" y="32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2" y="34"/>
                      <a:pt x="22" y="34"/>
                      <a:pt x="22" y="34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2" y="34"/>
                      <a:pt x="23" y="34"/>
                      <a:pt x="21" y="33"/>
                    </a:cubicBezTo>
                    <a:cubicBezTo>
                      <a:pt x="20" y="32"/>
                      <a:pt x="20" y="32"/>
                      <a:pt x="20" y="33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20" y="35"/>
                      <a:pt x="20" y="35"/>
                      <a:pt x="20" y="35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0" y="35"/>
                      <a:pt x="20" y="35"/>
                      <a:pt x="20" y="35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8" y="35"/>
                      <a:pt x="18" y="35"/>
                      <a:pt x="18" y="35"/>
                    </a:cubicBezTo>
                    <a:cubicBezTo>
                      <a:pt x="17" y="37"/>
                      <a:pt x="17" y="37"/>
                      <a:pt x="17" y="37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20" y="39"/>
                      <a:pt x="20" y="38"/>
                      <a:pt x="21" y="38"/>
                    </a:cubicBezTo>
                    <a:cubicBezTo>
                      <a:pt x="21" y="38"/>
                      <a:pt x="21" y="38"/>
                      <a:pt x="21" y="38"/>
                    </a:cubicBezTo>
                    <a:lnTo>
                      <a:pt x="18" y="39"/>
                    </a:lnTo>
                    <a:close/>
                    <a:moveTo>
                      <a:pt x="26" y="42"/>
                    </a:moveTo>
                    <a:cubicBezTo>
                      <a:pt x="26" y="42"/>
                      <a:pt x="26" y="42"/>
                      <a:pt x="26" y="42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5" y="43"/>
                      <a:pt x="25" y="43"/>
                      <a:pt x="25" y="43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5" y="39"/>
                      <a:pt x="25" y="39"/>
                      <a:pt x="25" y="39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2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2" y="41"/>
                      <a:pt x="22" y="41"/>
                      <a:pt x="22" y="41"/>
                    </a:cubicBezTo>
                    <a:cubicBezTo>
                      <a:pt x="21" y="40"/>
                      <a:pt x="21" y="40"/>
                      <a:pt x="21" y="40"/>
                    </a:cubicBezTo>
                    <a:cubicBezTo>
                      <a:pt x="20" y="40"/>
                      <a:pt x="20" y="40"/>
                      <a:pt x="20" y="40"/>
                    </a:cubicBezTo>
                    <a:cubicBezTo>
                      <a:pt x="21" y="40"/>
                      <a:pt x="21" y="40"/>
                      <a:pt x="22" y="39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4" y="34"/>
                      <a:pt x="23" y="34"/>
                      <a:pt x="23" y="34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5" y="34"/>
                      <a:pt x="25" y="34"/>
                      <a:pt x="25" y="34"/>
                    </a:cubicBezTo>
                    <a:cubicBezTo>
                      <a:pt x="26" y="35"/>
                      <a:pt x="26" y="35"/>
                      <a:pt x="26" y="35"/>
                    </a:cubicBezTo>
                    <a:cubicBezTo>
                      <a:pt x="28" y="36"/>
                      <a:pt x="28" y="38"/>
                      <a:pt x="28" y="38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6" y="39"/>
                      <a:pt x="26" y="39"/>
                      <a:pt x="26" y="39"/>
                    </a:cubicBezTo>
                    <a:cubicBezTo>
                      <a:pt x="26" y="39"/>
                      <a:pt x="26" y="41"/>
                      <a:pt x="26" y="42"/>
                    </a:cubicBezTo>
                    <a:moveTo>
                      <a:pt x="31" y="39"/>
                    </a:move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44"/>
                      <a:pt x="30" y="45"/>
                      <a:pt x="30" y="45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28" y="44"/>
                      <a:pt x="28" y="44"/>
                      <a:pt x="28" y="44"/>
                    </a:cubicBezTo>
                    <a:cubicBezTo>
                      <a:pt x="27" y="44"/>
                      <a:pt x="27" y="44"/>
                      <a:pt x="27" y="44"/>
                    </a:cubicBezTo>
                    <a:cubicBezTo>
                      <a:pt x="27" y="44"/>
                      <a:pt x="27" y="44"/>
                      <a:pt x="27" y="44"/>
                    </a:cubicBezTo>
                    <a:cubicBezTo>
                      <a:pt x="28" y="43"/>
                      <a:pt x="28" y="43"/>
                      <a:pt x="28" y="43"/>
                    </a:cubicBezTo>
                    <a:cubicBezTo>
                      <a:pt x="30" y="39"/>
                      <a:pt x="30" y="39"/>
                      <a:pt x="30" y="39"/>
                    </a:cubicBezTo>
                    <a:cubicBezTo>
                      <a:pt x="30" y="37"/>
                      <a:pt x="30" y="37"/>
                      <a:pt x="30" y="37"/>
                    </a:cubicBezTo>
                    <a:cubicBezTo>
                      <a:pt x="30" y="37"/>
                      <a:pt x="30" y="37"/>
                      <a:pt x="30" y="37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2" y="39"/>
                      <a:pt x="32" y="38"/>
                      <a:pt x="31" y="39"/>
                    </a:cubicBezTo>
                    <a:moveTo>
                      <a:pt x="36" y="41"/>
                    </a:moveTo>
                    <a:cubicBezTo>
                      <a:pt x="35" y="46"/>
                      <a:pt x="35" y="46"/>
                      <a:pt x="35" y="46"/>
                    </a:cubicBezTo>
                    <a:cubicBezTo>
                      <a:pt x="34" y="47"/>
                      <a:pt x="35" y="47"/>
                      <a:pt x="35" y="47"/>
                    </a:cubicBezTo>
                    <a:cubicBezTo>
                      <a:pt x="35" y="47"/>
                      <a:pt x="35" y="47"/>
                      <a:pt x="35" y="47"/>
                    </a:cubicBezTo>
                    <a:cubicBezTo>
                      <a:pt x="33" y="47"/>
                      <a:pt x="33" y="47"/>
                      <a:pt x="33" y="47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5"/>
                      <a:pt x="33" y="46"/>
                      <a:pt x="33" y="45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4" y="40"/>
                      <a:pt x="34" y="40"/>
                      <a:pt x="34" y="40"/>
                    </a:cubicBezTo>
                    <a:cubicBezTo>
                      <a:pt x="33" y="40"/>
                      <a:pt x="33" y="41"/>
                      <a:pt x="33" y="41"/>
                    </a:cubicBezTo>
                    <a:cubicBezTo>
                      <a:pt x="33" y="40"/>
                      <a:pt x="33" y="40"/>
                      <a:pt x="33" y="40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4" y="39"/>
                      <a:pt x="35" y="40"/>
                      <a:pt x="36" y="40"/>
                    </a:cubicBezTo>
                    <a:cubicBezTo>
                      <a:pt x="38" y="41"/>
                      <a:pt x="38" y="41"/>
                      <a:pt x="39" y="41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9" y="42"/>
                      <a:pt x="38" y="42"/>
                    </a:cubicBezTo>
                    <a:cubicBezTo>
                      <a:pt x="37" y="41"/>
                      <a:pt x="37" y="41"/>
                      <a:pt x="37" y="41"/>
                    </a:cubicBezTo>
                    <a:lnTo>
                      <a:pt x="36" y="41"/>
                    </a:lnTo>
                    <a:close/>
                    <a:moveTo>
                      <a:pt x="44" y="50"/>
                    </a:moveTo>
                    <a:cubicBezTo>
                      <a:pt x="44" y="50"/>
                      <a:pt x="44" y="50"/>
                      <a:pt x="44" y="50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49"/>
                      <a:pt x="41" y="49"/>
                      <a:pt x="41" y="49"/>
                    </a:cubicBezTo>
                    <a:cubicBezTo>
                      <a:pt x="42" y="49"/>
                      <a:pt x="42" y="49"/>
                      <a:pt x="42" y="49"/>
                    </a:cubicBezTo>
                    <a:cubicBezTo>
                      <a:pt x="42" y="48"/>
                      <a:pt x="42" y="48"/>
                      <a:pt x="42" y="48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39" y="48"/>
                      <a:pt x="39" y="48"/>
                      <a:pt x="39" y="48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8" y="48"/>
                      <a:pt x="38" y="48"/>
                      <a:pt x="38" y="48"/>
                    </a:cubicBezTo>
                    <a:cubicBezTo>
                      <a:pt x="37" y="48"/>
                      <a:pt x="37" y="48"/>
                      <a:pt x="37" y="48"/>
                    </a:cubicBezTo>
                    <a:cubicBezTo>
                      <a:pt x="37" y="48"/>
                      <a:pt x="37" y="48"/>
                      <a:pt x="37" y="48"/>
                    </a:cubicBezTo>
                    <a:cubicBezTo>
                      <a:pt x="38" y="48"/>
                      <a:pt x="38" y="48"/>
                      <a:pt x="38" y="48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3" y="50"/>
                      <a:pt x="43" y="50"/>
                      <a:pt x="43" y="50"/>
                    </a:cubicBezTo>
                    <a:lnTo>
                      <a:pt x="44" y="50"/>
                    </a:lnTo>
                    <a:close/>
                    <a:moveTo>
                      <a:pt x="51" y="46"/>
                    </a:moveTo>
                    <a:cubicBezTo>
                      <a:pt x="50" y="47"/>
                      <a:pt x="50" y="47"/>
                      <a:pt x="50" y="47"/>
                    </a:cubicBezTo>
                    <a:cubicBezTo>
                      <a:pt x="50" y="47"/>
                      <a:pt x="50" y="47"/>
                      <a:pt x="50" y="47"/>
                    </a:cubicBezTo>
                    <a:cubicBezTo>
                      <a:pt x="50" y="47"/>
                      <a:pt x="50" y="45"/>
                      <a:pt x="49" y="45"/>
                    </a:cubicBezTo>
                    <a:cubicBezTo>
                      <a:pt x="47" y="46"/>
                      <a:pt x="47" y="46"/>
                      <a:pt x="47" y="46"/>
                    </a:cubicBezTo>
                    <a:cubicBezTo>
                      <a:pt x="47" y="46"/>
                      <a:pt x="48" y="47"/>
                      <a:pt x="49" y="47"/>
                    </a:cubicBezTo>
                    <a:cubicBezTo>
                      <a:pt x="50" y="48"/>
                      <a:pt x="50" y="49"/>
                      <a:pt x="50" y="50"/>
                    </a:cubicBezTo>
                    <a:cubicBezTo>
                      <a:pt x="49" y="51"/>
                      <a:pt x="48" y="52"/>
                      <a:pt x="47" y="51"/>
                    </a:cubicBezTo>
                    <a:cubicBezTo>
                      <a:pt x="46" y="51"/>
                      <a:pt x="46" y="51"/>
                      <a:pt x="46" y="51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5" y="49"/>
                      <a:pt x="45" y="49"/>
                      <a:pt x="45" y="49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9"/>
                      <a:pt x="46" y="49"/>
                      <a:pt x="46" y="49"/>
                    </a:cubicBezTo>
                    <a:cubicBezTo>
                      <a:pt x="46" y="50"/>
                      <a:pt x="46" y="51"/>
                      <a:pt x="47" y="51"/>
                    </a:cubicBezTo>
                    <a:cubicBezTo>
                      <a:pt x="49" y="50"/>
                      <a:pt x="49" y="50"/>
                      <a:pt x="49" y="50"/>
                    </a:cubicBezTo>
                    <a:cubicBezTo>
                      <a:pt x="49" y="49"/>
                      <a:pt x="49" y="49"/>
                      <a:pt x="47" y="48"/>
                    </a:cubicBezTo>
                    <a:cubicBezTo>
                      <a:pt x="47" y="47"/>
                      <a:pt x="46" y="47"/>
                      <a:pt x="46" y="46"/>
                    </a:cubicBezTo>
                    <a:cubicBezTo>
                      <a:pt x="47" y="45"/>
                      <a:pt x="48" y="44"/>
                      <a:pt x="49" y="45"/>
                    </a:cubicBezTo>
                    <a:cubicBezTo>
                      <a:pt x="50" y="45"/>
                      <a:pt x="50" y="45"/>
                      <a:pt x="50" y="45"/>
                    </a:cubicBezTo>
                    <a:cubicBezTo>
                      <a:pt x="51" y="45"/>
                      <a:pt x="51" y="45"/>
                      <a:pt x="51" y="45"/>
                    </a:cubicBezTo>
                    <a:lnTo>
                      <a:pt x="51" y="46"/>
                    </a:lnTo>
                    <a:close/>
                    <a:moveTo>
                      <a:pt x="55" y="49"/>
                    </a:moveTo>
                    <a:cubicBezTo>
                      <a:pt x="54" y="50"/>
                      <a:pt x="54" y="50"/>
                      <a:pt x="54" y="50"/>
                    </a:cubicBezTo>
                    <a:cubicBezTo>
                      <a:pt x="54" y="49"/>
                      <a:pt x="54" y="49"/>
                      <a:pt x="54" y="49"/>
                    </a:cubicBezTo>
                    <a:cubicBezTo>
                      <a:pt x="54" y="48"/>
                      <a:pt x="54" y="48"/>
                      <a:pt x="54" y="48"/>
                    </a:cubicBezTo>
                    <a:lnTo>
                      <a:pt x="55" y="49"/>
                    </a:lnTo>
                    <a:close/>
                    <a:moveTo>
                      <a:pt x="62" y="54"/>
                    </a:moveTo>
                    <a:cubicBezTo>
                      <a:pt x="60" y="54"/>
                      <a:pt x="59" y="54"/>
                      <a:pt x="59" y="54"/>
                    </a:cubicBezTo>
                    <a:cubicBezTo>
                      <a:pt x="58" y="54"/>
                      <a:pt x="58" y="54"/>
                      <a:pt x="58" y="54"/>
                    </a:cubicBezTo>
                    <a:cubicBezTo>
                      <a:pt x="58" y="54"/>
                      <a:pt x="58" y="54"/>
                      <a:pt x="58" y="54"/>
                    </a:cubicBezTo>
                    <a:cubicBezTo>
                      <a:pt x="58" y="53"/>
                      <a:pt x="58" y="54"/>
                      <a:pt x="58" y="53"/>
                    </a:cubicBezTo>
                    <a:cubicBezTo>
                      <a:pt x="59" y="48"/>
                      <a:pt x="59" y="48"/>
                      <a:pt x="59" y="48"/>
                    </a:cubicBezTo>
                    <a:cubicBezTo>
                      <a:pt x="58" y="47"/>
                      <a:pt x="58" y="47"/>
                      <a:pt x="58" y="47"/>
                    </a:cubicBezTo>
                    <a:cubicBezTo>
                      <a:pt x="59" y="47"/>
                      <a:pt x="59" y="47"/>
                      <a:pt x="59" y="47"/>
                    </a:cubicBezTo>
                    <a:cubicBezTo>
                      <a:pt x="60" y="47"/>
                      <a:pt x="60" y="47"/>
                      <a:pt x="60" y="47"/>
                    </a:cubicBezTo>
                    <a:cubicBezTo>
                      <a:pt x="61" y="47"/>
                      <a:pt x="61" y="47"/>
                      <a:pt x="61" y="47"/>
                    </a:cubicBezTo>
                    <a:cubicBezTo>
                      <a:pt x="61" y="47"/>
                      <a:pt x="61" y="47"/>
                      <a:pt x="61" y="47"/>
                    </a:cubicBezTo>
                    <a:cubicBezTo>
                      <a:pt x="60" y="48"/>
                      <a:pt x="60" y="48"/>
                      <a:pt x="60" y="48"/>
                    </a:cubicBezTo>
                    <a:cubicBezTo>
                      <a:pt x="60" y="53"/>
                      <a:pt x="60" y="53"/>
                      <a:pt x="60" y="53"/>
                    </a:cubicBezTo>
                    <a:cubicBezTo>
                      <a:pt x="60" y="54"/>
                      <a:pt x="60" y="54"/>
                      <a:pt x="60" y="54"/>
                    </a:cubicBezTo>
                    <a:cubicBezTo>
                      <a:pt x="63" y="54"/>
                      <a:pt x="63" y="53"/>
                      <a:pt x="63" y="53"/>
                    </a:cubicBezTo>
                    <a:cubicBezTo>
                      <a:pt x="63" y="53"/>
                      <a:pt x="63" y="53"/>
                      <a:pt x="63" y="53"/>
                    </a:cubicBezTo>
                    <a:lnTo>
                      <a:pt x="62" y="54"/>
                    </a:lnTo>
                    <a:close/>
                    <a:moveTo>
                      <a:pt x="66" y="49"/>
                    </a:moveTo>
                    <a:cubicBezTo>
                      <a:pt x="66" y="54"/>
                      <a:pt x="66" y="54"/>
                      <a:pt x="66" y="54"/>
                    </a:cubicBezTo>
                    <a:cubicBezTo>
                      <a:pt x="66" y="55"/>
                      <a:pt x="67" y="54"/>
                      <a:pt x="67" y="55"/>
                    </a:cubicBezTo>
                    <a:cubicBezTo>
                      <a:pt x="67" y="55"/>
                      <a:pt x="67" y="55"/>
                      <a:pt x="67" y="55"/>
                    </a:cubicBezTo>
                    <a:cubicBezTo>
                      <a:pt x="65" y="55"/>
                      <a:pt x="65" y="55"/>
                      <a:pt x="65" y="55"/>
                    </a:cubicBezTo>
                    <a:cubicBezTo>
                      <a:pt x="64" y="55"/>
                      <a:pt x="64" y="55"/>
                      <a:pt x="64" y="55"/>
                    </a:cubicBezTo>
                    <a:cubicBezTo>
                      <a:pt x="64" y="54"/>
                      <a:pt x="64" y="54"/>
                      <a:pt x="64" y="54"/>
                    </a:cubicBezTo>
                    <a:cubicBezTo>
                      <a:pt x="64" y="54"/>
                      <a:pt x="65" y="54"/>
                      <a:pt x="65" y="54"/>
                    </a:cubicBezTo>
                    <a:cubicBezTo>
                      <a:pt x="65" y="49"/>
                      <a:pt x="65" y="49"/>
                      <a:pt x="65" y="49"/>
                    </a:cubicBezTo>
                    <a:cubicBezTo>
                      <a:pt x="65" y="48"/>
                      <a:pt x="64" y="48"/>
                      <a:pt x="64" y="48"/>
                    </a:cubicBezTo>
                    <a:cubicBezTo>
                      <a:pt x="65" y="48"/>
                      <a:pt x="65" y="48"/>
                      <a:pt x="65" y="48"/>
                    </a:cubicBezTo>
                    <a:cubicBezTo>
                      <a:pt x="66" y="48"/>
                      <a:pt x="66" y="48"/>
                      <a:pt x="66" y="48"/>
                    </a:cubicBezTo>
                    <a:cubicBezTo>
                      <a:pt x="67" y="48"/>
                      <a:pt x="67" y="48"/>
                      <a:pt x="67" y="48"/>
                    </a:cubicBezTo>
                    <a:cubicBezTo>
                      <a:pt x="67" y="48"/>
                      <a:pt x="67" y="48"/>
                      <a:pt x="67" y="48"/>
                    </a:cubicBezTo>
                    <a:cubicBezTo>
                      <a:pt x="67" y="48"/>
                      <a:pt x="67" y="48"/>
                      <a:pt x="66" y="49"/>
                    </a:cubicBezTo>
                    <a:moveTo>
                      <a:pt x="71" y="55"/>
                    </a:moveTo>
                    <a:cubicBezTo>
                      <a:pt x="70" y="55"/>
                      <a:pt x="69" y="55"/>
                      <a:pt x="69" y="55"/>
                    </a:cubicBezTo>
                    <a:cubicBezTo>
                      <a:pt x="68" y="55"/>
                      <a:pt x="68" y="55"/>
                      <a:pt x="68" y="55"/>
                    </a:cubicBezTo>
                    <a:cubicBezTo>
                      <a:pt x="68" y="55"/>
                      <a:pt x="68" y="55"/>
                      <a:pt x="68" y="55"/>
                    </a:cubicBezTo>
                    <a:cubicBezTo>
                      <a:pt x="68" y="54"/>
                      <a:pt x="69" y="55"/>
                      <a:pt x="69" y="54"/>
                    </a:cubicBezTo>
                    <a:cubicBezTo>
                      <a:pt x="69" y="50"/>
                      <a:pt x="69" y="50"/>
                      <a:pt x="69" y="50"/>
                    </a:cubicBezTo>
                    <a:cubicBezTo>
                      <a:pt x="69" y="48"/>
                      <a:pt x="68" y="49"/>
                      <a:pt x="68" y="48"/>
                    </a:cubicBezTo>
                    <a:cubicBezTo>
                      <a:pt x="68" y="48"/>
                      <a:pt x="68" y="48"/>
                      <a:pt x="68" y="48"/>
                    </a:cubicBezTo>
                    <a:cubicBezTo>
                      <a:pt x="68" y="48"/>
                      <a:pt x="68" y="48"/>
                      <a:pt x="68" y="48"/>
                    </a:cubicBezTo>
                    <a:cubicBezTo>
                      <a:pt x="71" y="48"/>
                      <a:pt x="71" y="48"/>
                      <a:pt x="71" y="48"/>
                    </a:cubicBezTo>
                    <a:cubicBezTo>
                      <a:pt x="73" y="48"/>
                      <a:pt x="73" y="50"/>
                      <a:pt x="73" y="50"/>
                    </a:cubicBezTo>
                    <a:cubicBezTo>
                      <a:pt x="72" y="51"/>
                      <a:pt x="72" y="51"/>
                      <a:pt x="72" y="51"/>
                    </a:cubicBezTo>
                    <a:cubicBezTo>
                      <a:pt x="72" y="51"/>
                      <a:pt x="72" y="51"/>
                      <a:pt x="72" y="51"/>
                    </a:cubicBezTo>
                    <a:cubicBezTo>
                      <a:pt x="73" y="52"/>
                      <a:pt x="74" y="52"/>
                      <a:pt x="74" y="53"/>
                    </a:cubicBezTo>
                    <a:cubicBezTo>
                      <a:pt x="74" y="54"/>
                      <a:pt x="73" y="55"/>
                      <a:pt x="71" y="55"/>
                    </a:cubicBezTo>
                    <a:moveTo>
                      <a:pt x="79" y="55"/>
                    </a:moveTo>
                    <a:cubicBezTo>
                      <a:pt x="77" y="55"/>
                      <a:pt x="77" y="55"/>
                      <a:pt x="76" y="55"/>
                    </a:cubicBezTo>
                    <a:cubicBezTo>
                      <a:pt x="75" y="55"/>
                      <a:pt x="75" y="55"/>
                      <a:pt x="75" y="55"/>
                    </a:cubicBezTo>
                    <a:cubicBezTo>
                      <a:pt x="75" y="55"/>
                      <a:pt x="75" y="55"/>
                      <a:pt x="75" y="55"/>
                    </a:cubicBezTo>
                    <a:cubicBezTo>
                      <a:pt x="75" y="55"/>
                      <a:pt x="75" y="55"/>
                      <a:pt x="75" y="54"/>
                    </a:cubicBezTo>
                    <a:cubicBezTo>
                      <a:pt x="75" y="49"/>
                      <a:pt x="75" y="49"/>
                      <a:pt x="75" y="49"/>
                    </a:cubicBezTo>
                    <a:cubicBezTo>
                      <a:pt x="74" y="48"/>
                      <a:pt x="74" y="48"/>
                      <a:pt x="74" y="48"/>
                    </a:cubicBezTo>
                    <a:cubicBezTo>
                      <a:pt x="74" y="48"/>
                      <a:pt x="74" y="48"/>
                      <a:pt x="74" y="48"/>
                    </a:cubicBezTo>
                    <a:cubicBezTo>
                      <a:pt x="75" y="48"/>
                      <a:pt x="75" y="48"/>
                      <a:pt x="77" y="48"/>
                    </a:cubicBezTo>
                    <a:cubicBezTo>
                      <a:pt x="78" y="48"/>
                      <a:pt x="78" y="48"/>
                      <a:pt x="79" y="48"/>
                    </a:cubicBezTo>
                    <a:cubicBezTo>
                      <a:pt x="79" y="48"/>
                      <a:pt x="79" y="48"/>
                      <a:pt x="79" y="48"/>
                    </a:cubicBezTo>
                    <a:cubicBezTo>
                      <a:pt x="79" y="49"/>
                      <a:pt x="79" y="49"/>
                      <a:pt x="79" y="49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0"/>
                      <a:pt x="80" y="48"/>
                      <a:pt x="78" y="49"/>
                    </a:cubicBezTo>
                    <a:cubicBezTo>
                      <a:pt x="77" y="49"/>
                      <a:pt x="76" y="49"/>
                      <a:pt x="76" y="49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8" y="51"/>
                      <a:pt x="78" y="51"/>
                      <a:pt x="78" y="51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2"/>
                      <a:pt x="79" y="52"/>
                      <a:pt x="79" y="52"/>
                    </a:cubicBezTo>
                    <a:cubicBezTo>
                      <a:pt x="79" y="53"/>
                      <a:pt x="79" y="53"/>
                      <a:pt x="79" y="53"/>
                    </a:cubicBezTo>
                    <a:cubicBezTo>
                      <a:pt x="79" y="53"/>
                      <a:pt x="79" y="52"/>
                      <a:pt x="78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4"/>
                      <a:pt x="77" y="54"/>
                      <a:pt x="77" y="54"/>
                    </a:cubicBezTo>
                    <a:cubicBezTo>
                      <a:pt x="77" y="55"/>
                      <a:pt x="77" y="55"/>
                      <a:pt x="77" y="55"/>
                    </a:cubicBezTo>
                    <a:cubicBezTo>
                      <a:pt x="80" y="54"/>
                      <a:pt x="80" y="53"/>
                      <a:pt x="80" y="53"/>
                    </a:cubicBezTo>
                    <a:cubicBezTo>
                      <a:pt x="80" y="53"/>
                      <a:pt x="80" y="53"/>
                      <a:pt x="80" y="53"/>
                    </a:cubicBezTo>
                    <a:lnTo>
                      <a:pt x="79" y="55"/>
                    </a:lnTo>
                    <a:close/>
                    <a:moveTo>
                      <a:pt x="87" y="54"/>
                    </a:moveTo>
                    <a:cubicBezTo>
                      <a:pt x="85" y="53"/>
                      <a:pt x="85" y="53"/>
                      <a:pt x="85" y="53"/>
                    </a:cubicBezTo>
                    <a:cubicBezTo>
                      <a:pt x="84" y="52"/>
                      <a:pt x="84" y="52"/>
                      <a:pt x="84" y="52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3" y="52"/>
                      <a:pt x="83" y="52"/>
                      <a:pt x="83" y="52"/>
                    </a:cubicBezTo>
                    <a:cubicBezTo>
                      <a:pt x="83" y="54"/>
                      <a:pt x="83" y="54"/>
                      <a:pt x="83" y="54"/>
                    </a:cubicBezTo>
                    <a:cubicBezTo>
                      <a:pt x="83" y="55"/>
                      <a:pt x="84" y="54"/>
                      <a:pt x="84" y="54"/>
                    </a:cubicBezTo>
                    <a:cubicBezTo>
                      <a:pt x="84" y="55"/>
                      <a:pt x="84" y="55"/>
                      <a:pt x="84" y="55"/>
                    </a:cubicBezTo>
                    <a:cubicBezTo>
                      <a:pt x="83" y="55"/>
                      <a:pt x="83" y="55"/>
                      <a:pt x="83" y="55"/>
                    </a:cubicBezTo>
                    <a:cubicBezTo>
                      <a:pt x="81" y="55"/>
                      <a:pt x="81" y="55"/>
                      <a:pt x="81" y="55"/>
                    </a:cubicBezTo>
                    <a:cubicBezTo>
                      <a:pt x="81" y="55"/>
                      <a:pt x="81" y="55"/>
                      <a:pt x="81" y="55"/>
                    </a:cubicBezTo>
                    <a:cubicBezTo>
                      <a:pt x="81" y="54"/>
                      <a:pt x="82" y="55"/>
                      <a:pt x="82" y="53"/>
                    </a:cubicBezTo>
                    <a:cubicBezTo>
                      <a:pt x="81" y="49"/>
                      <a:pt x="81" y="49"/>
                      <a:pt x="81" y="49"/>
                    </a:cubicBezTo>
                    <a:cubicBezTo>
                      <a:pt x="81" y="48"/>
                      <a:pt x="80" y="48"/>
                      <a:pt x="80" y="48"/>
                    </a:cubicBezTo>
                    <a:cubicBezTo>
                      <a:pt x="80" y="48"/>
                      <a:pt x="80" y="48"/>
                      <a:pt x="80" y="48"/>
                    </a:cubicBezTo>
                    <a:cubicBezTo>
                      <a:pt x="81" y="48"/>
                      <a:pt x="81" y="48"/>
                      <a:pt x="81" y="48"/>
                    </a:cubicBezTo>
                    <a:cubicBezTo>
                      <a:pt x="83" y="48"/>
                      <a:pt x="83" y="48"/>
                      <a:pt x="83" y="48"/>
                    </a:cubicBezTo>
                    <a:cubicBezTo>
                      <a:pt x="86" y="47"/>
                      <a:pt x="86" y="49"/>
                      <a:pt x="86" y="49"/>
                    </a:cubicBezTo>
                    <a:cubicBezTo>
                      <a:pt x="85" y="50"/>
                      <a:pt x="85" y="50"/>
                      <a:pt x="85" y="50"/>
                    </a:cubicBezTo>
                    <a:cubicBezTo>
                      <a:pt x="85" y="51"/>
                      <a:pt x="85" y="51"/>
                      <a:pt x="85" y="51"/>
                    </a:cubicBezTo>
                    <a:cubicBezTo>
                      <a:pt x="85" y="51"/>
                      <a:pt x="86" y="52"/>
                      <a:pt x="87" y="54"/>
                    </a:cubicBezTo>
                    <a:cubicBezTo>
                      <a:pt x="87" y="54"/>
                      <a:pt x="87" y="54"/>
                      <a:pt x="87" y="54"/>
                    </a:cubicBezTo>
                    <a:cubicBezTo>
                      <a:pt x="87" y="54"/>
                      <a:pt x="87" y="54"/>
                      <a:pt x="87" y="54"/>
                    </a:cubicBezTo>
                    <a:cubicBezTo>
                      <a:pt x="88" y="54"/>
                      <a:pt x="88" y="54"/>
                      <a:pt x="88" y="54"/>
                    </a:cubicBezTo>
                    <a:lnTo>
                      <a:pt x="87" y="54"/>
                    </a:lnTo>
                    <a:close/>
                    <a:moveTo>
                      <a:pt x="95" y="53"/>
                    </a:moveTo>
                    <a:cubicBezTo>
                      <a:pt x="94" y="53"/>
                      <a:pt x="94" y="53"/>
                      <a:pt x="94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2" y="51"/>
                      <a:pt x="92" y="51"/>
                      <a:pt x="92" y="51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0" y="52"/>
                      <a:pt x="90" y="52"/>
                      <a:pt x="90" y="52"/>
                    </a:cubicBezTo>
                    <a:cubicBezTo>
                      <a:pt x="90" y="53"/>
                      <a:pt x="90" y="53"/>
                      <a:pt x="90" y="53"/>
                    </a:cubicBezTo>
                    <a:cubicBezTo>
                      <a:pt x="91" y="54"/>
                      <a:pt x="91" y="54"/>
                      <a:pt x="91" y="54"/>
                    </a:cubicBezTo>
                    <a:cubicBezTo>
                      <a:pt x="90" y="54"/>
                      <a:pt x="90" y="54"/>
                      <a:pt x="90" y="54"/>
                    </a:cubicBezTo>
                    <a:cubicBezTo>
                      <a:pt x="89" y="54"/>
                      <a:pt x="89" y="54"/>
                      <a:pt x="89" y="54"/>
                    </a:cubicBezTo>
                    <a:cubicBezTo>
                      <a:pt x="89" y="54"/>
                      <a:pt x="89" y="54"/>
                      <a:pt x="89" y="54"/>
                    </a:cubicBezTo>
                    <a:cubicBezTo>
                      <a:pt x="88" y="54"/>
                      <a:pt x="88" y="54"/>
                      <a:pt x="88" y="54"/>
                    </a:cubicBezTo>
                    <a:cubicBezTo>
                      <a:pt x="89" y="53"/>
                      <a:pt x="89" y="53"/>
                      <a:pt x="89" y="53"/>
                    </a:cubicBezTo>
                    <a:cubicBezTo>
                      <a:pt x="90" y="47"/>
                      <a:pt x="90" y="47"/>
                      <a:pt x="90" y="47"/>
                    </a:cubicBezTo>
                    <a:cubicBezTo>
                      <a:pt x="91" y="46"/>
                      <a:pt x="91" y="46"/>
                      <a:pt x="91" y="46"/>
                    </a:cubicBezTo>
                    <a:cubicBezTo>
                      <a:pt x="91" y="47"/>
                      <a:pt x="91" y="47"/>
                      <a:pt x="91" y="47"/>
                    </a:cubicBezTo>
                    <a:cubicBezTo>
                      <a:pt x="95" y="52"/>
                      <a:pt x="95" y="52"/>
                      <a:pt x="95" y="52"/>
                    </a:cubicBezTo>
                    <a:cubicBezTo>
                      <a:pt x="96" y="53"/>
                      <a:pt x="96" y="53"/>
                      <a:pt x="96" y="53"/>
                    </a:cubicBezTo>
                    <a:lnTo>
                      <a:pt x="95" y="53"/>
                    </a:lnTo>
                    <a:close/>
                    <a:moveTo>
                      <a:pt x="100" y="52"/>
                    </a:moveTo>
                    <a:cubicBezTo>
                      <a:pt x="98" y="52"/>
                      <a:pt x="98" y="52"/>
                      <a:pt x="97" y="52"/>
                    </a:cubicBezTo>
                    <a:cubicBezTo>
                      <a:pt x="97" y="52"/>
                      <a:pt x="97" y="52"/>
                      <a:pt x="97" y="52"/>
                    </a:cubicBezTo>
                    <a:cubicBezTo>
                      <a:pt x="96" y="52"/>
                      <a:pt x="96" y="52"/>
                      <a:pt x="96" y="52"/>
                    </a:cubicBezTo>
                    <a:cubicBezTo>
                      <a:pt x="96" y="52"/>
                      <a:pt x="97" y="52"/>
                      <a:pt x="97" y="51"/>
                    </a:cubicBezTo>
                    <a:cubicBezTo>
                      <a:pt x="96" y="47"/>
                      <a:pt x="96" y="47"/>
                      <a:pt x="96" y="47"/>
                    </a:cubicBezTo>
                    <a:cubicBezTo>
                      <a:pt x="95" y="46"/>
                      <a:pt x="94" y="46"/>
                      <a:pt x="94" y="46"/>
                    </a:cubicBezTo>
                    <a:cubicBezTo>
                      <a:pt x="94" y="46"/>
                      <a:pt x="94" y="46"/>
                      <a:pt x="94" y="46"/>
                    </a:cubicBezTo>
                    <a:cubicBezTo>
                      <a:pt x="95" y="46"/>
                      <a:pt x="95" y="46"/>
                      <a:pt x="95" y="46"/>
                    </a:cubicBezTo>
                    <a:cubicBezTo>
                      <a:pt x="97" y="45"/>
                      <a:pt x="97" y="45"/>
                      <a:pt x="97" y="45"/>
                    </a:cubicBezTo>
                    <a:cubicBezTo>
                      <a:pt x="100" y="44"/>
                      <a:pt x="100" y="46"/>
                      <a:pt x="100" y="46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101" y="48"/>
                      <a:pt x="101" y="48"/>
                      <a:pt x="101" y="49"/>
                    </a:cubicBezTo>
                    <a:cubicBezTo>
                      <a:pt x="102" y="50"/>
                      <a:pt x="101" y="51"/>
                      <a:pt x="100" y="52"/>
                    </a:cubicBezTo>
                    <a:moveTo>
                      <a:pt x="106" y="50"/>
                    </a:moveTo>
                    <a:cubicBezTo>
                      <a:pt x="104" y="50"/>
                      <a:pt x="104" y="50"/>
                      <a:pt x="104" y="50"/>
                    </a:cubicBezTo>
                    <a:cubicBezTo>
                      <a:pt x="103" y="50"/>
                      <a:pt x="103" y="50"/>
                      <a:pt x="103" y="50"/>
                    </a:cubicBezTo>
                    <a:cubicBezTo>
                      <a:pt x="103" y="50"/>
                      <a:pt x="103" y="50"/>
                      <a:pt x="103" y="50"/>
                    </a:cubicBezTo>
                    <a:cubicBezTo>
                      <a:pt x="103" y="49"/>
                      <a:pt x="103" y="49"/>
                      <a:pt x="103" y="49"/>
                    </a:cubicBezTo>
                    <a:cubicBezTo>
                      <a:pt x="102" y="45"/>
                      <a:pt x="102" y="45"/>
                      <a:pt x="102" y="45"/>
                    </a:cubicBezTo>
                    <a:cubicBezTo>
                      <a:pt x="101" y="44"/>
                      <a:pt x="101" y="44"/>
                      <a:pt x="101" y="44"/>
                    </a:cubicBezTo>
                    <a:cubicBezTo>
                      <a:pt x="101" y="44"/>
                      <a:pt x="101" y="44"/>
                      <a:pt x="101" y="44"/>
                    </a:cubicBezTo>
                    <a:cubicBezTo>
                      <a:pt x="102" y="44"/>
                      <a:pt x="102" y="44"/>
                      <a:pt x="102" y="44"/>
                    </a:cubicBezTo>
                    <a:cubicBezTo>
                      <a:pt x="103" y="43"/>
                      <a:pt x="103" y="43"/>
                      <a:pt x="103" y="43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3" y="44"/>
                      <a:pt x="103" y="44"/>
                      <a:pt x="103" y="44"/>
                    </a:cubicBezTo>
                    <a:cubicBezTo>
                      <a:pt x="105" y="49"/>
                      <a:pt x="105" y="49"/>
                      <a:pt x="105" y="49"/>
                    </a:cubicBezTo>
                    <a:cubicBezTo>
                      <a:pt x="105" y="50"/>
                      <a:pt x="106" y="49"/>
                      <a:pt x="106" y="49"/>
                    </a:cubicBezTo>
                    <a:lnTo>
                      <a:pt x="106" y="50"/>
                    </a:lnTo>
                    <a:close/>
                    <a:moveTo>
                      <a:pt x="111" y="48"/>
                    </a:moveTo>
                    <a:cubicBezTo>
                      <a:pt x="110" y="48"/>
                      <a:pt x="110" y="48"/>
                      <a:pt x="110" y="48"/>
                    </a:cubicBezTo>
                    <a:cubicBezTo>
                      <a:pt x="109" y="49"/>
                      <a:pt x="109" y="49"/>
                      <a:pt x="109" y="49"/>
                    </a:cubicBezTo>
                    <a:cubicBezTo>
                      <a:pt x="108" y="49"/>
                      <a:pt x="108" y="49"/>
                      <a:pt x="108" y="49"/>
                    </a:cubicBezTo>
                    <a:cubicBezTo>
                      <a:pt x="108" y="48"/>
                      <a:pt x="109" y="48"/>
                      <a:pt x="109" y="47"/>
                    </a:cubicBezTo>
                    <a:cubicBezTo>
                      <a:pt x="107" y="43"/>
                      <a:pt x="107" y="43"/>
                      <a:pt x="107" y="43"/>
                    </a:cubicBezTo>
                    <a:cubicBezTo>
                      <a:pt x="106" y="43"/>
                      <a:pt x="106" y="43"/>
                      <a:pt x="106" y="43"/>
                    </a:cubicBezTo>
                    <a:cubicBezTo>
                      <a:pt x="106" y="43"/>
                      <a:pt x="106" y="43"/>
                      <a:pt x="106" y="43"/>
                    </a:cubicBezTo>
                    <a:cubicBezTo>
                      <a:pt x="105" y="43"/>
                      <a:pt x="105" y="44"/>
                      <a:pt x="105" y="45"/>
                    </a:cubicBezTo>
                    <a:cubicBezTo>
                      <a:pt x="105" y="44"/>
                      <a:pt x="105" y="44"/>
                      <a:pt x="105" y="44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5" y="42"/>
                      <a:pt x="106" y="42"/>
                      <a:pt x="107" y="42"/>
                    </a:cubicBezTo>
                    <a:cubicBezTo>
                      <a:pt x="109" y="41"/>
                      <a:pt x="109" y="41"/>
                      <a:pt x="110" y="41"/>
                    </a:cubicBezTo>
                    <a:cubicBezTo>
                      <a:pt x="110" y="41"/>
                      <a:pt x="110" y="41"/>
                      <a:pt x="110" y="41"/>
                    </a:cubicBezTo>
                    <a:cubicBezTo>
                      <a:pt x="111" y="42"/>
                      <a:pt x="111" y="42"/>
                      <a:pt x="111" y="42"/>
                    </a:cubicBezTo>
                    <a:cubicBezTo>
                      <a:pt x="111" y="42"/>
                      <a:pt x="111" y="42"/>
                      <a:pt x="111" y="42"/>
                    </a:cubicBezTo>
                    <a:cubicBezTo>
                      <a:pt x="110" y="42"/>
                      <a:pt x="110" y="41"/>
                      <a:pt x="109" y="42"/>
                    </a:cubicBezTo>
                    <a:cubicBezTo>
                      <a:pt x="109" y="42"/>
                      <a:pt x="109" y="42"/>
                      <a:pt x="109" y="42"/>
                    </a:cubicBezTo>
                    <a:cubicBezTo>
                      <a:pt x="108" y="43"/>
                      <a:pt x="108" y="43"/>
                      <a:pt x="108" y="43"/>
                    </a:cubicBezTo>
                    <a:cubicBezTo>
                      <a:pt x="110" y="47"/>
                      <a:pt x="110" y="47"/>
                      <a:pt x="110" y="47"/>
                    </a:cubicBezTo>
                    <a:cubicBezTo>
                      <a:pt x="110" y="48"/>
                      <a:pt x="111" y="47"/>
                      <a:pt x="111" y="47"/>
                    </a:cubicBezTo>
                    <a:lnTo>
                      <a:pt x="111" y="48"/>
                    </a:lnTo>
                    <a:close/>
                    <a:moveTo>
                      <a:pt x="115" y="42"/>
                    </a:moveTo>
                    <a:cubicBezTo>
                      <a:pt x="114" y="42"/>
                      <a:pt x="114" y="42"/>
                      <a:pt x="114" y="42"/>
                    </a:cubicBezTo>
                    <a:cubicBezTo>
                      <a:pt x="115" y="41"/>
                      <a:pt x="115" y="41"/>
                      <a:pt x="115" y="41"/>
                    </a:cubicBezTo>
                    <a:cubicBezTo>
                      <a:pt x="116" y="41"/>
                      <a:pt x="116" y="41"/>
                      <a:pt x="116" y="41"/>
                    </a:cubicBezTo>
                    <a:lnTo>
                      <a:pt x="115" y="42"/>
                    </a:lnTo>
                    <a:close/>
                    <a:moveTo>
                      <a:pt x="126" y="40"/>
                    </a:moveTo>
                    <a:cubicBezTo>
                      <a:pt x="126" y="40"/>
                      <a:pt x="126" y="40"/>
                      <a:pt x="126" y="40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21" y="41"/>
                      <a:pt x="121" y="41"/>
                      <a:pt x="121" y="41"/>
                    </a:cubicBezTo>
                    <a:cubicBezTo>
                      <a:pt x="122" y="43"/>
                      <a:pt x="122" y="42"/>
                      <a:pt x="123" y="42"/>
                    </a:cubicBezTo>
                    <a:cubicBezTo>
                      <a:pt x="122" y="42"/>
                      <a:pt x="122" y="42"/>
                      <a:pt x="122" y="42"/>
                    </a:cubicBezTo>
                    <a:cubicBezTo>
                      <a:pt x="121" y="43"/>
                      <a:pt x="121" y="43"/>
                      <a:pt x="121" y="43"/>
                    </a:cubicBezTo>
                    <a:cubicBezTo>
                      <a:pt x="121" y="43"/>
                      <a:pt x="121" y="43"/>
                      <a:pt x="121" y="43"/>
                    </a:cubicBezTo>
                    <a:cubicBezTo>
                      <a:pt x="120" y="44"/>
                      <a:pt x="120" y="44"/>
                      <a:pt x="120" y="44"/>
                    </a:cubicBezTo>
                    <a:cubicBezTo>
                      <a:pt x="120" y="42"/>
                      <a:pt x="120" y="42"/>
                      <a:pt x="120" y="42"/>
                    </a:cubicBezTo>
                    <a:cubicBezTo>
                      <a:pt x="119" y="39"/>
                      <a:pt x="119" y="39"/>
                      <a:pt x="119" y="39"/>
                    </a:cubicBezTo>
                    <a:cubicBezTo>
                      <a:pt x="118" y="37"/>
                      <a:pt x="117" y="38"/>
                      <a:pt x="117" y="38"/>
                    </a:cubicBezTo>
                    <a:cubicBezTo>
                      <a:pt x="117" y="37"/>
                      <a:pt x="117" y="37"/>
                      <a:pt x="117" y="37"/>
                    </a:cubicBezTo>
                    <a:cubicBezTo>
                      <a:pt x="117" y="37"/>
                      <a:pt x="117" y="37"/>
                      <a:pt x="117" y="37"/>
                    </a:cubicBezTo>
                    <a:cubicBezTo>
                      <a:pt x="118" y="37"/>
                      <a:pt x="118" y="37"/>
                      <a:pt x="118" y="37"/>
                    </a:cubicBezTo>
                    <a:cubicBezTo>
                      <a:pt x="119" y="37"/>
                      <a:pt x="119" y="37"/>
                      <a:pt x="119" y="37"/>
                    </a:cubicBezTo>
                    <a:cubicBezTo>
                      <a:pt x="124" y="39"/>
                      <a:pt x="124" y="39"/>
                      <a:pt x="124" y="39"/>
                    </a:cubicBezTo>
                    <a:cubicBezTo>
                      <a:pt x="125" y="39"/>
                      <a:pt x="125" y="39"/>
                      <a:pt x="125" y="39"/>
                    </a:cubicBezTo>
                    <a:cubicBezTo>
                      <a:pt x="125" y="38"/>
                      <a:pt x="125" y="38"/>
                      <a:pt x="125" y="38"/>
                    </a:cubicBezTo>
                    <a:cubicBezTo>
                      <a:pt x="123" y="35"/>
                      <a:pt x="123" y="35"/>
                      <a:pt x="123" y="35"/>
                    </a:cubicBezTo>
                    <a:cubicBezTo>
                      <a:pt x="121" y="35"/>
                      <a:pt x="121" y="35"/>
                      <a:pt x="121" y="35"/>
                    </a:cubicBezTo>
                    <a:cubicBezTo>
                      <a:pt x="121" y="35"/>
                      <a:pt x="121" y="35"/>
                      <a:pt x="121" y="35"/>
                    </a:cubicBezTo>
                    <a:cubicBezTo>
                      <a:pt x="122" y="34"/>
                      <a:pt x="122" y="34"/>
                      <a:pt x="122" y="34"/>
                    </a:cubicBezTo>
                    <a:cubicBezTo>
                      <a:pt x="123" y="34"/>
                      <a:pt x="123" y="34"/>
                      <a:pt x="123" y="34"/>
                    </a:cubicBezTo>
                    <a:cubicBezTo>
                      <a:pt x="124" y="34"/>
                      <a:pt x="124" y="34"/>
                      <a:pt x="124" y="34"/>
                    </a:cubicBezTo>
                    <a:cubicBezTo>
                      <a:pt x="124" y="34"/>
                      <a:pt x="123" y="34"/>
                      <a:pt x="123" y="35"/>
                    </a:cubicBezTo>
                    <a:cubicBezTo>
                      <a:pt x="126" y="40"/>
                      <a:pt x="126" y="40"/>
                      <a:pt x="126" y="40"/>
                    </a:cubicBezTo>
                    <a:close/>
                    <a:moveTo>
                      <a:pt x="131" y="38"/>
                    </a:moveTo>
                    <a:cubicBezTo>
                      <a:pt x="129" y="39"/>
                      <a:pt x="127" y="38"/>
                      <a:pt x="126" y="37"/>
                    </a:cubicBezTo>
                    <a:cubicBezTo>
                      <a:pt x="125" y="35"/>
                      <a:pt x="125" y="33"/>
                      <a:pt x="127" y="31"/>
                    </a:cubicBezTo>
                    <a:cubicBezTo>
                      <a:pt x="128" y="30"/>
                      <a:pt x="130" y="31"/>
                      <a:pt x="132" y="32"/>
                    </a:cubicBezTo>
                    <a:cubicBezTo>
                      <a:pt x="132" y="33"/>
                      <a:pt x="133" y="36"/>
                      <a:pt x="131" y="38"/>
                    </a:cubicBezTo>
                    <a:moveTo>
                      <a:pt x="136" y="33"/>
                    </a:moveTo>
                    <a:cubicBezTo>
                      <a:pt x="135" y="34"/>
                      <a:pt x="135" y="34"/>
                      <a:pt x="135" y="34"/>
                    </a:cubicBezTo>
                    <a:cubicBezTo>
                      <a:pt x="134" y="34"/>
                      <a:pt x="134" y="34"/>
                      <a:pt x="134" y="34"/>
                    </a:cubicBezTo>
                    <a:cubicBezTo>
                      <a:pt x="133" y="33"/>
                      <a:pt x="133" y="33"/>
                      <a:pt x="133" y="33"/>
                    </a:cubicBezTo>
                    <a:cubicBezTo>
                      <a:pt x="133" y="33"/>
                      <a:pt x="133" y="33"/>
                      <a:pt x="133" y="33"/>
                    </a:cubicBezTo>
                    <a:cubicBezTo>
                      <a:pt x="134" y="33"/>
                      <a:pt x="134" y="33"/>
                      <a:pt x="134" y="33"/>
                    </a:cubicBezTo>
                    <a:cubicBezTo>
                      <a:pt x="136" y="33"/>
                      <a:pt x="136" y="33"/>
                      <a:pt x="136" y="33"/>
                    </a:cubicBezTo>
                    <a:cubicBezTo>
                      <a:pt x="137" y="31"/>
                      <a:pt x="137" y="31"/>
                      <a:pt x="137" y="31"/>
                    </a:cubicBezTo>
                    <a:cubicBezTo>
                      <a:pt x="136" y="30"/>
                      <a:pt x="135" y="31"/>
                      <a:pt x="134" y="31"/>
                    </a:cubicBezTo>
                    <a:cubicBezTo>
                      <a:pt x="132" y="31"/>
                      <a:pt x="132" y="31"/>
                      <a:pt x="132" y="31"/>
                    </a:cubicBezTo>
                    <a:cubicBezTo>
                      <a:pt x="131" y="30"/>
                      <a:pt x="131" y="29"/>
                      <a:pt x="132" y="28"/>
                    </a:cubicBezTo>
                    <a:cubicBezTo>
                      <a:pt x="133" y="27"/>
                      <a:pt x="133" y="27"/>
                      <a:pt x="133" y="27"/>
                    </a:cubicBezTo>
                    <a:cubicBezTo>
                      <a:pt x="134" y="27"/>
                      <a:pt x="134" y="27"/>
                      <a:pt x="134" y="27"/>
                    </a:cubicBezTo>
                    <a:cubicBezTo>
                      <a:pt x="134" y="27"/>
                      <a:pt x="134" y="27"/>
                      <a:pt x="134" y="27"/>
                    </a:cubicBezTo>
                    <a:cubicBezTo>
                      <a:pt x="135" y="28"/>
                      <a:pt x="135" y="28"/>
                      <a:pt x="135" y="28"/>
                    </a:cubicBezTo>
                    <a:cubicBezTo>
                      <a:pt x="135" y="28"/>
                      <a:pt x="135" y="28"/>
                      <a:pt x="135" y="28"/>
                    </a:cubicBezTo>
                    <a:cubicBezTo>
                      <a:pt x="135" y="29"/>
                      <a:pt x="133" y="27"/>
                      <a:pt x="132" y="28"/>
                    </a:cubicBezTo>
                    <a:cubicBezTo>
                      <a:pt x="132" y="30"/>
                      <a:pt x="132" y="30"/>
                      <a:pt x="132" y="30"/>
                    </a:cubicBezTo>
                    <a:cubicBezTo>
                      <a:pt x="132" y="30"/>
                      <a:pt x="133" y="30"/>
                      <a:pt x="134" y="30"/>
                    </a:cubicBezTo>
                    <a:cubicBezTo>
                      <a:pt x="135" y="29"/>
                      <a:pt x="136" y="29"/>
                      <a:pt x="137" y="30"/>
                    </a:cubicBezTo>
                    <a:cubicBezTo>
                      <a:pt x="138" y="31"/>
                      <a:pt x="138" y="33"/>
                      <a:pt x="136" y="3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0" name="Freeform 32">
                <a:extLst>
                  <a:ext uri="{FF2B5EF4-FFF2-40B4-BE49-F238E27FC236}">
                    <a16:creationId xmlns:a16="http://schemas.microsoft.com/office/drawing/2014/main" id="{6E10C40E-D65D-4FDF-B536-888A7296C8F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11875" y="2517775"/>
                <a:ext cx="104775" cy="215900"/>
              </a:xfrm>
              <a:custGeom>
                <a:avLst/>
                <a:gdLst>
                  <a:gd name="T0" fmla="*/ 44 w 49"/>
                  <a:gd name="T1" fmla="*/ 10 h 100"/>
                  <a:gd name="T2" fmla="*/ 38 w 49"/>
                  <a:gd name="T3" fmla="*/ 26 h 100"/>
                  <a:gd name="T4" fmla="*/ 33 w 49"/>
                  <a:gd name="T5" fmla="*/ 21 h 100"/>
                  <a:gd name="T6" fmla="*/ 20 w 49"/>
                  <a:gd name="T7" fmla="*/ 15 h 100"/>
                  <a:gd name="T8" fmla="*/ 3 w 49"/>
                  <a:gd name="T9" fmla="*/ 2 h 100"/>
                  <a:gd name="T10" fmla="*/ 2 w 49"/>
                  <a:gd name="T11" fmla="*/ 43 h 100"/>
                  <a:gd name="T12" fmla="*/ 7 w 49"/>
                  <a:gd name="T13" fmla="*/ 38 h 100"/>
                  <a:gd name="T14" fmla="*/ 6 w 49"/>
                  <a:gd name="T15" fmla="*/ 82 h 100"/>
                  <a:gd name="T16" fmla="*/ 11 w 49"/>
                  <a:gd name="T17" fmla="*/ 86 h 100"/>
                  <a:gd name="T18" fmla="*/ 34 w 49"/>
                  <a:gd name="T19" fmla="*/ 79 h 100"/>
                  <a:gd name="T20" fmla="*/ 29 w 49"/>
                  <a:gd name="T21" fmla="*/ 52 h 100"/>
                  <a:gd name="T22" fmla="*/ 40 w 49"/>
                  <a:gd name="T23" fmla="*/ 58 h 100"/>
                  <a:gd name="T24" fmla="*/ 40 w 49"/>
                  <a:gd name="T25" fmla="*/ 50 h 100"/>
                  <a:gd name="T26" fmla="*/ 44 w 49"/>
                  <a:gd name="T27" fmla="*/ 26 h 100"/>
                  <a:gd name="T28" fmla="*/ 35 w 49"/>
                  <a:gd name="T29" fmla="*/ 21 h 100"/>
                  <a:gd name="T30" fmla="*/ 42 w 49"/>
                  <a:gd name="T31" fmla="*/ 14 h 100"/>
                  <a:gd name="T32" fmla="*/ 29 w 49"/>
                  <a:gd name="T33" fmla="*/ 20 h 100"/>
                  <a:gd name="T34" fmla="*/ 29 w 49"/>
                  <a:gd name="T35" fmla="*/ 15 h 100"/>
                  <a:gd name="T36" fmla="*/ 25 w 49"/>
                  <a:gd name="T37" fmla="*/ 15 h 100"/>
                  <a:gd name="T38" fmla="*/ 35 w 49"/>
                  <a:gd name="T39" fmla="*/ 35 h 100"/>
                  <a:gd name="T40" fmla="*/ 20 w 49"/>
                  <a:gd name="T41" fmla="*/ 26 h 100"/>
                  <a:gd name="T42" fmla="*/ 19 w 49"/>
                  <a:gd name="T43" fmla="*/ 24 h 100"/>
                  <a:gd name="T44" fmla="*/ 13 w 49"/>
                  <a:gd name="T45" fmla="*/ 1 h 100"/>
                  <a:gd name="T46" fmla="*/ 25 w 49"/>
                  <a:gd name="T47" fmla="*/ 40 h 100"/>
                  <a:gd name="T48" fmla="*/ 20 w 49"/>
                  <a:gd name="T49" fmla="*/ 44 h 100"/>
                  <a:gd name="T50" fmla="*/ 14 w 49"/>
                  <a:gd name="T51" fmla="*/ 42 h 100"/>
                  <a:gd name="T52" fmla="*/ 18 w 49"/>
                  <a:gd name="T53" fmla="*/ 42 h 100"/>
                  <a:gd name="T54" fmla="*/ 11 w 49"/>
                  <a:gd name="T55" fmla="*/ 36 h 100"/>
                  <a:gd name="T56" fmla="*/ 7 w 49"/>
                  <a:gd name="T57" fmla="*/ 28 h 100"/>
                  <a:gd name="T58" fmla="*/ 3 w 49"/>
                  <a:gd name="T59" fmla="*/ 3 h 100"/>
                  <a:gd name="T60" fmla="*/ 6 w 49"/>
                  <a:gd name="T61" fmla="*/ 22 h 100"/>
                  <a:gd name="T62" fmla="*/ 4 w 49"/>
                  <a:gd name="T63" fmla="*/ 30 h 100"/>
                  <a:gd name="T64" fmla="*/ 2 w 49"/>
                  <a:gd name="T65" fmla="*/ 48 h 100"/>
                  <a:gd name="T66" fmla="*/ 2 w 49"/>
                  <a:gd name="T67" fmla="*/ 50 h 100"/>
                  <a:gd name="T68" fmla="*/ 11 w 49"/>
                  <a:gd name="T69" fmla="*/ 36 h 100"/>
                  <a:gd name="T70" fmla="*/ 32 w 49"/>
                  <a:gd name="T71" fmla="*/ 77 h 100"/>
                  <a:gd name="T72" fmla="*/ 27 w 49"/>
                  <a:gd name="T73" fmla="*/ 78 h 100"/>
                  <a:gd name="T74" fmla="*/ 20 w 49"/>
                  <a:gd name="T75" fmla="*/ 62 h 100"/>
                  <a:gd name="T76" fmla="*/ 18 w 49"/>
                  <a:gd name="T77" fmla="*/ 57 h 100"/>
                  <a:gd name="T78" fmla="*/ 13 w 49"/>
                  <a:gd name="T79" fmla="*/ 96 h 100"/>
                  <a:gd name="T80" fmla="*/ 7 w 49"/>
                  <a:gd name="T81" fmla="*/ 88 h 100"/>
                  <a:gd name="T82" fmla="*/ 9 w 49"/>
                  <a:gd name="T83" fmla="*/ 75 h 100"/>
                  <a:gd name="T84" fmla="*/ 10 w 49"/>
                  <a:gd name="T85" fmla="*/ 43 h 100"/>
                  <a:gd name="T86" fmla="*/ 27 w 49"/>
                  <a:gd name="T87" fmla="*/ 49 h 100"/>
                  <a:gd name="T88" fmla="*/ 41 w 49"/>
                  <a:gd name="T89" fmla="*/ 48 h 100"/>
                  <a:gd name="T90" fmla="*/ 40 w 49"/>
                  <a:gd name="T91" fmla="*/ 52 h 100"/>
                  <a:gd name="T92" fmla="*/ 34 w 49"/>
                  <a:gd name="T93" fmla="*/ 53 h 100"/>
                  <a:gd name="T94" fmla="*/ 27 w 49"/>
                  <a:gd name="T95" fmla="*/ 48 h 100"/>
                  <a:gd name="T96" fmla="*/ 18 w 49"/>
                  <a:gd name="T97" fmla="*/ 38 h 100"/>
                  <a:gd name="T98" fmla="*/ 11 w 49"/>
                  <a:gd name="T99" fmla="*/ 28 h 100"/>
                  <a:gd name="T100" fmla="*/ 13 w 49"/>
                  <a:gd name="T101" fmla="*/ 19 h 100"/>
                  <a:gd name="T102" fmla="*/ 31 w 49"/>
                  <a:gd name="T103" fmla="*/ 39 h 100"/>
                  <a:gd name="T104" fmla="*/ 36 w 49"/>
                  <a:gd name="T105" fmla="*/ 42 h 100"/>
                  <a:gd name="T106" fmla="*/ 42 w 49"/>
                  <a:gd name="T107" fmla="*/ 28 h 100"/>
                  <a:gd name="T108" fmla="*/ 46 w 49"/>
                  <a:gd name="T109" fmla="*/ 26 h 100"/>
                  <a:gd name="T110" fmla="*/ 43 w 49"/>
                  <a:gd name="T111" fmla="*/ 14 h 100"/>
                  <a:gd name="T112" fmla="*/ 48 w 49"/>
                  <a:gd name="T113" fmla="*/ 13 h 100"/>
                  <a:gd name="T114" fmla="*/ 8 w 49"/>
                  <a:gd name="T115" fmla="*/ 83 h 100"/>
                  <a:gd name="T116" fmla="*/ 19 w 49"/>
                  <a:gd name="T117" fmla="*/ 34 h 100"/>
                  <a:gd name="T118" fmla="*/ 14 w 49"/>
                  <a:gd name="T119" fmla="*/ 24 h 100"/>
                  <a:gd name="T120" fmla="*/ 25 w 49"/>
                  <a:gd name="T121" fmla="*/ 2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49" h="100">
                    <a:moveTo>
                      <a:pt x="11" y="71"/>
                    </a:moveTo>
                    <a:cubicBezTo>
                      <a:pt x="11" y="72"/>
                      <a:pt x="11" y="72"/>
                      <a:pt x="11" y="72"/>
                    </a:cubicBezTo>
                    <a:cubicBezTo>
                      <a:pt x="11" y="73"/>
                      <a:pt x="11" y="73"/>
                      <a:pt x="11" y="73"/>
                    </a:cubicBezTo>
                    <a:cubicBezTo>
                      <a:pt x="12" y="73"/>
                      <a:pt x="12" y="73"/>
                      <a:pt x="12" y="73"/>
                    </a:cubicBezTo>
                    <a:cubicBezTo>
                      <a:pt x="12" y="72"/>
                      <a:pt x="12" y="72"/>
                      <a:pt x="12" y="72"/>
                    </a:cubicBezTo>
                    <a:cubicBezTo>
                      <a:pt x="12" y="71"/>
                      <a:pt x="12" y="71"/>
                      <a:pt x="12" y="71"/>
                    </a:cubicBezTo>
                    <a:lnTo>
                      <a:pt x="11" y="71"/>
                    </a:lnTo>
                    <a:close/>
                    <a:moveTo>
                      <a:pt x="49" y="12"/>
                    </a:moveTo>
                    <a:cubicBezTo>
                      <a:pt x="49" y="12"/>
                      <a:pt x="49" y="12"/>
                      <a:pt x="49" y="12"/>
                    </a:cubicBezTo>
                    <a:cubicBezTo>
                      <a:pt x="49" y="12"/>
                      <a:pt x="49" y="12"/>
                      <a:pt x="49" y="12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6" y="13"/>
                      <a:pt x="46" y="13"/>
                      <a:pt x="46" y="13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2"/>
                      <a:pt x="45" y="12"/>
                      <a:pt x="45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1"/>
                      <a:pt x="45" y="10"/>
                      <a:pt x="45" y="10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4" y="10"/>
                      <a:pt x="44" y="10"/>
                      <a:pt x="44" y="10"/>
                    </a:cubicBezTo>
                    <a:cubicBezTo>
                      <a:pt x="43" y="10"/>
                      <a:pt x="43" y="11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2" y="11"/>
                      <a:pt x="42" y="11"/>
                      <a:pt x="42" y="11"/>
                    </a:cubicBezTo>
                    <a:cubicBezTo>
                      <a:pt x="41" y="13"/>
                      <a:pt x="41" y="13"/>
                      <a:pt x="41" y="13"/>
                    </a:cubicBezTo>
                    <a:cubicBezTo>
                      <a:pt x="41" y="13"/>
                      <a:pt x="41" y="13"/>
                      <a:pt x="41" y="13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1" y="16"/>
                      <a:pt x="42" y="17"/>
                      <a:pt x="42" y="17"/>
                    </a:cubicBezTo>
                    <a:cubicBezTo>
                      <a:pt x="43" y="18"/>
                      <a:pt x="43" y="19"/>
                      <a:pt x="43" y="20"/>
                    </a:cubicBezTo>
                    <a:cubicBezTo>
                      <a:pt x="43" y="21"/>
                      <a:pt x="43" y="21"/>
                      <a:pt x="43" y="21"/>
                    </a:cubicBezTo>
                    <a:cubicBezTo>
                      <a:pt x="43" y="22"/>
                      <a:pt x="42" y="24"/>
                      <a:pt x="42" y="25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40" y="26"/>
                      <a:pt x="39" y="25"/>
                      <a:pt x="39" y="25"/>
                    </a:cubicBezTo>
                    <a:cubicBezTo>
                      <a:pt x="38" y="25"/>
                      <a:pt x="38" y="25"/>
                      <a:pt x="38" y="25"/>
                    </a:cubicBezTo>
                    <a:cubicBezTo>
                      <a:pt x="38" y="26"/>
                      <a:pt x="38" y="26"/>
                      <a:pt x="38" y="26"/>
                    </a:cubicBezTo>
                    <a:cubicBezTo>
                      <a:pt x="38" y="26"/>
                      <a:pt x="38" y="26"/>
                      <a:pt x="38" y="26"/>
                    </a:cubicBezTo>
                    <a:cubicBezTo>
                      <a:pt x="38" y="27"/>
                      <a:pt x="38" y="28"/>
                      <a:pt x="38" y="29"/>
                    </a:cubicBezTo>
                    <a:cubicBezTo>
                      <a:pt x="38" y="30"/>
                      <a:pt x="38" y="30"/>
                      <a:pt x="37" y="31"/>
                    </a:cubicBezTo>
                    <a:cubicBezTo>
                      <a:pt x="36" y="33"/>
                      <a:pt x="36" y="33"/>
                      <a:pt x="36" y="33"/>
                    </a:cubicBezTo>
                    <a:cubicBezTo>
                      <a:pt x="35" y="32"/>
                      <a:pt x="35" y="31"/>
                      <a:pt x="34" y="30"/>
                    </a:cubicBezTo>
                    <a:cubicBezTo>
                      <a:pt x="33" y="28"/>
                      <a:pt x="31" y="27"/>
                      <a:pt x="30" y="26"/>
                    </a:cubicBezTo>
                    <a:cubicBezTo>
                      <a:pt x="28" y="25"/>
                      <a:pt x="27" y="24"/>
                      <a:pt x="27" y="23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9" y="22"/>
                      <a:pt x="29" y="22"/>
                      <a:pt x="29" y="22"/>
                    </a:cubicBezTo>
                    <a:cubicBezTo>
                      <a:pt x="29" y="22"/>
                      <a:pt x="29" y="22"/>
                      <a:pt x="29" y="22"/>
                    </a:cubicBezTo>
                    <a:cubicBezTo>
                      <a:pt x="30" y="22"/>
                      <a:pt x="31" y="23"/>
                      <a:pt x="32" y="23"/>
                    </a:cubicBezTo>
                    <a:cubicBezTo>
                      <a:pt x="32" y="23"/>
                      <a:pt x="32" y="23"/>
                      <a:pt x="32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4" y="21"/>
                      <a:pt x="34" y="21"/>
                      <a:pt x="34" y="21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1" y="19"/>
                      <a:pt x="31" y="19"/>
                      <a:pt x="31" y="19"/>
                    </a:cubicBezTo>
                    <a:cubicBezTo>
                      <a:pt x="32" y="19"/>
                      <a:pt x="32" y="19"/>
                      <a:pt x="32" y="19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4" y="19"/>
                      <a:pt x="34" y="19"/>
                      <a:pt x="34" y="19"/>
                    </a:cubicBezTo>
                    <a:cubicBezTo>
                      <a:pt x="35" y="19"/>
                      <a:pt x="35" y="19"/>
                      <a:pt x="35" y="19"/>
                    </a:cubicBezTo>
                    <a:cubicBezTo>
                      <a:pt x="35" y="19"/>
                      <a:pt x="35" y="19"/>
                      <a:pt x="35" y="19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35" y="17"/>
                      <a:pt x="35" y="14"/>
                      <a:pt x="32" y="14"/>
                    </a:cubicBezTo>
                    <a:cubicBezTo>
                      <a:pt x="29" y="14"/>
                      <a:pt x="29" y="14"/>
                      <a:pt x="29" y="14"/>
                    </a:cubicBezTo>
                    <a:cubicBezTo>
                      <a:pt x="29" y="14"/>
                      <a:pt x="29" y="13"/>
                      <a:pt x="27" y="13"/>
                    </a:cubicBezTo>
                    <a:cubicBezTo>
                      <a:pt x="26" y="13"/>
                      <a:pt x="26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1" y="13"/>
                      <a:pt x="21" y="13"/>
                      <a:pt x="21" y="13"/>
                    </a:cubicBezTo>
                    <a:cubicBezTo>
                      <a:pt x="20" y="12"/>
                      <a:pt x="20" y="12"/>
                      <a:pt x="20" y="12"/>
                    </a:cubicBezTo>
                    <a:cubicBezTo>
                      <a:pt x="20" y="13"/>
                      <a:pt x="20" y="13"/>
                      <a:pt x="20" y="13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19" y="16"/>
                      <a:pt x="19" y="16"/>
                      <a:pt x="19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19" y="17"/>
                      <a:pt x="19" y="19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7" y="17"/>
                      <a:pt x="17" y="16"/>
                      <a:pt x="17" y="16"/>
                    </a:cubicBezTo>
                    <a:cubicBezTo>
                      <a:pt x="17" y="15"/>
                      <a:pt x="17" y="15"/>
                      <a:pt x="17" y="15"/>
                    </a:cubicBezTo>
                    <a:cubicBezTo>
                      <a:pt x="16" y="15"/>
                      <a:pt x="16" y="15"/>
                      <a:pt x="16" y="15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5" y="14"/>
                      <a:pt x="15" y="11"/>
                      <a:pt x="15" y="11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13" y="11"/>
                      <a:pt x="13" y="9"/>
                      <a:pt x="13" y="8"/>
                    </a:cubicBezTo>
                    <a:cubicBezTo>
                      <a:pt x="13" y="4"/>
                      <a:pt x="14" y="0"/>
                      <a:pt x="14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1" y="0"/>
                      <a:pt x="9" y="6"/>
                      <a:pt x="9" y="9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8" y="10"/>
                      <a:pt x="6" y="8"/>
                      <a:pt x="5" y="6"/>
                    </a:cubicBezTo>
                    <a:cubicBezTo>
                      <a:pt x="4" y="4"/>
                      <a:pt x="3" y="2"/>
                      <a:pt x="3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1" y="4"/>
                      <a:pt x="1" y="5"/>
                    </a:cubicBezTo>
                    <a:cubicBezTo>
                      <a:pt x="1" y="9"/>
                      <a:pt x="4" y="13"/>
                      <a:pt x="5" y="15"/>
                    </a:cubicBezTo>
                    <a:cubicBezTo>
                      <a:pt x="4" y="14"/>
                      <a:pt x="2" y="12"/>
                      <a:pt x="2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" y="14"/>
                      <a:pt x="1" y="14"/>
                      <a:pt x="1" y="14"/>
                    </a:cubicBezTo>
                    <a:cubicBezTo>
                      <a:pt x="1" y="17"/>
                      <a:pt x="3" y="20"/>
                      <a:pt x="5" y="21"/>
                    </a:cubicBezTo>
                    <a:cubicBezTo>
                      <a:pt x="3" y="21"/>
                      <a:pt x="2" y="20"/>
                      <a:pt x="2" y="20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1" y="21"/>
                      <a:pt x="1" y="21"/>
                      <a:pt x="1" y="21"/>
                    </a:cubicBezTo>
                    <a:cubicBezTo>
                      <a:pt x="1" y="21"/>
                      <a:pt x="1" y="21"/>
                      <a:pt x="1" y="21"/>
                    </a:cubicBezTo>
                    <a:cubicBezTo>
                      <a:pt x="1" y="24"/>
                      <a:pt x="4" y="27"/>
                      <a:pt x="5" y="28"/>
                    </a:cubicBezTo>
                    <a:cubicBezTo>
                      <a:pt x="4" y="28"/>
                      <a:pt x="3" y="29"/>
                      <a:pt x="3" y="29"/>
                    </a:cubicBezTo>
                    <a:cubicBezTo>
                      <a:pt x="3" y="29"/>
                      <a:pt x="3" y="29"/>
                      <a:pt x="3" y="29"/>
                    </a:cubicBezTo>
                    <a:cubicBezTo>
                      <a:pt x="3" y="29"/>
                      <a:pt x="3" y="29"/>
                      <a:pt x="3" y="29"/>
                    </a:cubicBezTo>
                    <a:cubicBezTo>
                      <a:pt x="3" y="31"/>
                      <a:pt x="5" y="32"/>
                      <a:pt x="6" y="33"/>
                    </a:cubicBezTo>
                    <a:cubicBezTo>
                      <a:pt x="6" y="33"/>
                      <a:pt x="6" y="33"/>
                      <a:pt x="6" y="33"/>
                    </a:cubicBezTo>
                    <a:cubicBezTo>
                      <a:pt x="5" y="33"/>
                      <a:pt x="5" y="33"/>
                      <a:pt x="5" y="33"/>
                    </a:cubicBezTo>
                    <a:cubicBezTo>
                      <a:pt x="3" y="33"/>
                      <a:pt x="0" y="35"/>
                      <a:pt x="0" y="38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41"/>
                      <a:pt x="2" y="42"/>
                      <a:pt x="2" y="43"/>
                    </a:cubicBezTo>
                    <a:cubicBezTo>
                      <a:pt x="2" y="43"/>
                      <a:pt x="2" y="43"/>
                      <a:pt x="2" y="43"/>
                    </a:cubicBezTo>
                    <a:cubicBezTo>
                      <a:pt x="1" y="44"/>
                      <a:pt x="1" y="44"/>
                      <a:pt x="0" y="4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51"/>
                      <a:pt x="2" y="51"/>
                      <a:pt x="3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5" y="51"/>
                      <a:pt x="5" y="51"/>
                      <a:pt x="5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51"/>
                      <a:pt x="3" y="49"/>
                      <a:pt x="3" y="48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3" y="47"/>
                      <a:pt x="5" y="45"/>
                      <a:pt x="6" y="43"/>
                    </a:cubicBezTo>
                    <a:cubicBezTo>
                      <a:pt x="6" y="42"/>
                      <a:pt x="6" y="42"/>
                      <a:pt x="6" y="42"/>
                    </a:cubicBezTo>
                    <a:cubicBezTo>
                      <a:pt x="6" y="40"/>
                      <a:pt x="4" y="39"/>
                      <a:pt x="3" y="39"/>
                    </a:cubicBezTo>
                    <a:cubicBezTo>
                      <a:pt x="3" y="38"/>
                      <a:pt x="3" y="38"/>
                      <a:pt x="3" y="38"/>
                    </a:cubicBezTo>
                    <a:cubicBezTo>
                      <a:pt x="3" y="38"/>
                      <a:pt x="3" y="38"/>
                      <a:pt x="3" y="38"/>
                    </a:cubicBezTo>
                    <a:cubicBezTo>
                      <a:pt x="3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9" y="39"/>
                      <a:pt x="9" y="40"/>
                      <a:pt x="9" y="41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8"/>
                      <a:pt x="1" y="54"/>
                      <a:pt x="1" y="59"/>
                    </a:cubicBezTo>
                    <a:cubicBezTo>
                      <a:pt x="1" y="62"/>
                      <a:pt x="4" y="65"/>
                      <a:pt x="5" y="66"/>
                    </a:cubicBezTo>
                    <a:cubicBezTo>
                      <a:pt x="4" y="68"/>
                      <a:pt x="4" y="68"/>
                      <a:pt x="4" y="68"/>
                    </a:cubicBezTo>
                    <a:cubicBezTo>
                      <a:pt x="4" y="68"/>
                      <a:pt x="4" y="68"/>
                      <a:pt x="4" y="68"/>
                    </a:cubicBezTo>
                    <a:cubicBezTo>
                      <a:pt x="5" y="69"/>
                      <a:pt x="5" y="69"/>
                      <a:pt x="5" y="69"/>
                    </a:cubicBezTo>
                    <a:cubicBezTo>
                      <a:pt x="5" y="70"/>
                      <a:pt x="5" y="70"/>
                      <a:pt x="5" y="70"/>
                    </a:cubicBezTo>
                    <a:cubicBezTo>
                      <a:pt x="6" y="70"/>
                      <a:pt x="6" y="70"/>
                      <a:pt x="6" y="70"/>
                    </a:cubicBezTo>
                    <a:cubicBezTo>
                      <a:pt x="5" y="71"/>
                      <a:pt x="5" y="71"/>
                      <a:pt x="5" y="71"/>
                    </a:cubicBezTo>
                    <a:cubicBezTo>
                      <a:pt x="5" y="72"/>
                      <a:pt x="5" y="72"/>
                      <a:pt x="5" y="72"/>
                    </a:cubicBezTo>
                    <a:cubicBezTo>
                      <a:pt x="6" y="72"/>
                      <a:pt x="6" y="72"/>
                      <a:pt x="6" y="72"/>
                    </a:cubicBezTo>
                    <a:cubicBezTo>
                      <a:pt x="6" y="73"/>
                      <a:pt x="6" y="73"/>
                      <a:pt x="6" y="73"/>
                    </a:cubicBezTo>
                    <a:cubicBezTo>
                      <a:pt x="6" y="73"/>
                      <a:pt x="6" y="73"/>
                      <a:pt x="6" y="73"/>
                    </a:cubicBezTo>
                    <a:cubicBezTo>
                      <a:pt x="7" y="73"/>
                      <a:pt x="7" y="73"/>
                      <a:pt x="7" y="73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7" y="75"/>
                      <a:pt x="7" y="75"/>
                      <a:pt x="7" y="75"/>
                    </a:cubicBezTo>
                    <a:cubicBezTo>
                      <a:pt x="8" y="75"/>
                      <a:pt x="8" y="75"/>
                      <a:pt x="8" y="75"/>
                    </a:cubicBezTo>
                    <a:cubicBezTo>
                      <a:pt x="7" y="77"/>
                      <a:pt x="7" y="77"/>
                      <a:pt x="7" y="77"/>
                    </a:cubicBezTo>
                    <a:cubicBezTo>
                      <a:pt x="7" y="77"/>
                      <a:pt x="7" y="77"/>
                      <a:pt x="7" y="77"/>
                    </a:cubicBezTo>
                    <a:cubicBezTo>
                      <a:pt x="8" y="77"/>
                      <a:pt x="8" y="77"/>
                      <a:pt x="8" y="77"/>
                    </a:cubicBezTo>
                    <a:cubicBezTo>
                      <a:pt x="8" y="79"/>
                      <a:pt x="8" y="79"/>
                      <a:pt x="8" y="79"/>
                    </a:cubicBezTo>
                    <a:cubicBezTo>
                      <a:pt x="6" y="82"/>
                      <a:pt x="6" y="82"/>
                      <a:pt x="6" y="82"/>
                    </a:cubicBezTo>
                    <a:cubicBezTo>
                      <a:pt x="6" y="83"/>
                      <a:pt x="7" y="84"/>
                      <a:pt x="7" y="86"/>
                    </a:cubicBezTo>
                    <a:cubicBezTo>
                      <a:pt x="7" y="87"/>
                      <a:pt x="6" y="88"/>
                      <a:pt x="6" y="88"/>
                    </a:cubicBezTo>
                    <a:cubicBezTo>
                      <a:pt x="5" y="93"/>
                      <a:pt x="5" y="93"/>
                      <a:pt x="5" y="93"/>
                    </a:cubicBezTo>
                    <a:cubicBezTo>
                      <a:pt x="6" y="95"/>
                      <a:pt x="6" y="95"/>
                      <a:pt x="6" y="95"/>
                    </a:cubicBezTo>
                    <a:cubicBezTo>
                      <a:pt x="6" y="99"/>
                      <a:pt x="6" y="99"/>
                      <a:pt x="6" y="99"/>
                    </a:cubicBezTo>
                    <a:cubicBezTo>
                      <a:pt x="7" y="100"/>
                      <a:pt x="8" y="100"/>
                      <a:pt x="9" y="100"/>
                    </a:cubicBezTo>
                    <a:cubicBezTo>
                      <a:pt x="10" y="100"/>
                      <a:pt x="10" y="100"/>
                      <a:pt x="10" y="100"/>
                    </a:cubicBezTo>
                    <a:cubicBezTo>
                      <a:pt x="11" y="100"/>
                      <a:pt x="12" y="100"/>
                      <a:pt x="13" y="100"/>
                    </a:cubicBezTo>
                    <a:cubicBezTo>
                      <a:pt x="15" y="100"/>
                      <a:pt x="16" y="99"/>
                      <a:pt x="17" y="98"/>
                    </a:cubicBezTo>
                    <a:cubicBezTo>
                      <a:pt x="19" y="97"/>
                      <a:pt x="19" y="97"/>
                      <a:pt x="19" y="97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7" y="95"/>
                      <a:pt x="17" y="95"/>
                      <a:pt x="17" y="95"/>
                    </a:cubicBezTo>
                    <a:cubicBezTo>
                      <a:pt x="15" y="95"/>
                      <a:pt x="15" y="95"/>
                      <a:pt x="15" y="95"/>
                    </a:cubicBezTo>
                    <a:cubicBezTo>
                      <a:pt x="15" y="95"/>
                      <a:pt x="15" y="95"/>
                      <a:pt x="15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3" y="95"/>
                      <a:pt x="12" y="96"/>
                      <a:pt x="11" y="96"/>
                    </a:cubicBezTo>
                    <a:cubicBezTo>
                      <a:pt x="11" y="96"/>
                      <a:pt x="11" y="96"/>
                      <a:pt x="11" y="96"/>
                    </a:cubicBezTo>
                    <a:cubicBezTo>
                      <a:pt x="10" y="96"/>
                      <a:pt x="10" y="94"/>
                      <a:pt x="10" y="93"/>
                    </a:cubicBezTo>
                    <a:cubicBezTo>
                      <a:pt x="10" y="92"/>
                      <a:pt x="10" y="92"/>
                      <a:pt x="10" y="92"/>
                    </a:cubicBezTo>
                    <a:cubicBezTo>
                      <a:pt x="10" y="91"/>
                      <a:pt x="10" y="91"/>
                      <a:pt x="10" y="90"/>
                    </a:cubicBezTo>
                    <a:cubicBezTo>
                      <a:pt x="11" y="89"/>
                      <a:pt x="11" y="88"/>
                      <a:pt x="11" y="87"/>
                    </a:cubicBezTo>
                    <a:cubicBezTo>
                      <a:pt x="11" y="86"/>
                      <a:pt x="11" y="86"/>
                      <a:pt x="11" y="86"/>
                    </a:cubicBezTo>
                    <a:cubicBezTo>
                      <a:pt x="11" y="85"/>
                      <a:pt x="11" y="85"/>
                      <a:pt x="12" y="84"/>
                    </a:cubicBezTo>
                    <a:cubicBezTo>
                      <a:pt x="13" y="83"/>
                      <a:pt x="12" y="82"/>
                      <a:pt x="13" y="81"/>
                    </a:cubicBezTo>
                    <a:cubicBezTo>
                      <a:pt x="13" y="80"/>
                      <a:pt x="13" y="79"/>
                      <a:pt x="14" y="78"/>
                    </a:cubicBezTo>
                    <a:cubicBezTo>
                      <a:pt x="15" y="77"/>
                      <a:pt x="16" y="75"/>
                      <a:pt x="17" y="74"/>
                    </a:cubicBezTo>
                    <a:cubicBezTo>
                      <a:pt x="17" y="72"/>
                      <a:pt x="17" y="72"/>
                      <a:pt x="17" y="72"/>
                    </a:cubicBezTo>
                    <a:cubicBezTo>
                      <a:pt x="18" y="70"/>
                      <a:pt x="18" y="70"/>
                      <a:pt x="18" y="70"/>
                    </a:cubicBezTo>
                    <a:cubicBezTo>
                      <a:pt x="19" y="70"/>
                      <a:pt x="19" y="70"/>
                      <a:pt x="19" y="70"/>
                    </a:cubicBezTo>
                    <a:cubicBezTo>
                      <a:pt x="19" y="69"/>
                      <a:pt x="20" y="69"/>
                      <a:pt x="20" y="68"/>
                    </a:cubicBezTo>
                    <a:cubicBezTo>
                      <a:pt x="22" y="67"/>
                      <a:pt x="22" y="67"/>
                      <a:pt x="22" y="67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1" y="69"/>
                      <a:pt x="21" y="69"/>
                      <a:pt x="21" y="69"/>
                    </a:cubicBezTo>
                    <a:cubicBezTo>
                      <a:pt x="20" y="71"/>
                      <a:pt x="20" y="71"/>
                      <a:pt x="20" y="71"/>
                    </a:cubicBezTo>
                    <a:cubicBezTo>
                      <a:pt x="20" y="72"/>
                      <a:pt x="20" y="72"/>
                      <a:pt x="20" y="72"/>
                    </a:cubicBezTo>
                    <a:cubicBezTo>
                      <a:pt x="20" y="74"/>
                      <a:pt x="20" y="74"/>
                      <a:pt x="20" y="74"/>
                    </a:cubicBezTo>
                    <a:cubicBezTo>
                      <a:pt x="22" y="75"/>
                      <a:pt x="22" y="75"/>
                      <a:pt x="22" y="75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5" y="78"/>
                      <a:pt x="25" y="78"/>
                      <a:pt x="25" y="78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8" y="81"/>
                      <a:pt x="28" y="81"/>
                      <a:pt x="28" y="81"/>
                    </a:cubicBezTo>
                    <a:cubicBezTo>
                      <a:pt x="28" y="82"/>
                      <a:pt x="29" y="83"/>
                      <a:pt x="31" y="83"/>
                    </a:cubicBezTo>
                    <a:cubicBezTo>
                      <a:pt x="32" y="83"/>
                      <a:pt x="34" y="80"/>
                      <a:pt x="34" y="79"/>
                    </a:cubicBezTo>
                    <a:cubicBezTo>
                      <a:pt x="35" y="78"/>
                      <a:pt x="36" y="76"/>
                      <a:pt x="36" y="75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4" y="73"/>
                      <a:pt x="34" y="73"/>
                      <a:pt x="34" y="73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1" y="75"/>
                      <a:pt x="31" y="75"/>
                      <a:pt x="31" y="75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0" y="76"/>
                      <a:pt x="30" y="76"/>
                      <a:pt x="30" y="76"/>
                    </a:cubicBezTo>
                    <a:cubicBezTo>
                      <a:pt x="29" y="76"/>
                      <a:pt x="27" y="74"/>
                      <a:pt x="27" y="73"/>
                    </a:cubicBezTo>
                    <a:cubicBezTo>
                      <a:pt x="26" y="72"/>
                      <a:pt x="25" y="71"/>
                      <a:pt x="25" y="70"/>
                    </a:cubicBezTo>
                    <a:cubicBezTo>
                      <a:pt x="26" y="69"/>
                      <a:pt x="26" y="69"/>
                      <a:pt x="26" y="69"/>
                    </a:cubicBezTo>
                    <a:cubicBezTo>
                      <a:pt x="27" y="68"/>
                      <a:pt x="29" y="66"/>
                      <a:pt x="30" y="65"/>
                    </a:cubicBezTo>
                    <a:cubicBezTo>
                      <a:pt x="31" y="64"/>
                      <a:pt x="31" y="64"/>
                      <a:pt x="31" y="64"/>
                    </a:cubicBezTo>
                    <a:cubicBezTo>
                      <a:pt x="31" y="63"/>
                      <a:pt x="31" y="63"/>
                      <a:pt x="31" y="63"/>
                    </a:cubicBezTo>
                    <a:cubicBezTo>
                      <a:pt x="31" y="62"/>
                      <a:pt x="32" y="61"/>
                      <a:pt x="32" y="61"/>
                    </a:cubicBezTo>
                    <a:cubicBezTo>
                      <a:pt x="31" y="57"/>
                      <a:pt x="29" y="56"/>
                      <a:pt x="27" y="56"/>
                    </a:cubicBezTo>
                    <a:cubicBezTo>
                      <a:pt x="25" y="56"/>
                      <a:pt x="25" y="56"/>
                      <a:pt x="25" y="56"/>
                    </a:cubicBezTo>
                    <a:cubicBezTo>
                      <a:pt x="25" y="56"/>
                      <a:pt x="25" y="56"/>
                      <a:pt x="25" y="56"/>
                    </a:cubicBezTo>
                    <a:cubicBezTo>
                      <a:pt x="27" y="54"/>
                      <a:pt x="27" y="54"/>
                      <a:pt x="27" y="54"/>
                    </a:cubicBezTo>
                    <a:cubicBezTo>
                      <a:pt x="28" y="53"/>
                      <a:pt x="28" y="53"/>
                      <a:pt x="28" y="53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1"/>
                      <a:pt x="29" y="51"/>
                      <a:pt x="29" y="51"/>
                    </a:cubicBezTo>
                    <a:cubicBezTo>
                      <a:pt x="31" y="52"/>
                      <a:pt x="32" y="56"/>
                      <a:pt x="32" y="56"/>
                    </a:cubicBezTo>
                    <a:cubicBezTo>
                      <a:pt x="32" y="57"/>
                      <a:pt x="32" y="57"/>
                      <a:pt x="32" y="57"/>
                    </a:cubicBezTo>
                    <a:cubicBezTo>
                      <a:pt x="33" y="56"/>
                      <a:pt x="33" y="56"/>
                      <a:pt x="33" y="56"/>
                    </a:cubicBezTo>
                    <a:cubicBezTo>
                      <a:pt x="33" y="55"/>
                      <a:pt x="34" y="54"/>
                      <a:pt x="34" y="53"/>
                    </a:cubicBezTo>
                    <a:cubicBezTo>
                      <a:pt x="35" y="54"/>
                      <a:pt x="35" y="54"/>
                      <a:pt x="35" y="54"/>
                    </a:cubicBezTo>
                    <a:cubicBezTo>
                      <a:pt x="36" y="54"/>
                      <a:pt x="37" y="54"/>
                      <a:pt x="38" y="55"/>
                    </a:cubicBezTo>
                    <a:cubicBezTo>
                      <a:pt x="39" y="55"/>
                      <a:pt x="39" y="55"/>
                      <a:pt x="39" y="56"/>
                    </a:cubicBezTo>
                    <a:cubicBezTo>
                      <a:pt x="39" y="57"/>
                      <a:pt x="39" y="57"/>
                      <a:pt x="39" y="57"/>
                    </a:cubicBezTo>
                    <a:cubicBezTo>
                      <a:pt x="38" y="58"/>
                      <a:pt x="38" y="58"/>
                      <a:pt x="38" y="58"/>
                    </a:cubicBezTo>
                    <a:cubicBezTo>
                      <a:pt x="37" y="60"/>
                      <a:pt x="37" y="60"/>
                      <a:pt x="37" y="60"/>
                    </a:cubicBezTo>
                    <a:cubicBezTo>
                      <a:pt x="37" y="60"/>
                      <a:pt x="37" y="60"/>
                      <a:pt x="37" y="60"/>
                    </a:cubicBezTo>
                    <a:cubicBezTo>
                      <a:pt x="37" y="61"/>
                      <a:pt x="37" y="61"/>
                      <a:pt x="37" y="61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3"/>
                      <a:pt x="38" y="63"/>
                      <a:pt x="38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40" y="61"/>
                      <a:pt x="40" y="61"/>
                      <a:pt x="40" y="61"/>
                    </a:cubicBezTo>
                    <a:cubicBezTo>
                      <a:pt x="40" y="58"/>
                      <a:pt x="40" y="58"/>
                      <a:pt x="40" y="58"/>
                    </a:cubicBezTo>
                    <a:cubicBezTo>
                      <a:pt x="41" y="55"/>
                      <a:pt x="41" y="55"/>
                      <a:pt x="41" y="55"/>
                    </a:cubicBezTo>
                    <a:cubicBezTo>
                      <a:pt x="42" y="54"/>
                      <a:pt x="43" y="52"/>
                      <a:pt x="43" y="52"/>
                    </a:cubicBezTo>
                    <a:cubicBezTo>
                      <a:pt x="43" y="49"/>
                      <a:pt x="43" y="49"/>
                      <a:pt x="43" y="49"/>
                    </a:cubicBezTo>
                    <a:cubicBezTo>
                      <a:pt x="44" y="47"/>
                      <a:pt x="44" y="47"/>
                      <a:pt x="44" y="47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5" y="46"/>
                      <a:pt x="45" y="46"/>
                      <a:pt x="45" y="46"/>
                    </a:cubicBezTo>
                    <a:cubicBezTo>
                      <a:pt x="44" y="45"/>
                      <a:pt x="44" y="45"/>
                      <a:pt x="44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1" y="45"/>
                      <a:pt x="41" y="45"/>
                      <a:pt x="41" y="45"/>
                    </a:cubicBezTo>
                    <a:cubicBezTo>
                      <a:pt x="41" y="45"/>
                      <a:pt x="41" y="45"/>
                      <a:pt x="41" y="45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39" y="48"/>
                      <a:pt x="39" y="48"/>
                      <a:pt x="39" y="48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8" y="52"/>
                      <a:pt x="38" y="52"/>
                      <a:pt x="38" y="52"/>
                    </a:cubicBezTo>
                    <a:cubicBezTo>
                      <a:pt x="38" y="52"/>
                      <a:pt x="36" y="51"/>
                      <a:pt x="35" y="50"/>
                    </a:cubicBezTo>
                    <a:cubicBezTo>
                      <a:pt x="35" y="49"/>
                      <a:pt x="35" y="49"/>
                      <a:pt x="35" y="49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7" y="47"/>
                      <a:pt x="37" y="47"/>
                      <a:pt x="37" y="47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5" y="47"/>
                      <a:pt x="34" y="47"/>
                      <a:pt x="33" y="47"/>
                    </a:cubicBezTo>
                    <a:cubicBezTo>
                      <a:pt x="34" y="46"/>
                      <a:pt x="35" y="45"/>
                      <a:pt x="36" y="43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41" y="38"/>
                      <a:pt x="41" y="37"/>
                      <a:pt x="41" y="36"/>
                    </a:cubicBezTo>
                    <a:cubicBezTo>
                      <a:pt x="41" y="35"/>
                      <a:pt x="41" y="33"/>
                      <a:pt x="42" y="33"/>
                    </a:cubicBezTo>
                    <a:cubicBezTo>
                      <a:pt x="43" y="32"/>
                      <a:pt x="43" y="32"/>
                      <a:pt x="43" y="32"/>
                    </a:cubicBezTo>
                    <a:cubicBezTo>
                      <a:pt x="44" y="32"/>
                      <a:pt x="45" y="34"/>
                      <a:pt x="45" y="34"/>
                    </a:cubicBezTo>
                    <a:cubicBezTo>
                      <a:pt x="45" y="34"/>
                      <a:pt x="45" y="34"/>
                      <a:pt x="45" y="34"/>
                    </a:cubicBezTo>
                    <a:cubicBezTo>
                      <a:pt x="45" y="31"/>
                      <a:pt x="44" y="30"/>
                      <a:pt x="43" y="30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3" y="28"/>
                      <a:pt x="44" y="27"/>
                      <a:pt x="44" y="26"/>
                    </a:cubicBezTo>
                    <a:cubicBezTo>
                      <a:pt x="45" y="24"/>
                      <a:pt x="45" y="24"/>
                      <a:pt x="45" y="24"/>
                    </a:cubicBezTo>
                    <a:cubicBezTo>
                      <a:pt x="45" y="24"/>
                      <a:pt x="45" y="24"/>
                      <a:pt x="45" y="24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6" y="28"/>
                      <a:pt x="46" y="28"/>
                      <a:pt x="46" y="28"/>
                    </a:cubicBezTo>
                    <a:cubicBezTo>
                      <a:pt x="46" y="28"/>
                      <a:pt x="46" y="28"/>
                      <a:pt x="46" y="28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7"/>
                      <a:pt x="48" y="27"/>
                      <a:pt x="48" y="27"/>
                    </a:cubicBezTo>
                    <a:cubicBezTo>
                      <a:pt x="48" y="27"/>
                      <a:pt x="48" y="27"/>
                      <a:pt x="48" y="27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46" y="21"/>
                      <a:pt x="46" y="21"/>
                      <a:pt x="46" y="21"/>
                    </a:cubicBezTo>
                    <a:cubicBezTo>
                      <a:pt x="46" y="20"/>
                      <a:pt x="46" y="20"/>
                      <a:pt x="46" y="20"/>
                    </a:cubicBezTo>
                    <a:cubicBezTo>
                      <a:pt x="46" y="19"/>
                      <a:pt x="47" y="18"/>
                      <a:pt x="47" y="18"/>
                    </a:cubicBezTo>
                    <a:cubicBezTo>
                      <a:pt x="48" y="15"/>
                      <a:pt x="48" y="15"/>
                      <a:pt x="48" y="15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3"/>
                      <a:pt x="48" y="13"/>
                      <a:pt x="48" y="13"/>
                    </a:cubicBezTo>
                    <a:cubicBezTo>
                      <a:pt x="48" y="13"/>
                      <a:pt x="48" y="13"/>
                      <a:pt x="48" y="13"/>
                    </a:cubicBezTo>
                    <a:lnTo>
                      <a:pt x="49" y="12"/>
                    </a:lnTo>
                    <a:close/>
                    <a:moveTo>
                      <a:pt x="35" y="21"/>
                    </a:move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2"/>
                      <a:pt x="35" y="22"/>
                      <a:pt x="35" y="22"/>
                    </a:cubicBezTo>
                    <a:lnTo>
                      <a:pt x="35" y="21"/>
                    </a:lnTo>
                    <a:close/>
                    <a:moveTo>
                      <a:pt x="44" y="10"/>
                    </a:moveTo>
                    <a:cubicBezTo>
                      <a:pt x="45" y="10"/>
                      <a:pt x="45" y="10"/>
                      <a:pt x="45" y="10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lnTo>
                      <a:pt x="44" y="10"/>
                    </a:lnTo>
                    <a:close/>
                    <a:moveTo>
                      <a:pt x="42" y="12"/>
                    </a:moveTo>
                    <a:cubicBezTo>
                      <a:pt x="42" y="12"/>
                      <a:pt x="42" y="12"/>
                      <a:pt x="42" y="12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1" y="13"/>
                      <a:pt x="41" y="13"/>
                      <a:pt x="41" y="13"/>
                    </a:cubicBezTo>
                    <a:lnTo>
                      <a:pt x="42" y="12"/>
                    </a:lnTo>
                    <a:close/>
                    <a:moveTo>
                      <a:pt x="43" y="17"/>
                    </a:moveTo>
                    <a:cubicBezTo>
                      <a:pt x="42" y="16"/>
                      <a:pt x="41" y="15"/>
                      <a:pt x="41" y="15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5"/>
                      <a:pt x="43" y="15"/>
                      <a:pt x="43" y="16"/>
                    </a:cubicBezTo>
                    <a:cubicBezTo>
                      <a:pt x="43" y="18"/>
                      <a:pt x="43" y="18"/>
                      <a:pt x="43" y="18"/>
                    </a:cubicBezTo>
                    <a:cubicBezTo>
                      <a:pt x="43" y="18"/>
                      <a:pt x="43" y="18"/>
                      <a:pt x="43" y="18"/>
                    </a:cubicBezTo>
                    <a:lnTo>
                      <a:pt x="43" y="17"/>
                    </a:lnTo>
                    <a:close/>
                    <a:moveTo>
                      <a:pt x="29" y="21"/>
                    </a:moveTo>
                    <a:cubicBezTo>
                      <a:pt x="29" y="21"/>
                      <a:pt x="29" y="21"/>
                      <a:pt x="29" y="21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9" y="21"/>
                      <a:pt x="29" y="21"/>
                      <a:pt x="29" y="21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31" y="22"/>
                      <a:pt x="31" y="22"/>
                      <a:pt x="31" y="22"/>
                    </a:cubicBezTo>
                    <a:lnTo>
                      <a:pt x="29" y="21"/>
                    </a:lnTo>
                    <a:close/>
                    <a:moveTo>
                      <a:pt x="27" y="20"/>
                    </a:moveTo>
                    <a:cubicBezTo>
                      <a:pt x="27" y="20"/>
                      <a:pt x="27" y="20"/>
                      <a:pt x="27" y="20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29" y="19"/>
                      <a:pt x="29" y="19"/>
                      <a:pt x="29" y="19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7" y="20"/>
                      <a:pt x="27" y="20"/>
                      <a:pt x="27" y="20"/>
                    </a:cubicBezTo>
                    <a:close/>
                    <a:moveTo>
                      <a:pt x="32" y="21"/>
                    </a:moveTo>
                    <a:cubicBezTo>
                      <a:pt x="34" y="22"/>
                      <a:pt x="34" y="22"/>
                      <a:pt x="34" y="22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1" y="21"/>
                      <a:pt x="31" y="21"/>
                      <a:pt x="31" y="21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1" y="20"/>
                      <a:pt x="31" y="20"/>
                      <a:pt x="31" y="20"/>
                    </a:cubicBezTo>
                    <a:cubicBezTo>
                      <a:pt x="31" y="20"/>
                      <a:pt x="31" y="20"/>
                      <a:pt x="31" y="20"/>
                    </a:cubicBezTo>
                    <a:lnTo>
                      <a:pt x="32" y="21"/>
                    </a:lnTo>
                    <a:close/>
                    <a:moveTo>
                      <a:pt x="32" y="15"/>
                    </a:moveTo>
                    <a:cubicBezTo>
                      <a:pt x="33" y="15"/>
                      <a:pt x="34" y="15"/>
                      <a:pt x="34" y="16"/>
                    </a:cubicBezTo>
                    <a:cubicBezTo>
                      <a:pt x="34" y="18"/>
                      <a:pt x="34" y="18"/>
                      <a:pt x="34" y="18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9"/>
                      <a:pt x="31" y="19"/>
                      <a:pt x="31" y="19"/>
                    </a:cubicBezTo>
                    <a:cubicBezTo>
                      <a:pt x="29" y="19"/>
                      <a:pt x="29" y="19"/>
                      <a:pt x="29" y="19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9" y="15"/>
                      <a:pt x="29" y="15"/>
                      <a:pt x="29" y="15"/>
                    </a:cubicBezTo>
                    <a:lnTo>
                      <a:pt x="32" y="15"/>
                    </a:lnTo>
                    <a:close/>
                    <a:moveTo>
                      <a:pt x="28" y="15"/>
                    </a:moveTo>
                    <a:cubicBezTo>
                      <a:pt x="28" y="15"/>
                      <a:pt x="28" y="15"/>
                      <a:pt x="28" y="15"/>
                    </a:cubicBezTo>
                    <a:cubicBezTo>
                      <a:pt x="28" y="15"/>
                      <a:pt x="28" y="15"/>
                      <a:pt x="28" y="15"/>
                    </a:cubicBezTo>
                    <a:close/>
                    <a:moveTo>
                      <a:pt x="22" y="13"/>
                    </a:moveTo>
                    <a:cubicBezTo>
                      <a:pt x="23" y="14"/>
                      <a:pt x="23" y="14"/>
                      <a:pt x="23" y="14"/>
                    </a:cubicBezTo>
                    <a:cubicBezTo>
                      <a:pt x="22" y="14"/>
                      <a:pt x="22" y="14"/>
                      <a:pt x="22" y="14"/>
                    </a:cubicBezTo>
                    <a:lnTo>
                      <a:pt x="22" y="13"/>
                    </a:lnTo>
                    <a:close/>
                    <a:moveTo>
                      <a:pt x="21" y="16"/>
                    </a:moveTo>
                    <a:cubicBezTo>
                      <a:pt x="21" y="16"/>
                      <a:pt x="21" y="16"/>
                      <a:pt x="21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26" y="14"/>
                      <a:pt x="26" y="13"/>
                      <a:pt x="27" y="13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6" y="17"/>
                      <a:pt x="26" y="17"/>
                      <a:pt x="26" y="17"/>
                    </a:cubicBezTo>
                    <a:cubicBezTo>
                      <a:pt x="27" y="18"/>
                      <a:pt x="27" y="18"/>
                      <a:pt x="27" y="18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4"/>
                      <a:pt x="28" y="25"/>
                      <a:pt x="29" y="26"/>
                    </a:cubicBezTo>
                    <a:cubicBezTo>
                      <a:pt x="31" y="27"/>
                      <a:pt x="32" y="29"/>
                      <a:pt x="34" y="30"/>
                    </a:cubicBezTo>
                    <a:cubicBezTo>
                      <a:pt x="35" y="32"/>
                      <a:pt x="35" y="34"/>
                      <a:pt x="36" y="35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4" y="34"/>
                      <a:pt x="33" y="34"/>
                      <a:pt x="33" y="34"/>
                    </a:cubicBezTo>
                    <a:cubicBezTo>
                      <a:pt x="31" y="35"/>
                      <a:pt x="31" y="35"/>
                      <a:pt x="31" y="35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2"/>
                      <a:pt x="21" y="32"/>
                      <a:pt x="21" y="31"/>
                    </a:cubicBezTo>
                    <a:cubicBezTo>
                      <a:pt x="21" y="30"/>
                      <a:pt x="21" y="30"/>
                      <a:pt x="21" y="30"/>
                    </a:cubicBezTo>
                    <a:cubicBezTo>
                      <a:pt x="21" y="29"/>
                      <a:pt x="20" y="28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5"/>
                      <a:pt x="19" y="25"/>
                      <a:pt x="19" y="25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9" y="18"/>
                      <a:pt x="20" y="17"/>
                      <a:pt x="21" y="16"/>
                    </a:cubicBezTo>
                    <a:moveTo>
                      <a:pt x="20" y="31"/>
                    </a:moveTo>
                    <a:cubicBezTo>
                      <a:pt x="20" y="32"/>
                      <a:pt x="20" y="32"/>
                      <a:pt x="20" y="32"/>
                    </a:cubicBezTo>
                    <a:cubicBezTo>
                      <a:pt x="20" y="32"/>
                      <a:pt x="20" y="32"/>
                      <a:pt x="20" y="32"/>
                    </a:cubicBezTo>
                    <a:cubicBezTo>
                      <a:pt x="17" y="32"/>
                      <a:pt x="17" y="31"/>
                      <a:pt x="17" y="29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8" y="28"/>
                      <a:pt x="19" y="27"/>
                      <a:pt x="19" y="27"/>
                    </a:cubicBezTo>
                    <a:cubicBezTo>
                      <a:pt x="20" y="28"/>
                      <a:pt x="20" y="30"/>
                      <a:pt x="20" y="30"/>
                    </a:cubicBezTo>
                    <a:lnTo>
                      <a:pt x="20" y="31"/>
                    </a:lnTo>
                    <a:close/>
                    <a:moveTo>
                      <a:pt x="16" y="18"/>
                    </a:moveTo>
                    <a:cubicBezTo>
                      <a:pt x="16" y="18"/>
                      <a:pt x="16" y="18"/>
                      <a:pt x="16" y="18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7" y="19"/>
                      <a:pt x="18" y="20"/>
                      <a:pt x="18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5" y="20"/>
                      <a:pt x="15" y="20"/>
                      <a:pt x="15" y="20"/>
                    </a:cubicBezTo>
                    <a:lnTo>
                      <a:pt x="16" y="18"/>
                    </a:lnTo>
                    <a:close/>
                    <a:moveTo>
                      <a:pt x="13" y="13"/>
                    </a:moveTo>
                    <a:cubicBezTo>
                      <a:pt x="14" y="13"/>
                      <a:pt x="14" y="13"/>
                      <a:pt x="14" y="13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5" y="12"/>
                      <a:pt x="15" y="16"/>
                      <a:pt x="15" y="17"/>
                    </a:cubicBezTo>
                    <a:cubicBezTo>
                      <a:pt x="15" y="18"/>
                      <a:pt x="15" y="19"/>
                      <a:pt x="15" y="20"/>
                    </a:cubicBezTo>
                    <a:cubicBezTo>
                      <a:pt x="15" y="20"/>
                      <a:pt x="15" y="20"/>
                      <a:pt x="15" y="20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5"/>
                      <a:pt x="13" y="14"/>
                      <a:pt x="13" y="13"/>
                    </a:cubicBezTo>
                    <a:moveTo>
                      <a:pt x="13" y="1"/>
                    </a:moveTo>
                    <a:cubicBezTo>
                      <a:pt x="13" y="2"/>
                      <a:pt x="13" y="5"/>
                      <a:pt x="13" y="8"/>
                    </a:cubicBezTo>
                    <a:cubicBezTo>
                      <a:pt x="13" y="9"/>
                      <a:pt x="13" y="11"/>
                      <a:pt x="13" y="12"/>
                    </a:cubicBezTo>
                    <a:cubicBezTo>
                      <a:pt x="13" y="12"/>
                      <a:pt x="13" y="13"/>
                      <a:pt x="13" y="14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2" y="14"/>
                      <a:pt x="11" y="10"/>
                      <a:pt x="11" y="7"/>
                    </a:cubicBezTo>
                    <a:cubicBezTo>
                      <a:pt x="11" y="5"/>
                      <a:pt x="11" y="3"/>
                      <a:pt x="13" y="1"/>
                    </a:cubicBezTo>
                    <a:moveTo>
                      <a:pt x="12" y="2"/>
                    </a:moveTo>
                    <a:cubicBezTo>
                      <a:pt x="11" y="4"/>
                      <a:pt x="10" y="5"/>
                      <a:pt x="10" y="7"/>
                    </a:cubicBezTo>
                    <a:cubicBezTo>
                      <a:pt x="10" y="11"/>
                      <a:pt x="12" y="15"/>
                      <a:pt x="12" y="15"/>
                    </a:cubicBezTo>
                    <a:cubicBezTo>
                      <a:pt x="12" y="15"/>
                      <a:pt x="12" y="15"/>
                      <a:pt x="12" y="15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7"/>
                      <a:pt x="10" y="4"/>
                      <a:pt x="12" y="2"/>
                    </a:cubicBezTo>
                    <a:moveTo>
                      <a:pt x="9" y="12"/>
                    </a:moveTo>
                    <a:cubicBezTo>
                      <a:pt x="9" y="11"/>
                      <a:pt x="9" y="11"/>
                      <a:pt x="9" y="11"/>
                    </a:cubicBezTo>
                    <a:cubicBezTo>
                      <a:pt x="9" y="13"/>
                      <a:pt x="11" y="16"/>
                      <a:pt x="12" y="17"/>
                    </a:cubicBezTo>
                    <a:cubicBezTo>
                      <a:pt x="11" y="18"/>
                      <a:pt x="11" y="18"/>
                      <a:pt x="11" y="18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0" y="20"/>
                      <a:pt x="9" y="16"/>
                      <a:pt x="9" y="12"/>
                    </a:cubicBezTo>
                    <a:close/>
                    <a:moveTo>
                      <a:pt x="22" y="44"/>
                    </a:moveTo>
                    <a:cubicBezTo>
                      <a:pt x="22" y="41"/>
                      <a:pt x="22" y="41"/>
                      <a:pt x="22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5" y="42"/>
                      <a:pt x="24" y="43"/>
                      <a:pt x="22" y="44"/>
                    </a:cubicBezTo>
                    <a:moveTo>
                      <a:pt x="22" y="44"/>
                    </a:moveTo>
                    <a:cubicBezTo>
                      <a:pt x="19" y="48"/>
                      <a:pt x="19" y="48"/>
                      <a:pt x="19" y="48"/>
                    </a:cubicBezTo>
                    <a:cubicBezTo>
                      <a:pt x="20" y="47"/>
                      <a:pt x="20" y="47"/>
                      <a:pt x="20" y="47"/>
                    </a:cubicBezTo>
                    <a:cubicBezTo>
                      <a:pt x="20" y="46"/>
                      <a:pt x="20" y="45"/>
                      <a:pt x="20" y="44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21" y="44"/>
                      <a:pt x="21" y="44"/>
                      <a:pt x="21" y="44"/>
                    </a:cubicBezTo>
                    <a:lnTo>
                      <a:pt x="22" y="44"/>
                    </a:lnTo>
                    <a:close/>
                    <a:moveTo>
                      <a:pt x="21" y="44"/>
                    </a:move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22" y="41"/>
                      <a:pt x="22" y="41"/>
                      <a:pt x="22" y="41"/>
                    </a:cubicBezTo>
                    <a:lnTo>
                      <a:pt x="21" y="44"/>
                    </a:lnTo>
                    <a:close/>
                    <a:moveTo>
                      <a:pt x="20" y="44"/>
                    </a:moveTo>
                    <a:cubicBezTo>
                      <a:pt x="20" y="44"/>
                      <a:pt x="20" y="44"/>
                      <a:pt x="20" y="44"/>
                    </a:cubicBezTo>
                    <a:cubicBezTo>
                      <a:pt x="20" y="44"/>
                      <a:pt x="18" y="45"/>
                      <a:pt x="16" y="45"/>
                    </a:cubicBezTo>
                    <a:cubicBezTo>
                      <a:pt x="18" y="45"/>
                      <a:pt x="18" y="43"/>
                      <a:pt x="18" y="42"/>
                    </a:cubicBezTo>
                    <a:cubicBezTo>
                      <a:pt x="20" y="42"/>
                      <a:pt x="20" y="42"/>
                      <a:pt x="20" y="42"/>
                    </a:cubicBezTo>
                    <a:lnTo>
                      <a:pt x="20" y="44"/>
                    </a:lnTo>
                    <a:close/>
                    <a:moveTo>
                      <a:pt x="11" y="34"/>
                    </a:move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lose/>
                    <a:moveTo>
                      <a:pt x="11" y="38"/>
                    </a:moveTo>
                    <a:cubicBezTo>
                      <a:pt x="12" y="39"/>
                      <a:pt x="13" y="39"/>
                      <a:pt x="14" y="39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1"/>
                      <a:pt x="11" y="39"/>
                      <a:pt x="11" y="38"/>
                    </a:cubicBezTo>
                    <a:moveTo>
                      <a:pt x="14" y="40"/>
                    </a:moveTo>
                    <a:cubicBezTo>
                      <a:pt x="15" y="41"/>
                      <a:pt x="15" y="42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6" y="42"/>
                      <a:pt x="17" y="42"/>
                      <a:pt x="18" y="42"/>
                    </a:cubicBezTo>
                    <a:cubicBezTo>
                      <a:pt x="18" y="43"/>
                      <a:pt x="17" y="45"/>
                      <a:pt x="15" y="45"/>
                    </a:cubicBezTo>
                    <a:cubicBezTo>
                      <a:pt x="15" y="45"/>
                      <a:pt x="15" y="43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3" y="43"/>
                      <a:pt x="13" y="43"/>
                      <a:pt x="13" y="43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3" y="42"/>
                      <a:pt x="14" y="40"/>
                      <a:pt x="14" y="40"/>
                    </a:cubicBezTo>
                    <a:moveTo>
                      <a:pt x="12" y="44"/>
                    </a:moveTo>
                    <a:cubicBezTo>
                      <a:pt x="12" y="43"/>
                      <a:pt x="12" y="43"/>
                      <a:pt x="12" y="43"/>
                    </a:cubicBezTo>
                    <a:cubicBezTo>
                      <a:pt x="13" y="43"/>
                      <a:pt x="13" y="43"/>
                      <a:pt x="13" y="43"/>
                    </a:cubicBezTo>
                    <a:cubicBezTo>
                      <a:pt x="14" y="43"/>
                      <a:pt x="14" y="43"/>
                      <a:pt x="14" y="43"/>
                    </a:cubicBezTo>
                    <a:cubicBezTo>
                      <a:pt x="14" y="44"/>
                      <a:pt x="14" y="45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5" y="46"/>
                      <a:pt x="15" y="46"/>
                      <a:pt x="15" y="46"/>
                    </a:cubicBezTo>
                    <a:cubicBezTo>
                      <a:pt x="16" y="46"/>
                      <a:pt x="16" y="46"/>
                      <a:pt x="16" y="46"/>
                    </a:cubicBezTo>
                    <a:cubicBezTo>
                      <a:pt x="16" y="47"/>
                      <a:pt x="16" y="47"/>
                      <a:pt x="16" y="47"/>
                    </a:cubicBezTo>
                    <a:cubicBezTo>
                      <a:pt x="16" y="48"/>
                      <a:pt x="16" y="48"/>
                      <a:pt x="15" y="50"/>
                    </a:cubicBezTo>
                    <a:cubicBezTo>
                      <a:pt x="15" y="52"/>
                      <a:pt x="12" y="54"/>
                      <a:pt x="11" y="55"/>
                    </a:cubicBezTo>
                    <a:cubicBezTo>
                      <a:pt x="9" y="57"/>
                      <a:pt x="9" y="58"/>
                      <a:pt x="8" y="60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5" y="61"/>
                      <a:pt x="5" y="59"/>
                      <a:pt x="5" y="59"/>
                    </a:cubicBezTo>
                    <a:cubicBezTo>
                      <a:pt x="5" y="58"/>
                      <a:pt x="5" y="58"/>
                      <a:pt x="5" y="58"/>
                    </a:cubicBezTo>
                    <a:cubicBezTo>
                      <a:pt x="5" y="54"/>
                      <a:pt x="10" y="52"/>
                      <a:pt x="12" y="44"/>
                    </a:cubicBezTo>
                    <a:moveTo>
                      <a:pt x="18" y="42"/>
                    </a:moveTo>
                    <a:cubicBezTo>
                      <a:pt x="16" y="42"/>
                      <a:pt x="16" y="42"/>
                      <a:pt x="16" y="42"/>
                    </a:cubicBezTo>
                    <a:cubicBezTo>
                      <a:pt x="17" y="41"/>
                      <a:pt x="18" y="40"/>
                      <a:pt x="18" y="39"/>
                    </a:cubicBezTo>
                    <a:cubicBezTo>
                      <a:pt x="18" y="40"/>
                      <a:pt x="18" y="40"/>
                      <a:pt x="18" y="40"/>
                    </a:cubicBezTo>
                    <a:cubicBezTo>
                      <a:pt x="19" y="42"/>
                      <a:pt x="19" y="42"/>
                      <a:pt x="19" y="42"/>
                    </a:cubicBezTo>
                    <a:lnTo>
                      <a:pt x="18" y="42"/>
                    </a:lnTo>
                    <a:close/>
                    <a:moveTo>
                      <a:pt x="15" y="41"/>
                    </a:move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3" y="39"/>
                      <a:pt x="12" y="38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5" y="38"/>
                      <a:pt x="16" y="38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39"/>
                      <a:pt x="17" y="41"/>
                      <a:pt x="15" y="41"/>
                    </a:cubicBezTo>
                    <a:moveTo>
                      <a:pt x="14" y="35"/>
                    </a:moveTo>
                    <a:cubicBezTo>
                      <a:pt x="14" y="35"/>
                      <a:pt x="14" y="35"/>
                      <a:pt x="14" y="35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2" y="37"/>
                      <a:pt x="11" y="38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5"/>
                      <a:pt x="12" y="35"/>
                      <a:pt x="12" y="35"/>
                    </a:cubicBezTo>
                    <a:cubicBezTo>
                      <a:pt x="12" y="35"/>
                      <a:pt x="12" y="35"/>
                      <a:pt x="12" y="35"/>
                    </a:cubicBezTo>
                    <a:cubicBezTo>
                      <a:pt x="13" y="35"/>
                      <a:pt x="13" y="35"/>
                      <a:pt x="13" y="35"/>
                    </a:cubicBezTo>
                    <a:cubicBezTo>
                      <a:pt x="14" y="35"/>
                      <a:pt x="14" y="35"/>
                      <a:pt x="14" y="35"/>
                    </a:cubicBezTo>
                    <a:close/>
                    <a:moveTo>
                      <a:pt x="9" y="34"/>
                    </a:moveTo>
                    <a:cubicBezTo>
                      <a:pt x="9" y="32"/>
                      <a:pt x="9" y="32"/>
                      <a:pt x="9" y="32"/>
                    </a:cubicBezTo>
                    <a:cubicBezTo>
                      <a:pt x="10" y="31"/>
                      <a:pt x="10" y="31"/>
                      <a:pt x="10" y="31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29"/>
                      <a:pt x="10" y="30"/>
                      <a:pt x="10" y="30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2" y="32"/>
                      <a:pt x="12" y="32"/>
                      <a:pt x="12" y="32"/>
                    </a:cubicBezTo>
                    <a:lnTo>
                      <a:pt x="9" y="34"/>
                    </a:lnTo>
                    <a:close/>
                    <a:moveTo>
                      <a:pt x="10" y="27"/>
                    </a:moveTo>
                    <a:cubicBezTo>
                      <a:pt x="10" y="27"/>
                      <a:pt x="8" y="27"/>
                      <a:pt x="7" y="28"/>
                    </a:cubicBezTo>
                    <a:cubicBezTo>
                      <a:pt x="8" y="27"/>
                      <a:pt x="8" y="27"/>
                      <a:pt x="8" y="27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10" y="27"/>
                      <a:pt x="10" y="27"/>
                      <a:pt x="10" y="27"/>
                    </a:cubicBezTo>
                    <a:close/>
                    <a:moveTo>
                      <a:pt x="9" y="25"/>
                    </a:move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8" y="25"/>
                      <a:pt x="7" y="24"/>
                      <a:pt x="7" y="23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9" y="25"/>
                      <a:pt x="9" y="25"/>
                      <a:pt x="9" y="25"/>
                    </a:cubicBezTo>
                    <a:close/>
                    <a:moveTo>
                      <a:pt x="10" y="23"/>
                    </a:moveTo>
                    <a:cubicBezTo>
                      <a:pt x="10" y="22"/>
                      <a:pt x="9" y="22"/>
                      <a:pt x="8" y="22"/>
                    </a:cubicBezTo>
                    <a:cubicBezTo>
                      <a:pt x="10" y="21"/>
                      <a:pt x="10" y="21"/>
                      <a:pt x="10" y="21"/>
                    </a:cubicBezTo>
                    <a:cubicBezTo>
                      <a:pt x="10" y="21"/>
                      <a:pt x="10" y="21"/>
                      <a:pt x="10" y="21"/>
                    </a:cubicBezTo>
                    <a:lnTo>
                      <a:pt x="10" y="23"/>
                    </a:lnTo>
                    <a:close/>
                    <a:moveTo>
                      <a:pt x="3" y="3"/>
                    </a:moveTo>
                    <a:cubicBezTo>
                      <a:pt x="4" y="5"/>
                      <a:pt x="7" y="10"/>
                      <a:pt x="8" y="12"/>
                    </a:cubicBezTo>
                    <a:cubicBezTo>
                      <a:pt x="8" y="13"/>
                      <a:pt x="8" y="14"/>
                      <a:pt x="8" y="15"/>
                    </a:cubicBezTo>
                    <a:cubicBezTo>
                      <a:pt x="7" y="13"/>
                      <a:pt x="3" y="7"/>
                      <a:pt x="3" y="3"/>
                    </a:cubicBezTo>
                    <a:close/>
                    <a:moveTo>
                      <a:pt x="2" y="2"/>
                    </a:moveTo>
                    <a:cubicBezTo>
                      <a:pt x="3" y="3"/>
                      <a:pt x="3" y="3"/>
                      <a:pt x="3" y="3"/>
                    </a:cubicBezTo>
                    <a:cubicBezTo>
                      <a:pt x="2" y="2"/>
                      <a:pt x="2" y="2"/>
                      <a:pt x="2" y="2"/>
                    </a:cubicBezTo>
                    <a:close/>
                    <a:moveTo>
                      <a:pt x="2" y="5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9"/>
                      <a:pt x="9" y="16"/>
                      <a:pt x="9" y="16"/>
                    </a:cubicBezTo>
                    <a:cubicBezTo>
                      <a:pt x="9" y="17"/>
                      <a:pt x="9" y="19"/>
                      <a:pt x="10" y="20"/>
                    </a:cubicBezTo>
                    <a:cubicBezTo>
                      <a:pt x="9" y="19"/>
                      <a:pt x="8" y="18"/>
                      <a:pt x="7" y="16"/>
                    </a:cubicBezTo>
                    <a:cubicBezTo>
                      <a:pt x="6" y="16"/>
                      <a:pt x="6" y="16"/>
                      <a:pt x="6" y="16"/>
                    </a:cubicBezTo>
                    <a:cubicBezTo>
                      <a:pt x="6" y="16"/>
                      <a:pt x="2" y="10"/>
                      <a:pt x="2" y="5"/>
                    </a:cubicBezTo>
                    <a:moveTo>
                      <a:pt x="6" y="16"/>
                    </a:moveTo>
                    <a:cubicBezTo>
                      <a:pt x="7" y="18"/>
                      <a:pt x="9" y="20"/>
                      <a:pt x="10" y="20"/>
                    </a:cubicBezTo>
                    <a:cubicBezTo>
                      <a:pt x="9" y="21"/>
                      <a:pt x="9" y="21"/>
                      <a:pt x="9" y="21"/>
                    </a:cubicBezTo>
                    <a:cubicBezTo>
                      <a:pt x="8" y="21"/>
                      <a:pt x="7" y="19"/>
                      <a:pt x="6" y="18"/>
                    </a:cubicBezTo>
                    <a:cubicBezTo>
                      <a:pt x="4" y="17"/>
                      <a:pt x="3" y="15"/>
                      <a:pt x="2" y="13"/>
                    </a:cubicBezTo>
                    <a:cubicBezTo>
                      <a:pt x="3" y="14"/>
                      <a:pt x="5" y="16"/>
                      <a:pt x="6" y="16"/>
                    </a:cubicBezTo>
                    <a:moveTo>
                      <a:pt x="6" y="22"/>
                    </a:moveTo>
                    <a:cubicBezTo>
                      <a:pt x="6" y="22"/>
                      <a:pt x="6" y="22"/>
                      <a:pt x="6" y="22"/>
                    </a:cubicBezTo>
                    <a:cubicBezTo>
                      <a:pt x="6" y="22"/>
                      <a:pt x="1" y="18"/>
                      <a:pt x="1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3" y="17"/>
                      <a:pt x="7" y="20"/>
                      <a:pt x="8" y="2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4"/>
                      <a:pt x="8" y="25"/>
                      <a:pt x="8" y="25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5"/>
                      <a:pt x="6" y="25"/>
                      <a:pt x="5" y="24"/>
                    </a:cubicBezTo>
                    <a:cubicBezTo>
                      <a:pt x="4" y="23"/>
                      <a:pt x="3" y="22"/>
                      <a:pt x="2" y="21"/>
                    </a:cubicBezTo>
                    <a:cubicBezTo>
                      <a:pt x="3" y="21"/>
                      <a:pt x="5" y="21"/>
                      <a:pt x="6" y="22"/>
                    </a:cubicBezTo>
                    <a:moveTo>
                      <a:pt x="4" y="26"/>
                    </a:moveTo>
                    <a:cubicBezTo>
                      <a:pt x="3" y="25"/>
                      <a:pt x="2" y="23"/>
                      <a:pt x="2" y="22"/>
                    </a:cubicBezTo>
                    <a:cubicBezTo>
                      <a:pt x="3" y="24"/>
                      <a:pt x="7" y="26"/>
                      <a:pt x="8" y="26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8"/>
                      <a:pt x="5" y="27"/>
                      <a:pt x="4" y="26"/>
                    </a:cubicBezTo>
                    <a:moveTo>
                      <a:pt x="4" y="29"/>
                    </a:moveTo>
                    <a:cubicBezTo>
                      <a:pt x="4" y="29"/>
                      <a:pt x="5" y="28"/>
                      <a:pt x="6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7" y="29"/>
                      <a:pt x="7" y="29"/>
                      <a:pt x="7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5" y="30"/>
                      <a:pt x="4" y="29"/>
                      <a:pt x="4" y="29"/>
                    </a:cubicBezTo>
                    <a:close/>
                    <a:moveTo>
                      <a:pt x="4" y="30"/>
                    </a:moveTo>
                    <a:cubicBezTo>
                      <a:pt x="5" y="31"/>
                      <a:pt x="8" y="31"/>
                      <a:pt x="9" y="31"/>
                    </a:cubicBezTo>
                    <a:cubicBezTo>
                      <a:pt x="9" y="32"/>
                      <a:pt x="9" y="32"/>
                      <a:pt x="9" y="32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7" y="33"/>
                      <a:pt x="7" y="33"/>
                      <a:pt x="7" y="33"/>
                    </a:cubicBezTo>
                    <a:cubicBezTo>
                      <a:pt x="6" y="33"/>
                      <a:pt x="5" y="32"/>
                      <a:pt x="4" y="30"/>
                    </a:cubicBezTo>
                    <a:moveTo>
                      <a:pt x="6" y="35"/>
                    </a:moveTo>
                    <a:cubicBezTo>
                      <a:pt x="5" y="35"/>
                      <a:pt x="5" y="35"/>
                      <a:pt x="5" y="35"/>
                    </a:cubicBezTo>
                    <a:cubicBezTo>
                      <a:pt x="5" y="35"/>
                      <a:pt x="5" y="35"/>
                      <a:pt x="5" y="35"/>
                    </a:cubicBezTo>
                    <a:cubicBezTo>
                      <a:pt x="5" y="35"/>
                      <a:pt x="5" y="35"/>
                      <a:pt x="5" y="35"/>
                    </a:cubicBezTo>
                    <a:cubicBezTo>
                      <a:pt x="4" y="35"/>
                      <a:pt x="2" y="36"/>
                      <a:pt x="2" y="38"/>
                    </a:cubicBezTo>
                    <a:cubicBezTo>
                      <a:pt x="2" y="38"/>
                      <a:pt x="2" y="38"/>
                      <a:pt x="2" y="38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6" y="40"/>
                      <a:pt x="6" y="42"/>
                    </a:cubicBezTo>
                    <a:cubicBezTo>
                      <a:pt x="6" y="43"/>
                      <a:pt x="6" y="43"/>
                      <a:pt x="6" y="43"/>
                    </a:cubicBezTo>
                    <a:cubicBezTo>
                      <a:pt x="5" y="45"/>
                      <a:pt x="3" y="46"/>
                      <a:pt x="3" y="48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3" y="49"/>
                      <a:pt x="3" y="50"/>
                      <a:pt x="4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3" y="51"/>
                      <a:pt x="3" y="51"/>
                      <a:pt x="3" y="51"/>
                    </a:cubicBezTo>
                    <a:cubicBezTo>
                      <a:pt x="3" y="51"/>
                      <a:pt x="3" y="50"/>
                      <a:pt x="3" y="49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3" y="46"/>
                      <a:pt x="3" y="46"/>
                      <a:pt x="3" y="46"/>
                    </a:cubicBezTo>
                    <a:cubicBezTo>
                      <a:pt x="3" y="45"/>
                      <a:pt x="4" y="44"/>
                      <a:pt x="5" y="43"/>
                    </a:cubicBezTo>
                    <a:cubicBezTo>
                      <a:pt x="5" y="42"/>
                      <a:pt x="5" y="42"/>
                      <a:pt x="5" y="42"/>
                    </a:cubicBezTo>
                    <a:cubicBezTo>
                      <a:pt x="5" y="41"/>
                      <a:pt x="3" y="40"/>
                      <a:pt x="3" y="40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4" y="41"/>
                      <a:pt x="4" y="42"/>
                    </a:cubicBezTo>
                    <a:cubicBezTo>
                      <a:pt x="4" y="43"/>
                      <a:pt x="4" y="43"/>
                      <a:pt x="4" y="43"/>
                    </a:cubicBezTo>
                    <a:cubicBezTo>
                      <a:pt x="4" y="44"/>
                      <a:pt x="3" y="45"/>
                      <a:pt x="2" y="46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2" y="49"/>
                      <a:pt x="2" y="49"/>
                      <a:pt x="2" y="48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2" y="47"/>
                      <a:pt x="3" y="43"/>
                      <a:pt x="3" y="43"/>
                    </a:cubicBezTo>
                    <a:cubicBezTo>
                      <a:pt x="3" y="42"/>
                      <a:pt x="3" y="42"/>
                      <a:pt x="3" y="42"/>
                    </a:cubicBezTo>
                    <a:cubicBezTo>
                      <a:pt x="3" y="41"/>
                      <a:pt x="2" y="40"/>
                      <a:pt x="2" y="40"/>
                    </a:cubicBezTo>
                    <a:cubicBezTo>
                      <a:pt x="1" y="41"/>
                      <a:pt x="1" y="41"/>
                      <a:pt x="1" y="41"/>
                    </a:cubicBezTo>
                    <a:cubicBezTo>
                      <a:pt x="2" y="41"/>
                      <a:pt x="2" y="41"/>
                      <a:pt x="2" y="41"/>
                    </a:cubicBezTo>
                    <a:cubicBezTo>
                      <a:pt x="3" y="42"/>
                      <a:pt x="3" y="42"/>
                      <a:pt x="3" y="42"/>
                    </a:cubicBezTo>
                    <a:cubicBezTo>
                      <a:pt x="3" y="43"/>
                      <a:pt x="3" y="43"/>
                      <a:pt x="3" y="43"/>
                    </a:cubicBezTo>
                    <a:cubicBezTo>
                      <a:pt x="2" y="43"/>
                      <a:pt x="1" y="46"/>
                      <a:pt x="1" y="48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3" y="51"/>
                      <a:pt x="3" y="51"/>
                      <a:pt x="3" y="51"/>
                    </a:cubicBezTo>
                    <a:cubicBezTo>
                      <a:pt x="2" y="51"/>
                      <a:pt x="1" y="50"/>
                      <a:pt x="1" y="49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2" y="44"/>
                      <a:pt x="2" y="44"/>
                      <a:pt x="2" y="43"/>
                    </a:cubicBezTo>
                    <a:cubicBezTo>
                      <a:pt x="2" y="43"/>
                      <a:pt x="2" y="43"/>
                      <a:pt x="2" y="43"/>
                    </a:cubicBezTo>
                    <a:cubicBezTo>
                      <a:pt x="2" y="42"/>
                      <a:pt x="1" y="41"/>
                      <a:pt x="1" y="38"/>
                    </a:cubicBezTo>
                    <a:cubicBezTo>
                      <a:pt x="1" y="38"/>
                      <a:pt x="1" y="38"/>
                      <a:pt x="1" y="38"/>
                    </a:cubicBezTo>
                    <a:cubicBezTo>
                      <a:pt x="1" y="35"/>
                      <a:pt x="3" y="34"/>
                      <a:pt x="5" y="34"/>
                    </a:cubicBezTo>
                    <a:cubicBezTo>
                      <a:pt x="6" y="34"/>
                      <a:pt x="6" y="34"/>
                      <a:pt x="6" y="34"/>
                    </a:cubicBezTo>
                    <a:cubicBezTo>
                      <a:pt x="7" y="34"/>
                      <a:pt x="7" y="34"/>
                      <a:pt x="7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7" y="35"/>
                      <a:pt x="7" y="35"/>
                      <a:pt x="7" y="35"/>
                    </a:cubicBezTo>
                    <a:lnTo>
                      <a:pt x="6" y="35"/>
                    </a:lnTo>
                    <a:close/>
                    <a:moveTo>
                      <a:pt x="9" y="34"/>
                    </a:moveTo>
                    <a:cubicBezTo>
                      <a:pt x="9" y="34"/>
                      <a:pt x="9" y="34"/>
                      <a:pt x="9" y="34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9" y="35"/>
                      <a:pt x="9" y="35"/>
                      <a:pt x="9" y="35"/>
                    </a:cubicBezTo>
                    <a:cubicBezTo>
                      <a:pt x="10" y="35"/>
                      <a:pt x="10" y="35"/>
                      <a:pt x="10" y="35"/>
                    </a:cubicBezTo>
                    <a:cubicBezTo>
                      <a:pt x="8" y="37"/>
                      <a:pt x="8" y="37"/>
                      <a:pt x="8" y="37"/>
                    </a:cubicBezTo>
                    <a:lnTo>
                      <a:pt x="9" y="34"/>
                    </a:lnTo>
                    <a:close/>
                    <a:moveTo>
                      <a:pt x="8" y="37"/>
                    </a:moveTo>
                    <a:cubicBezTo>
                      <a:pt x="9" y="37"/>
                      <a:pt x="10" y="36"/>
                      <a:pt x="11" y="35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0" y="38"/>
                      <a:pt x="9" y="37"/>
                      <a:pt x="8" y="37"/>
                    </a:cubicBezTo>
                    <a:moveTo>
                      <a:pt x="27" y="57"/>
                    </a:moveTo>
                    <a:cubicBezTo>
                      <a:pt x="29" y="57"/>
                      <a:pt x="31" y="57"/>
                      <a:pt x="31" y="61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4"/>
                      <a:pt x="30" y="64"/>
                      <a:pt x="30" y="64"/>
                    </a:cubicBezTo>
                    <a:cubicBezTo>
                      <a:pt x="30" y="64"/>
                      <a:pt x="30" y="64"/>
                      <a:pt x="30" y="64"/>
                    </a:cubicBezTo>
                    <a:cubicBezTo>
                      <a:pt x="30" y="65"/>
                      <a:pt x="30" y="65"/>
                      <a:pt x="30" y="65"/>
                    </a:cubicBezTo>
                    <a:cubicBezTo>
                      <a:pt x="29" y="66"/>
                      <a:pt x="27" y="68"/>
                      <a:pt x="25" y="69"/>
                    </a:cubicBezTo>
                    <a:cubicBezTo>
                      <a:pt x="25" y="70"/>
                      <a:pt x="25" y="70"/>
                      <a:pt x="25" y="70"/>
                    </a:cubicBezTo>
                    <a:cubicBezTo>
                      <a:pt x="25" y="71"/>
                      <a:pt x="26" y="72"/>
                      <a:pt x="26" y="73"/>
                    </a:cubicBezTo>
                    <a:cubicBezTo>
                      <a:pt x="27" y="74"/>
                      <a:pt x="28" y="76"/>
                      <a:pt x="29" y="77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80"/>
                      <a:pt x="30" y="80"/>
                      <a:pt x="30" y="80"/>
                    </a:cubicBezTo>
                    <a:cubicBezTo>
                      <a:pt x="30" y="80"/>
                      <a:pt x="30" y="80"/>
                      <a:pt x="30" y="80"/>
                    </a:cubicBezTo>
                    <a:cubicBezTo>
                      <a:pt x="31" y="79"/>
                      <a:pt x="31" y="79"/>
                      <a:pt x="31" y="79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2" y="77"/>
                      <a:pt x="32" y="77"/>
                      <a:pt x="32" y="77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4" y="76"/>
                      <a:pt x="34" y="76"/>
                      <a:pt x="34" y="76"/>
                    </a:cubicBezTo>
                    <a:cubicBezTo>
                      <a:pt x="34" y="76"/>
                      <a:pt x="34" y="76"/>
                      <a:pt x="34" y="76"/>
                    </a:cubicBezTo>
                    <a:cubicBezTo>
                      <a:pt x="35" y="76"/>
                      <a:pt x="35" y="76"/>
                      <a:pt x="35" y="76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2" y="76"/>
                      <a:pt x="32" y="76"/>
                      <a:pt x="32" y="76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2" y="75"/>
                      <a:pt x="32" y="75"/>
                      <a:pt x="32" y="75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5" y="75"/>
                      <a:pt x="35" y="75"/>
                      <a:pt x="35" y="75"/>
                    </a:cubicBezTo>
                    <a:cubicBezTo>
                      <a:pt x="35" y="74"/>
                      <a:pt x="35" y="74"/>
                      <a:pt x="35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4" y="73"/>
                      <a:pt x="34" y="73"/>
                      <a:pt x="34" y="73"/>
                    </a:cubicBezTo>
                    <a:cubicBezTo>
                      <a:pt x="35" y="73"/>
                      <a:pt x="35" y="73"/>
                      <a:pt x="35" y="73"/>
                    </a:cubicBezTo>
                    <a:cubicBezTo>
                      <a:pt x="35" y="75"/>
                      <a:pt x="35" y="75"/>
                      <a:pt x="35" y="75"/>
                    </a:cubicBezTo>
                    <a:cubicBezTo>
                      <a:pt x="34" y="79"/>
                      <a:pt x="34" y="79"/>
                      <a:pt x="34" y="79"/>
                    </a:cubicBezTo>
                    <a:cubicBezTo>
                      <a:pt x="33" y="80"/>
                      <a:pt x="31" y="82"/>
                      <a:pt x="31" y="82"/>
                    </a:cubicBezTo>
                    <a:cubicBezTo>
                      <a:pt x="29" y="82"/>
                      <a:pt x="29" y="82"/>
                      <a:pt x="28" y="81"/>
                    </a:cubicBezTo>
                    <a:cubicBezTo>
                      <a:pt x="28" y="80"/>
                      <a:pt x="27" y="78"/>
                      <a:pt x="27" y="78"/>
                    </a:cubicBezTo>
                    <a:cubicBezTo>
                      <a:pt x="27" y="78"/>
                      <a:pt x="27" y="78"/>
                      <a:pt x="27" y="78"/>
                    </a:cubicBezTo>
                    <a:cubicBezTo>
                      <a:pt x="27" y="78"/>
                      <a:pt x="27" y="78"/>
                      <a:pt x="27" y="78"/>
                    </a:cubicBezTo>
                    <a:cubicBezTo>
                      <a:pt x="26" y="78"/>
                      <a:pt x="26" y="78"/>
                      <a:pt x="26" y="78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4" y="75"/>
                      <a:pt x="23" y="75"/>
                      <a:pt x="22" y="74"/>
                    </a:cubicBezTo>
                    <a:cubicBezTo>
                      <a:pt x="21" y="73"/>
                      <a:pt x="21" y="73"/>
                      <a:pt x="21" y="73"/>
                    </a:cubicBezTo>
                    <a:cubicBezTo>
                      <a:pt x="21" y="72"/>
                      <a:pt x="21" y="72"/>
                      <a:pt x="21" y="72"/>
                    </a:cubicBezTo>
                    <a:cubicBezTo>
                      <a:pt x="21" y="72"/>
                      <a:pt x="21" y="72"/>
                      <a:pt x="21" y="72"/>
                    </a:cubicBezTo>
                    <a:cubicBezTo>
                      <a:pt x="22" y="69"/>
                      <a:pt x="22" y="69"/>
                      <a:pt x="22" y="69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7"/>
                      <a:pt x="22" y="67"/>
                      <a:pt x="22" y="67"/>
                    </a:cubicBezTo>
                    <a:cubicBezTo>
                      <a:pt x="22" y="65"/>
                      <a:pt x="23" y="64"/>
                      <a:pt x="23" y="63"/>
                    </a:cubicBezTo>
                    <a:cubicBezTo>
                      <a:pt x="23" y="62"/>
                      <a:pt x="25" y="62"/>
                      <a:pt x="25" y="62"/>
                    </a:cubicBezTo>
                    <a:cubicBezTo>
                      <a:pt x="25" y="61"/>
                      <a:pt x="25" y="61"/>
                      <a:pt x="25" y="61"/>
                    </a:cubicBezTo>
                    <a:cubicBezTo>
                      <a:pt x="24" y="61"/>
                      <a:pt x="24" y="61"/>
                      <a:pt x="24" y="61"/>
                    </a:cubicBezTo>
                    <a:cubicBezTo>
                      <a:pt x="24" y="62"/>
                      <a:pt x="24" y="62"/>
                      <a:pt x="24" y="62"/>
                    </a:cubicBezTo>
                    <a:cubicBezTo>
                      <a:pt x="23" y="63"/>
                      <a:pt x="23" y="63"/>
                      <a:pt x="23" y="63"/>
                    </a:cubicBezTo>
                    <a:cubicBezTo>
                      <a:pt x="22" y="64"/>
                      <a:pt x="22" y="65"/>
                      <a:pt x="22" y="67"/>
                    </a:cubicBezTo>
                    <a:cubicBezTo>
                      <a:pt x="20" y="68"/>
                      <a:pt x="20" y="68"/>
                      <a:pt x="20" y="68"/>
                    </a:cubicBezTo>
                    <a:cubicBezTo>
                      <a:pt x="19" y="69"/>
                      <a:pt x="19" y="69"/>
                      <a:pt x="19" y="69"/>
                    </a:cubicBezTo>
                    <a:cubicBezTo>
                      <a:pt x="20" y="67"/>
                      <a:pt x="20" y="65"/>
                      <a:pt x="20" y="64"/>
                    </a:cubicBezTo>
                    <a:cubicBezTo>
                      <a:pt x="20" y="64"/>
                      <a:pt x="20" y="64"/>
                      <a:pt x="20" y="64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2"/>
                      <a:pt x="21" y="61"/>
                      <a:pt x="21" y="61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4" y="59"/>
                      <a:pt x="24" y="59"/>
                      <a:pt x="24" y="59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5" y="57"/>
                      <a:pt x="26" y="57"/>
                      <a:pt x="27" y="57"/>
                    </a:cubicBezTo>
                    <a:moveTo>
                      <a:pt x="28" y="52"/>
                    </a:moveTo>
                    <a:cubicBezTo>
                      <a:pt x="28" y="52"/>
                      <a:pt x="28" y="52"/>
                      <a:pt x="28" y="52"/>
                    </a:cubicBezTo>
                    <a:cubicBezTo>
                      <a:pt x="28" y="53"/>
                      <a:pt x="25" y="54"/>
                      <a:pt x="25" y="55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3" y="59"/>
                      <a:pt x="23" y="59"/>
                      <a:pt x="23" y="59"/>
                    </a:cubicBezTo>
                    <a:cubicBezTo>
                      <a:pt x="23" y="59"/>
                      <a:pt x="23" y="59"/>
                      <a:pt x="23" y="59"/>
                    </a:cubicBezTo>
                    <a:cubicBezTo>
                      <a:pt x="21" y="60"/>
                      <a:pt x="21" y="60"/>
                      <a:pt x="21" y="60"/>
                    </a:cubicBezTo>
                    <a:cubicBezTo>
                      <a:pt x="19" y="62"/>
                      <a:pt x="19" y="62"/>
                      <a:pt x="19" y="62"/>
                    </a:cubicBezTo>
                    <a:cubicBezTo>
                      <a:pt x="19" y="61"/>
                      <a:pt x="18" y="60"/>
                      <a:pt x="18" y="60"/>
                    </a:cubicBezTo>
                    <a:cubicBezTo>
                      <a:pt x="18" y="59"/>
                      <a:pt x="18" y="59"/>
                      <a:pt x="18" y="59"/>
                    </a:cubicBezTo>
                    <a:cubicBezTo>
                      <a:pt x="19" y="57"/>
                      <a:pt x="19" y="57"/>
                      <a:pt x="19" y="57"/>
                    </a:cubicBezTo>
                    <a:cubicBezTo>
                      <a:pt x="18" y="57"/>
                      <a:pt x="18" y="57"/>
                      <a:pt x="18" y="57"/>
                    </a:cubicBezTo>
                    <a:cubicBezTo>
                      <a:pt x="18" y="57"/>
                      <a:pt x="18" y="58"/>
                      <a:pt x="18" y="59"/>
                    </a:cubicBezTo>
                    <a:cubicBezTo>
                      <a:pt x="18" y="60"/>
                      <a:pt x="18" y="60"/>
                      <a:pt x="18" y="60"/>
                    </a:cubicBezTo>
                    <a:cubicBezTo>
                      <a:pt x="18" y="60"/>
                      <a:pt x="19" y="61"/>
                      <a:pt x="19" y="62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9" y="66"/>
                      <a:pt x="19" y="68"/>
                      <a:pt x="18" y="70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6" y="74"/>
                      <a:pt x="15" y="77"/>
                      <a:pt x="14" y="78"/>
                    </a:cubicBezTo>
                    <a:cubicBezTo>
                      <a:pt x="12" y="79"/>
                      <a:pt x="12" y="80"/>
                      <a:pt x="12" y="81"/>
                    </a:cubicBezTo>
                    <a:cubicBezTo>
                      <a:pt x="12" y="82"/>
                      <a:pt x="12" y="83"/>
                      <a:pt x="11" y="83"/>
                    </a:cubicBezTo>
                    <a:cubicBezTo>
                      <a:pt x="11" y="85"/>
                      <a:pt x="10" y="85"/>
                      <a:pt x="10" y="86"/>
                    </a:cubicBezTo>
                    <a:cubicBezTo>
                      <a:pt x="10" y="87"/>
                      <a:pt x="10" y="87"/>
                      <a:pt x="10" y="87"/>
                    </a:cubicBezTo>
                    <a:cubicBezTo>
                      <a:pt x="10" y="88"/>
                      <a:pt x="10" y="88"/>
                      <a:pt x="10" y="89"/>
                    </a:cubicBezTo>
                    <a:cubicBezTo>
                      <a:pt x="9" y="90"/>
                      <a:pt x="9" y="91"/>
                      <a:pt x="9" y="92"/>
                    </a:cubicBezTo>
                    <a:cubicBezTo>
                      <a:pt x="9" y="93"/>
                      <a:pt x="9" y="93"/>
                      <a:pt x="9" y="93"/>
                    </a:cubicBezTo>
                    <a:cubicBezTo>
                      <a:pt x="9" y="94"/>
                      <a:pt x="9" y="96"/>
                      <a:pt x="11" y="96"/>
                    </a:cubicBezTo>
                    <a:cubicBezTo>
                      <a:pt x="11" y="96"/>
                      <a:pt x="11" y="96"/>
                      <a:pt x="11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4" y="97"/>
                      <a:pt x="14" y="97"/>
                      <a:pt x="14" y="97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7"/>
                      <a:pt x="15" y="97"/>
                      <a:pt x="15" y="97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4" y="96"/>
                      <a:pt x="14" y="96"/>
                      <a:pt x="14" y="96"/>
                    </a:cubicBezTo>
                    <a:cubicBezTo>
                      <a:pt x="15" y="96"/>
                      <a:pt x="15" y="96"/>
                      <a:pt x="15" y="96"/>
                    </a:cubicBezTo>
                    <a:cubicBezTo>
                      <a:pt x="16" y="96"/>
                      <a:pt x="16" y="96"/>
                      <a:pt x="16" y="96"/>
                    </a:cubicBezTo>
                    <a:cubicBezTo>
                      <a:pt x="17" y="97"/>
                      <a:pt x="17" y="97"/>
                      <a:pt x="17" y="97"/>
                    </a:cubicBezTo>
                    <a:cubicBezTo>
                      <a:pt x="17" y="97"/>
                      <a:pt x="17" y="97"/>
                      <a:pt x="17" y="97"/>
                    </a:cubicBezTo>
                    <a:cubicBezTo>
                      <a:pt x="17" y="96"/>
                      <a:pt x="17" y="96"/>
                      <a:pt x="17" y="96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7" y="98"/>
                      <a:pt x="17" y="98"/>
                      <a:pt x="17" y="98"/>
                    </a:cubicBezTo>
                    <a:cubicBezTo>
                      <a:pt x="16" y="99"/>
                      <a:pt x="14" y="99"/>
                      <a:pt x="13" y="100"/>
                    </a:cubicBezTo>
                    <a:cubicBezTo>
                      <a:pt x="12" y="100"/>
                      <a:pt x="11" y="100"/>
                      <a:pt x="10" y="100"/>
                    </a:cubicBezTo>
                    <a:cubicBezTo>
                      <a:pt x="9" y="100"/>
                      <a:pt x="9" y="100"/>
                      <a:pt x="9" y="100"/>
                    </a:cubicBezTo>
                    <a:cubicBezTo>
                      <a:pt x="7" y="98"/>
                      <a:pt x="7" y="98"/>
                      <a:pt x="7" y="98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6" y="93"/>
                      <a:pt x="6" y="93"/>
                      <a:pt x="6" y="93"/>
                    </a:cubicBezTo>
                    <a:cubicBezTo>
                      <a:pt x="7" y="88"/>
                      <a:pt x="7" y="88"/>
                      <a:pt x="7" y="88"/>
                    </a:cubicBezTo>
                    <a:cubicBezTo>
                      <a:pt x="7" y="88"/>
                      <a:pt x="7" y="87"/>
                      <a:pt x="7" y="86"/>
                    </a:cubicBezTo>
                    <a:cubicBezTo>
                      <a:pt x="7" y="84"/>
                      <a:pt x="7" y="83"/>
                      <a:pt x="7" y="82"/>
                    </a:cubicBezTo>
                    <a:cubicBezTo>
                      <a:pt x="8" y="79"/>
                      <a:pt x="8" y="79"/>
                      <a:pt x="8" y="79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8"/>
                      <a:pt x="9" y="78"/>
                      <a:pt x="9" y="78"/>
                    </a:cubicBezTo>
                    <a:cubicBezTo>
                      <a:pt x="10" y="77"/>
                      <a:pt x="10" y="77"/>
                      <a:pt x="10" y="77"/>
                    </a:cubicBezTo>
                    <a:cubicBezTo>
                      <a:pt x="11" y="75"/>
                      <a:pt x="11" y="75"/>
                      <a:pt x="11" y="75"/>
                    </a:cubicBezTo>
                    <a:cubicBezTo>
                      <a:pt x="11" y="75"/>
                      <a:pt x="11" y="75"/>
                      <a:pt x="11" y="75"/>
                    </a:cubicBezTo>
                    <a:cubicBezTo>
                      <a:pt x="11" y="74"/>
                      <a:pt x="10" y="73"/>
                      <a:pt x="9" y="72"/>
                    </a:cubicBezTo>
                    <a:cubicBezTo>
                      <a:pt x="9" y="70"/>
                      <a:pt x="8" y="67"/>
                      <a:pt x="7" y="66"/>
                    </a:cubicBezTo>
                    <a:cubicBezTo>
                      <a:pt x="7" y="66"/>
                      <a:pt x="7" y="66"/>
                      <a:pt x="7" y="66"/>
                    </a:cubicBezTo>
                    <a:cubicBezTo>
                      <a:pt x="7" y="65"/>
                      <a:pt x="9" y="62"/>
                      <a:pt x="9" y="62"/>
                    </a:cubicBezTo>
                    <a:cubicBezTo>
                      <a:pt x="8" y="62"/>
                      <a:pt x="8" y="62"/>
                      <a:pt x="8" y="62"/>
                    </a:cubicBezTo>
                    <a:cubicBezTo>
                      <a:pt x="8" y="62"/>
                      <a:pt x="7" y="64"/>
                      <a:pt x="7" y="66"/>
                    </a:cubicBezTo>
                    <a:cubicBezTo>
                      <a:pt x="7" y="66"/>
                      <a:pt x="7" y="66"/>
                      <a:pt x="7" y="66"/>
                    </a:cubicBezTo>
                    <a:cubicBezTo>
                      <a:pt x="7" y="67"/>
                      <a:pt x="8" y="71"/>
                      <a:pt x="9" y="72"/>
                    </a:cubicBezTo>
                    <a:cubicBezTo>
                      <a:pt x="10" y="73"/>
                      <a:pt x="10" y="75"/>
                      <a:pt x="10" y="75"/>
                    </a:cubicBezTo>
                    <a:cubicBezTo>
                      <a:pt x="10" y="75"/>
                      <a:pt x="10" y="75"/>
                      <a:pt x="10" y="75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8" y="76"/>
                      <a:pt x="8" y="76"/>
                      <a:pt x="8" y="76"/>
                    </a:cubicBezTo>
                    <a:cubicBezTo>
                      <a:pt x="8" y="76"/>
                      <a:pt x="8" y="76"/>
                      <a:pt x="8" y="76"/>
                    </a:cubicBezTo>
                    <a:cubicBezTo>
                      <a:pt x="9" y="75"/>
                      <a:pt x="9" y="75"/>
                      <a:pt x="9" y="75"/>
                    </a:cubicBezTo>
                    <a:cubicBezTo>
                      <a:pt x="10" y="74"/>
                      <a:pt x="10" y="74"/>
                      <a:pt x="10" y="74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8" y="73"/>
                      <a:pt x="8" y="73"/>
                      <a:pt x="8" y="73"/>
                    </a:cubicBezTo>
                    <a:cubicBezTo>
                      <a:pt x="8" y="72"/>
                      <a:pt x="8" y="72"/>
                      <a:pt x="8" y="72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6" y="71"/>
                      <a:pt x="6" y="71"/>
                      <a:pt x="6" y="71"/>
                    </a:cubicBezTo>
                    <a:cubicBezTo>
                      <a:pt x="6" y="70"/>
                      <a:pt x="6" y="70"/>
                      <a:pt x="6" y="70"/>
                    </a:cubicBezTo>
                    <a:cubicBezTo>
                      <a:pt x="7" y="69"/>
                      <a:pt x="7" y="69"/>
                      <a:pt x="7" y="69"/>
                    </a:cubicBezTo>
                    <a:cubicBezTo>
                      <a:pt x="5" y="70"/>
                      <a:pt x="5" y="70"/>
                      <a:pt x="5" y="70"/>
                    </a:cubicBezTo>
                    <a:cubicBezTo>
                      <a:pt x="6" y="68"/>
                      <a:pt x="6" y="68"/>
                      <a:pt x="6" y="68"/>
                    </a:cubicBezTo>
                    <a:cubicBezTo>
                      <a:pt x="6" y="68"/>
                      <a:pt x="6" y="68"/>
                      <a:pt x="6" y="68"/>
                    </a:cubicBezTo>
                    <a:cubicBezTo>
                      <a:pt x="5" y="68"/>
                      <a:pt x="5" y="68"/>
                      <a:pt x="5" y="68"/>
                    </a:cubicBezTo>
                    <a:cubicBezTo>
                      <a:pt x="6" y="66"/>
                      <a:pt x="6" y="66"/>
                      <a:pt x="6" y="66"/>
                    </a:cubicBezTo>
                    <a:cubicBezTo>
                      <a:pt x="6" y="66"/>
                      <a:pt x="6" y="66"/>
                      <a:pt x="6" y="66"/>
                    </a:cubicBezTo>
                    <a:cubicBezTo>
                      <a:pt x="6" y="65"/>
                      <a:pt x="6" y="65"/>
                      <a:pt x="6" y="65"/>
                    </a:cubicBezTo>
                    <a:cubicBezTo>
                      <a:pt x="6" y="65"/>
                      <a:pt x="2" y="62"/>
                      <a:pt x="2" y="59"/>
                    </a:cubicBezTo>
                    <a:cubicBezTo>
                      <a:pt x="2" y="55"/>
                      <a:pt x="9" y="48"/>
                      <a:pt x="9" y="41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0"/>
                      <a:pt x="9" y="39"/>
                      <a:pt x="9" y="38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0" y="40"/>
                      <a:pt x="10" y="42"/>
                      <a:pt x="10" y="42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1" y="43"/>
                      <a:pt x="11" y="43"/>
                      <a:pt x="11" y="43"/>
                    </a:cubicBezTo>
                    <a:cubicBezTo>
                      <a:pt x="11" y="44"/>
                      <a:pt x="11" y="44"/>
                      <a:pt x="11" y="44"/>
                    </a:cubicBezTo>
                    <a:cubicBezTo>
                      <a:pt x="9" y="51"/>
                      <a:pt x="4" y="53"/>
                      <a:pt x="4" y="58"/>
                    </a:cubicBezTo>
                    <a:cubicBezTo>
                      <a:pt x="4" y="59"/>
                      <a:pt x="4" y="59"/>
                      <a:pt x="4" y="59"/>
                    </a:cubicBezTo>
                    <a:cubicBezTo>
                      <a:pt x="4" y="59"/>
                      <a:pt x="5" y="62"/>
                      <a:pt x="6" y="62"/>
                    </a:cubicBezTo>
                    <a:cubicBezTo>
                      <a:pt x="7" y="62"/>
                      <a:pt x="7" y="62"/>
                      <a:pt x="7" y="62"/>
                    </a:cubicBezTo>
                    <a:cubicBezTo>
                      <a:pt x="7" y="62"/>
                      <a:pt x="7" y="62"/>
                      <a:pt x="7" y="62"/>
                    </a:cubicBezTo>
                    <a:cubicBezTo>
                      <a:pt x="8" y="61"/>
                      <a:pt x="8" y="61"/>
                      <a:pt x="8" y="61"/>
                    </a:cubicBezTo>
                    <a:cubicBezTo>
                      <a:pt x="9" y="60"/>
                      <a:pt x="9" y="60"/>
                      <a:pt x="9" y="60"/>
                    </a:cubicBezTo>
                    <a:cubicBezTo>
                      <a:pt x="9" y="58"/>
                      <a:pt x="10" y="57"/>
                      <a:pt x="11" y="56"/>
                    </a:cubicBezTo>
                    <a:cubicBezTo>
                      <a:pt x="13" y="54"/>
                      <a:pt x="15" y="52"/>
                      <a:pt x="16" y="50"/>
                    </a:cubicBezTo>
                    <a:cubicBezTo>
                      <a:pt x="17" y="49"/>
                      <a:pt x="17" y="48"/>
                      <a:pt x="17" y="47"/>
                    </a:cubicBezTo>
                    <a:cubicBezTo>
                      <a:pt x="17" y="46"/>
                      <a:pt x="17" y="46"/>
                      <a:pt x="17" y="46"/>
                    </a:cubicBezTo>
                    <a:cubicBezTo>
                      <a:pt x="18" y="46"/>
                      <a:pt x="19" y="45"/>
                      <a:pt x="19" y="45"/>
                    </a:cubicBezTo>
                    <a:cubicBezTo>
                      <a:pt x="19" y="47"/>
                      <a:pt x="19" y="49"/>
                      <a:pt x="19" y="49"/>
                    </a:cubicBezTo>
                    <a:cubicBezTo>
                      <a:pt x="19" y="49"/>
                      <a:pt x="19" y="49"/>
                      <a:pt x="19" y="49"/>
                    </a:cubicBezTo>
                    <a:cubicBezTo>
                      <a:pt x="19" y="49"/>
                      <a:pt x="19" y="49"/>
                      <a:pt x="19" y="49"/>
                    </a:cubicBezTo>
                    <a:cubicBezTo>
                      <a:pt x="22" y="49"/>
                      <a:pt x="24" y="46"/>
                      <a:pt x="25" y="46"/>
                    </a:cubicBezTo>
                    <a:cubicBezTo>
                      <a:pt x="25" y="46"/>
                      <a:pt x="25" y="46"/>
                      <a:pt x="25" y="46"/>
                    </a:cubicBezTo>
                    <a:cubicBezTo>
                      <a:pt x="27" y="49"/>
                      <a:pt x="27" y="49"/>
                      <a:pt x="27" y="49"/>
                    </a:cubicBezTo>
                    <a:cubicBezTo>
                      <a:pt x="28" y="51"/>
                      <a:pt x="28" y="51"/>
                      <a:pt x="28" y="51"/>
                    </a:cubicBezTo>
                    <a:cubicBezTo>
                      <a:pt x="28" y="51"/>
                      <a:pt x="28" y="51"/>
                      <a:pt x="28" y="51"/>
                    </a:cubicBezTo>
                    <a:cubicBezTo>
                      <a:pt x="28" y="51"/>
                      <a:pt x="28" y="51"/>
                      <a:pt x="28" y="51"/>
                    </a:cubicBezTo>
                    <a:lnTo>
                      <a:pt x="28" y="52"/>
                    </a:lnTo>
                    <a:close/>
                    <a:moveTo>
                      <a:pt x="39" y="62"/>
                    </a:move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39" y="62"/>
                      <a:pt x="39" y="62"/>
                      <a:pt x="39" y="62"/>
                    </a:cubicBezTo>
                    <a:close/>
                    <a:moveTo>
                      <a:pt x="44" y="45"/>
                    </a:move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3" y="45"/>
                      <a:pt x="43" y="45"/>
                      <a:pt x="43" y="45"/>
                    </a:cubicBezTo>
                    <a:lnTo>
                      <a:pt x="44" y="45"/>
                    </a:lnTo>
                    <a:close/>
                    <a:moveTo>
                      <a:pt x="40" y="48"/>
                    </a:move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1" y="46"/>
                      <a:pt x="41" y="46"/>
                      <a:pt x="41" y="46"/>
                    </a:cubicBezTo>
                    <a:cubicBezTo>
                      <a:pt x="41" y="46"/>
                      <a:pt x="41" y="46"/>
                      <a:pt x="41" y="46"/>
                    </a:cubicBezTo>
                    <a:cubicBezTo>
                      <a:pt x="41" y="48"/>
                      <a:pt x="41" y="48"/>
                      <a:pt x="41" y="48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lose/>
                    <a:moveTo>
                      <a:pt x="40" y="49"/>
                    </a:moveTo>
                    <a:cubicBezTo>
                      <a:pt x="40" y="49"/>
                      <a:pt x="40" y="49"/>
                      <a:pt x="40" y="49"/>
                    </a:cubicBezTo>
                    <a:cubicBezTo>
                      <a:pt x="40" y="49"/>
                      <a:pt x="40" y="49"/>
                      <a:pt x="40" y="49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0"/>
                      <a:pt x="40" y="50"/>
                      <a:pt x="40" y="50"/>
                    </a:cubicBezTo>
                    <a:lnTo>
                      <a:pt x="40" y="49"/>
                    </a:lnTo>
                    <a:close/>
                    <a:moveTo>
                      <a:pt x="36" y="51"/>
                    </a:moveTo>
                    <a:cubicBezTo>
                      <a:pt x="35" y="51"/>
                      <a:pt x="35" y="51"/>
                      <a:pt x="35" y="51"/>
                    </a:cubicBezTo>
                    <a:cubicBezTo>
                      <a:pt x="36" y="52"/>
                      <a:pt x="37" y="52"/>
                      <a:pt x="38" y="52"/>
                    </a:cubicBezTo>
                    <a:cubicBezTo>
                      <a:pt x="39" y="53"/>
                      <a:pt x="39" y="53"/>
                      <a:pt x="39" y="53"/>
                    </a:cubicBezTo>
                    <a:cubicBezTo>
                      <a:pt x="39" y="53"/>
                      <a:pt x="39" y="53"/>
                      <a:pt x="39" y="53"/>
                    </a:cubicBezTo>
                    <a:cubicBezTo>
                      <a:pt x="40" y="53"/>
                      <a:pt x="40" y="53"/>
                      <a:pt x="40" y="53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41" y="52"/>
                      <a:pt x="41" y="52"/>
                      <a:pt x="41" y="52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2" y="48"/>
                      <a:pt x="42" y="48"/>
                      <a:pt x="42" y="48"/>
                    </a:cubicBezTo>
                    <a:cubicBezTo>
                      <a:pt x="42" y="46"/>
                      <a:pt x="42" y="46"/>
                      <a:pt x="42" y="46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3" y="49"/>
                      <a:pt x="43" y="49"/>
                      <a:pt x="43" y="49"/>
                    </a:cubicBezTo>
                    <a:cubicBezTo>
                      <a:pt x="42" y="52"/>
                      <a:pt x="42" y="52"/>
                      <a:pt x="42" y="52"/>
                    </a:cubicBezTo>
                    <a:cubicBezTo>
                      <a:pt x="41" y="55"/>
                      <a:pt x="41" y="55"/>
                      <a:pt x="41" y="55"/>
                    </a:cubicBezTo>
                    <a:cubicBezTo>
                      <a:pt x="40" y="56"/>
                      <a:pt x="40" y="57"/>
                      <a:pt x="40" y="58"/>
                    </a:cubicBezTo>
                    <a:cubicBezTo>
                      <a:pt x="39" y="60"/>
                      <a:pt x="39" y="60"/>
                      <a:pt x="39" y="60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38" y="60"/>
                      <a:pt x="38" y="60"/>
                      <a:pt x="38" y="60"/>
                    </a:cubicBezTo>
                    <a:cubicBezTo>
                      <a:pt x="38" y="60"/>
                      <a:pt x="38" y="60"/>
                      <a:pt x="38" y="60"/>
                    </a:cubicBezTo>
                    <a:cubicBezTo>
                      <a:pt x="38" y="59"/>
                      <a:pt x="38" y="59"/>
                      <a:pt x="38" y="59"/>
                    </a:cubicBezTo>
                    <a:cubicBezTo>
                      <a:pt x="39" y="57"/>
                      <a:pt x="39" y="57"/>
                      <a:pt x="39" y="57"/>
                    </a:cubicBezTo>
                    <a:cubicBezTo>
                      <a:pt x="40" y="56"/>
                      <a:pt x="40" y="56"/>
                      <a:pt x="40" y="56"/>
                    </a:cubicBezTo>
                    <a:cubicBezTo>
                      <a:pt x="40" y="55"/>
                      <a:pt x="40" y="55"/>
                      <a:pt x="40" y="55"/>
                    </a:cubicBezTo>
                    <a:cubicBezTo>
                      <a:pt x="39" y="55"/>
                      <a:pt x="39" y="55"/>
                      <a:pt x="38" y="54"/>
                    </a:cubicBezTo>
                    <a:cubicBezTo>
                      <a:pt x="37" y="54"/>
                      <a:pt x="36" y="53"/>
                      <a:pt x="36" y="53"/>
                    </a:cubicBezTo>
                    <a:cubicBezTo>
                      <a:pt x="34" y="53"/>
                      <a:pt x="34" y="53"/>
                      <a:pt x="34" y="53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4" y="52"/>
                      <a:pt x="34" y="52"/>
                      <a:pt x="34" y="52"/>
                    </a:cubicBezTo>
                    <a:lnTo>
                      <a:pt x="36" y="51"/>
                    </a:lnTo>
                    <a:close/>
                    <a:moveTo>
                      <a:pt x="36" y="47"/>
                    </a:moveTo>
                    <a:cubicBezTo>
                      <a:pt x="34" y="49"/>
                      <a:pt x="34" y="49"/>
                      <a:pt x="34" y="49"/>
                    </a:cubicBezTo>
                    <a:cubicBezTo>
                      <a:pt x="34" y="49"/>
                      <a:pt x="34" y="49"/>
                      <a:pt x="34" y="49"/>
                    </a:cubicBezTo>
                    <a:cubicBezTo>
                      <a:pt x="34" y="49"/>
                      <a:pt x="34" y="49"/>
                      <a:pt x="34" y="49"/>
                    </a:cubicBezTo>
                    <a:cubicBezTo>
                      <a:pt x="35" y="51"/>
                      <a:pt x="35" y="51"/>
                      <a:pt x="35" y="51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3"/>
                      <a:pt x="33" y="54"/>
                      <a:pt x="33" y="55"/>
                    </a:cubicBezTo>
                    <a:cubicBezTo>
                      <a:pt x="32" y="54"/>
                      <a:pt x="31" y="51"/>
                      <a:pt x="28" y="50"/>
                    </a:cubicBezTo>
                    <a:cubicBezTo>
                      <a:pt x="28" y="50"/>
                      <a:pt x="28" y="50"/>
                      <a:pt x="28" y="50"/>
                    </a:cubicBezTo>
                    <a:cubicBezTo>
                      <a:pt x="28" y="50"/>
                      <a:pt x="28" y="50"/>
                      <a:pt x="28" y="50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28" y="47"/>
                      <a:pt x="28" y="47"/>
                      <a:pt x="28" y="47"/>
                    </a:cubicBezTo>
                    <a:cubicBezTo>
                      <a:pt x="27" y="45"/>
                      <a:pt x="27" y="45"/>
                      <a:pt x="27" y="45"/>
                    </a:cubicBezTo>
                    <a:cubicBezTo>
                      <a:pt x="27" y="45"/>
                      <a:pt x="27" y="45"/>
                      <a:pt x="27" y="45"/>
                    </a:cubicBezTo>
                    <a:cubicBezTo>
                      <a:pt x="27" y="47"/>
                      <a:pt x="27" y="47"/>
                      <a:pt x="27" y="47"/>
                    </a:cubicBezTo>
                    <a:cubicBezTo>
                      <a:pt x="27" y="48"/>
                      <a:pt x="27" y="48"/>
                      <a:pt x="27" y="48"/>
                    </a:cubicBezTo>
                    <a:cubicBezTo>
                      <a:pt x="26" y="46"/>
                      <a:pt x="26" y="46"/>
                      <a:pt x="26" y="46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2" y="47"/>
                      <a:pt x="20" y="48"/>
                    </a:cubicBezTo>
                    <a:cubicBezTo>
                      <a:pt x="23" y="44"/>
                      <a:pt x="23" y="44"/>
                      <a:pt x="23" y="44"/>
                    </a:cubicBezTo>
                    <a:cubicBezTo>
                      <a:pt x="25" y="43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2" y="41"/>
                      <a:pt x="21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19" y="40"/>
                      <a:pt x="19" y="40"/>
                      <a:pt x="19" y="40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7" y="38"/>
                      <a:pt x="17" y="38"/>
                      <a:pt x="17" y="38"/>
                    </a:cubicBezTo>
                    <a:cubicBezTo>
                      <a:pt x="16" y="38"/>
                      <a:pt x="16" y="38"/>
                      <a:pt x="16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5" y="35"/>
                      <a:pt x="15" y="35"/>
                      <a:pt x="15" y="35"/>
                    </a:cubicBezTo>
                    <a:cubicBezTo>
                      <a:pt x="15" y="35"/>
                      <a:pt x="15" y="35"/>
                      <a:pt x="15" y="35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13" y="34"/>
                      <a:pt x="13" y="34"/>
                      <a:pt x="13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3" y="32"/>
                      <a:pt x="13" y="32"/>
                      <a:pt x="13" y="32"/>
                    </a:cubicBezTo>
                    <a:cubicBezTo>
                      <a:pt x="13" y="32"/>
                      <a:pt x="13" y="32"/>
                      <a:pt x="13" y="32"/>
                    </a:cubicBezTo>
                    <a:cubicBezTo>
                      <a:pt x="13" y="31"/>
                      <a:pt x="13" y="31"/>
                      <a:pt x="13" y="31"/>
                    </a:cubicBezTo>
                    <a:cubicBezTo>
                      <a:pt x="12" y="31"/>
                      <a:pt x="12" y="31"/>
                      <a:pt x="12" y="31"/>
                    </a:cubicBezTo>
                    <a:cubicBezTo>
                      <a:pt x="12" y="31"/>
                      <a:pt x="12" y="31"/>
                      <a:pt x="12" y="31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1" y="28"/>
                      <a:pt x="11" y="28"/>
                      <a:pt x="11" y="28"/>
                    </a:cubicBezTo>
                    <a:cubicBezTo>
                      <a:pt x="11" y="28"/>
                      <a:pt x="11" y="28"/>
                      <a:pt x="11" y="28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1" y="26"/>
                      <a:pt x="11" y="26"/>
                      <a:pt x="11" y="26"/>
                    </a:cubicBezTo>
                    <a:cubicBezTo>
                      <a:pt x="11" y="26"/>
                      <a:pt x="11" y="26"/>
                      <a:pt x="11" y="26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2" y="23"/>
                      <a:pt x="12" y="23"/>
                      <a:pt x="12" y="23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0" y="21"/>
                      <a:pt x="10" y="21"/>
                      <a:pt x="10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2" y="20"/>
                      <a:pt x="12" y="19"/>
                      <a:pt x="12" y="18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2" y="17"/>
                      <a:pt x="13" y="18"/>
                      <a:pt x="13" y="19"/>
                    </a:cubicBezTo>
                    <a:cubicBezTo>
                      <a:pt x="14" y="20"/>
                      <a:pt x="14" y="21"/>
                      <a:pt x="16" y="22"/>
                    </a:cubicBezTo>
                    <a:cubicBezTo>
                      <a:pt x="17" y="23"/>
                      <a:pt x="18" y="24"/>
                      <a:pt x="19" y="25"/>
                    </a:cubicBezTo>
                    <a:cubicBezTo>
                      <a:pt x="19" y="25"/>
                      <a:pt x="19" y="25"/>
                      <a:pt x="19" y="25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18" y="28"/>
                      <a:pt x="17" y="28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6" y="28"/>
                      <a:pt x="16" y="28"/>
                      <a:pt x="16" y="28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16" y="31"/>
                      <a:pt x="17" y="33"/>
                      <a:pt x="19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3"/>
                      <a:pt x="22" y="35"/>
                      <a:pt x="23" y="35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5" y="34"/>
                      <a:pt x="25" y="34"/>
                      <a:pt x="25" y="34"/>
                    </a:cubicBezTo>
                    <a:cubicBezTo>
                      <a:pt x="27" y="36"/>
                      <a:pt x="27" y="36"/>
                      <a:pt x="27" y="36"/>
                    </a:cubicBezTo>
                    <a:cubicBezTo>
                      <a:pt x="27" y="36"/>
                      <a:pt x="27" y="36"/>
                      <a:pt x="27" y="36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5"/>
                      <a:pt x="29" y="35"/>
                      <a:pt x="29" y="35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41"/>
                      <a:pt x="31" y="43"/>
                      <a:pt x="30" y="44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30" y="46"/>
                      <a:pt x="32" y="48"/>
                      <a:pt x="32" y="48"/>
                    </a:cubicBezTo>
                    <a:cubicBezTo>
                      <a:pt x="32" y="49"/>
                      <a:pt x="32" y="49"/>
                      <a:pt x="32" y="49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33" y="48"/>
                      <a:pt x="34" y="48"/>
                      <a:pt x="36" y="47"/>
                    </a:cubicBezTo>
                    <a:moveTo>
                      <a:pt x="11" y="27"/>
                    </a:moveTo>
                    <a:cubicBezTo>
                      <a:pt x="11" y="27"/>
                      <a:pt x="11" y="27"/>
                      <a:pt x="11" y="27"/>
                    </a:cubicBezTo>
                    <a:cubicBezTo>
                      <a:pt x="11" y="27"/>
                      <a:pt x="11" y="27"/>
                      <a:pt x="11" y="27"/>
                    </a:cubicBezTo>
                    <a:close/>
                    <a:moveTo>
                      <a:pt x="36" y="42"/>
                    </a:moveTo>
                    <a:cubicBezTo>
                      <a:pt x="34" y="45"/>
                      <a:pt x="33" y="47"/>
                      <a:pt x="32" y="48"/>
                    </a:cubicBezTo>
                    <a:cubicBezTo>
                      <a:pt x="32" y="47"/>
                      <a:pt x="31" y="46"/>
                      <a:pt x="31" y="45"/>
                    </a:cubicBezTo>
                    <a:cubicBezTo>
                      <a:pt x="31" y="44"/>
                      <a:pt x="31" y="44"/>
                      <a:pt x="31" y="44"/>
                    </a:cubicBezTo>
                    <a:cubicBezTo>
                      <a:pt x="31" y="43"/>
                      <a:pt x="32" y="41"/>
                      <a:pt x="32" y="39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1" y="37"/>
                      <a:pt x="31" y="37"/>
                      <a:pt x="31" y="37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2" y="35"/>
                      <a:pt x="32" y="35"/>
                      <a:pt x="32" y="35"/>
                    </a:cubicBezTo>
                    <a:cubicBezTo>
                      <a:pt x="33" y="34"/>
                      <a:pt x="33" y="34"/>
                      <a:pt x="33" y="34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6" y="37"/>
                      <a:pt x="36" y="37"/>
                      <a:pt x="36" y="37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40"/>
                      <a:pt x="36" y="41"/>
                      <a:pt x="36" y="42"/>
                    </a:cubicBezTo>
                    <a:moveTo>
                      <a:pt x="44" y="32"/>
                    </a:moveTo>
                    <a:cubicBezTo>
                      <a:pt x="43" y="32"/>
                      <a:pt x="43" y="32"/>
                      <a:pt x="43" y="32"/>
                    </a:cubicBezTo>
                    <a:cubicBezTo>
                      <a:pt x="42" y="32"/>
                      <a:pt x="42" y="32"/>
                      <a:pt x="42" y="32"/>
                    </a:cubicBezTo>
                    <a:cubicBezTo>
                      <a:pt x="41" y="33"/>
                      <a:pt x="40" y="35"/>
                      <a:pt x="40" y="36"/>
                    </a:cubicBezTo>
                    <a:cubicBezTo>
                      <a:pt x="40" y="37"/>
                      <a:pt x="40" y="37"/>
                      <a:pt x="40" y="37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37"/>
                      <a:pt x="37" y="37"/>
                      <a:pt x="37" y="37"/>
                    </a:cubicBezTo>
                    <a:cubicBezTo>
                      <a:pt x="37" y="37"/>
                      <a:pt x="37" y="37"/>
                      <a:pt x="37" y="37"/>
                    </a:cubicBezTo>
                    <a:cubicBezTo>
                      <a:pt x="38" y="37"/>
                      <a:pt x="38" y="37"/>
                      <a:pt x="38" y="37"/>
                    </a:cubicBezTo>
                    <a:cubicBezTo>
                      <a:pt x="38" y="37"/>
                      <a:pt x="38" y="37"/>
                      <a:pt x="38" y="37"/>
                    </a:cubicBezTo>
                    <a:cubicBezTo>
                      <a:pt x="39" y="37"/>
                      <a:pt x="39" y="37"/>
                      <a:pt x="39" y="37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7" y="31"/>
                      <a:pt x="37" y="31"/>
                      <a:pt x="37" y="31"/>
                    </a:cubicBezTo>
                    <a:cubicBezTo>
                      <a:pt x="38" y="31"/>
                      <a:pt x="38" y="30"/>
                      <a:pt x="38" y="29"/>
                    </a:cubicBezTo>
                    <a:cubicBezTo>
                      <a:pt x="39" y="28"/>
                      <a:pt x="39" y="27"/>
                      <a:pt x="39" y="26"/>
                    </a:cubicBezTo>
                    <a:cubicBezTo>
                      <a:pt x="39" y="27"/>
                      <a:pt x="40" y="28"/>
                      <a:pt x="40" y="29"/>
                    </a:cubicBezTo>
                    <a:cubicBezTo>
                      <a:pt x="40" y="29"/>
                      <a:pt x="40" y="29"/>
                      <a:pt x="40" y="29"/>
                    </a:cubicBezTo>
                    <a:cubicBezTo>
                      <a:pt x="40" y="30"/>
                      <a:pt x="40" y="30"/>
                      <a:pt x="40" y="30"/>
                    </a:cubicBezTo>
                    <a:cubicBezTo>
                      <a:pt x="41" y="29"/>
                      <a:pt x="41" y="29"/>
                      <a:pt x="41" y="29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2" y="31"/>
                      <a:pt x="42" y="31"/>
                      <a:pt x="42" y="31"/>
                    </a:cubicBezTo>
                    <a:cubicBezTo>
                      <a:pt x="42" y="31"/>
                      <a:pt x="42" y="31"/>
                      <a:pt x="42" y="31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43" y="30"/>
                      <a:pt x="44" y="31"/>
                      <a:pt x="44" y="32"/>
                    </a:cubicBezTo>
                    <a:moveTo>
                      <a:pt x="48" y="29"/>
                    </a:move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lnTo>
                      <a:pt x="48" y="29"/>
                    </a:lnTo>
                    <a:close/>
                    <a:moveTo>
                      <a:pt x="47" y="15"/>
                    </a:moveTo>
                    <a:cubicBezTo>
                      <a:pt x="46" y="18"/>
                      <a:pt x="46" y="18"/>
                      <a:pt x="46" y="18"/>
                    </a:cubicBezTo>
                    <a:cubicBezTo>
                      <a:pt x="46" y="18"/>
                      <a:pt x="46" y="19"/>
                      <a:pt x="46" y="20"/>
                    </a:cubicBezTo>
                    <a:cubicBezTo>
                      <a:pt x="46" y="21"/>
                      <a:pt x="46" y="21"/>
                      <a:pt x="46" y="21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6" y="27"/>
                      <a:pt x="46" y="27"/>
                      <a:pt x="46" y="27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6" y="24"/>
                      <a:pt x="46" y="24"/>
                      <a:pt x="46" y="24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2"/>
                      <a:pt x="45" y="22"/>
                      <a:pt x="45" y="22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4" y="25"/>
                      <a:pt x="44" y="26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42" y="26"/>
                      <a:pt x="42" y="26"/>
                      <a:pt x="42" y="26"/>
                    </a:cubicBezTo>
                    <a:cubicBezTo>
                      <a:pt x="43" y="24"/>
                      <a:pt x="43" y="22"/>
                      <a:pt x="43" y="21"/>
                    </a:cubicBezTo>
                    <a:cubicBezTo>
                      <a:pt x="43" y="20"/>
                      <a:pt x="43" y="20"/>
                      <a:pt x="43" y="20"/>
                    </a:cubicBezTo>
                    <a:cubicBezTo>
                      <a:pt x="43" y="18"/>
                      <a:pt x="43" y="18"/>
                      <a:pt x="43" y="18"/>
                    </a:cubicBezTo>
                    <a:cubicBezTo>
                      <a:pt x="44" y="19"/>
                      <a:pt x="44" y="19"/>
                      <a:pt x="44" y="19"/>
                    </a:cubicBezTo>
                    <a:cubicBezTo>
                      <a:pt x="44" y="18"/>
                      <a:pt x="44" y="18"/>
                      <a:pt x="44" y="18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5"/>
                      <a:pt x="43" y="14"/>
                      <a:pt x="43" y="14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3" y="13"/>
                      <a:pt x="43" y="13"/>
                      <a:pt x="43" y="13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7"/>
                      <a:pt x="44" y="17"/>
                      <a:pt x="44" y="17"/>
                    </a:cubicBezTo>
                    <a:cubicBezTo>
                      <a:pt x="44" y="19"/>
                      <a:pt x="44" y="19"/>
                      <a:pt x="44" y="19"/>
                    </a:cubicBezTo>
                    <a:cubicBezTo>
                      <a:pt x="45" y="19"/>
                      <a:pt x="45" y="19"/>
                      <a:pt x="45" y="19"/>
                    </a:cubicBezTo>
                    <a:cubicBezTo>
                      <a:pt x="45" y="17"/>
                      <a:pt x="45" y="17"/>
                      <a:pt x="45" y="17"/>
                    </a:cubicBezTo>
                    <a:cubicBezTo>
                      <a:pt x="45" y="16"/>
                      <a:pt x="45" y="16"/>
                      <a:pt x="45" y="16"/>
                    </a:cubicBezTo>
                    <a:cubicBezTo>
                      <a:pt x="45" y="16"/>
                      <a:pt x="45" y="16"/>
                      <a:pt x="45" y="16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8" y="14"/>
                      <a:pt x="48" y="14"/>
                      <a:pt x="48" y="14"/>
                    </a:cubicBezTo>
                    <a:lnTo>
                      <a:pt x="47" y="15"/>
                    </a:lnTo>
                    <a:close/>
                    <a:moveTo>
                      <a:pt x="48" y="13"/>
                    </a:move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8" y="12"/>
                      <a:pt x="48" y="12"/>
                      <a:pt x="48" y="12"/>
                    </a:cubicBezTo>
                    <a:lnTo>
                      <a:pt x="48" y="13"/>
                    </a:lnTo>
                    <a:close/>
                    <a:moveTo>
                      <a:pt x="11" y="78"/>
                    </a:moveTo>
                    <a:cubicBezTo>
                      <a:pt x="11" y="79"/>
                      <a:pt x="11" y="79"/>
                      <a:pt x="11" y="79"/>
                    </a:cubicBezTo>
                    <a:cubicBezTo>
                      <a:pt x="10" y="80"/>
                      <a:pt x="10" y="80"/>
                      <a:pt x="10" y="80"/>
                    </a:cubicBezTo>
                    <a:cubicBezTo>
                      <a:pt x="10" y="81"/>
                      <a:pt x="10" y="81"/>
                      <a:pt x="10" y="81"/>
                    </a:cubicBezTo>
                    <a:cubicBezTo>
                      <a:pt x="11" y="81"/>
                      <a:pt x="11" y="81"/>
                      <a:pt x="11" y="81"/>
                    </a:cubicBezTo>
                    <a:cubicBezTo>
                      <a:pt x="11" y="80"/>
                      <a:pt x="11" y="80"/>
                      <a:pt x="11" y="80"/>
                    </a:cubicBezTo>
                    <a:cubicBezTo>
                      <a:pt x="11" y="80"/>
                      <a:pt x="11" y="80"/>
                      <a:pt x="11" y="80"/>
                    </a:cubicBezTo>
                    <a:cubicBezTo>
                      <a:pt x="12" y="78"/>
                      <a:pt x="12" y="78"/>
                      <a:pt x="12" y="78"/>
                    </a:cubicBezTo>
                    <a:lnTo>
                      <a:pt x="11" y="78"/>
                    </a:lnTo>
                    <a:close/>
                    <a:moveTo>
                      <a:pt x="26" y="52"/>
                    </a:moveTo>
                    <a:cubicBezTo>
                      <a:pt x="26" y="52"/>
                      <a:pt x="24" y="53"/>
                      <a:pt x="23" y="54"/>
                    </a:cubicBezTo>
                    <a:cubicBezTo>
                      <a:pt x="21" y="55"/>
                      <a:pt x="20" y="55"/>
                      <a:pt x="20" y="56"/>
                    </a:cubicBezTo>
                    <a:cubicBezTo>
                      <a:pt x="19" y="57"/>
                      <a:pt x="19" y="57"/>
                      <a:pt x="19" y="57"/>
                    </a:cubicBezTo>
                    <a:cubicBezTo>
                      <a:pt x="20" y="57"/>
                      <a:pt x="20" y="57"/>
                      <a:pt x="20" y="57"/>
                    </a:cubicBezTo>
                    <a:cubicBezTo>
                      <a:pt x="20" y="56"/>
                      <a:pt x="20" y="56"/>
                      <a:pt x="20" y="56"/>
                    </a:cubicBezTo>
                    <a:cubicBezTo>
                      <a:pt x="20" y="55"/>
                      <a:pt x="21" y="55"/>
                      <a:pt x="23" y="54"/>
                    </a:cubicBezTo>
                    <a:cubicBezTo>
                      <a:pt x="25" y="54"/>
                      <a:pt x="26" y="52"/>
                      <a:pt x="26" y="52"/>
                    </a:cubicBezTo>
                    <a:close/>
                    <a:moveTo>
                      <a:pt x="8" y="82"/>
                    </a:moveTo>
                    <a:cubicBezTo>
                      <a:pt x="8" y="83"/>
                      <a:pt x="8" y="83"/>
                      <a:pt x="8" y="83"/>
                    </a:cubicBezTo>
                    <a:cubicBezTo>
                      <a:pt x="8" y="83"/>
                      <a:pt x="8" y="83"/>
                      <a:pt x="8" y="83"/>
                    </a:cubicBezTo>
                    <a:cubicBezTo>
                      <a:pt x="8" y="83"/>
                      <a:pt x="8" y="83"/>
                      <a:pt x="8" y="83"/>
                    </a:cubicBezTo>
                    <a:cubicBezTo>
                      <a:pt x="9" y="84"/>
                      <a:pt x="9" y="84"/>
                      <a:pt x="9" y="84"/>
                    </a:cubicBezTo>
                    <a:cubicBezTo>
                      <a:pt x="9" y="85"/>
                      <a:pt x="9" y="85"/>
                      <a:pt x="9" y="85"/>
                    </a:cubicBezTo>
                    <a:cubicBezTo>
                      <a:pt x="8" y="85"/>
                      <a:pt x="9" y="86"/>
                      <a:pt x="8" y="86"/>
                    </a:cubicBezTo>
                    <a:cubicBezTo>
                      <a:pt x="7" y="88"/>
                      <a:pt x="7" y="88"/>
                      <a:pt x="7" y="88"/>
                    </a:cubicBezTo>
                    <a:cubicBezTo>
                      <a:pt x="7" y="89"/>
                      <a:pt x="7" y="89"/>
                      <a:pt x="7" y="89"/>
                    </a:cubicBezTo>
                    <a:cubicBezTo>
                      <a:pt x="7" y="90"/>
                      <a:pt x="7" y="91"/>
                      <a:pt x="7" y="92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8" y="96"/>
                      <a:pt x="8" y="96"/>
                      <a:pt x="8" y="96"/>
                    </a:cubicBezTo>
                    <a:cubicBezTo>
                      <a:pt x="8" y="96"/>
                      <a:pt x="8" y="96"/>
                      <a:pt x="8" y="96"/>
                    </a:cubicBezTo>
                    <a:cubicBezTo>
                      <a:pt x="8" y="95"/>
                      <a:pt x="8" y="95"/>
                      <a:pt x="8" y="95"/>
                    </a:cubicBezTo>
                    <a:cubicBezTo>
                      <a:pt x="8" y="95"/>
                      <a:pt x="8" y="95"/>
                      <a:pt x="8" y="95"/>
                    </a:cubicBezTo>
                    <a:cubicBezTo>
                      <a:pt x="8" y="92"/>
                      <a:pt x="8" y="92"/>
                      <a:pt x="8" y="92"/>
                    </a:cubicBezTo>
                    <a:cubicBezTo>
                      <a:pt x="8" y="91"/>
                      <a:pt x="8" y="90"/>
                      <a:pt x="8" y="89"/>
                    </a:cubicBezTo>
                    <a:cubicBezTo>
                      <a:pt x="8" y="89"/>
                      <a:pt x="8" y="89"/>
                      <a:pt x="8" y="89"/>
                    </a:cubicBezTo>
                    <a:cubicBezTo>
                      <a:pt x="9" y="87"/>
                      <a:pt x="9" y="87"/>
                      <a:pt x="9" y="87"/>
                    </a:cubicBezTo>
                    <a:cubicBezTo>
                      <a:pt x="9" y="85"/>
                      <a:pt x="9" y="85"/>
                      <a:pt x="9" y="85"/>
                    </a:cubicBezTo>
                    <a:cubicBezTo>
                      <a:pt x="9" y="84"/>
                      <a:pt x="9" y="84"/>
                      <a:pt x="9" y="84"/>
                    </a:cubicBezTo>
                    <a:cubicBezTo>
                      <a:pt x="9" y="83"/>
                      <a:pt x="8" y="83"/>
                      <a:pt x="8" y="82"/>
                    </a:cubicBezTo>
                    <a:close/>
                    <a:moveTo>
                      <a:pt x="21" y="34"/>
                    </a:moveTo>
                    <a:cubicBezTo>
                      <a:pt x="20" y="34"/>
                      <a:pt x="20" y="34"/>
                      <a:pt x="20" y="34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18" y="33"/>
                      <a:pt x="18" y="33"/>
                      <a:pt x="18" y="33"/>
                    </a:cubicBezTo>
                    <a:cubicBezTo>
                      <a:pt x="18" y="32"/>
                      <a:pt x="17" y="32"/>
                      <a:pt x="16" y="32"/>
                    </a:cubicBezTo>
                    <a:cubicBezTo>
                      <a:pt x="15" y="31"/>
                      <a:pt x="15" y="31"/>
                      <a:pt x="15" y="30"/>
                    </a:cubicBezTo>
                    <a:cubicBezTo>
                      <a:pt x="15" y="30"/>
                      <a:pt x="15" y="30"/>
                      <a:pt x="15" y="30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7"/>
                      <a:pt x="15" y="27"/>
                      <a:pt x="15" y="27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5" y="25"/>
                      <a:pt x="15" y="25"/>
                      <a:pt x="15" y="25"/>
                    </a:cubicBezTo>
                    <a:cubicBezTo>
                      <a:pt x="15" y="25"/>
                      <a:pt x="15" y="25"/>
                      <a:pt x="15" y="25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14" y="31"/>
                      <a:pt x="14" y="31"/>
                      <a:pt x="14" y="31"/>
                    </a:cubicBezTo>
                    <a:cubicBezTo>
                      <a:pt x="14" y="31"/>
                      <a:pt x="14" y="32"/>
                      <a:pt x="16" y="32"/>
                    </a:cubicBezTo>
                    <a:cubicBezTo>
                      <a:pt x="17" y="33"/>
                      <a:pt x="18" y="33"/>
                      <a:pt x="18" y="33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1" y="35"/>
                      <a:pt x="22" y="36"/>
                      <a:pt x="22" y="37"/>
                    </a:cubicBezTo>
                    <a:cubicBezTo>
                      <a:pt x="22" y="37"/>
                      <a:pt x="22" y="37"/>
                      <a:pt x="22" y="37"/>
                    </a:cubicBezTo>
                    <a:cubicBezTo>
                      <a:pt x="23" y="37"/>
                      <a:pt x="23" y="37"/>
                      <a:pt x="23" y="37"/>
                    </a:cubicBezTo>
                    <a:cubicBezTo>
                      <a:pt x="23" y="37"/>
                      <a:pt x="23" y="37"/>
                      <a:pt x="23" y="37"/>
                    </a:cubicBezTo>
                    <a:cubicBezTo>
                      <a:pt x="23" y="36"/>
                      <a:pt x="22" y="34"/>
                      <a:pt x="21" y="34"/>
                    </a:cubicBezTo>
                    <a:moveTo>
                      <a:pt x="26" y="23"/>
                    </a:moveTo>
                    <a:cubicBezTo>
                      <a:pt x="26" y="20"/>
                      <a:pt x="26" y="20"/>
                      <a:pt x="26" y="20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6" y="19"/>
                      <a:pt x="26" y="19"/>
                      <a:pt x="26" y="19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22"/>
                      <a:pt x="25" y="22"/>
                      <a:pt x="25" y="22"/>
                    </a:cubicBezTo>
                    <a:lnTo>
                      <a:pt x="26" y="23"/>
                    </a:lnTo>
                    <a:close/>
                    <a:moveTo>
                      <a:pt x="23" y="73"/>
                    </a:moveTo>
                    <a:cubicBezTo>
                      <a:pt x="23" y="73"/>
                      <a:pt x="23" y="73"/>
                      <a:pt x="23" y="73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5" y="75"/>
                      <a:pt x="25" y="75"/>
                      <a:pt x="25" y="75"/>
                    </a:cubicBezTo>
                    <a:cubicBezTo>
                      <a:pt x="25" y="75"/>
                      <a:pt x="26" y="77"/>
                      <a:pt x="27" y="78"/>
                    </a:cubicBezTo>
                    <a:cubicBezTo>
                      <a:pt x="28" y="79"/>
                      <a:pt x="28" y="79"/>
                      <a:pt x="28" y="79"/>
                    </a:cubicBezTo>
                    <a:cubicBezTo>
                      <a:pt x="28" y="79"/>
                      <a:pt x="28" y="79"/>
                      <a:pt x="28" y="79"/>
                    </a:cubicBezTo>
                    <a:cubicBezTo>
                      <a:pt x="29" y="79"/>
                      <a:pt x="29" y="79"/>
                      <a:pt x="29" y="79"/>
                    </a:cubicBezTo>
                    <a:cubicBezTo>
                      <a:pt x="28" y="78"/>
                      <a:pt x="28" y="78"/>
                      <a:pt x="28" y="78"/>
                    </a:cubicBezTo>
                    <a:cubicBezTo>
                      <a:pt x="27" y="77"/>
                      <a:pt x="27" y="77"/>
                      <a:pt x="27" y="77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25" y="72"/>
                      <a:pt x="25" y="72"/>
                      <a:pt x="25" y="72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4" y="72"/>
                      <a:pt x="23" y="7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1" name="Freeform 33">
                <a:extLst>
                  <a:ext uri="{FF2B5EF4-FFF2-40B4-BE49-F238E27FC236}">
                    <a16:creationId xmlns:a16="http://schemas.microsoft.com/office/drawing/2014/main" id="{A2F2A63F-3645-455C-A196-604BE806128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88088" y="2517775"/>
                <a:ext cx="104775" cy="215900"/>
              </a:xfrm>
              <a:custGeom>
                <a:avLst/>
                <a:gdLst>
                  <a:gd name="T0" fmla="*/ 4 w 48"/>
                  <a:gd name="T1" fmla="*/ 10 h 100"/>
                  <a:gd name="T2" fmla="*/ 10 w 48"/>
                  <a:gd name="T3" fmla="*/ 26 h 100"/>
                  <a:gd name="T4" fmla="*/ 14 w 48"/>
                  <a:gd name="T5" fmla="*/ 21 h 100"/>
                  <a:gd name="T6" fmla="*/ 28 w 48"/>
                  <a:gd name="T7" fmla="*/ 13 h 100"/>
                  <a:gd name="T8" fmla="*/ 43 w 48"/>
                  <a:gd name="T9" fmla="*/ 6 h 100"/>
                  <a:gd name="T10" fmla="*/ 47 w 48"/>
                  <a:gd name="T11" fmla="*/ 43 h 100"/>
                  <a:gd name="T12" fmla="*/ 42 w 48"/>
                  <a:gd name="T13" fmla="*/ 38 h 100"/>
                  <a:gd name="T14" fmla="*/ 41 w 48"/>
                  <a:gd name="T15" fmla="*/ 79 h 100"/>
                  <a:gd name="T16" fmla="*/ 38 w 48"/>
                  <a:gd name="T17" fmla="*/ 87 h 100"/>
                  <a:gd name="T18" fmla="*/ 18 w 48"/>
                  <a:gd name="T19" fmla="*/ 83 h 100"/>
                  <a:gd name="T20" fmla="*/ 20 w 48"/>
                  <a:gd name="T21" fmla="*/ 52 h 100"/>
                  <a:gd name="T22" fmla="*/ 10 w 48"/>
                  <a:gd name="T23" fmla="*/ 61 h 100"/>
                  <a:gd name="T24" fmla="*/ 9 w 48"/>
                  <a:gd name="T25" fmla="*/ 49 h 100"/>
                  <a:gd name="T26" fmla="*/ 5 w 48"/>
                  <a:gd name="T27" fmla="*/ 30 h 100"/>
                  <a:gd name="T28" fmla="*/ 0 w 48"/>
                  <a:gd name="T29" fmla="*/ 12 h 100"/>
                  <a:gd name="T30" fmla="*/ 6 w 48"/>
                  <a:gd name="T31" fmla="*/ 13 h 100"/>
                  <a:gd name="T32" fmla="*/ 19 w 48"/>
                  <a:gd name="T33" fmla="*/ 20 h 100"/>
                  <a:gd name="T34" fmla="*/ 21 w 48"/>
                  <a:gd name="T35" fmla="*/ 19 h 100"/>
                  <a:gd name="T36" fmla="*/ 22 w 48"/>
                  <a:gd name="T37" fmla="*/ 14 h 100"/>
                  <a:gd name="T38" fmla="*/ 11 w 48"/>
                  <a:gd name="T39" fmla="*/ 36 h 100"/>
                  <a:gd name="T40" fmla="*/ 29 w 48"/>
                  <a:gd name="T41" fmla="*/ 26 h 100"/>
                  <a:gd name="T42" fmla="*/ 30 w 48"/>
                  <a:gd name="T43" fmla="*/ 22 h 100"/>
                  <a:gd name="T44" fmla="*/ 38 w 48"/>
                  <a:gd name="T45" fmla="*/ 7 h 100"/>
                  <a:gd name="T46" fmla="*/ 26 w 48"/>
                  <a:gd name="T47" fmla="*/ 41 h 100"/>
                  <a:gd name="T48" fmla="*/ 29 w 48"/>
                  <a:gd name="T49" fmla="*/ 42 h 100"/>
                  <a:gd name="T50" fmla="*/ 34 w 48"/>
                  <a:gd name="T51" fmla="*/ 42 h 100"/>
                  <a:gd name="T52" fmla="*/ 37 w 48"/>
                  <a:gd name="T53" fmla="*/ 44 h 100"/>
                  <a:gd name="T54" fmla="*/ 37 w 48"/>
                  <a:gd name="T55" fmla="*/ 38 h 100"/>
                  <a:gd name="T56" fmla="*/ 39 w 48"/>
                  <a:gd name="T57" fmla="*/ 34 h 100"/>
                  <a:gd name="T58" fmla="*/ 38 w 48"/>
                  <a:gd name="T59" fmla="*/ 23 h 100"/>
                  <a:gd name="T60" fmla="*/ 47 w 48"/>
                  <a:gd name="T61" fmla="*/ 14 h 100"/>
                  <a:gd name="T62" fmla="*/ 42 w 48"/>
                  <a:gd name="T63" fmla="*/ 29 h 100"/>
                  <a:gd name="T64" fmla="*/ 45 w 48"/>
                  <a:gd name="T65" fmla="*/ 51 h 100"/>
                  <a:gd name="T66" fmla="*/ 46 w 48"/>
                  <a:gd name="T67" fmla="*/ 43 h 100"/>
                  <a:gd name="T68" fmla="*/ 40 w 48"/>
                  <a:gd name="T69" fmla="*/ 34 h 100"/>
                  <a:gd name="T70" fmla="*/ 18 w 48"/>
                  <a:gd name="T71" fmla="*/ 78 h 100"/>
                  <a:gd name="T72" fmla="*/ 18 w 48"/>
                  <a:gd name="T73" fmla="*/ 82 h 100"/>
                  <a:gd name="T74" fmla="*/ 29 w 48"/>
                  <a:gd name="T75" fmla="*/ 64 h 100"/>
                  <a:gd name="T76" fmla="*/ 30 w 48"/>
                  <a:gd name="T77" fmla="*/ 59 h 100"/>
                  <a:gd name="T78" fmla="*/ 37 w 48"/>
                  <a:gd name="T79" fmla="*/ 96 h 100"/>
                  <a:gd name="T80" fmla="*/ 42 w 48"/>
                  <a:gd name="T81" fmla="*/ 98 h 100"/>
                  <a:gd name="T82" fmla="*/ 40 w 48"/>
                  <a:gd name="T83" fmla="*/ 77 h 100"/>
                  <a:gd name="T84" fmla="*/ 40 w 48"/>
                  <a:gd name="T85" fmla="*/ 38 h 100"/>
                  <a:gd name="T86" fmla="*/ 29 w 48"/>
                  <a:gd name="T87" fmla="*/ 49 h 100"/>
                  <a:gd name="T88" fmla="*/ 8 w 48"/>
                  <a:gd name="T89" fmla="*/ 47 h 100"/>
                  <a:gd name="T90" fmla="*/ 11 w 48"/>
                  <a:gd name="T91" fmla="*/ 52 h 100"/>
                  <a:gd name="T92" fmla="*/ 9 w 48"/>
                  <a:gd name="T93" fmla="*/ 57 h 100"/>
                  <a:gd name="T94" fmla="*/ 20 w 48"/>
                  <a:gd name="T95" fmla="*/ 48 h 100"/>
                  <a:gd name="T96" fmla="*/ 28 w 48"/>
                  <a:gd name="T97" fmla="*/ 41 h 100"/>
                  <a:gd name="T98" fmla="*/ 36 w 48"/>
                  <a:gd name="T99" fmla="*/ 31 h 100"/>
                  <a:gd name="T100" fmla="*/ 36 w 48"/>
                  <a:gd name="T101" fmla="*/ 20 h 100"/>
                  <a:gd name="T102" fmla="*/ 20 w 48"/>
                  <a:gd name="T103" fmla="*/ 34 h 100"/>
                  <a:gd name="T104" fmla="*/ 17 w 48"/>
                  <a:gd name="T105" fmla="*/ 35 h 100"/>
                  <a:gd name="T106" fmla="*/ 10 w 48"/>
                  <a:gd name="T107" fmla="*/ 26 h 100"/>
                  <a:gd name="T108" fmla="*/ 1 w 48"/>
                  <a:gd name="T109" fmla="*/ 27 h 100"/>
                  <a:gd name="T110" fmla="*/ 5 w 48"/>
                  <a:gd name="T111" fmla="*/ 18 h 100"/>
                  <a:gd name="T112" fmla="*/ 2 w 48"/>
                  <a:gd name="T113" fmla="*/ 13 h 100"/>
                  <a:gd name="T114" fmla="*/ 28 w 48"/>
                  <a:gd name="T115" fmla="*/ 56 h 100"/>
                  <a:gd name="T116" fmla="*/ 39 w 48"/>
                  <a:gd name="T117" fmla="*/ 85 h 100"/>
                  <a:gd name="T118" fmla="*/ 33 w 48"/>
                  <a:gd name="T119" fmla="*/ 23 h 100"/>
                  <a:gd name="T120" fmla="*/ 23 w 48"/>
                  <a:gd name="T121" fmla="*/ 23 h 100"/>
                  <a:gd name="T122" fmla="*/ 24 w 48"/>
                  <a:gd name="T123" fmla="*/ 74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48" h="100">
                    <a:moveTo>
                      <a:pt x="35" y="22"/>
                    </a:moveTo>
                    <a:cubicBezTo>
                      <a:pt x="35" y="22"/>
                      <a:pt x="35" y="22"/>
                      <a:pt x="35" y="22"/>
                    </a:cubicBezTo>
                    <a:close/>
                    <a:moveTo>
                      <a:pt x="37" y="71"/>
                    </a:moveTo>
                    <a:cubicBezTo>
                      <a:pt x="37" y="72"/>
                      <a:pt x="37" y="72"/>
                      <a:pt x="37" y="72"/>
                    </a:cubicBezTo>
                    <a:cubicBezTo>
                      <a:pt x="37" y="73"/>
                      <a:pt x="37" y="73"/>
                      <a:pt x="37" y="73"/>
                    </a:cubicBezTo>
                    <a:cubicBezTo>
                      <a:pt x="37" y="73"/>
                      <a:pt x="37" y="73"/>
                      <a:pt x="37" y="73"/>
                    </a:cubicBezTo>
                    <a:cubicBezTo>
                      <a:pt x="37" y="72"/>
                      <a:pt x="37" y="72"/>
                      <a:pt x="37" y="72"/>
                    </a:cubicBezTo>
                    <a:cubicBezTo>
                      <a:pt x="37" y="71"/>
                      <a:pt x="37" y="71"/>
                      <a:pt x="37" y="71"/>
                    </a:cubicBezTo>
                    <a:close/>
                    <a:moveTo>
                      <a:pt x="0" y="12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1"/>
                      <a:pt x="3" y="10"/>
                      <a:pt x="3" y="10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5" y="10"/>
                      <a:pt x="5" y="11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16"/>
                      <a:pt x="7" y="17"/>
                      <a:pt x="6" y="17"/>
                    </a:cubicBezTo>
                    <a:cubicBezTo>
                      <a:pt x="6" y="18"/>
                      <a:pt x="6" y="19"/>
                      <a:pt x="6" y="20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6" y="22"/>
                      <a:pt x="6" y="24"/>
                      <a:pt x="7" y="25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26"/>
                      <a:pt x="10" y="25"/>
                      <a:pt x="10" y="25"/>
                    </a:cubicBezTo>
                    <a:cubicBezTo>
                      <a:pt x="10" y="25"/>
                      <a:pt x="10" y="25"/>
                      <a:pt x="10" y="25"/>
                    </a:cubicBezTo>
                    <a:cubicBezTo>
                      <a:pt x="10" y="26"/>
                      <a:pt x="10" y="26"/>
                      <a:pt x="10" y="26"/>
                    </a:cubicBezTo>
                    <a:cubicBezTo>
                      <a:pt x="10" y="26"/>
                      <a:pt x="10" y="26"/>
                      <a:pt x="10" y="26"/>
                    </a:cubicBezTo>
                    <a:cubicBezTo>
                      <a:pt x="10" y="27"/>
                      <a:pt x="11" y="28"/>
                      <a:pt x="11" y="29"/>
                    </a:cubicBezTo>
                    <a:cubicBezTo>
                      <a:pt x="11" y="30"/>
                      <a:pt x="11" y="30"/>
                      <a:pt x="12" y="31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2"/>
                      <a:pt x="14" y="31"/>
                      <a:pt x="14" y="30"/>
                    </a:cubicBezTo>
                    <a:cubicBezTo>
                      <a:pt x="16" y="28"/>
                      <a:pt x="18" y="27"/>
                      <a:pt x="19" y="26"/>
                    </a:cubicBezTo>
                    <a:cubicBezTo>
                      <a:pt x="20" y="25"/>
                      <a:pt x="21" y="24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20" y="22"/>
                      <a:pt x="20" y="22"/>
                      <a:pt x="20" y="22"/>
                    </a:cubicBezTo>
                    <a:cubicBezTo>
                      <a:pt x="19" y="22"/>
                      <a:pt x="19" y="22"/>
                      <a:pt x="19" y="22"/>
                    </a:cubicBezTo>
                    <a:cubicBezTo>
                      <a:pt x="19" y="22"/>
                      <a:pt x="18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3" y="22"/>
                      <a:pt x="13" y="22"/>
                      <a:pt x="13" y="22"/>
                    </a:cubicBezTo>
                    <a:cubicBezTo>
                      <a:pt x="13" y="21"/>
                      <a:pt x="13" y="21"/>
                      <a:pt x="13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4" y="17"/>
                      <a:pt x="14" y="14"/>
                      <a:pt x="16" y="14"/>
                    </a:cubicBezTo>
                    <a:cubicBezTo>
                      <a:pt x="19" y="14"/>
                      <a:pt x="19" y="14"/>
                      <a:pt x="19" y="14"/>
                    </a:cubicBezTo>
                    <a:cubicBezTo>
                      <a:pt x="19" y="14"/>
                      <a:pt x="20" y="13"/>
                      <a:pt x="21" y="13"/>
                    </a:cubicBezTo>
                    <a:cubicBezTo>
                      <a:pt x="22" y="13"/>
                      <a:pt x="23" y="13"/>
                      <a:pt x="24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8" y="13"/>
                      <a:pt x="28" y="13"/>
                      <a:pt x="28" y="13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28" y="13"/>
                      <a:pt x="28" y="13"/>
                      <a:pt x="28" y="13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9" y="17"/>
                      <a:pt x="30" y="19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7"/>
                      <a:pt x="32" y="16"/>
                      <a:pt x="32" y="16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3" y="14"/>
                      <a:pt x="34" y="11"/>
                      <a:pt x="34" y="11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5" y="12"/>
                      <a:pt x="35" y="12"/>
                      <a:pt x="35" y="12"/>
                    </a:cubicBezTo>
                    <a:cubicBezTo>
                      <a:pt x="35" y="11"/>
                      <a:pt x="35" y="9"/>
                      <a:pt x="35" y="8"/>
                    </a:cubicBezTo>
                    <a:cubicBezTo>
                      <a:pt x="35" y="4"/>
                      <a:pt x="35" y="0"/>
                      <a:pt x="3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8" y="0"/>
                      <a:pt x="40" y="6"/>
                      <a:pt x="40" y="9"/>
                    </a:cubicBezTo>
                    <a:cubicBezTo>
                      <a:pt x="40" y="9"/>
                      <a:pt x="40" y="9"/>
                      <a:pt x="40" y="9"/>
                    </a:cubicBezTo>
                    <a:cubicBezTo>
                      <a:pt x="40" y="10"/>
                      <a:pt x="40" y="10"/>
                      <a:pt x="40" y="10"/>
                    </a:cubicBezTo>
                    <a:cubicBezTo>
                      <a:pt x="40" y="11"/>
                      <a:pt x="40" y="11"/>
                      <a:pt x="40" y="11"/>
                    </a:cubicBezTo>
                    <a:cubicBezTo>
                      <a:pt x="41" y="10"/>
                      <a:pt x="42" y="8"/>
                      <a:pt x="43" y="6"/>
                    </a:cubicBezTo>
                    <a:cubicBezTo>
                      <a:pt x="45" y="4"/>
                      <a:pt x="46" y="2"/>
                      <a:pt x="46" y="2"/>
                    </a:cubicBezTo>
                    <a:cubicBezTo>
                      <a:pt x="46" y="1"/>
                      <a:pt x="46" y="1"/>
                      <a:pt x="46" y="1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7" y="3"/>
                      <a:pt x="48" y="4"/>
                      <a:pt x="48" y="5"/>
                    </a:cubicBezTo>
                    <a:cubicBezTo>
                      <a:pt x="47" y="9"/>
                      <a:pt x="45" y="13"/>
                      <a:pt x="44" y="15"/>
                    </a:cubicBezTo>
                    <a:cubicBezTo>
                      <a:pt x="45" y="14"/>
                      <a:pt x="47" y="12"/>
                      <a:pt x="47" y="12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7"/>
                      <a:pt x="45" y="20"/>
                      <a:pt x="44" y="21"/>
                    </a:cubicBezTo>
                    <a:cubicBezTo>
                      <a:pt x="45" y="21"/>
                      <a:pt x="47" y="20"/>
                      <a:pt x="47" y="20"/>
                    </a:cubicBezTo>
                    <a:cubicBezTo>
                      <a:pt x="47" y="20"/>
                      <a:pt x="47" y="20"/>
                      <a:pt x="47" y="20"/>
                    </a:cubicBezTo>
                    <a:cubicBezTo>
                      <a:pt x="47" y="21"/>
                      <a:pt x="47" y="21"/>
                      <a:pt x="47" y="21"/>
                    </a:cubicBezTo>
                    <a:cubicBezTo>
                      <a:pt x="47" y="21"/>
                      <a:pt x="47" y="21"/>
                      <a:pt x="47" y="21"/>
                    </a:cubicBezTo>
                    <a:cubicBezTo>
                      <a:pt x="47" y="24"/>
                      <a:pt x="44" y="27"/>
                      <a:pt x="43" y="28"/>
                    </a:cubicBezTo>
                    <a:cubicBezTo>
                      <a:pt x="45" y="28"/>
                      <a:pt x="46" y="29"/>
                      <a:pt x="46" y="29"/>
                    </a:cubicBezTo>
                    <a:cubicBezTo>
                      <a:pt x="46" y="29"/>
                      <a:pt x="46" y="29"/>
                      <a:pt x="46" y="29"/>
                    </a:cubicBezTo>
                    <a:cubicBezTo>
                      <a:pt x="46" y="29"/>
                      <a:pt x="46" y="29"/>
                      <a:pt x="46" y="29"/>
                    </a:cubicBezTo>
                    <a:cubicBezTo>
                      <a:pt x="45" y="31"/>
                      <a:pt x="44" y="32"/>
                      <a:pt x="43" y="33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6" y="33"/>
                      <a:pt x="48" y="35"/>
                      <a:pt x="48" y="38"/>
                    </a:cubicBezTo>
                    <a:cubicBezTo>
                      <a:pt x="48" y="38"/>
                      <a:pt x="48" y="38"/>
                      <a:pt x="48" y="38"/>
                    </a:cubicBezTo>
                    <a:cubicBezTo>
                      <a:pt x="48" y="41"/>
                      <a:pt x="47" y="42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4"/>
                      <a:pt x="48" y="44"/>
                      <a:pt x="48" y="48"/>
                    </a:cubicBezTo>
                    <a:cubicBezTo>
                      <a:pt x="48" y="49"/>
                      <a:pt x="48" y="49"/>
                      <a:pt x="48" y="49"/>
                    </a:cubicBezTo>
                    <a:cubicBezTo>
                      <a:pt x="48" y="51"/>
                      <a:pt x="46" y="51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5" y="51"/>
                      <a:pt x="45" y="49"/>
                      <a:pt x="45" y="48"/>
                    </a:cubicBezTo>
                    <a:cubicBezTo>
                      <a:pt x="45" y="48"/>
                      <a:pt x="45" y="48"/>
                      <a:pt x="45" y="48"/>
                    </a:cubicBezTo>
                    <a:cubicBezTo>
                      <a:pt x="46" y="47"/>
                      <a:pt x="43" y="45"/>
                      <a:pt x="43" y="43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0"/>
                      <a:pt x="45" y="39"/>
                      <a:pt x="45" y="39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36"/>
                      <a:pt x="44" y="36"/>
                      <a:pt x="44" y="36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1" y="36"/>
                      <a:pt x="41" y="36"/>
                      <a:pt x="41" y="36"/>
                    </a:cubicBezTo>
                    <a:cubicBezTo>
                      <a:pt x="42" y="37"/>
                      <a:pt x="42" y="37"/>
                      <a:pt x="42" y="37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41" y="38"/>
                      <a:pt x="41" y="38"/>
                      <a:pt x="41" y="38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40" y="39"/>
                      <a:pt x="40" y="40"/>
                      <a:pt x="40" y="41"/>
                    </a:cubicBezTo>
                    <a:cubicBezTo>
                      <a:pt x="40" y="41"/>
                      <a:pt x="40" y="41"/>
                      <a:pt x="40" y="41"/>
                    </a:cubicBezTo>
                    <a:cubicBezTo>
                      <a:pt x="40" y="48"/>
                      <a:pt x="47" y="54"/>
                      <a:pt x="47" y="59"/>
                    </a:cubicBezTo>
                    <a:cubicBezTo>
                      <a:pt x="47" y="62"/>
                      <a:pt x="44" y="65"/>
                      <a:pt x="43" y="66"/>
                    </a:cubicBezTo>
                    <a:cubicBezTo>
                      <a:pt x="44" y="68"/>
                      <a:pt x="44" y="68"/>
                      <a:pt x="44" y="68"/>
                    </a:cubicBezTo>
                    <a:cubicBezTo>
                      <a:pt x="45" y="68"/>
                      <a:pt x="45" y="68"/>
                      <a:pt x="45" y="68"/>
                    </a:cubicBezTo>
                    <a:cubicBezTo>
                      <a:pt x="43" y="69"/>
                      <a:pt x="43" y="69"/>
                      <a:pt x="43" y="69"/>
                    </a:cubicBezTo>
                    <a:cubicBezTo>
                      <a:pt x="44" y="70"/>
                      <a:pt x="44" y="70"/>
                      <a:pt x="44" y="70"/>
                    </a:cubicBezTo>
                    <a:cubicBezTo>
                      <a:pt x="43" y="70"/>
                      <a:pt x="43" y="70"/>
                      <a:pt x="43" y="70"/>
                    </a:cubicBezTo>
                    <a:cubicBezTo>
                      <a:pt x="43" y="71"/>
                      <a:pt x="43" y="71"/>
                      <a:pt x="43" y="71"/>
                    </a:cubicBezTo>
                    <a:cubicBezTo>
                      <a:pt x="43" y="72"/>
                      <a:pt x="43" y="72"/>
                      <a:pt x="43" y="72"/>
                    </a:cubicBezTo>
                    <a:cubicBezTo>
                      <a:pt x="42" y="72"/>
                      <a:pt x="42" y="72"/>
                      <a:pt x="42" y="72"/>
                    </a:cubicBezTo>
                    <a:cubicBezTo>
                      <a:pt x="43" y="73"/>
                      <a:pt x="43" y="73"/>
                      <a:pt x="43" y="73"/>
                    </a:cubicBezTo>
                    <a:cubicBezTo>
                      <a:pt x="43" y="73"/>
                      <a:pt x="43" y="73"/>
                      <a:pt x="43" y="73"/>
                    </a:cubicBezTo>
                    <a:cubicBezTo>
                      <a:pt x="42" y="73"/>
                      <a:pt x="42" y="73"/>
                      <a:pt x="42" y="73"/>
                    </a:cubicBezTo>
                    <a:cubicBezTo>
                      <a:pt x="42" y="74"/>
                      <a:pt x="42" y="74"/>
                      <a:pt x="42" y="74"/>
                    </a:cubicBezTo>
                    <a:cubicBezTo>
                      <a:pt x="42" y="75"/>
                      <a:pt x="42" y="75"/>
                      <a:pt x="42" y="75"/>
                    </a:cubicBezTo>
                    <a:cubicBezTo>
                      <a:pt x="41" y="75"/>
                      <a:pt x="41" y="75"/>
                      <a:pt x="41" y="75"/>
                    </a:cubicBezTo>
                    <a:cubicBezTo>
                      <a:pt x="41" y="77"/>
                      <a:pt x="41" y="77"/>
                      <a:pt x="41" y="77"/>
                    </a:cubicBezTo>
                    <a:cubicBezTo>
                      <a:pt x="42" y="77"/>
                      <a:pt x="42" y="77"/>
                      <a:pt x="42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1" y="79"/>
                      <a:pt x="41" y="79"/>
                      <a:pt x="41" y="79"/>
                    </a:cubicBezTo>
                    <a:cubicBezTo>
                      <a:pt x="43" y="82"/>
                      <a:pt x="43" y="82"/>
                      <a:pt x="43" y="82"/>
                    </a:cubicBezTo>
                    <a:cubicBezTo>
                      <a:pt x="43" y="83"/>
                      <a:pt x="42" y="84"/>
                      <a:pt x="42" y="86"/>
                    </a:cubicBezTo>
                    <a:cubicBezTo>
                      <a:pt x="42" y="87"/>
                      <a:pt x="42" y="88"/>
                      <a:pt x="42" y="88"/>
                    </a:cubicBezTo>
                    <a:cubicBezTo>
                      <a:pt x="43" y="93"/>
                      <a:pt x="43" y="93"/>
                      <a:pt x="43" y="93"/>
                    </a:cubicBezTo>
                    <a:cubicBezTo>
                      <a:pt x="43" y="95"/>
                      <a:pt x="43" y="95"/>
                      <a:pt x="43" y="95"/>
                    </a:cubicBezTo>
                    <a:cubicBezTo>
                      <a:pt x="42" y="99"/>
                      <a:pt x="42" y="99"/>
                      <a:pt x="42" y="99"/>
                    </a:cubicBezTo>
                    <a:cubicBezTo>
                      <a:pt x="42" y="100"/>
                      <a:pt x="41" y="100"/>
                      <a:pt x="40" y="100"/>
                    </a:cubicBezTo>
                    <a:cubicBezTo>
                      <a:pt x="39" y="100"/>
                      <a:pt x="39" y="100"/>
                      <a:pt x="39" y="100"/>
                    </a:cubicBezTo>
                    <a:cubicBezTo>
                      <a:pt x="38" y="100"/>
                      <a:pt x="36" y="100"/>
                      <a:pt x="35" y="100"/>
                    </a:cubicBezTo>
                    <a:cubicBezTo>
                      <a:pt x="34" y="100"/>
                      <a:pt x="32" y="99"/>
                      <a:pt x="31" y="98"/>
                    </a:cubicBezTo>
                    <a:cubicBezTo>
                      <a:pt x="30" y="97"/>
                      <a:pt x="30" y="97"/>
                      <a:pt x="30" y="97"/>
                    </a:cubicBezTo>
                    <a:cubicBezTo>
                      <a:pt x="30" y="97"/>
                      <a:pt x="30" y="97"/>
                      <a:pt x="30" y="97"/>
                    </a:cubicBezTo>
                    <a:cubicBezTo>
                      <a:pt x="32" y="95"/>
                      <a:pt x="32" y="95"/>
                      <a:pt x="32" y="95"/>
                    </a:cubicBezTo>
                    <a:cubicBezTo>
                      <a:pt x="33" y="95"/>
                      <a:pt x="33" y="95"/>
                      <a:pt x="33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5" y="95"/>
                      <a:pt x="35" y="95"/>
                      <a:pt x="35" y="95"/>
                    </a:cubicBezTo>
                    <a:cubicBezTo>
                      <a:pt x="36" y="95"/>
                      <a:pt x="36" y="96"/>
                      <a:pt x="37" y="96"/>
                    </a:cubicBezTo>
                    <a:cubicBezTo>
                      <a:pt x="37" y="96"/>
                      <a:pt x="37" y="96"/>
                      <a:pt x="37" y="96"/>
                    </a:cubicBezTo>
                    <a:cubicBezTo>
                      <a:pt x="39" y="96"/>
                      <a:pt x="39" y="94"/>
                      <a:pt x="39" y="93"/>
                    </a:cubicBezTo>
                    <a:cubicBezTo>
                      <a:pt x="39" y="92"/>
                      <a:pt x="39" y="92"/>
                      <a:pt x="39" y="92"/>
                    </a:cubicBezTo>
                    <a:cubicBezTo>
                      <a:pt x="39" y="91"/>
                      <a:pt x="39" y="91"/>
                      <a:pt x="38" y="90"/>
                    </a:cubicBezTo>
                    <a:cubicBezTo>
                      <a:pt x="38" y="89"/>
                      <a:pt x="38" y="88"/>
                      <a:pt x="38" y="87"/>
                    </a:cubicBezTo>
                    <a:cubicBezTo>
                      <a:pt x="38" y="86"/>
                      <a:pt x="38" y="86"/>
                      <a:pt x="38" y="86"/>
                    </a:cubicBezTo>
                    <a:cubicBezTo>
                      <a:pt x="38" y="85"/>
                      <a:pt x="38" y="85"/>
                      <a:pt x="37" y="84"/>
                    </a:cubicBezTo>
                    <a:cubicBezTo>
                      <a:pt x="36" y="83"/>
                      <a:pt x="36" y="82"/>
                      <a:pt x="36" y="81"/>
                    </a:cubicBezTo>
                    <a:cubicBezTo>
                      <a:pt x="36" y="80"/>
                      <a:pt x="36" y="79"/>
                      <a:pt x="35" y="78"/>
                    </a:cubicBezTo>
                    <a:cubicBezTo>
                      <a:pt x="33" y="77"/>
                      <a:pt x="32" y="75"/>
                      <a:pt x="32" y="74"/>
                    </a:cubicBezTo>
                    <a:cubicBezTo>
                      <a:pt x="31" y="72"/>
                      <a:pt x="31" y="72"/>
                      <a:pt x="31" y="72"/>
                    </a:cubicBezTo>
                    <a:cubicBezTo>
                      <a:pt x="30" y="70"/>
                      <a:pt x="30" y="70"/>
                      <a:pt x="30" y="70"/>
                    </a:cubicBezTo>
                    <a:cubicBezTo>
                      <a:pt x="30" y="70"/>
                      <a:pt x="30" y="70"/>
                      <a:pt x="30" y="70"/>
                    </a:cubicBezTo>
                    <a:cubicBezTo>
                      <a:pt x="29" y="69"/>
                      <a:pt x="29" y="69"/>
                      <a:pt x="28" y="68"/>
                    </a:cubicBezTo>
                    <a:cubicBezTo>
                      <a:pt x="27" y="67"/>
                      <a:pt x="27" y="67"/>
                      <a:pt x="27" y="67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8" y="71"/>
                      <a:pt x="28" y="71"/>
                      <a:pt x="28" y="71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8" y="74"/>
                      <a:pt x="28" y="74"/>
                      <a:pt x="28" y="74"/>
                    </a:cubicBezTo>
                    <a:cubicBezTo>
                      <a:pt x="26" y="75"/>
                      <a:pt x="26" y="75"/>
                      <a:pt x="26" y="75"/>
                    </a:cubicBezTo>
                    <a:cubicBezTo>
                      <a:pt x="25" y="76"/>
                      <a:pt x="25" y="76"/>
                      <a:pt x="25" y="76"/>
                    </a:cubicBezTo>
                    <a:cubicBezTo>
                      <a:pt x="23" y="78"/>
                      <a:pt x="23" y="78"/>
                      <a:pt x="23" y="78"/>
                    </a:cubicBezTo>
                    <a:cubicBezTo>
                      <a:pt x="22" y="79"/>
                      <a:pt x="22" y="79"/>
                      <a:pt x="22" y="79"/>
                    </a:cubicBezTo>
                    <a:cubicBezTo>
                      <a:pt x="21" y="81"/>
                      <a:pt x="21" y="81"/>
                      <a:pt x="21" y="81"/>
                    </a:cubicBezTo>
                    <a:cubicBezTo>
                      <a:pt x="20" y="82"/>
                      <a:pt x="19" y="83"/>
                      <a:pt x="18" y="83"/>
                    </a:cubicBezTo>
                    <a:cubicBezTo>
                      <a:pt x="16" y="83"/>
                      <a:pt x="15" y="80"/>
                      <a:pt x="14" y="79"/>
                    </a:cubicBezTo>
                    <a:cubicBezTo>
                      <a:pt x="14" y="78"/>
                      <a:pt x="13" y="76"/>
                      <a:pt x="13" y="75"/>
                    </a:cubicBezTo>
                    <a:cubicBezTo>
                      <a:pt x="13" y="72"/>
                      <a:pt x="13" y="72"/>
                      <a:pt x="13" y="72"/>
                    </a:cubicBezTo>
                    <a:cubicBezTo>
                      <a:pt x="13" y="72"/>
                      <a:pt x="13" y="72"/>
                      <a:pt x="13" y="72"/>
                    </a:cubicBezTo>
                    <a:cubicBezTo>
                      <a:pt x="14" y="72"/>
                      <a:pt x="14" y="72"/>
                      <a:pt x="14" y="72"/>
                    </a:cubicBezTo>
                    <a:cubicBezTo>
                      <a:pt x="15" y="73"/>
                      <a:pt x="15" y="73"/>
                      <a:pt x="15" y="73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7" y="75"/>
                      <a:pt x="17" y="75"/>
                      <a:pt x="17" y="75"/>
                    </a:cubicBezTo>
                    <a:cubicBezTo>
                      <a:pt x="18" y="77"/>
                      <a:pt x="18" y="77"/>
                      <a:pt x="18" y="77"/>
                    </a:cubicBezTo>
                    <a:cubicBezTo>
                      <a:pt x="18" y="77"/>
                      <a:pt x="18" y="77"/>
                      <a:pt x="18" y="77"/>
                    </a:cubicBezTo>
                    <a:cubicBezTo>
                      <a:pt x="19" y="76"/>
                      <a:pt x="19" y="76"/>
                      <a:pt x="19" y="76"/>
                    </a:cubicBezTo>
                    <a:cubicBezTo>
                      <a:pt x="20" y="76"/>
                      <a:pt x="21" y="74"/>
                      <a:pt x="22" y="73"/>
                    </a:cubicBezTo>
                    <a:cubicBezTo>
                      <a:pt x="22" y="72"/>
                      <a:pt x="23" y="71"/>
                      <a:pt x="23" y="70"/>
                    </a:cubicBezTo>
                    <a:cubicBezTo>
                      <a:pt x="23" y="69"/>
                      <a:pt x="23" y="69"/>
                      <a:pt x="23" y="69"/>
                    </a:cubicBezTo>
                    <a:cubicBezTo>
                      <a:pt x="22" y="68"/>
                      <a:pt x="19" y="66"/>
                      <a:pt x="18" y="65"/>
                    </a:cubicBezTo>
                    <a:cubicBezTo>
                      <a:pt x="18" y="64"/>
                      <a:pt x="18" y="64"/>
                      <a:pt x="18" y="64"/>
                    </a:cubicBezTo>
                    <a:cubicBezTo>
                      <a:pt x="18" y="63"/>
                      <a:pt x="18" y="63"/>
                      <a:pt x="18" y="63"/>
                    </a:cubicBezTo>
                    <a:cubicBezTo>
                      <a:pt x="17" y="62"/>
                      <a:pt x="17" y="61"/>
                      <a:pt x="17" y="61"/>
                    </a:cubicBezTo>
                    <a:cubicBezTo>
                      <a:pt x="17" y="57"/>
                      <a:pt x="20" y="56"/>
                      <a:pt x="22" y="56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3" y="56"/>
                      <a:pt x="23" y="56"/>
                      <a:pt x="23" y="56"/>
                    </a:cubicBezTo>
                    <a:cubicBezTo>
                      <a:pt x="22" y="54"/>
                      <a:pt x="22" y="54"/>
                      <a:pt x="22" y="54"/>
                    </a:cubicBezTo>
                    <a:cubicBezTo>
                      <a:pt x="20" y="53"/>
                      <a:pt x="20" y="53"/>
                      <a:pt x="20" y="53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1"/>
                      <a:pt x="20" y="51"/>
                      <a:pt x="20" y="51"/>
                    </a:cubicBezTo>
                    <a:cubicBezTo>
                      <a:pt x="17" y="52"/>
                      <a:pt x="16" y="56"/>
                      <a:pt x="16" y="56"/>
                    </a:cubicBezTo>
                    <a:cubicBezTo>
                      <a:pt x="16" y="57"/>
                      <a:pt x="16" y="57"/>
                      <a:pt x="16" y="57"/>
                    </a:cubicBezTo>
                    <a:cubicBezTo>
                      <a:pt x="16" y="56"/>
                      <a:pt x="16" y="56"/>
                      <a:pt x="16" y="56"/>
                    </a:cubicBezTo>
                    <a:cubicBezTo>
                      <a:pt x="15" y="55"/>
                      <a:pt x="15" y="54"/>
                      <a:pt x="15" y="53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12" y="54"/>
                      <a:pt x="12" y="54"/>
                      <a:pt x="11" y="55"/>
                    </a:cubicBezTo>
                    <a:cubicBezTo>
                      <a:pt x="10" y="55"/>
                      <a:pt x="10" y="55"/>
                      <a:pt x="9" y="56"/>
                    </a:cubicBezTo>
                    <a:cubicBezTo>
                      <a:pt x="9" y="56"/>
                      <a:pt x="9" y="56"/>
                      <a:pt x="9" y="56"/>
                    </a:cubicBezTo>
                    <a:cubicBezTo>
                      <a:pt x="10" y="57"/>
                      <a:pt x="10" y="57"/>
                      <a:pt x="10" y="57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12" y="60"/>
                      <a:pt x="12" y="60"/>
                      <a:pt x="12" y="60"/>
                    </a:cubicBezTo>
                    <a:cubicBezTo>
                      <a:pt x="12" y="60"/>
                      <a:pt x="12" y="60"/>
                      <a:pt x="12" y="60"/>
                    </a:cubicBezTo>
                    <a:cubicBezTo>
                      <a:pt x="11" y="61"/>
                      <a:pt x="11" y="61"/>
                      <a:pt x="11" y="61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0" y="63"/>
                      <a:pt x="10" y="63"/>
                      <a:pt x="10" y="63"/>
                    </a:cubicBezTo>
                    <a:cubicBezTo>
                      <a:pt x="9" y="63"/>
                      <a:pt x="9" y="63"/>
                      <a:pt x="9" y="63"/>
                    </a:cubicBezTo>
                    <a:cubicBezTo>
                      <a:pt x="9" y="63"/>
                      <a:pt x="9" y="63"/>
                      <a:pt x="9" y="63"/>
                    </a:cubicBezTo>
                    <a:cubicBezTo>
                      <a:pt x="9" y="62"/>
                      <a:pt x="9" y="62"/>
                      <a:pt x="9" y="62"/>
                    </a:cubicBezTo>
                    <a:cubicBezTo>
                      <a:pt x="10" y="62"/>
                      <a:pt x="10" y="62"/>
                      <a:pt x="10" y="62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9" y="61"/>
                      <a:pt x="9" y="61"/>
                      <a:pt x="9" y="61"/>
                    </a:cubicBezTo>
                    <a:cubicBezTo>
                      <a:pt x="8" y="58"/>
                      <a:pt x="8" y="58"/>
                      <a:pt x="8" y="58"/>
                    </a:cubicBezTo>
                    <a:cubicBezTo>
                      <a:pt x="7" y="55"/>
                      <a:pt x="7" y="55"/>
                      <a:pt x="7" y="55"/>
                    </a:cubicBezTo>
                    <a:cubicBezTo>
                      <a:pt x="6" y="54"/>
                      <a:pt x="6" y="52"/>
                      <a:pt x="6" y="52"/>
                    </a:cubicBezTo>
                    <a:cubicBezTo>
                      <a:pt x="5" y="49"/>
                      <a:pt x="5" y="49"/>
                      <a:pt x="5" y="49"/>
                    </a:cubicBezTo>
                    <a:cubicBezTo>
                      <a:pt x="4" y="47"/>
                      <a:pt x="4" y="47"/>
                      <a:pt x="4" y="47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7" y="45"/>
                      <a:pt x="7" y="45"/>
                      <a:pt x="7" y="45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10" y="48"/>
                      <a:pt x="10" y="48"/>
                      <a:pt x="10" y="48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50"/>
                      <a:pt x="9" y="50"/>
                      <a:pt x="9" y="50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11" y="52"/>
                      <a:pt x="11" y="52"/>
                      <a:pt x="11" y="52"/>
                    </a:cubicBezTo>
                    <a:cubicBezTo>
                      <a:pt x="11" y="52"/>
                      <a:pt x="13" y="51"/>
                      <a:pt x="14" y="50"/>
                    </a:cubicBezTo>
                    <a:cubicBezTo>
                      <a:pt x="14" y="49"/>
                      <a:pt x="14" y="49"/>
                      <a:pt x="14" y="49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3" y="47"/>
                      <a:pt x="13" y="47"/>
                      <a:pt x="13" y="47"/>
                    </a:cubicBezTo>
                    <a:cubicBezTo>
                      <a:pt x="14" y="47"/>
                      <a:pt x="15" y="47"/>
                      <a:pt x="16" y="47"/>
                    </a:cubicBezTo>
                    <a:cubicBezTo>
                      <a:pt x="15" y="46"/>
                      <a:pt x="14" y="45"/>
                      <a:pt x="12" y="43"/>
                    </a:cubicBezTo>
                    <a:cubicBezTo>
                      <a:pt x="11" y="40"/>
                      <a:pt x="11" y="40"/>
                      <a:pt x="11" y="40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8" y="38"/>
                      <a:pt x="8" y="37"/>
                      <a:pt x="8" y="36"/>
                    </a:cubicBezTo>
                    <a:cubicBezTo>
                      <a:pt x="8" y="35"/>
                      <a:pt x="7" y="33"/>
                      <a:pt x="6" y="33"/>
                    </a:cubicBezTo>
                    <a:cubicBezTo>
                      <a:pt x="5" y="32"/>
                      <a:pt x="5" y="32"/>
                      <a:pt x="5" y="32"/>
                    </a:cubicBezTo>
                    <a:cubicBezTo>
                      <a:pt x="4" y="32"/>
                      <a:pt x="4" y="34"/>
                      <a:pt x="4" y="34"/>
                    </a:cubicBezTo>
                    <a:cubicBezTo>
                      <a:pt x="3" y="34"/>
                      <a:pt x="3" y="34"/>
                      <a:pt x="3" y="34"/>
                    </a:cubicBezTo>
                    <a:cubicBezTo>
                      <a:pt x="4" y="31"/>
                      <a:pt x="5" y="30"/>
                      <a:pt x="5" y="30"/>
                    </a:cubicBezTo>
                    <a:cubicBezTo>
                      <a:pt x="5" y="29"/>
                      <a:pt x="5" y="29"/>
                      <a:pt x="5" y="29"/>
                    </a:cubicBezTo>
                    <a:cubicBezTo>
                      <a:pt x="5" y="28"/>
                      <a:pt x="4" y="27"/>
                      <a:pt x="4" y="26"/>
                    </a:cubicBezTo>
                    <a:cubicBezTo>
                      <a:pt x="4" y="24"/>
                      <a:pt x="4" y="24"/>
                      <a:pt x="4" y="24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3" y="26"/>
                      <a:pt x="3" y="26"/>
                      <a:pt x="3" y="26"/>
                    </a:cubicBezTo>
                    <a:cubicBezTo>
                      <a:pt x="3" y="28"/>
                      <a:pt x="3" y="28"/>
                      <a:pt x="3" y="28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5"/>
                      <a:pt x="1" y="25"/>
                      <a:pt x="1" y="25"/>
                    </a:cubicBezTo>
                    <a:cubicBezTo>
                      <a:pt x="2" y="21"/>
                      <a:pt x="2" y="21"/>
                      <a:pt x="2" y="21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2" y="19"/>
                      <a:pt x="2" y="18"/>
                      <a:pt x="2" y="18"/>
                    </a:cubicBezTo>
                    <a:cubicBezTo>
                      <a:pt x="1" y="15"/>
                      <a:pt x="1" y="15"/>
                      <a:pt x="1" y="15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3"/>
                      <a:pt x="1" y="13"/>
                      <a:pt x="1" y="13"/>
                    </a:cubicBezTo>
                    <a:lnTo>
                      <a:pt x="0" y="12"/>
                    </a:lnTo>
                    <a:close/>
                    <a:moveTo>
                      <a:pt x="13" y="21"/>
                    </a:moveTo>
                    <a:cubicBezTo>
                      <a:pt x="13" y="21"/>
                      <a:pt x="13" y="21"/>
                      <a:pt x="13" y="21"/>
                    </a:cubicBezTo>
                    <a:cubicBezTo>
                      <a:pt x="14" y="22"/>
                      <a:pt x="14" y="22"/>
                      <a:pt x="14" y="22"/>
                    </a:cubicBezTo>
                    <a:lnTo>
                      <a:pt x="13" y="21"/>
                    </a:lnTo>
                    <a:close/>
                    <a:moveTo>
                      <a:pt x="4" y="10"/>
                    </a:moveTo>
                    <a:cubicBezTo>
                      <a:pt x="4" y="10"/>
                      <a:pt x="4" y="10"/>
                      <a:pt x="4" y="10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lnTo>
                      <a:pt x="4" y="10"/>
                    </a:lnTo>
                    <a:close/>
                    <a:moveTo>
                      <a:pt x="6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lnTo>
                      <a:pt x="6" y="12"/>
                    </a:lnTo>
                    <a:close/>
                    <a:moveTo>
                      <a:pt x="6" y="17"/>
                    </a:moveTo>
                    <a:cubicBezTo>
                      <a:pt x="7" y="16"/>
                      <a:pt x="7" y="15"/>
                      <a:pt x="7" y="15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5"/>
                      <a:pt x="6" y="15"/>
                      <a:pt x="5" y="16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8"/>
                      <a:pt x="5" y="18"/>
                      <a:pt x="5" y="18"/>
                    </a:cubicBezTo>
                    <a:lnTo>
                      <a:pt x="6" y="17"/>
                    </a:lnTo>
                    <a:close/>
                    <a:moveTo>
                      <a:pt x="19" y="21"/>
                    </a:moveTo>
                    <a:cubicBezTo>
                      <a:pt x="20" y="21"/>
                      <a:pt x="20" y="21"/>
                      <a:pt x="20" y="21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21" y="21"/>
                      <a:pt x="21" y="21"/>
                      <a:pt x="21" y="21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7" y="22"/>
                      <a:pt x="17" y="22"/>
                      <a:pt x="17" y="22"/>
                    </a:cubicBezTo>
                    <a:lnTo>
                      <a:pt x="19" y="21"/>
                    </a:lnTo>
                    <a:close/>
                    <a:moveTo>
                      <a:pt x="21" y="20"/>
                    </a:move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1" y="20"/>
                      <a:pt x="21" y="20"/>
                      <a:pt x="21" y="20"/>
                    </a:cubicBezTo>
                    <a:close/>
                    <a:moveTo>
                      <a:pt x="16" y="21"/>
                    </a:move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5" y="22"/>
                      <a:pt x="15" y="22"/>
                      <a:pt x="15" y="22"/>
                    </a:cubicBezTo>
                    <a:cubicBezTo>
                      <a:pt x="15" y="22"/>
                      <a:pt x="15" y="22"/>
                      <a:pt x="15" y="22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7" y="20"/>
                      <a:pt x="17" y="20"/>
                      <a:pt x="17" y="20"/>
                    </a:cubicBezTo>
                    <a:lnTo>
                      <a:pt x="16" y="21"/>
                    </a:lnTo>
                    <a:close/>
                    <a:moveTo>
                      <a:pt x="16" y="15"/>
                    </a:moveTo>
                    <a:cubicBezTo>
                      <a:pt x="15" y="15"/>
                      <a:pt x="15" y="15"/>
                      <a:pt x="15" y="16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7"/>
                      <a:pt x="20" y="17"/>
                      <a:pt x="20" y="17"/>
                    </a:cubicBezTo>
                    <a:cubicBezTo>
                      <a:pt x="19" y="15"/>
                      <a:pt x="19" y="15"/>
                      <a:pt x="19" y="15"/>
                    </a:cubicBezTo>
                    <a:lnTo>
                      <a:pt x="16" y="15"/>
                    </a:lnTo>
                    <a:close/>
                    <a:moveTo>
                      <a:pt x="20" y="15"/>
                    </a:moveTo>
                    <a:cubicBezTo>
                      <a:pt x="20" y="15"/>
                      <a:pt x="20" y="15"/>
                      <a:pt x="20" y="15"/>
                    </a:cubicBezTo>
                    <a:cubicBezTo>
                      <a:pt x="20" y="15"/>
                      <a:pt x="20" y="15"/>
                      <a:pt x="20" y="15"/>
                    </a:cubicBezTo>
                    <a:close/>
                    <a:moveTo>
                      <a:pt x="26" y="13"/>
                    </a:moveTo>
                    <a:cubicBezTo>
                      <a:pt x="26" y="14"/>
                      <a:pt x="26" y="14"/>
                      <a:pt x="26" y="14"/>
                    </a:cubicBezTo>
                    <a:cubicBezTo>
                      <a:pt x="26" y="14"/>
                      <a:pt x="26" y="14"/>
                      <a:pt x="26" y="14"/>
                    </a:cubicBezTo>
                    <a:lnTo>
                      <a:pt x="26" y="13"/>
                    </a:lnTo>
                    <a:close/>
                    <a:moveTo>
                      <a:pt x="28" y="16"/>
                    </a:move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22" y="14"/>
                      <a:pt x="22" y="13"/>
                      <a:pt x="21" y="13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3" y="14"/>
                      <a:pt x="23" y="14"/>
                      <a:pt x="23" y="14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23" y="17"/>
                      <a:pt x="23" y="17"/>
                      <a:pt x="23" y="17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1" y="17"/>
                      <a:pt x="21" y="17"/>
                      <a:pt x="21" y="17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4"/>
                      <a:pt x="21" y="25"/>
                      <a:pt x="19" y="26"/>
                    </a:cubicBezTo>
                    <a:cubicBezTo>
                      <a:pt x="18" y="27"/>
                      <a:pt x="16" y="29"/>
                      <a:pt x="15" y="30"/>
                    </a:cubicBezTo>
                    <a:cubicBezTo>
                      <a:pt x="13" y="32"/>
                      <a:pt x="13" y="34"/>
                      <a:pt x="13" y="35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6" y="34"/>
                      <a:pt x="16" y="34"/>
                      <a:pt x="16" y="34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8" y="36"/>
                      <a:pt x="18" y="36"/>
                      <a:pt x="18" y="36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1" y="34"/>
                      <a:pt x="21" y="34"/>
                      <a:pt x="21" y="34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8" y="33"/>
                      <a:pt x="28" y="33"/>
                      <a:pt x="28" y="33"/>
                    </a:cubicBezTo>
                    <a:cubicBezTo>
                      <a:pt x="28" y="32"/>
                      <a:pt x="28" y="32"/>
                      <a:pt x="28" y="31"/>
                    </a:cubicBezTo>
                    <a:cubicBezTo>
                      <a:pt x="28" y="30"/>
                      <a:pt x="28" y="30"/>
                      <a:pt x="28" y="30"/>
                    </a:cubicBezTo>
                    <a:cubicBezTo>
                      <a:pt x="28" y="29"/>
                      <a:pt x="29" y="28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30" y="23"/>
                      <a:pt x="30" y="23"/>
                      <a:pt x="30" y="23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18"/>
                      <a:pt x="28" y="17"/>
                      <a:pt x="28" y="16"/>
                    </a:cubicBezTo>
                    <a:moveTo>
                      <a:pt x="29" y="31"/>
                    </a:moveTo>
                    <a:cubicBezTo>
                      <a:pt x="29" y="32"/>
                      <a:pt x="29" y="32"/>
                      <a:pt x="29" y="32"/>
                    </a:cubicBezTo>
                    <a:cubicBezTo>
                      <a:pt x="29" y="32"/>
                      <a:pt x="29" y="32"/>
                      <a:pt x="29" y="32"/>
                    </a:cubicBezTo>
                    <a:cubicBezTo>
                      <a:pt x="31" y="32"/>
                      <a:pt x="32" y="31"/>
                      <a:pt x="32" y="29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1" y="28"/>
                      <a:pt x="30" y="27"/>
                      <a:pt x="29" y="27"/>
                    </a:cubicBezTo>
                    <a:cubicBezTo>
                      <a:pt x="29" y="28"/>
                      <a:pt x="29" y="30"/>
                      <a:pt x="29" y="30"/>
                    </a:cubicBezTo>
                    <a:lnTo>
                      <a:pt x="29" y="31"/>
                    </a:lnTo>
                    <a:close/>
                    <a:moveTo>
                      <a:pt x="33" y="18"/>
                    </a:move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2" y="16"/>
                      <a:pt x="32" y="16"/>
                      <a:pt x="32" y="16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9"/>
                      <a:pt x="31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30" y="23"/>
                      <a:pt x="30" y="23"/>
                      <a:pt x="30" y="23"/>
                    </a:cubicBezTo>
                    <a:cubicBezTo>
                      <a:pt x="30" y="24"/>
                      <a:pt x="30" y="24"/>
                      <a:pt x="30" y="24"/>
                    </a:cubicBezTo>
                    <a:cubicBezTo>
                      <a:pt x="32" y="22"/>
                      <a:pt x="32" y="22"/>
                      <a:pt x="32" y="22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3" y="20"/>
                      <a:pt x="33" y="20"/>
                      <a:pt x="33" y="20"/>
                    </a:cubicBezTo>
                    <a:lnTo>
                      <a:pt x="33" y="18"/>
                    </a:lnTo>
                    <a:close/>
                    <a:moveTo>
                      <a:pt x="35" y="13"/>
                    </a:moveTo>
                    <a:cubicBezTo>
                      <a:pt x="35" y="13"/>
                      <a:pt x="35" y="13"/>
                      <a:pt x="35" y="13"/>
                    </a:cubicBezTo>
                    <a:cubicBezTo>
                      <a:pt x="35" y="13"/>
                      <a:pt x="35" y="13"/>
                      <a:pt x="35" y="13"/>
                    </a:cubicBezTo>
                    <a:cubicBezTo>
                      <a:pt x="34" y="11"/>
                      <a:pt x="34" y="11"/>
                      <a:pt x="34" y="11"/>
                    </a:cubicBezTo>
                    <a:cubicBezTo>
                      <a:pt x="34" y="12"/>
                      <a:pt x="34" y="16"/>
                      <a:pt x="33" y="17"/>
                    </a:cubicBezTo>
                    <a:cubicBezTo>
                      <a:pt x="33" y="18"/>
                      <a:pt x="34" y="19"/>
                      <a:pt x="34" y="20"/>
                    </a:cubicBezTo>
                    <a:cubicBezTo>
                      <a:pt x="34" y="20"/>
                      <a:pt x="34" y="20"/>
                      <a:pt x="34" y="20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5"/>
                      <a:pt x="35" y="14"/>
                      <a:pt x="35" y="13"/>
                    </a:cubicBezTo>
                    <a:moveTo>
                      <a:pt x="36" y="1"/>
                    </a:moveTo>
                    <a:cubicBezTo>
                      <a:pt x="36" y="2"/>
                      <a:pt x="36" y="5"/>
                      <a:pt x="36" y="8"/>
                    </a:cubicBezTo>
                    <a:cubicBezTo>
                      <a:pt x="36" y="9"/>
                      <a:pt x="36" y="11"/>
                      <a:pt x="35" y="12"/>
                    </a:cubicBezTo>
                    <a:cubicBezTo>
                      <a:pt x="35" y="12"/>
                      <a:pt x="36" y="13"/>
                      <a:pt x="36" y="14"/>
                    </a:cubicBezTo>
                    <a:cubicBezTo>
                      <a:pt x="36" y="14"/>
                      <a:pt x="38" y="10"/>
                      <a:pt x="38" y="7"/>
                    </a:cubicBezTo>
                    <a:cubicBezTo>
                      <a:pt x="38" y="5"/>
                      <a:pt x="37" y="3"/>
                      <a:pt x="36" y="1"/>
                    </a:cubicBezTo>
                    <a:moveTo>
                      <a:pt x="37" y="2"/>
                    </a:moveTo>
                    <a:cubicBezTo>
                      <a:pt x="38" y="4"/>
                      <a:pt x="38" y="5"/>
                      <a:pt x="38" y="7"/>
                    </a:cubicBezTo>
                    <a:cubicBezTo>
                      <a:pt x="38" y="11"/>
                      <a:pt x="36" y="15"/>
                      <a:pt x="36" y="15"/>
                    </a:cubicBezTo>
                    <a:cubicBezTo>
                      <a:pt x="36" y="15"/>
                      <a:pt x="36" y="15"/>
                      <a:pt x="36" y="15"/>
                    </a:cubicBezTo>
                    <a:cubicBezTo>
                      <a:pt x="37" y="16"/>
                      <a:pt x="37" y="16"/>
                      <a:pt x="37" y="16"/>
                    </a:cubicBezTo>
                    <a:cubicBezTo>
                      <a:pt x="37" y="15"/>
                      <a:pt x="37" y="15"/>
                      <a:pt x="37" y="15"/>
                    </a:cubicBezTo>
                    <a:cubicBezTo>
                      <a:pt x="39" y="12"/>
                      <a:pt x="39" y="12"/>
                      <a:pt x="39" y="12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9"/>
                      <a:pt x="39" y="9"/>
                      <a:pt x="39" y="9"/>
                    </a:cubicBezTo>
                    <a:cubicBezTo>
                      <a:pt x="39" y="7"/>
                      <a:pt x="38" y="4"/>
                      <a:pt x="37" y="2"/>
                    </a:cubicBezTo>
                    <a:moveTo>
                      <a:pt x="40" y="12"/>
                    </a:moveTo>
                    <a:cubicBezTo>
                      <a:pt x="40" y="11"/>
                      <a:pt x="40" y="11"/>
                      <a:pt x="40" y="11"/>
                    </a:cubicBezTo>
                    <a:cubicBezTo>
                      <a:pt x="39" y="13"/>
                      <a:pt x="37" y="16"/>
                      <a:pt x="37" y="17"/>
                    </a:cubicBezTo>
                    <a:cubicBezTo>
                      <a:pt x="37" y="18"/>
                      <a:pt x="37" y="18"/>
                      <a:pt x="37" y="18"/>
                    </a:cubicBezTo>
                    <a:cubicBezTo>
                      <a:pt x="37" y="20"/>
                      <a:pt x="37" y="20"/>
                      <a:pt x="37" y="20"/>
                    </a:cubicBezTo>
                    <a:cubicBezTo>
                      <a:pt x="38" y="20"/>
                      <a:pt x="38" y="20"/>
                      <a:pt x="38" y="20"/>
                    </a:cubicBezTo>
                    <a:cubicBezTo>
                      <a:pt x="38" y="20"/>
                      <a:pt x="40" y="16"/>
                      <a:pt x="40" y="12"/>
                    </a:cubicBezTo>
                    <a:close/>
                    <a:moveTo>
                      <a:pt x="27" y="44"/>
                    </a:move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2"/>
                      <a:pt x="25" y="43"/>
                      <a:pt x="27" y="44"/>
                    </a:cubicBezTo>
                    <a:moveTo>
                      <a:pt x="27" y="44"/>
                    </a:moveTo>
                    <a:cubicBezTo>
                      <a:pt x="29" y="48"/>
                      <a:pt x="29" y="48"/>
                      <a:pt x="29" y="48"/>
                    </a:cubicBezTo>
                    <a:cubicBezTo>
                      <a:pt x="29" y="47"/>
                      <a:pt x="29" y="47"/>
                      <a:pt x="29" y="47"/>
                    </a:cubicBezTo>
                    <a:cubicBezTo>
                      <a:pt x="29" y="46"/>
                      <a:pt x="28" y="45"/>
                      <a:pt x="28" y="44"/>
                    </a:cubicBezTo>
                    <a:cubicBezTo>
                      <a:pt x="28" y="44"/>
                      <a:pt x="28" y="44"/>
                      <a:pt x="28" y="44"/>
                    </a:cubicBezTo>
                    <a:cubicBezTo>
                      <a:pt x="28" y="44"/>
                      <a:pt x="28" y="44"/>
                      <a:pt x="28" y="44"/>
                    </a:cubicBezTo>
                    <a:lnTo>
                      <a:pt x="27" y="44"/>
                    </a:lnTo>
                    <a:close/>
                    <a:moveTo>
                      <a:pt x="28" y="44"/>
                    </a:moveTo>
                    <a:cubicBezTo>
                      <a:pt x="28" y="42"/>
                      <a:pt x="28" y="42"/>
                      <a:pt x="28" y="42"/>
                    </a:cubicBezTo>
                    <a:cubicBezTo>
                      <a:pt x="28" y="42"/>
                      <a:pt x="28" y="42"/>
                      <a:pt x="28" y="42"/>
                    </a:cubicBezTo>
                    <a:cubicBezTo>
                      <a:pt x="27" y="41"/>
                      <a:pt x="27" y="41"/>
                      <a:pt x="27" y="41"/>
                    </a:cubicBezTo>
                    <a:lnTo>
                      <a:pt x="28" y="44"/>
                    </a:lnTo>
                    <a:close/>
                    <a:moveTo>
                      <a:pt x="28" y="44"/>
                    </a:moveTo>
                    <a:cubicBezTo>
                      <a:pt x="28" y="44"/>
                      <a:pt x="28" y="44"/>
                      <a:pt x="28" y="44"/>
                    </a:cubicBezTo>
                    <a:cubicBezTo>
                      <a:pt x="29" y="44"/>
                      <a:pt x="30" y="45"/>
                      <a:pt x="33" y="45"/>
                    </a:cubicBezTo>
                    <a:cubicBezTo>
                      <a:pt x="31" y="45"/>
                      <a:pt x="30" y="43"/>
                      <a:pt x="30" y="42"/>
                    </a:cubicBezTo>
                    <a:cubicBezTo>
                      <a:pt x="29" y="42"/>
                      <a:pt x="29" y="42"/>
                      <a:pt x="29" y="42"/>
                    </a:cubicBezTo>
                    <a:lnTo>
                      <a:pt x="28" y="44"/>
                    </a:lnTo>
                    <a:close/>
                    <a:moveTo>
                      <a:pt x="37" y="34"/>
                    </a:move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9" y="34"/>
                      <a:pt x="39" y="34"/>
                      <a:pt x="39" y="34"/>
                    </a:cubicBezTo>
                    <a:cubicBezTo>
                      <a:pt x="37" y="32"/>
                      <a:pt x="37" y="32"/>
                      <a:pt x="37" y="32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lose/>
                    <a:moveTo>
                      <a:pt x="37" y="38"/>
                    </a:moveTo>
                    <a:cubicBezTo>
                      <a:pt x="36" y="39"/>
                      <a:pt x="35" y="39"/>
                      <a:pt x="35" y="39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8" y="42"/>
                      <a:pt x="38" y="42"/>
                      <a:pt x="38" y="42"/>
                    </a:cubicBezTo>
                    <a:cubicBezTo>
                      <a:pt x="38" y="41"/>
                      <a:pt x="38" y="39"/>
                      <a:pt x="37" y="38"/>
                    </a:cubicBezTo>
                    <a:moveTo>
                      <a:pt x="34" y="40"/>
                    </a:moveTo>
                    <a:cubicBezTo>
                      <a:pt x="34" y="41"/>
                      <a:pt x="34" y="42"/>
                      <a:pt x="34" y="42"/>
                    </a:cubicBezTo>
                    <a:cubicBezTo>
                      <a:pt x="33" y="42"/>
                      <a:pt x="33" y="42"/>
                      <a:pt x="33" y="42"/>
                    </a:cubicBezTo>
                    <a:cubicBezTo>
                      <a:pt x="33" y="42"/>
                      <a:pt x="33" y="42"/>
                      <a:pt x="33" y="42"/>
                    </a:cubicBezTo>
                    <a:cubicBezTo>
                      <a:pt x="32" y="42"/>
                      <a:pt x="31" y="42"/>
                      <a:pt x="31" y="42"/>
                    </a:cubicBezTo>
                    <a:cubicBezTo>
                      <a:pt x="31" y="43"/>
                      <a:pt x="32" y="45"/>
                      <a:pt x="34" y="45"/>
                    </a:cubicBezTo>
                    <a:cubicBezTo>
                      <a:pt x="34" y="45"/>
                      <a:pt x="34" y="43"/>
                      <a:pt x="33" y="42"/>
                    </a:cubicBezTo>
                    <a:cubicBezTo>
                      <a:pt x="34" y="42"/>
                      <a:pt x="34" y="42"/>
                      <a:pt x="34" y="42"/>
                    </a:cubicBezTo>
                    <a:cubicBezTo>
                      <a:pt x="34" y="42"/>
                      <a:pt x="34" y="42"/>
                      <a:pt x="34" y="42"/>
                    </a:cubicBezTo>
                    <a:cubicBezTo>
                      <a:pt x="36" y="43"/>
                      <a:pt x="36" y="43"/>
                      <a:pt x="36" y="43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6" y="42"/>
                      <a:pt x="35" y="40"/>
                      <a:pt x="34" y="40"/>
                    </a:cubicBezTo>
                    <a:moveTo>
                      <a:pt x="37" y="44"/>
                    </a:moveTo>
                    <a:cubicBezTo>
                      <a:pt x="37" y="43"/>
                      <a:pt x="37" y="43"/>
                      <a:pt x="37" y="43"/>
                    </a:cubicBezTo>
                    <a:cubicBezTo>
                      <a:pt x="36" y="43"/>
                      <a:pt x="36" y="43"/>
                      <a:pt x="36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4"/>
                      <a:pt x="35" y="45"/>
                      <a:pt x="35" y="46"/>
                    </a:cubicBezTo>
                    <a:cubicBezTo>
                      <a:pt x="35" y="46"/>
                      <a:pt x="35" y="46"/>
                      <a:pt x="35" y="46"/>
                    </a:cubicBezTo>
                    <a:cubicBezTo>
                      <a:pt x="34" y="46"/>
                      <a:pt x="34" y="46"/>
                      <a:pt x="34" y="46"/>
                    </a:cubicBezTo>
                    <a:cubicBezTo>
                      <a:pt x="34" y="46"/>
                      <a:pt x="34" y="46"/>
                      <a:pt x="34" y="46"/>
                    </a:cubicBezTo>
                    <a:cubicBezTo>
                      <a:pt x="33" y="46"/>
                      <a:pt x="33" y="46"/>
                      <a:pt x="33" y="46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7"/>
                      <a:pt x="32" y="47"/>
                      <a:pt x="32" y="47"/>
                    </a:cubicBezTo>
                    <a:cubicBezTo>
                      <a:pt x="32" y="48"/>
                      <a:pt x="33" y="48"/>
                      <a:pt x="33" y="50"/>
                    </a:cubicBezTo>
                    <a:cubicBezTo>
                      <a:pt x="34" y="52"/>
                      <a:pt x="36" y="54"/>
                      <a:pt x="38" y="55"/>
                    </a:cubicBezTo>
                    <a:cubicBezTo>
                      <a:pt x="39" y="57"/>
                      <a:pt x="40" y="58"/>
                      <a:pt x="41" y="60"/>
                    </a:cubicBezTo>
                    <a:cubicBezTo>
                      <a:pt x="41" y="61"/>
                      <a:pt x="41" y="61"/>
                      <a:pt x="41" y="61"/>
                    </a:cubicBezTo>
                    <a:cubicBezTo>
                      <a:pt x="42" y="61"/>
                      <a:pt x="42" y="61"/>
                      <a:pt x="42" y="61"/>
                    </a:cubicBezTo>
                    <a:cubicBezTo>
                      <a:pt x="42" y="61"/>
                      <a:pt x="42" y="61"/>
                      <a:pt x="42" y="61"/>
                    </a:cubicBezTo>
                    <a:cubicBezTo>
                      <a:pt x="43" y="61"/>
                      <a:pt x="44" y="59"/>
                      <a:pt x="44" y="59"/>
                    </a:cubicBezTo>
                    <a:cubicBezTo>
                      <a:pt x="44" y="58"/>
                      <a:pt x="44" y="58"/>
                      <a:pt x="44" y="58"/>
                    </a:cubicBezTo>
                    <a:cubicBezTo>
                      <a:pt x="44" y="54"/>
                      <a:pt x="39" y="52"/>
                      <a:pt x="37" y="44"/>
                    </a:cubicBezTo>
                    <a:moveTo>
                      <a:pt x="31" y="42"/>
                    </a:moveTo>
                    <a:cubicBezTo>
                      <a:pt x="32" y="42"/>
                      <a:pt x="32" y="42"/>
                      <a:pt x="32" y="42"/>
                    </a:cubicBezTo>
                    <a:cubicBezTo>
                      <a:pt x="31" y="41"/>
                      <a:pt x="31" y="40"/>
                      <a:pt x="31" y="39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29" y="42"/>
                      <a:pt x="29" y="42"/>
                      <a:pt x="29" y="42"/>
                    </a:cubicBezTo>
                    <a:lnTo>
                      <a:pt x="31" y="42"/>
                    </a:lnTo>
                    <a:close/>
                    <a:moveTo>
                      <a:pt x="33" y="41"/>
                    </a:move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5" y="39"/>
                      <a:pt x="37" y="38"/>
                    </a:cubicBezTo>
                    <a:cubicBezTo>
                      <a:pt x="36" y="38"/>
                      <a:pt x="35" y="37"/>
                      <a:pt x="35" y="36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3" y="38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39"/>
                      <a:pt x="32" y="41"/>
                      <a:pt x="33" y="41"/>
                    </a:cubicBezTo>
                    <a:moveTo>
                      <a:pt x="35" y="35"/>
                    </a:moveTo>
                    <a:cubicBezTo>
                      <a:pt x="35" y="35"/>
                      <a:pt x="35" y="35"/>
                      <a:pt x="35" y="35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5" y="36"/>
                      <a:pt x="36" y="37"/>
                      <a:pt x="37" y="38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5"/>
                      <a:pt x="37" y="35"/>
                      <a:pt x="37" y="35"/>
                    </a:cubicBezTo>
                    <a:cubicBezTo>
                      <a:pt x="37" y="35"/>
                      <a:pt x="37" y="35"/>
                      <a:pt x="37" y="35"/>
                    </a:cubicBezTo>
                    <a:cubicBezTo>
                      <a:pt x="36" y="35"/>
                      <a:pt x="36" y="35"/>
                      <a:pt x="36" y="35"/>
                    </a:cubicBezTo>
                    <a:cubicBezTo>
                      <a:pt x="35" y="35"/>
                      <a:pt x="35" y="35"/>
                      <a:pt x="35" y="35"/>
                    </a:cubicBezTo>
                    <a:close/>
                    <a:moveTo>
                      <a:pt x="39" y="34"/>
                    </a:moveTo>
                    <a:cubicBezTo>
                      <a:pt x="39" y="32"/>
                      <a:pt x="39" y="32"/>
                      <a:pt x="39" y="32"/>
                    </a:cubicBezTo>
                    <a:cubicBezTo>
                      <a:pt x="39" y="31"/>
                      <a:pt x="39" y="31"/>
                      <a:pt x="39" y="31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9" y="29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7" y="32"/>
                      <a:pt x="37" y="32"/>
                      <a:pt x="37" y="32"/>
                    </a:cubicBezTo>
                    <a:lnTo>
                      <a:pt x="39" y="34"/>
                    </a:lnTo>
                    <a:close/>
                    <a:moveTo>
                      <a:pt x="38" y="27"/>
                    </a:moveTo>
                    <a:cubicBezTo>
                      <a:pt x="39" y="27"/>
                      <a:pt x="40" y="27"/>
                      <a:pt x="41" y="28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38" y="27"/>
                      <a:pt x="38" y="27"/>
                      <a:pt x="38" y="27"/>
                    </a:cubicBezTo>
                    <a:close/>
                    <a:moveTo>
                      <a:pt x="40" y="25"/>
                    </a:move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1" y="24"/>
                      <a:pt x="41" y="23"/>
                    </a:cubicBezTo>
                    <a:cubicBezTo>
                      <a:pt x="41" y="23"/>
                      <a:pt x="41" y="23"/>
                      <a:pt x="41" y="23"/>
                    </a:cubicBezTo>
                    <a:cubicBezTo>
                      <a:pt x="39" y="23"/>
                      <a:pt x="39" y="23"/>
                      <a:pt x="39" y="23"/>
                    </a:cubicBezTo>
                    <a:cubicBezTo>
                      <a:pt x="38" y="23"/>
                      <a:pt x="38" y="23"/>
                      <a:pt x="38" y="23"/>
                    </a:cubicBezTo>
                    <a:cubicBezTo>
                      <a:pt x="39" y="25"/>
                      <a:pt x="39" y="25"/>
                      <a:pt x="39" y="25"/>
                    </a:cubicBezTo>
                    <a:lnTo>
                      <a:pt x="40" y="25"/>
                    </a:lnTo>
                    <a:close/>
                    <a:moveTo>
                      <a:pt x="38" y="23"/>
                    </a:moveTo>
                    <a:cubicBezTo>
                      <a:pt x="39" y="22"/>
                      <a:pt x="40" y="22"/>
                      <a:pt x="41" y="22"/>
                    </a:cubicBezTo>
                    <a:cubicBezTo>
                      <a:pt x="39" y="21"/>
                      <a:pt x="39" y="21"/>
                      <a:pt x="39" y="21"/>
                    </a:cubicBezTo>
                    <a:cubicBezTo>
                      <a:pt x="39" y="21"/>
                      <a:pt x="39" y="21"/>
                      <a:pt x="39" y="21"/>
                    </a:cubicBezTo>
                    <a:lnTo>
                      <a:pt x="38" y="23"/>
                    </a:lnTo>
                    <a:close/>
                    <a:moveTo>
                      <a:pt x="46" y="3"/>
                    </a:moveTo>
                    <a:cubicBezTo>
                      <a:pt x="45" y="5"/>
                      <a:pt x="42" y="10"/>
                      <a:pt x="40" y="12"/>
                    </a:cubicBezTo>
                    <a:cubicBezTo>
                      <a:pt x="40" y="13"/>
                      <a:pt x="40" y="14"/>
                      <a:pt x="40" y="15"/>
                    </a:cubicBezTo>
                    <a:cubicBezTo>
                      <a:pt x="42" y="13"/>
                      <a:pt x="46" y="7"/>
                      <a:pt x="46" y="3"/>
                    </a:cubicBezTo>
                    <a:close/>
                    <a:moveTo>
                      <a:pt x="46" y="2"/>
                    </a:moveTo>
                    <a:cubicBezTo>
                      <a:pt x="46" y="3"/>
                      <a:pt x="46" y="3"/>
                      <a:pt x="46" y="3"/>
                    </a:cubicBezTo>
                    <a:cubicBezTo>
                      <a:pt x="46" y="2"/>
                      <a:pt x="46" y="2"/>
                      <a:pt x="46" y="2"/>
                    </a:cubicBezTo>
                    <a:close/>
                    <a:moveTo>
                      <a:pt x="47" y="5"/>
                    </a:moveTo>
                    <a:cubicBezTo>
                      <a:pt x="47" y="3"/>
                      <a:pt x="47" y="3"/>
                      <a:pt x="47" y="3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7" y="9"/>
                      <a:pt x="40" y="16"/>
                      <a:pt x="40" y="16"/>
                    </a:cubicBezTo>
                    <a:cubicBezTo>
                      <a:pt x="40" y="17"/>
                      <a:pt x="39" y="19"/>
                      <a:pt x="39" y="20"/>
                    </a:cubicBezTo>
                    <a:cubicBezTo>
                      <a:pt x="40" y="19"/>
                      <a:pt x="41" y="18"/>
                      <a:pt x="42" y="16"/>
                    </a:cubicBezTo>
                    <a:cubicBezTo>
                      <a:pt x="42" y="16"/>
                      <a:pt x="42" y="16"/>
                      <a:pt x="42" y="16"/>
                    </a:cubicBezTo>
                    <a:cubicBezTo>
                      <a:pt x="42" y="16"/>
                      <a:pt x="47" y="10"/>
                      <a:pt x="47" y="5"/>
                    </a:cubicBezTo>
                    <a:moveTo>
                      <a:pt x="43" y="16"/>
                    </a:moveTo>
                    <a:cubicBezTo>
                      <a:pt x="41" y="18"/>
                      <a:pt x="39" y="20"/>
                      <a:pt x="39" y="20"/>
                    </a:cubicBezTo>
                    <a:cubicBezTo>
                      <a:pt x="40" y="21"/>
                      <a:pt x="40" y="21"/>
                      <a:pt x="40" y="21"/>
                    </a:cubicBezTo>
                    <a:cubicBezTo>
                      <a:pt x="40" y="21"/>
                      <a:pt x="42" y="19"/>
                      <a:pt x="43" y="18"/>
                    </a:cubicBezTo>
                    <a:cubicBezTo>
                      <a:pt x="44" y="17"/>
                      <a:pt x="46" y="15"/>
                      <a:pt x="47" y="13"/>
                    </a:cubicBezTo>
                    <a:cubicBezTo>
                      <a:pt x="46" y="14"/>
                      <a:pt x="44" y="16"/>
                      <a:pt x="43" y="16"/>
                    </a:cubicBezTo>
                    <a:moveTo>
                      <a:pt x="43" y="22"/>
                    </a:move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7" y="18"/>
                      <a:pt x="47" y="14"/>
                    </a:cubicBezTo>
                    <a:cubicBezTo>
                      <a:pt x="47" y="14"/>
                      <a:pt x="47" y="14"/>
                      <a:pt x="47" y="14"/>
                    </a:cubicBezTo>
                    <a:cubicBezTo>
                      <a:pt x="46" y="17"/>
                      <a:pt x="41" y="20"/>
                      <a:pt x="40" y="21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4"/>
                      <a:pt x="41" y="25"/>
                      <a:pt x="40" y="25"/>
                    </a:cubicBezTo>
                    <a:cubicBezTo>
                      <a:pt x="41" y="26"/>
                      <a:pt x="41" y="26"/>
                      <a:pt x="41" y="26"/>
                    </a:cubicBezTo>
                    <a:cubicBezTo>
                      <a:pt x="41" y="25"/>
                      <a:pt x="42" y="25"/>
                      <a:pt x="43" y="24"/>
                    </a:cubicBezTo>
                    <a:cubicBezTo>
                      <a:pt x="45" y="23"/>
                      <a:pt x="46" y="22"/>
                      <a:pt x="46" y="21"/>
                    </a:cubicBezTo>
                    <a:cubicBezTo>
                      <a:pt x="45" y="21"/>
                      <a:pt x="44" y="21"/>
                      <a:pt x="43" y="22"/>
                    </a:cubicBezTo>
                    <a:moveTo>
                      <a:pt x="44" y="26"/>
                    </a:moveTo>
                    <a:cubicBezTo>
                      <a:pt x="45" y="25"/>
                      <a:pt x="46" y="23"/>
                      <a:pt x="47" y="22"/>
                    </a:cubicBezTo>
                    <a:cubicBezTo>
                      <a:pt x="45" y="24"/>
                      <a:pt x="42" y="26"/>
                      <a:pt x="41" y="26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3" y="28"/>
                      <a:pt x="44" y="27"/>
                      <a:pt x="44" y="26"/>
                    </a:cubicBezTo>
                    <a:moveTo>
                      <a:pt x="45" y="29"/>
                    </a:moveTo>
                    <a:cubicBezTo>
                      <a:pt x="44" y="29"/>
                      <a:pt x="44" y="28"/>
                      <a:pt x="43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0" y="30"/>
                      <a:pt x="40" y="30"/>
                      <a:pt x="40" y="30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3" y="30"/>
                      <a:pt x="45" y="29"/>
                      <a:pt x="45" y="29"/>
                    </a:cubicBezTo>
                    <a:close/>
                    <a:moveTo>
                      <a:pt x="45" y="30"/>
                    </a:moveTo>
                    <a:cubicBezTo>
                      <a:pt x="43" y="31"/>
                      <a:pt x="41" y="31"/>
                      <a:pt x="40" y="31"/>
                    </a:cubicBezTo>
                    <a:cubicBezTo>
                      <a:pt x="40" y="32"/>
                      <a:pt x="40" y="32"/>
                      <a:pt x="40" y="32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1" y="33"/>
                      <a:pt x="41" y="33"/>
                      <a:pt x="41" y="33"/>
                    </a:cubicBezTo>
                    <a:cubicBezTo>
                      <a:pt x="42" y="33"/>
                      <a:pt x="44" y="32"/>
                      <a:pt x="45" y="30"/>
                    </a:cubicBezTo>
                    <a:moveTo>
                      <a:pt x="43" y="35"/>
                    </a:moveTo>
                    <a:cubicBezTo>
                      <a:pt x="43" y="35"/>
                      <a:pt x="43" y="35"/>
                      <a:pt x="43" y="35"/>
                    </a:cubicBezTo>
                    <a:cubicBezTo>
                      <a:pt x="44" y="35"/>
                      <a:pt x="44" y="35"/>
                      <a:pt x="44" y="35"/>
                    </a:cubicBezTo>
                    <a:cubicBezTo>
                      <a:pt x="44" y="35"/>
                      <a:pt x="46" y="36"/>
                      <a:pt x="46" y="38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40"/>
                      <a:pt x="46" y="40"/>
                      <a:pt x="46" y="40"/>
                    </a:cubicBezTo>
                    <a:cubicBezTo>
                      <a:pt x="45" y="40"/>
                      <a:pt x="45" y="40"/>
                      <a:pt x="45" y="40"/>
                    </a:cubicBezTo>
                    <a:cubicBezTo>
                      <a:pt x="45" y="40"/>
                      <a:pt x="43" y="40"/>
                      <a:pt x="43" y="42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4" y="45"/>
                      <a:pt x="46" y="46"/>
                      <a:pt x="46" y="48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9"/>
                      <a:pt x="45" y="50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5" y="51"/>
                      <a:pt x="46" y="50"/>
                      <a:pt x="46" y="49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6"/>
                      <a:pt x="46" y="46"/>
                      <a:pt x="46" y="46"/>
                    </a:cubicBezTo>
                    <a:cubicBezTo>
                      <a:pt x="45" y="45"/>
                      <a:pt x="44" y="44"/>
                      <a:pt x="44" y="43"/>
                    </a:cubicBezTo>
                    <a:cubicBezTo>
                      <a:pt x="44" y="42"/>
                      <a:pt x="44" y="42"/>
                      <a:pt x="44" y="42"/>
                    </a:cubicBezTo>
                    <a:cubicBezTo>
                      <a:pt x="44" y="41"/>
                      <a:pt x="46" y="40"/>
                      <a:pt x="46" y="40"/>
                    </a:cubicBezTo>
                    <a:cubicBezTo>
                      <a:pt x="46" y="40"/>
                      <a:pt x="46" y="40"/>
                      <a:pt x="46" y="40"/>
                    </a:cubicBezTo>
                    <a:cubicBezTo>
                      <a:pt x="46" y="40"/>
                      <a:pt x="45" y="41"/>
                      <a:pt x="45" y="42"/>
                    </a:cubicBezTo>
                    <a:cubicBezTo>
                      <a:pt x="45" y="43"/>
                      <a:pt x="45" y="43"/>
                      <a:pt x="45" y="43"/>
                    </a:cubicBezTo>
                    <a:cubicBezTo>
                      <a:pt x="45" y="44"/>
                      <a:pt x="46" y="45"/>
                      <a:pt x="46" y="46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49"/>
                      <a:pt x="47" y="49"/>
                      <a:pt x="47" y="49"/>
                    </a:cubicBezTo>
                    <a:cubicBezTo>
                      <a:pt x="46" y="50"/>
                      <a:pt x="46" y="50"/>
                      <a:pt x="46" y="50"/>
                    </a:cubicBezTo>
                    <a:cubicBezTo>
                      <a:pt x="47" y="49"/>
                      <a:pt x="47" y="49"/>
                      <a:pt x="47" y="49"/>
                    </a:cubicBezTo>
                    <a:cubicBezTo>
                      <a:pt x="47" y="49"/>
                      <a:pt x="47" y="49"/>
                      <a:pt x="47" y="48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47"/>
                      <a:pt x="46" y="43"/>
                      <a:pt x="45" y="43"/>
                    </a:cubicBezTo>
                    <a:cubicBezTo>
                      <a:pt x="45" y="42"/>
                      <a:pt x="45" y="42"/>
                      <a:pt x="45" y="42"/>
                    </a:cubicBezTo>
                    <a:cubicBezTo>
                      <a:pt x="45" y="41"/>
                      <a:pt x="47" y="40"/>
                      <a:pt x="47" y="40"/>
                    </a:cubicBezTo>
                    <a:cubicBezTo>
                      <a:pt x="47" y="41"/>
                      <a:pt x="47" y="41"/>
                      <a:pt x="47" y="41"/>
                    </a:cubicBezTo>
                    <a:cubicBezTo>
                      <a:pt x="47" y="41"/>
                      <a:pt x="47" y="41"/>
                      <a:pt x="47" y="41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6" y="43"/>
                      <a:pt x="47" y="46"/>
                      <a:pt x="47" y="48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50"/>
                      <a:pt x="47" y="50"/>
                      <a:pt x="47" y="50"/>
                    </a:cubicBezTo>
                    <a:cubicBezTo>
                      <a:pt x="46" y="51"/>
                      <a:pt x="46" y="51"/>
                      <a:pt x="46" y="51"/>
                    </a:cubicBezTo>
                    <a:cubicBezTo>
                      <a:pt x="47" y="51"/>
                      <a:pt x="48" y="50"/>
                      <a:pt x="48" y="49"/>
                    </a:cubicBezTo>
                    <a:cubicBezTo>
                      <a:pt x="48" y="48"/>
                      <a:pt x="48" y="48"/>
                      <a:pt x="48" y="48"/>
                    </a:cubicBezTo>
                    <a:cubicBezTo>
                      <a:pt x="47" y="44"/>
                      <a:pt x="47" y="44"/>
                      <a:pt x="46" y="43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7" y="42"/>
                      <a:pt x="48" y="41"/>
                      <a:pt x="48" y="38"/>
                    </a:cubicBezTo>
                    <a:cubicBezTo>
                      <a:pt x="48" y="38"/>
                      <a:pt x="48" y="38"/>
                      <a:pt x="48" y="38"/>
                    </a:cubicBezTo>
                    <a:cubicBezTo>
                      <a:pt x="48" y="35"/>
                      <a:pt x="46" y="34"/>
                      <a:pt x="43" y="34"/>
                    </a:cubicBezTo>
                    <a:cubicBezTo>
                      <a:pt x="43" y="34"/>
                      <a:pt x="43" y="34"/>
                      <a:pt x="43" y="34"/>
                    </a:cubicBezTo>
                    <a:cubicBezTo>
                      <a:pt x="41" y="34"/>
                      <a:pt x="41" y="34"/>
                      <a:pt x="41" y="34"/>
                    </a:cubicBezTo>
                    <a:cubicBezTo>
                      <a:pt x="41" y="34"/>
                      <a:pt x="41" y="34"/>
                      <a:pt x="41" y="34"/>
                    </a:cubicBezTo>
                    <a:cubicBezTo>
                      <a:pt x="41" y="35"/>
                      <a:pt x="41" y="35"/>
                      <a:pt x="41" y="35"/>
                    </a:cubicBezTo>
                    <a:lnTo>
                      <a:pt x="43" y="35"/>
                    </a:lnTo>
                    <a:close/>
                    <a:moveTo>
                      <a:pt x="40" y="34"/>
                    </a:move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5"/>
                      <a:pt x="40" y="35"/>
                      <a:pt x="40" y="35"/>
                    </a:cubicBezTo>
                    <a:cubicBezTo>
                      <a:pt x="38" y="35"/>
                      <a:pt x="38" y="35"/>
                      <a:pt x="38" y="35"/>
                    </a:cubicBezTo>
                    <a:cubicBezTo>
                      <a:pt x="41" y="37"/>
                      <a:pt x="41" y="37"/>
                      <a:pt x="41" y="37"/>
                    </a:cubicBezTo>
                    <a:lnTo>
                      <a:pt x="40" y="34"/>
                    </a:lnTo>
                    <a:close/>
                    <a:moveTo>
                      <a:pt x="41" y="37"/>
                    </a:moveTo>
                    <a:cubicBezTo>
                      <a:pt x="40" y="37"/>
                      <a:pt x="38" y="36"/>
                      <a:pt x="38" y="35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8" y="38"/>
                      <a:pt x="38" y="38"/>
                      <a:pt x="38" y="38"/>
                    </a:cubicBezTo>
                    <a:cubicBezTo>
                      <a:pt x="38" y="38"/>
                      <a:pt x="40" y="37"/>
                      <a:pt x="41" y="37"/>
                    </a:cubicBezTo>
                    <a:moveTo>
                      <a:pt x="22" y="57"/>
                    </a:moveTo>
                    <a:cubicBezTo>
                      <a:pt x="20" y="57"/>
                      <a:pt x="18" y="57"/>
                      <a:pt x="17" y="61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8" y="64"/>
                      <a:pt x="18" y="64"/>
                      <a:pt x="18" y="64"/>
                    </a:cubicBezTo>
                    <a:cubicBezTo>
                      <a:pt x="19" y="65"/>
                      <a:pt x="19" y="65"/>
                      <a:pt x="19" y="65"/>
                    </a:cubicBezTo>
                    <a:cubicBezTo>
                      <a:pt x="20" y="66"/>
                      <a:pt x="22" y="68"/>
                      <a:pt x="23" y="69"/>
                    </a:cubicBezTo>
                    <a:cubicBezTo>
                      <a:pt x="24" y="70"/>
                      <a:pt x="24" y="70"/>
                      <a:pt x="24" y="70"/>
                    </a:cubicBezTo>
                    <a:cubicBezTo>
                      <a:pt x="24" y="71"/>
                      <a:pt x="23" y="72"/>
                      <a:pt x="22" y="73"/>
                    </a:cubicBezTo>
                    <a:cubicBezTo>
                      <a:pt x="22" y="74"/>
                      <a:pt x="20" y="76"/>
                      <a:pt x="19" y="77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9" y="80"/>
                      <a:pt x="19" y="80"/>
                      <a:pt x="19" y="80"/>
                    </a:cubicBezTo>
                    <a:cubicBezTo>
                      <a:pt x="18" y="80"/>
                      <a:pt x="18" y="80"/>
                      <a:pt x="18" y="80"/>
                    </a:cubicBezTo>
                    <a:cubicBezTo>
                      <a:pt x="18" y="79"/>
                      <a:pt x="18" y="79"/>
                      <a:pt x="18" y="79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7" y="78"/>
                      <a:pt x="17" y="78"/>
                      <a:pt x="17" y="78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15" y="76"/>
                      <a:pt x="15" y="76"/>
                      <a:pt x="15" y="76"/>
                    </a:cubicBezTo>
                    <a:cubicBezTo>
                      <a:pt x="14" y="76"/>
                      <a:pt x="14" y="76"/>
                      <a:pt x="14" y="76"/>
                    </a:cubicBezTo>
                    <a:cubicBezTo>
                      <a:pt x="14" y="76"/>
                      <a:pt x="14" y="76"/>
                      <a:pt x="14" y="76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7" y="76"/>
                      <a:pt x="17" y="76"/>
                      <a:pt x="17" y="76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17" y="75"/>
                      <a:pt x="17" y="75"/>
                      <a:pt x="17" y="75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4" y="75"/>
                      <a:pt x="14" y="75"/>
                      <a:pt x="14" y="75"/>
                    </a:cubicBezTo>
                    <a:cubicBezTo>
                      <a:pt x="14" y="74"/>
                      <a:pt x="14" y="74"/>
                      <a:pt x="14" y="74"/>
                    </a:cubicBezTo>
                    <a:cubicBezTo>
                      <a:pt x="14" y="74"/>
                      <a:pt x="14" y="74"/>
                      <a:pt x="14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4" y="73"/>
                      <a:pt x="14" y="73"/>
                      <a:pt x="14" y="73"/>
                    </a:cubicBezTo>
                    <a:cubicBezTo>
                      <a:pt x="14" y="73"/>
                      <a:pt x="14" y="73"/>
                      <a:pt x="14" y="73"/>
                    </a:cubicBezTo>
                    <a:cubicBezTo>
                      <a:pt x="14" y="75"/>
                      <a:pt x="14" y="75"/>
                      <a:pt x="14" y="75"/>
                    </a:cubicBezTo>
                    <a:cubicBezTo>
                      <a:pt x="15" y="79"/>
                      <a:pt x="15" y="79"/>
                      <a:pt x="15" y="79"/>
                    </a:cubicBezTo>
                    <a:cubicBezTo>
                      <a:pt x="15" y="80"/>
                      <a:pt x="17" y="82"/>
                      <a:pt x="18" y="82"/>
                    </a:cubicBezTo>
                    <a:cubicBezTo>
                      <a:pt x="19" y="82"/>
                      <a:pt x="20" y="82"/>
                      <a:pt x="20" y="81"/>
                    </a:cubicBezTo>
                    <a:cubicBezTo>
                      <a:pt x="21" y="80"/>
                      <a:pt x="21" y="78"/>
                      <a:pt x="21" y="78"/>
                    </a:cubicBezTo>
                    <a:cubicBezTo>
                      <a:pt x="21" y="78"/>
                      <a:pt x="21" y="78"/>
                      <a:pt x="21" y="78"/>
                    </a:cubicBezTo>
                    <a:cubicBezTo>
                      <a:pt x="22" y="78"/>
                      <a:pt x="22" y="78"/>
                      <a:pt x="22" y="78"/>
                    </a:cubicBezTo>
                    <a:cubicBezTo>
                      <a:pt x="23" y="78"/>
                      <a:pt x="23" y="78"/>
                      <a:pt x="23" y="78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8" y="73"/>
                      <a:pt x="28" y="73"/>
                      <a:pt x="28" y="73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26" y="67"/>
                      <a:pt x="26" y="67"/>
                      <a:pt x="26" y="67"/>
                    </a:cubicBezTo>
                    <a:cubicBezTo>
                      <a:pt x="26" y="65"/>
                      <a:pt x="26" y="64"/>
                      <a:pt x="25" y="63"/>
                    </a:cubicBezTo>
                    <a:cubicBezTo>
                      <a:pt x="25" y="62"/>
                      <a:pt x="23" y="62"/>
                      <a:pt x="23" y="62"/>
                    </a:cubicBezTo>
                    <a:cubicBezTo>
                      <a:pt x="24" y="61"/>
                      <a:pt x="24" y="61"/>
                      <a:pt x="24" y="61"/>
                    </a:cubicBezTo>
                    <a:cubicBezTo>
                      <a:pt x="25" y="61"/>
                      <a:pt x="25" y="61"/>
                      <a:pt x="25" y="61"/>
                    </a:cubicBezTo>
                    <a:cubicBezTo>
                      <a:pt x="25" y="62"/>
                      <a:pt x="25" y="62"/>
                      <a:pt x="25" y="62"/>
                    </a:cubicBezTo>
                    <a:cubicBezTo>
                      <a:pt x="26" y="63"/>
                      <a:pt x="26" y="63"/>
                      <a:pt x="26" y="63"/>
                    </a:cubicBezTo>
                    <a:cubicBezTo>
                      <a:pt x="26" y="64"/>
                      <a:pt x="27" y="65"/>
                      <a:pt x="27" y="67"/>
                    </a:cubicBezTo>
                    <a:cubicBezTo>
                      <a:pt x="28" y="68"/>
                      <a:pt x="28" y="68"/>
                      <a:pt x="28" y="68"/>
                    </a:cubicBezTo>
                    <a:cubicBezTo>
                      <a:pt x="30" y="69"/>
                      <a:pt x="30" y="69"/>
                      <a:pt x="30" y="69"/>
                    </a:cubicBezTo>
                    <a:cubicBezTo>
                      <a:pt x="29" y="67"/>
                      <a:pt x="29" y="65"/>
                      <a:pt x="29" y="64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29" y="62"/>
                      <a:pt x="28" y="61"/>
                      <a:pt x="27" y="61"/>
                    </a:cubicBezTo>
                    <a:cubicBezTo>
                      <a:pt x="26" y="60"/>
                      <a:pt x="26" y="60"/>
                      <a:pt x="26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5" y="59"/>
                      <a:pt x="25" y="59"/>
                      <a:pt x="25" y="59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4" y="57"/>
                      <a:pt x="23" y="57"/>
                      <a:pt x="22" y="57"/>
                    </a:cubicBezTo>
                    <a:moveTo>
                      <a:pt x="21" y="52"/>
                    </a:moveTo>
                    <a:cubicBezTo>
                      <a:pt x="21" y="52"/>
                      <a:pt x="21" y="52"/>
                      <a:pt x="21" y="52"/>
                    </a:cubicBezTo>
                    <a:cubicBezTo>
                      <a:pt x="21" y="53"/>
                      <a:pt x="23" y="54"/>
                      <a:pt x="24" y="55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6" y="59"/>
                      <a:pt x="26" y="59"/>
                      <a:pt x="26" y="59"/>
                    </a:cubicBezTo>
                    <a:cubicBezTo>
                      <a:pt x="26" y="59"/>
                      <a:pt x="26" y="59"/>
                      <a:pt x="26" y="59"/>
                    </a:cubicBezTo>
                    <a:cubicBezTo>
                      <a:pt x="28" y="60"/>
                      <a:pt x="28" y="60"/>
                      <a:pt x="28" y="60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30" y="61"/>
                      <a:pt x="30" y="60"/>
                      <a:pt x="30" y="60"/>
                    </a:cubicBezTo>
                    <a:cubicBezTo>
                      <a:pt x="30" y="59"/>
                      <a:pt x="30" y="59"/>
                      <a:pt x="30" y="59"/>
                    </a:cubicBezTo>
                    <a:cubicBezTo>
                      <a:pt x="30" y="57"/>
                      <a:pt x="30" y="57"/>
                      <a:pt x="30" y="57"/>
                    </a:cubicBezTo>
                    <a:cubicBezTo>
                      <a:pt x="30" y="57"/>
                      <a:pt x="30" y="57"/>
                      <a:pt x="30" y="57"/>
                    </a:cubicBezTo>
                    <a:cubicBezTo>
                      <a:pt x="30" y="57"/>
                      <a:pt x="31" y="58"/>
                      <a:pt x="31" y="59"/>
                    </a:cubicBezTo>
                    <a:cubicBezTo>
                      <a:pt x="31" y="60"/>
                      <a:pt x="31" y="60"/>
                      <a:pt x="31" y="60"/>
                    </a:cubicBezTo>
                    <a:cubicBezTo>
                      <a:pt x="31" y="60"/>
                      <a:pt x="30" y="61"/>
                      <a:pt x="30" y="62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30" y="66"/>
                      <a:pt x="30" y="68"/>
                      <a:pt x="31" y="70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4"/>
                      <a:pt x="32" y="74"/>
                      <a:pt x="32" y="74"/>
                    </a:cubicBezTo>
                    <a:cubicBezTo>
                      <a:pt x="33" y="74"/>
                      <a:pt x="34" y="77"/>
                      <a:pt x="35" y="78"/>
                    </a:cubicBezTo>
                    <a:cubicBezTo>
                      <a:pt x="36" y="79"/>
                      <a:pt x="36" y="80"/>
                      <a:pt x="37" y="81"/>
                    </a:cubicBezTo>
                    <a:cubicBezTo>
                      <a:pt x="37" y="82"/>
                      <a:pt x="36" y="83"/>
                      <a:pt x="37" y="83"/>
                    </a:cubicBezTo>
                    <a:cubicBezTo>
                      <a:pt x="38" y="85"/>
                      <a:pt x="38" y="85"/>
                      <a:pt x="38" y="86"/>
                    </a:cubicBezTo>
                    <a:cubicBezTo>
                      <a:pt x="38" y="87"/>
                      <a:pt x="38" y="87"/>
                      <a:pt x="38" y="87"/>
                    </a:cubicBezTo>
                    <a:cubicBezTo>
                      <a:pt x="38" y="88"/>
                      <a:pt x="38" y="88"/>
                      <a:pt x="39" y="89"/>
                    </a:cubicBezTo>
                    <a:cubicBezTo>
                      <a:pt x="39" y="90"/>
                      <a:pt x="40" y="91"/>
                      <a:pt x="40" y="92"/>
                    </a:cubicBezTo>
                    <a:cubicBezTo>
                      <a:pt x="39" y="93"/>
                      <a:pt x="39" y="93"/>
                      <a:pt x="39" y="93"/>
                    </a:cubicBezTo>
                    <a:cubicBezTo>
                      <a:pt x="39" y="94"/>
                      <a:pt x="39" y="96"/>
                      <a:pt x="38" y="96"/>
                    </a:cubicBezTo>
                    <a:cubicBezTo>
                      <a:pt x="37" y="96"/>
                      <a:pt x="37" y="96"/>
                      <a:pt x="37" y="96"/>
                    </a:cubicBezTo>
                    <a:cubicBezTo>
                      <a:pt x="36" y="96"/>
                      <a:pt x="36" y="96"/>
                      <a:pt x="36" y="96"/>
                    </a:cubicBezTo>
                    <a:cubicBezTo>
                      <a:pt x="36" y="96"/>
                      <a:pt x="36" y="96"/>
                      <a:pt x="36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4" y="97"/>
                      <a:pt x="34" y="97"/>
                      <a:pt x="34" y="97"/>
                    </a:cubicBezTo>
                    <a:cubicBezTo>
                      <a:pt x="34" y="98"/>
                      <a:pt x="34" y="98"/>
                      <a:pt x="34" y="98"/>
                    </a:cubicBezTo>
                    <a:cubicBezTo>
                      <a:pt x="34" y="98"/>
                      <a:pt x="34" y="98"/>
                      <a:pt x="34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4" y="97"/>
                      <a:pt x="34" y="97"/>
                      <a:pt x="34" y="97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4" y="96"/>
                      <a:pt x="34" y="96"/>
                      <a:pt x="34" y="96"/>
                    </a:cubicBezTo>
                    <a:cubicBezTo>
                      <a:pt x="33" y="96"/>
                      <a:pt x="33" y="96"/>
                      <a:pt x="33" y="96"/>
                    </a:cubicBezTo>
                    <a:cubicBezTo>
                      <a:pt x="32" y="97"/>
                      <a:pt x="32" y="97"/>
                      <a:pt x="32" y="97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2" y="96"/>
                      <a:pt x="32" y="96"/>
                      <a:pt x="32" y="96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2" y="98"/>
                      <a:pt x="32" y="98"/>
                      <a:pt x="32" y="98"/>
                    </a:cubicBezTo>
                    <a:cubicBezTo>
                      <a:pt x="33" y="99"/>
                      <a:pt x="34" y="99"/>
                      <a:pt x="35" y="100"/>
                    </a:cubicBezTo>
                    <a:cubicBezTo>
                      <a:pt x="36" y="100"/>
                      <a:pt x="38" y="100"/>
                      <a:pt x="39" y="100"/>
                    </a:cubicBezTo>
                    <a:cubicBezTo>
                      <a:pt x="40" y="100"/>
                      <a:pt x="40" y="100"/>
                      <a:pt x="40" y="100"/>
                    </a:cubicBezTo>
                    <a:cubicBezTo>
                      <a:pt x="42" y="98"/>
                      <a:pt x="42" y="98"/>
                      <a:pt x="42" y="98"/>
                    </a:cubicBezTo>
                    <a:cubicBezTo>
                      <a:pt x="42" y="95"/>
                      <a:pt x="42" y="95"/>
                      <a:pt x="42" y="95"/>
                    </a:cubicBezTo>
                    <a:cubicBezTo>
                      <a:pt x="43" y="93"/>
                      <a:pt x="43" y="93"/>
                      <a:pt x="43" y="93"/>
                    </a:cubicBezTo>
                    <a:cubicBezTo>
                      <a:pt x="42" y="88"/>
                      <a:pt x="42" y="88"/>
                      <a:pt x="42" y="88"/>
                    </a:cubicBezTo>
                    <a:cubicBezTo>
                      <a:pt x="42" y="88"/>
                      <a:pt x="41" y="87"/>
                      <a:pt x="41" y="86"/>
                    </a:cubicBezTo>
                    <a:cubicBezTo>
                      <a:pt x="41" y="84"/>
                      <a:pt x="42" y="83"/>
                      <a:pt x="42" y="82"/>
                    </a:cubicBezTo>
                    <a:cubicBezTo>
                      <a:pt x="40" y="79"/>
                      <a:pt x="40" y="79"/>
                      <a:pt x="40" y="79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0" y="78"/>
                      <a:pt x="40" y="78"/>
                      <a:pt x="40" y="78"/>
                    </a:cubicBezTo>
                    <a:cubicBezTo>
                      <a:pt x="39" y="77"/>
                      <a:pt x="39" y="77"/>
                      <a:pt x="39" y="77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8" y="74"/>
                      <a:pt x="38" y="73"/>
                      <a:pt x="39" y="72"/>
                    </a:cubicBezTo>
                    <a:cubicBezTo>
                      <a:pt x="40" y="70"/>
                      <a:pt x="41" y="67"/>
                      <a:pt x="41" y="66"/>
                    </a:cubicBezTo>
                    <a:cubicBezTo>
                      <a:pt x="41" y="66"/>
                      <a:pt x="41" y="66"/>
                      <a:pt x="41" y="66"/>
                    </a:cubicBezTo>
                    <a:cubicBezTo>
                      <a:pt x="41" y="65"/>
                      <a:pt x="40" y="62"/>
                      <a:pt x="40" y="62"/>
                    </a:cubicBezTo>
                    <a:cubicBezTo>
                      <a:pt x="40" y="62"/>
                      <a:pt x="40" y="62"/>
                      <a:pt x="40" y="62"/>
                    </a:cubicBezTo>
                    <a:cubicBezTo>
                      <a:pt x="40" y="62"/>
                      <a:pt x="42" y="64"/>
                      <a:pt x="42" y="66"/>
                    </a:cubicBezTo>
                    <a:cubicBezTo>
                      <a:pt x="42" y="66"/>
                      <a:pt x="42" y="66"/>
                      <a:pt x="42" y="66"/>
                    </a:cubicBezTo>
                    <a:cubicBezTo>
                      <a:pt x="41" y="67"/>
                      <a:pt x="40" y="71"/>
                      <a:pt x="40" y="72"/>
                    </a:cubicBezTo>
                    <a:cubicBezTo>
                      <a:pt x="39" y="73"/>
                      <a:pt x="38" y="75"/>
                      <a:pt x="38" y="75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9" y="77"/>
                      <a:pt x="39" y="77"/>
                      <a:pt x="39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1" y="76"/>
                      <a:pt x="41" y="76"/>
                      <a:pt x="41" y="76"/>
                    </a:cubicBezTo>
                    <a:cubicBezTo>
                      <a:pt x="40" y="76"/>
                      <a:pt x="40" y="76"/>
                      <a:pt x="40" y="76"/>
                    </a:cubicBezTo>
                    <a:cubicBezTo>
                      <a:pt x="40" y="75"/>
                      <a:pt x="40" y="75"/>
                      <a:pt x="40" y="75"/>
                    </a:cubicBezTo>
                    <a:cubicBezTo>
                      <a:pt x="39" y="74"/>
                      <a:pt x="39" y="74"/>
                      <a:pt x="39" y="74"/>
                    </a:cubicBezTo>
                    <a:cubicBezTo>
                      <a:pt x="41" y="74"/>
                      <a:pt x="41" y="74"/>
                      <a:pt x="41" y="74"/>
                    </a:cubicBezTo>
                    <a:cubicBezTo>
                      <a:pt x="41" y="73"/>
                      <a:pt x="41" y="73"/>
                      <a:pt x="41" y="73"/>
                    </a:cubicBezTo>
                    <a:cubicBezTo>
                      <a:pt x="41" y="72"/>
                      <a:pt x="41" y="72"/>
                      <a:pt x="41" y="72"/>
                    </a:cubicBezTo>
                    <a:cubicBezTo>
                      <a:pt x="42" y="72"/>
                      <a:pt x="42" y="72"/>
                      <a:pt x="42" y="72"/>
                    </a:cubicBezTo>
                    <a:cubicBezTo>
                      <a:pt x="42" y="71"/>
                      <a:pt x="42" y="71"/>
                      <a:pt x="42" y="71"/>
                    </a:cubicBezTo>
                    <a:cubicBezTo>
                      <a:pt x="42" y="71"/>
                      <a:pt x="42" y="71"/>
                      <a:pt x="42" y="71"/>
                    </a:cubicBezTo>
                    <a:cubicBezTo>
                      <a:pt x="43" y="71"/>
                      <a:pt x="43" y="71"/>
                      <a:pt x="43" y="71"/>
                    </a:cubicBezTo>
                    <a:cubicBezTo>
                      <a:pt x="42" y="70"/>
                      <a:pt x="42" y="70"/>
                      <a:pt x="42" y="70"/>
                    </a:cubicBezTo>
                    <a:cubicBezTo>
                      <a:pt x="42" y="69"/>
                      <a:pt x="42" y="69"/>
                      <a:pt x="42" y="69"/>
                    </a:cubicBezTo>
                    <a:cubicBezTo>
                      <a:pt x="43" y="70"/>
                      <a:pt x="43" y="70"/>
                      <a:pt x="43" y="70"/>
                    </a:cubicBezTo>
                    <a:cubicBezTo>
                      <a:pt x="43" y="68"/>
                      <a:pt x="43" y="68"/>
                      <a:pt x="43" y="68"/>
                    </a:cubicBezTo>
                    <a:cubicBezTo>
                      <a:pt x="43" y="68"/>
                      <a:pt x="43" y="68"/>
                      <a:pt x="43" y="68"/>
                    </a:cubicBezTo>
                    <a:cubicBezTo>
                      <a:pt x="44" y="68"/>
                      <a:pt x="44" y="68"/>
                      <a:pt x="44" y="68"/>
                    </a:cubicBezTo>
                    <a:cubicBezTo>
                      <a:pt x="43" y="66"/>
                      <a:pt x="43" y="66"/>
                      <a:pt x="43" y="66"/>
                    </a:cubicBezTo>
                    <a:cubicBezTo>
                      <a:pt x="43" y="66"/>
                      <a:pt x="43" y="66"/>
                      <a:pt x="43" y="66"/>
                    </a:cubicBezTo>
                    <a:cubicBezTo>
                      <a:pt x="43" y="65"/>
                      <a:pt x="43" y="65"/>
                      <a:pt x="43" y="65"/>
                    </a:cubicBezTo>
                    <a:cubicBezTo>
                      <a:pt x="43" y="65"/>
                      <a:pt x="47" y="62"/>
                      <a:pt x="47" y="59"/>
                    </a:cubicBezTo>
                    <a:cubicBezTo>
                      <a:pt x="47" y="55"/>
                      <a:pt x="39" y="48"/>
                      <a:pt x="39" y="41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0"/>
                      <a:pt x="39" y="39"/>
                      <a:pt x="40" y="38"/>
                    </a:cubicBezTo>
                    <a:cubicBezTo>
                      <a:pt x="38" y="38"/>
                      <a:pt x="38" y="38"/>
                      <a:pt x="38" y="38"/>
                    </a:cubicBezTo>
                    <a:cubicBezTo>
                      <a:pt x="38" y="40"/>
                      <a:pt x="38" y="42"/>
                      <a:pt x="38" y="42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7" y="43"/>
                      <a:pt x="37" y="43"/>
                      <a:pt x="37" y="43"/>
                    </a:cubicBezTo>
                    <a:cubicBezTo>
                      <a:pt x="38" y="44"/>
                      <a:pt x="38" y="44"/>
                      <a:pt x="38" y="44"/>
                    </a:cubicBezTo>
                    <a:cubicBezTo>
                      <a:pt x="39" y="51"/>
                      <a:pt x="45" y="53"/>
                      <a:pt x="45" y="58"/>
                    </a:cubicBezTo>
                    <a:cubicBezTo>
                      <a:pt x="45" y="59"/>
                      <a:pt x="45" y="59"/>
                      <a:pt x="45" y="59"/>
                    </a:cubicBezTo>
                    <a:cubicBezTo>
                      <a:pt x="45" y="59"/>
                      <a:pt x="44" y="62"/>
                      <a:pt x="42" y="62"/>
                    </a:cubicBezTo>
                    <a:cubicBezTo>
                      <a:pt x="42" y="62"/>
                      <a:pt x="42" y="62"/>
                      <a:pt x="42" y="62"/>
                    </a:cubicBezTo>
                    <a:cubicBezTo>
                      <a:pt x="42" y="62"/>
                      <a:pt x="42" y="62"/>
                      <a:pt x="42" y="62"/>
                    </a:cubicBezTo>
                    <a:cubicBezTo>
                      <a:pt x="41" y="61"/>
                      <a:pt x="41" y="61"/>
                      <a:pt x="41" y="61"/>
                    </a:cubicBezTo>
                    <a:cubicBezTo>
                      <a:pt x="40" y="60"/>
                      <a:pt x="40" y="60"/>
                      <a:pt x="40" y="60"/>
                    </a:cubicBezTo>
                    <a:cubicBezTo>
                      <a:pt x="39" y="58"/>
                      <a:pt x="39" y="57"/>
                      <a:pt x="37" y="56"/>
                    </a:cubicBezTo>
                    <a:cubicBezTo>
                      <a:pt x="36" y="54"/>
                      <a:pt x="33" y="52"/>
                      <a:pt x="33" y="50"/>
                    </a:cubicBezTo>
                    <a:cubicBezTo>
                      <a:pt x="32" y="49"/>
                      <a:pt x="31" y="48"/>
                      <a:pt x="31" y="47"/>
                    </a:cubicBezTo>
                    <a:cubicBezTo>
                      <a:pt x="31" y="46"/>
                      <a:pt x="31" y="46"/>
                      <a:pt x="31" y="46"/>
                    </a:cubicBezTo>
                    <a:cubicBezTo>
                      <a:pt x="30" y="46"/>
                      <a:pt x="30" y="45"/>
                      <a:pt x="29" y="45"/>
                    </a:cubicBezTo>
                    <a:cubicBezTo>
                      <a:pt x="30" y="47"/>
                      <a:pt x="30" y="49"/>
                      <a:pt x="30" y="49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29" y="49"/>
                      <a:pt x="29" y="49"/>
                      <a:pt x="29" y="49"/>
                    </a:cubicBezTo>
                    <a:cubicBezTo>
                      <a:pt x="27" y="49"/>
                      <a:pt x="25" y="46"/>
                      <a:pt x="24" y="46"/>
                    </a:cubicBezTo>
                    <a:cubicBezTo>
                      <a:pt x="24" y="46"/>
                      <a:pt x="24" y="46"/>
                      <a:pt x="24" y="46"/>
                    </a:cubicBezTo>
                    <a:cubicBezTo>
                      <a:pt x="21" y="49"/>
                      <a:pt x="21" y="49"/>
                      <a:pt x="21" y="49"/>
                    </a:cubicBezTo>
                    <a:cubicBezTo>
                      <a:pt x="21" y="51"/>
                      <a:pt x="21" y="51"/>
                      <a:pt x="21" y="51"/>
                    </a:cubicBezTo>
                    <a:cubicBezTo>
                      <a:pt x="21" y="51"/>
                      <a:pt x="21" y="51"/>
                      <a:pt x="21" y="51"/>
                    </a:cubicBezTo>
                    <a:cubicBezTo>
                      <a:pt x="20" y="51"/>
                      <a:pt x="20" y="51"/>
                      <a:pt x="20" y="51"/>
                    </a:cubicBezTo>
                    <a:lnTo>
                      <a:pt x="21" y="52"/>
                    </a:lnTo>
                    <a:close/>
                    <a:moveTo>
                      <a:pt x="9" y="62"/>
                    </a:moveTo>
                    <a:cubicBezTo>
                      <a:pt x="10" y="62"/>
                      <a:pt x="10" y="62"/>
                      <a:pt x="10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10" y="62"/>
                      <a:pt x="10" y="62"/>
                      <a:pt x="10" y="62"/>
                    </a:cubicBezTo>
                    <a:lnTo>
                      <a:pt x="9" y="62"/>
                    </a:lnTo>
                    <a:close/>
                    <a:moveTo>
                      <a:pt x="5" y="45"/>
                    </a:moveTo>
                    <a:cubicBezTo>
                      <a:pt x="4" y="46"/>
                      <a:pt x="4" y="46"/>
                      <a:pt x="4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5"/>
                      <a:pt x="5" y="45"/>
                      <a:pt x="5" y="45"/>
                    </a:cubicBezTo>
                    <a:close/>
                    <a:moveTo>
                      <a:pt x="8" y="48"/>
                    </a:moveTo>
                    <a:cubicBezTo>
                      <a:pt x="8" y="47"/>
                      <a:pt x="8" y="47"/>
                      <a:pt x="8" y="47"/>
                    </a:cubicBezTo>
                    <a:cubicBezTo>
                      <a:pt x="8" y="47"/>
                      <a:pt x="8" y="47"/>
                      <a:pt x="8" y="47"/>
                    </a:cubicBezTo>
                    <a:cubicBezTo>
                      <a:pt x="8" y="47"/>
                      <a:pt x="8" y="47"/>
                      <a:pt x="8" y="47"/>
                    </a:cubicBezTo>
                    <a:cubicBezTo>
                      <a:pt x="8" y="46"/>
                      <a:pt x="8" y="46"/>
                      <a:pt x="8" y="46"/>
                    </a:cubicBezTo>
                    <a:cubicBezTo>
                      <a:pt x="7" y="46"/>
                      <a:pt x="7" y="46"/>
                      <a:pt x="7" y="46"/>
                    </a:cubicBezTo>
                    <a:cubicBezTo>
                      <a:pt x="8" y="48"/>
                      <a:pt x="8" y="48"/>
                      <a:pt x="8" y="48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48"/>
                      <a:pt x="8" y="48"/>
                      <a:pt x="8" y="48"/>
                    </a:cubicBezTo>
                    <a:cubicBezTo>
                      <a:pt x="8" y="48"/>
                      <a:pt x="8" y="48"/>
                      <a:pt x="8" y="48"/>
                    </a:cubicBezTo>
                    <a:close/>
                    <a:moveTo>
                      <a:pt x="9" y="49"/>
                    </a:move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9" y="50"/>
                      <a:pt x="9" y="50"/>
                      <a:pt x="9" y="50"/>
                    </a:cubicBezTo>
                    <a:lnTo>
                      <a:pt x="9" y="49"/>
                    </a:lnTo>
                    <a:close/>
                    <a:moveTo>
                      <a:pt x="13" y="51"/>
                    </a:moveTo>
                    <a:cubicBezTo>
                      <a:pt x="13" y="51"/>
                      <a:pt x="13" y="51"/>
                      <a:pt x="13" y="51"/>
                    </a:cubicBezTo>
                    <a:cubicBezTo>
                      <a:pt x="12" y="52"/>
                      <a:pt x="11" y="52"/>
                      <a:pt x="11" y="52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7" y="50"/>
                      <a:pt x="7" y="50"/>
                      <a:pt x="7" y="50"/>
                    </a:cubicBezTo>
                    <a:cubicBezTo>
                      <a:pt x="7" y="50"/>
                      <a:pt x="7" y="50"/>
                      <a:pt x="7" y="50"/>
                    </a:cubicBezTo>
                    <a:cubicBezTo>
                      <a:pt x="7" y="48"/>
                      <a:pt x="7" y="48"/>
                      <a:pt x="7" y="48"/>
                    </a:cubicBezTo>
                    <a:cubicBezTo>
                      <a:pt x="7" y="46"/>
                      <a:pt x="7" y="46"/>
                      <a:pt x="7" y="46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6" y="49"/>
                      <a:pt x="6" y="49"/>
                      <a:pt x="6" y="49"/>
                    </a:cubicBezTo>
                    <a:cubicBezTo>
                      <a:pt x="7" y="52"/>
                      <a:pt x="7" y="52"/>
                      <a:pt x="7" y="52"/>
                    </a:cubicBezTo>
                    <a:cubicBezTo>
                      <a:pt x="8" y="55"/>
                      <a:pt x="8" y="55"/>
                      <a:pt x="8" y="55"/>
                    </a:cubicBezTo>
                    <a:cubicBezTo>
                      <a:pt x="8" y="56"/>
                      <a:pt x="9" y="57"/>
                      <a:pt x="9" y="58"/>
                    </a:cubicBezTo>
                    <a:cubicBezTo>
                      <a:pt x="9" y="60"/>
                      <a:pt x="9" y="60"/>
                      <a:pt x="9" y="60"/>
                    </a:cubicBezTo>
                    <a:cubicBezTo>
                      <a:pt x="11" y="61"/>
                      <a:pt x="11" y="61"/>
                      <a:pt x="11" y="61"/>
                    </a:cubicBezTo>
                    <a:cubicBezTo>
                      <a:pt x="11" y="60"/>
                      <a:pt x="11" y="60"/>
                      <a:pt x="11" y="60"/>
                    </a:cubicBezTo>
                    <a:cubicBezTo>
                      <a:pt x="11" y="60"/>
                      <a:pt x="11" y="60"/>
                      <a:pt x="11" y="60"/>
                    </a:cubicBezTo>
                    <a:cubicBezTo>
                      <a:pt x="11" y="59"/>
                      <a:pt x="11" y="59"/>
                      <a:pt x="11" y="59"/>
                    </a:cubicBezTo>
                    <a:cubicBezTo>
                      <a:pt x="9" y="57"/>
                      <a:pt x="9" y="57"/>
                      <a:pt x="9" y="57"/>
                    </a:cubicBezTo>
                    <a:cubicBezTo>
                      <a:pt x="9" y="56"/>
                      <a:pt x="9" y="56"/>
                      <a:pt x="9" y="56"/>
                    </a:cubicBezTo>
                    <a:cubicBezTo>
                      <a:pt x="9" y="55"/>
                      <a:pt x="9" y="55"/>
                      <a:pt x="9" y="55"/>
                    </a:cubicBezTo>
                    <a:cubicBezTo>
                      <a:pt x="9" y="55"/>
                      <a:pt x="10" y="55"/>
                      <a:pt x="11" y="54"/>
                    </a:cubicBezTo>
                    <a:cubicBezTo>
                      <a:pt x="12" y="54"/>
                      <a:pt x="12" y="53"/>
                      <a:pt x="13" y="53"/>
                    </a:cubicBezTo>
                    <a:cubicBezTo>
                      <a:pt x="15" y="53"/>
                      <a:pt x="15" y="53"/>
                      <a:pt x="15" y="53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4" y="52"/>
                      <a:pt x="14" y="52"/>
                      <a:pt x="14" y="52"/>
                    </a:cubicBezTo>
                    <a:lnTo>
                      <a:pt x="13" y="51"/>
                    </a:lnTo>
                    <a:close/>
                    <a:moveTo>
                      <a:pt x="13" y="47"/>
                    </a:moveTo>
                    <a:cubicBezTo>
                      <a:pt x="14" y="49"/>
                      <a:pt x="14" y="49"/>
                      <a:pt x="14" y="49"/>
                    </a:cubicBezTo>
                    <a:cubicBezTo>
                      <a:pt x="15" y="49"/>
                      <a:pt x="15" y="49"/>
                      <a:pt x="15" y="49"/>
                    </a:cubicBezTo>
                    <a:cubicBezTo>
                      <a:pt x="14" y="49"/>
                      <a:pt x="14" y="49"/>
                      <a:pt x="14" y="49"/>
                    </a:cubicBezTo>
                    <a:cubicBezTo>
                      <a:pt x="14" y="51"/>
                      <a:pt x="14" y="51"/>
                      <a:pt x="14" y="51"/>
                    </a:cubicBezTo>
                    <a:cubicBezTo>
                      <a:pt x="14" y="52"/>
                      <a:pt x="14" y="52"/>
                      <a:pt x="14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3"/>
                      <a:pt x="15" y="54"/>
                      <a:pt x="16" y="55"/>
                    </a:cubicBezTo>
                    <a:cubicBezTo>
                      <a:pt x="16" y="54"/>
                      <a:pt x="18" y="51"/>
                      <a:pt x="20" y="50"/>
                    </a:cubicBezTo>
                    <a:cubicBezTo>
                      <a:pt x="20" y="50"/>
                      <a:pt x="20" y="50"/>
                      <a:pt x="20" y="50"/>
                    </a:cubicBezTo>
                    <a:cubicBezTo>
                      <a:pt x="20" y="50"/>
                      <a:pt x="20" y="50"/>
                      <a:pt x="20" y="50"/>
                    </a:cubicBezTo>
                    <a:cubicBezTo>
                      <a:pt x="20" y="48"/>
                      <a:pt x="20" y="48"/>
                      <a:pt x="20" y="48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1" y="45"/>
                      <a:pt x="21" y="45"/>
                      <a:pt x="21" y="45"/>
                    </a:cubicBezTo>
                    <a:cubicBezTo>
                      <a:pt x="22" y="45"/>
                      <a:pt x="22" y="45"/>
                      <a:pt x="22" y="45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1" y="48"/>
                      <a:pt x="21" y="48"/>
                      <a:pt x="21" y="48"/>
                    </a:cubicBezTo>
                    <a:cubicBezTo>
                      <a:pt x="23" y="46"/>
                      <a:pt x="23" y="46"/>
                      <a:pt x="23" y="46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6" y="47"/>
                      <a:pt x="29" y="48"/>
                    </a:cubicBezTo>
                    <a:cubicBezTo>
                      <a:pt x="26" y="44"/>
                      <a:pt x="26" y="44"/>
                      <a:pt x="26" y="44"/>
                    </a:cubicBezTo>
                    <a:cubicBezTo>
                      <a:pt x="23" y="43"/>
                      <a:pt x="22" y="41"/>
                      <a:pt x="22" y="41"/>
                    </a:cubicBezTo>
                    <a:cubicBezTo>
                      <a:pt x="22" y="41"/>
                      <a:pt x="22" y="41"/>
                      <a:pt x="22" y="41"/>
                    </a:cubicBezTo>
                    <a:cubicBezTo>
                      <a:pt x="21" y="41"/>
                      <a:pt x="21" y="41"/>
                      <a:pt x="21" y="41"/>
                    </a:cubicBezTo>
                    <a:cubicBezTo>
                      <a:pt x="21" y="41"/>
                      <a:pt x="21" y="41"/>
                      <a:pt x="21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7" y="41"/>
                      <a:pt x="28" y="41"/>
                      <a:pt x="28" y="41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38"/>
                      <a:pt x="30" y="38"/>
                      <a:pt x="30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5" y="32"/>
                      <a:pt x="35" y="32"/>
                      <a:pt x="35" y="32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8" y="30"/>
                      <a:pt x="38" y="30"/>
                      <a:pt x="38" y="30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7" y="28"/>
                      <a:pt x="37" y="28"/>
                      <a:pt x="37" y="28"/>
                    </a:cubicBezTo>
                    <a:cubicBezTo>
                      <a:pt x="36" y="28"/>
                      <a:pt x="36" y="28"/>
                      <a:pt x="36" y="28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8" y="27"/>
                      <a:pt x="38" y="27"/>
                      <a:pt x="38" y="27"/>
                    </a:cubicBezTo>
                    <a:cubicBezTo>
                      <a:pt x="39" y="25"/>
                      <a:pt x="39" y="25"/>
                      <a:pt x="39" y="25"/>
                    </a:cubicBezTo>
                    <a:cubicBezTo>
                      <a:pt x="38" y="24"/>
                      <a:pt x="38" y="24"/>
                      <a:pt x="38" y="24"/>
                    </a:cubicBezTo>
                    <a:cubicBezTo>
                      <a:pt x="37" y="24"/>
                      <a:pt x="37" y="24"/>
                      <a:pt x="37" y="24"/>
                    </a:cubicBezTo>
                    <a:cubicBezTo>
                      <a:pt x="37" y="25"/>
                      <a:pt x="37" y="25"/>
                      <a:pt x="37" y="25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36" y="20"/>
                      <a:pt x="37" y="19"/>
                      <a:pt x="37" y="18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7"/>
                      <a:pt x="36" y="18"/>
                      <a:pt x="35" y="19"/>
                    </a:cubicBezTo>
                    <a:cubicBezTo>
                      <a:pt x="35" y="20"/>
                      <a:pt x="34" y="21"/>
                      <a:pt x="32" y="22"/>
                    </a:cubicBezTo>
                    <a:cubicBezTo>
                      <a:pt x="31" y="23"/>
                      <a:pt x="30" y="24"/>
                      <a:pt x="30" y="25"/>
                    </a:cubicBezTo>
                    <a:cubicBezTo>
                      <a:pt x="30" y="25"/>
                      <a:pt x="30" y="25"/>
                      <a:pt x="30" y="25"/>
                    </a:cubicBezTo>
                    <a:cubicBezTo>
                      <a:pt x="30" y="26"/>
                      <a:pt x="30" y="26"/>
                      <a:pt x="30" y="26"/>
                    </a:cubicBezTo>
                    <a:cubicBezTo>
                      <a:pt x="30" y="26"/>
                      <a:pt x="31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2" y="31"/>
                      <a:pt x="32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6" y="35"/>
                      <a:pt x="25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2" y="36"/>
                      <a:pt x="22" y="36"/>
                      <a:pt x="22" y="36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21" y="34"/>
                      <a:pt x="21" y="34"/>
                      <a:pt x="21" y="34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8" y="36"/>
                      <a:pt x="18" y="36"/>
                      <a:pt x="18" y="36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41"/>
                      <a:pt x="18" y="43"/>
                      <a:pt x="18" y="44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6"/>
                      <a:pt x="17" y="48"/>
                      <a:pt x="17" y="48"/>
                    </a:cubicBezTo>
                    <a:cubicBezTo>
                      <a:pt x="17" y="49"/>
                      <a:pt x="17" y="49"/>
                      <a:pt x="17" y="49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6" y="48"/>
                      <a:pt x="15" y="48"/>
                      <a:pt x="13" y="47"/>
                    </a:cubicBezTo>
                    <a:moveTo>
                      <a:pt x="37" y="27"/>
                    </a:moveTo>
                    <a:cubicBezTo>
                      <a:pt x="37" y="27"/>
                      <a:pt x="37" y="27"/>
                      <a:pt x="37" y="27"/>
                    </a:cubicBezTo>
                    <a:cubicBezTo>
                      <a:pt x="37" y="27"/>
                      <a:pt x="37" y="27"/>
                      <a:pt x="37" y="27"/>
                    </a:cubicBezTo>
                    <a:close/>
                    <a:moveTo>
                      <a:pt x="13" y="42"/>
                    </a:moveTo>
                    <a:cubicBezTo>
                      <a:pt x="14" y="45"/>
                      <a:pt x="16" y="47"/>
                      <a:pt x="17" y="48"/>
                    </a:cubicBezTo>
                    <a:cubicBezTo>
                      <a:pt x="17" y="47"/>
                      <a:pt x="18" y="46"/>
                      <a:pt x="18" y="45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3"/>
                      <a:pt x="17" y="41"/>
                      <a:pt x="17" y="39"/>
                    </a:cubicBezTo>
                    <a:cubicBezTo>
                      <a:pt x="17" y="38"/>
                      <a:pt x="17" y="38"/>
                      <a:pt x="17" y="38"/>
                    </a:cubicBezTo>
                    <a:cubicBezTo>
                      <a:pt x="17" y="37"/>
                      <a:pt x="17" y="37"/>
                      <a:pt x="17" y="37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6" y="34"/>
                      <a:pt x="16" y="34"/>
                      <a:pt x="16" y="34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2" y="39"/>
                      <a:pt x="12" y="39"/>
                      <a:pt x="12" y="39"/>
                    </a:cubicBezTo>
                    <a:cubicBezTo>
                      <a:pt x="12" y="40"/>
                      <a:pt x="12" y="41"/>
                      <a:pt x="13" y="42"/>
                    </a:cubicBezTo>
                    <a:moveTo>
                      <a:pt x="4" y="32"/>
                    </a:moveTo>
                    <a:cubicBezTo>
                      <a:pt x="5" y="32"/>
                      <a:pt x="5" y="32"/>
                      <a:pt x="5" y="32"/>
                    </a:cubicBezTo>
                    <a:cubicBezTo>
                      <a:pt x="7" y="32"/>
                      <a:pt x="7" y="32"/>
                      <a:pt x="7" y="32"/>
                    </a:cubicBezTo>
                    <a:cubicBezTo>
                      <a:pt x="8" y="33"/>
                      <a:pt x="8" y="35"/>
                      <a:pt x="8" y="36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9" y="38"/>
                      <a:pt x="9" y="38"/>
                      <a:pt x="9" y="38"/>
                    </a:cubicBezTo>
                    <a:cubicBezTo>
                      <a:pt x="11" y="39"/>
                      <a:pt x="11" y="39"/>
                      <a:pt x="11" y="39"/>
                    </a:cubicBezTo>
                    <a:cubicBezTo>
                      <a:pt x="11" y="39"/>
                      <a:pt x="11" y="39"/>
                      <a:pt x="11" y="39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1" y="37"/>
                      <a:pt x="11" y="37"/>
                      <a:pt x="11" y="37"/>
                    </a:cubicBezTo>
                    <a:cubicBezTo>
                      <a:pt x="11" y="37"/>
                      <a:pt x="11" y="37"/>
                      <a:pt x="11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6"/>
                      <a:pt x="10" y="36"/>
                      <a:pt x="10" y="36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1" y="31"/>
                      <a:pt x="11" y="31"/>
                      <a:pt x="11" y="31"/>
                    </a:cubicBezTo>
                    <a:cubicBezTo>
                      <a:pt x="11" y="31"/>
                      <a:pt x="10" y="30"/>
                      <a:pt x="10" y="29"/>
                    </a:cubicBezTo>
                    <a:cubicBezTo>
                      <a:pt x="10" y="28"/>
                      <a:pt x="10" y="27"/>
                      <a:pt x="10" y="26"/>
                    </a:cubicBezTo>
                    <a:cubicBezTo>
                      <a:pt x="9" y="27"/>
                      <a:pt x="8" y="28"/>
                      <a:pt x="8" y="29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8" y="30"/>
                      <a:pt x="8" y="30"/>
                      <a:pt x="8" y="30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1"/>
                      <a:pt x="7" y="31"/>
                      <a:pt x="7" y="31"/>
                    </a:cubicBezTo>
                    <a:cubicBezTo>
                      <a:pt x="6" y="31"/>
                      <a:pt x="6" y="31"/>
                      <a:pt x="6" y="31"/>
                    </a:cubicBezTo>
                    <a:cubicBezTo>
                      <a:pt x="5" y="30"/>
                      <a:pt x="5" y="30"/>
                      <a:pt x="5" y="30"/>
                    </a:cubicBezTo>
                    <a:cubicBezTo>
                      <a:pt x="5" y="30"/>
                      <a:pt x="5" y="31"/>
                      <a:pt x="4" y="32"/>
                    </a:cubicBezTo>
                    <a:moveTo>
                      <a:pt x="1" y="29"/>
                    </a:moveTo>
                    <a:cubicBezTo>
                      <a:pt x="1" y="29"/>
                      <a:pt x="1" y="29"/>
                      <a:pt x="1" y="29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1" y="28"/>
                      <a:pt x="1" y="28"/>
                      <a:pt x="1" y="28"/>
                    </a:cubicBezTo>
                    <a:lnTo>
                      <a:pt x="1" y="29"/>
                    </a:lnTo>
                    <a:close/>
                    <a:moveTo>
                      <a:pt x="1" y="15"/>
                    </a:moveTo>
                    <a:cubicBezTo>
                      <a:pt x="3" y="18"/>
                      <a:pt x="3" y="18"/>
                      <a:pt x="3" y="18"/>
                    </a:cubicBezTo>
                    <a:cubicBezTo>
                      <a:pt x="3" y="18"/>
                      <a:pt x="3" y="19"/>
                      <a:pt x="3" y="20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2" y="27"/>
                      <a:pt x="2" y="27"/>
                      <a:pt x="2" y="27"/>
                    </a:cubicBezTo>
                    <a:cubicBezTo>
                      <a:pt x="3" y="26"/>
                      <a:pt x="3" y="26"/>
                      <a:pt x="3" y="26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2"/>
                      <a:pt x="3" y="22"/>
                      <a:pt x="3" y="22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5" y="25"/>
                      <a:pt x="5" y="26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30"/>
                      <a:pt x="6" y="30"/>
                      <a:pt x="6" y="30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6" y="24"/>
                      <a:pt x="5" y="22"/>
                      <a:pt x="5" y="21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15"/>
                      <a:pt x="6" y="14"/>
                      <a:pt x="6" y="14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4"/>
                      <a:pt x="1" y="14"/>
                      <a:pt x="1" y="14"/>
                    </a:cubicBezTo>
                    <a:lnTo>
                      <a:pt x="1" y="15"/>
                    </a:lnTo>
                    <a:close/>
                    <a:moveTo>
                      <a:pt x="1" y="13"/>
                    </a:moveTo>
                    <a:cubicBezTo>
                      <a:pt x="1" y="13"/>
                      <a:pt x="1" y="13"/>
                      <a:pt x="1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0" y="12"/>
                      <a:pt x="0" y="12"/>
                      <a:pt x="0" y="12"/>
                    </a:cubicBezTo>
                    <a:lnTo>
                      <a:pt x="1" y="13"/>
                    </a:lnTo>
                    <a:close/>
                    <a:moveTo>
                      <a:pt x="37" y="78"/>
                    </a:moveTo>
                    <a:cubicBezTo>
                      <a:pt x="38" y="79"/>
                      <a:pt x="38" y="79"/>
                      <a:pt x="38" y="79"/>
                    </a:cubicBezTo>
                    <a:cubicBezTo>
                      <a:pt x="38" y="80"/>
                      <a:pt x="38" y="80"/>
                      <a:pt x="38" y="80"/>
                    </a:cubicBezTo>
                    <a:cubicBezTo>
                      <a:pt x="38" y="81"/>
                      <a:pt x="38" y="81"/>
                      <a:pt x="38" y="81"/>
                    </a:cubicBezTo>
                    <a:cubicBezTo>
                      <a:pt x="38" y="81"/>
                      <a:pt x="38" y="81"/>
                      <a:pt x="38" y="81"/>
                    </a:cubicBezTo>
                    <a:cubicBezTo>
                      <a:pt x="38" y="80"/>
                      <a:pt x="38" y="80"/>
                      <a:pt x="38" y="80"/>
                    </a:cubicBezTo>
                    <a:cubicBezTo>
                      <a:pt x="37" y="80"/>
                      <a:pt x="37" y="80"/>
                      <a:pt x="37" y="80"/>
                    </a:cubicBezTo>
                    <a:cubicBezTo>
                      <a:pt x="37" y="78"/>
                      <a:pt x="37" y="78"/>
                      <a:pt x="37" y="78"/>
                    </a:cubicBezTo>
                    <a:close/>
                    <a:moveTo>
                      <a:pt x="23" y="52"/>
                    </a:moveTo>
                    <a:cubicBezTo>
                      <a:pt x="23" y="52"/>
                      <a:pt x="24" y="53"/>
                      <a:pt x="26" y="54"/>
                    </a:cubicBezTo>
                    <a:cubicBezTo>
                      <a:pt x="28" y="55"/>
                      <a:pt x="29" y="55"/>
                      <a:pt x="29" y="56"/>
                    </a:cubicBezTo>
                    <a:cubicBezTo>
                      <a:pt x="29" y="57"/>
                      <a:pt x="29" y="57"/>
                      <a:pt x="29" y="57"/>
                    </a:cubicBezTo>
                    <a:cubicBezTo>
                      <a:pt x="29" y="57"/>
                      <a:pt x="29" y="57"/>
                      <a:pt x="29" y="57"/>
                    </a:cubicBezTo>
                    <a:cubicBezTo>
                      <a:pt x="28" y="56"/>
                      <a:pt x="28" y="56"/>
                      <a:pt x="28" y="56"/>
                    </a:cubicBezTo>
                    <a:cubicBezTo>
                      <a:pt x="28" y="55"/>
                      <a:pt x="28" y="55"/>
                      <a:pt x="26" y="54"/>
                    </a:cubicBezTo>
                    <a:cubicBezTo>
                      <a:pt x="24" y="54"/>
                      <a:pt x="22" y="52"/>
                      <a:pt x="22" y="52"/>
                    </a:cubicBezTo>
                    <a:lnTo>
                      <a:pt x="23" y="52"/>
                    </a:lnTo>
                    <a:close/>
                    <a:moveTo>
                      <a:pt x="41" y="82"/>
                    </a:moveTo>
                    <a:cubicBezTo>
                      <a:pt x="41" y="83"/>
                      <a:pt x="41" y="83"/>
                      <a:pt x="41" y="83"/>
                    </a:cubicBezTo>
                    <a:cubicBezTo>
                      <a:pt x="41" y="83"/>
                      <a:pt x="41" y="83"/>
                      <a:pt x="41" y="83"/>
                    </a:cubicBezTo>
                    <a:cubicBezTo>
                      <a:pt x="41" y="83"/>
                      <a:pt x="41" y="83"/>
                      <a:pt x="41" y="83"/>
                    </a:cubicBezTo>
                    <a:cubicBezTo>
                      <a:pt x="40" y="84"/>
                      <a:pt x="40" y="84"/>
                      <a:pt x="40" y="84"/>
                    </a:cubicBezTo>
                    <a:cubicBezTo>
                      <a:pt x="40" y="85"/>
                      <a:pt x="40" y="85"/>
                      <a:pt x="40" y="85"/>
                    </a:cubicBezTo>
                    <a:cubicBezTo>
                      <a:pt x="40" y="85"/>
                      <a:pt x="40" y="86"/>
                      <a:pt x="40" y="86"/>
                    </a:cubicBezTo>
                    <a:cubicBezTo>
                      <a:pt x="41" y="88"/>
                      <a:pt x="41" y="88"/>
                      <a:pt x="41" y="88"/>
                    </a:cubicBezTo>
                    <a:cubicBezTo>
                      <a:pt x="42" y="89"/>
                      <a:pt x="42" y="89"/>
                      <a:pt x="42" y="89"/>
                    </a:cubicBezTo>
                    <a:cubicBezTo>
                      <a:pt x="42" y="90"/>
                      <a:pt x="41" y="91"/>
                      <a:pt x="41" y="92"/>
                    </a:cubicBezTo>
                    <a:cubicBezTo>
                      <a:pt x="42" y="95"/>
                      <a:pt x="42" y="95"/>
                      <a:pt x="42" y="95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6"/>
                      <a:pt x="41" y="96"/>
                      <a:pt x="41" y="96"/>
                    </a:cubicBezTo>
                    <a:cubicBezTo>
                      <a:pt x="40" y="96"/>
                      <a:pt x="40" y="96"/>
                      <a:pt x="40" y="96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2"/>
                      <a:pt x="41" y="92"/>
                      <a:pt x="41" y="92"/>
                    </a:cubicBezTo>
                    <a:cubicBezTo>
                      <a:pt x="41" y="91"/>
                      <a:pt x="41" y="90"/>
                      <a:pt x="41" y="89"/>
                    </a:cubicBezTo>
                    <a:cubicBezTo>
                      <a:pt x="41" y="89"/>
                      <a:pt x="41" y="89"/>
                      <a:pt x="41" y="89"/>
                    </a:cubicBezTo>
                    <a:cubicBezTo>
                      <a:pt x="40" y="87"/>
                      <a:pt x="40" y="87"/>
                      <a:pt x="40" y="87"/>
                    </a:cubicBezTo>
                    <a:cubicBezTo>
                      <a:pt x="39" y="85"/>
                      <a:pt x="39" y="85"/>
                      <a:pt x="39" y="85"/>
                    </a:cubicBezTo>
                    <a:cubicBezTo>
                      <a:pt x="39" y="84"/>
                      <a:pt x="39" y="84"/>
                      <a:pt x="39" y="84"/>
                    </a:cubicBezTo>
                    <a:cubicBezTo>
                      <a:pt x="39" y="83"/>
                      <a:pt x="40" y="83"/>
                      <a:pt x="40" y="82"/>
                    </a:cubicBezTo>
                    <a:lnTo>
                      <a:pt x="41" y="82"/>
                    </a:lnTo>
                    <a:close/>
                    <a:moveTo>
                      <a:pt x="28" y="34"/>
                    </a:moveTo>
                    <a:cubicBezTo>
                      <a:pt x="29" y="34"/>
                      <a:pt x="29" y="34"/>
                      <a:pt x="29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3"/>
                      <a:pt x="30" y="33"/>
                      <a:pt x="30" y="33"/>
                    </a:cubicBezTo>
                    <a:cubicBezTo>
                      <a:pt x="31" y="32"/>
                      <a:pt x="31" y="32"/>
                      <a:pt x="33" y="32"/>
                    </a:cubicBezTo>
                    <a:cubicBezTo>
                      <a:pt x="34" y="31"/>
                      <a:pt x="34" y="31"/>
                      <a:pt x="34" y="30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4" y="25"/>
                      <a:pt x="34" y="25"/>
                      <a:pt x="34" y="25"/>
                    </a:cubicBezTo>
                    <a:cubicBezTo>
                      <a:pt x="34" y="26"/>
                      <a:pt x="34" y="26"/>
                      <a:pt x="34" y="26"/>
                    </a:cubicBezTo>
                    <a:cubicBezTo>
                      <a:pt x="33" y="26"/>
                      <a:pt x="33" y="26"/>
                      <a:pt x="33" y="26"/>
                    </a:cubicBezTo>
                    <a:cubicBezTo>
                      <a:pt x="32" y="25"/>
                      <a:pt x="32" y="25"/>
                      <a:pt x="32" y="25"/>
                    </a:cubicBezTo>
                    <a:cubicBezTo>
                      <a:pt x="32" y="25"/>
                      <a:pt x="32" y="25"/>
                      <a:pt x="32" y="25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4" y="23"/>
                      <a:pt x="34" y="23"/>
                      <a:pt x="34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4" y="25"/>
                      <a:pt x="34" y="25"/>
                      <a:pt x="34" y="25"/>
                    </a:cubicBezTo>
                    <a:cubicBezTo>
                      <a:pt x="35" y="24"/>
                      <a:pt x="35" y="24"/>
                      <a:pt x="35" y="24"/>
                    </a:cubicBezTo>
                    <a:cubicBezTo>
                      <a:pt x="35" y="25"/>
                      <a:pt x="35" y="25"/>
                      <a:pt x="35" y="25"/>
                    </a:cubicBezTo>
                    <a:cubicBezTo>
                      <a:pt x="35" y="27"/>
                      <a:pt x="35" y="27"/>
                      <a:pt x="35" y="27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31"/>
                      <a:pt x="34" y="31"/>
                      <a:pt x="34" y="31"/>
                    </a:cubicBezTo>
                    <a:cubicBezTo>
                      <a:pt x="34" y="31"/>
                      <a:pt x="34" y="32"/>
                      <a:pt x="33" y="3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29" y="34"/>
                      <a:pt x="29" y="34"/>
                      <a:pt x="29" y="34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7" y="35"/>
                      <a:pt x="26" y="36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6"/>
                      <a:pt x="27" y="34"/>
                      <a:pt x="28" y="34"/>
                    </a:cubicBezTo>
                    <a:moveTo>
                      <a:pt x="23" y="23"/>
                    </a:moveTo>
                    <a:cubicBezTo>
                      <a:pt x="23" y="20"/>
                      <a:pt x="23" y="20"/>
                      <a:pt x="23" y="20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2"/>
                      <a:pt x="23" y="22"/>
                      <a:pt x="23" y="22"/>
                    </a:cubicBezTo>
                    <a:lnTo>
                      <a:pt x="23" y="23"/>
                    </a:lnTo>
                    <a:close/>
                    <a:moveTo>
                      <a:pt x="26" y="73"/>
                    </a:moveTo>
                    <a:cubicBezTo>
                      <a:pt x="26" y="73"/>
                      <a:pt x="26" y="73"/>
                      <a:pt x="26" y="73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4" y="75"/>
                      <a:pt x="24" y="75"/>
                      <a:pt x="24" y="75"/>
                    </a:cubicBezTo>
                    <a:cubicBezTo>
                      <a:pt x="23" y="75"/>
                      <a:pt x="23" y="77"/>
                      <a:pt x="22" y="78"/>
                    </a:cubicBezTo>
                    <a:cubicBezTo>
                      <a:pt x="21" y="78"/>
                      <a:pt x="21" y="79"/>
                      <a:pt x="20" y="79"/>
                    </a:cubicBezTo>
                    <a:cubicBezTo>
                      <a:pt x="20" y="79"/>
                      <a:pt x="20" y="79"/>
                      <a:pt x="20" y="79"/>
                    </a:cubicBezTo>
                    <a:cubicBezTo>
                      <a:pt x="20" y="79"/>
                      <a:pt x="20" y="79"/>
                      <a:pt x="20" y="79"/>
                    </a:cubicBezTo>
                    <a:cubicBezTo>
                      <a:pt x="20" y="78"/>
                      <a:pt x="20" y="78"/>
                      <a:pt x="20" y="78"/>
                    </a:cubicBezTo>
                    <a:cubicBezTo>
                      <a:pt x="21" y="77"/>
                      <a:pt x="21" y="77"/>
                      <a:pt x="21" y="77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5" y="73"/>
                      <a:pt x="25" y="73"/>
                      <a:pt x="25" y="73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5" y="72"/>
                      <a:pt x="26" y="7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2" name="Freeform 34">
                <a:extLst>
                  <a:ext uri="{FF2B5EF4-FFF2-40B4-BE49-F238E27FC236}">
                    <a16:creationId xmlns:a16="http://schemas.microsoft.com/office/drawing/2014/main" id="{3B122198-1065-410F-BC3C-CF9569E696A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08700" y="2516188"/>
                <a:ext cx="288925" cy="365125"/>
              </a:xfrm>
              <a:custGeom>
                <a:avLst/>
                <a:gdLst>
                  <a:gd name="T0" fmla="*/ 127 w 133"/>
                  <a:gd name="T1" fmla="*/ 60 h 169"/>
                  <a:gd name="T2" fmla="*/ 60 w 133"/>
                  <a:gd name="T3" fmla="*/ 165 h 169"/>
                  <a:gd name="T4" fmla="*/ 79 w 133"/>
                  <a:gd name="T5" fmla="*/ 158 h 169"/>
                  <a:gd name="T6" fmla="*/ 60 w 133"/>
                  <a:gd name="T7" fmla="*/ 157 h 169"/>
                  <a:gd name="T8" fmla="*/ 79 w 133"/>
                  <a:gd name="T9" fmla="*/ 154 h 169"/>
                  <a:gd name="T10" fmla="*/ 42 w 133"/>
                  <a:gd name="T11" fmla="*/ 151 h 169"/>
                  <a:gd name="T12" fmla="*/ 66 w 133"/>
                  <a:gd name="T13" fmla="*/ 164 h 169"/>
                  <a:gd name="T14" fmla="*/ 123 w 133"/>
                  <a:gd name="T15" fmla="*/ 35 h 169"/>
                  <a:gd name="T16" fmla="*/ 86 w 133"/>
                  <a:gd name="T17" fmla="*/ 152 h 169"/>
                  <a:gd name="T18" fmla="*/ 53 w 133"/>
                  <a:gd name="T19" fmla="*/ 150 h 169"/>
                  <a:gd name="T20" fmla="*/ 85 w 133"/>
                  <a:gd name="T21" fmla="*/ 153 h 169"/>
                  <a:gd name="T22" fmla="*/ 39 w 133"/>
                  <a:gd name="T23" fmla="*/ 62 h 169"/>
                  <a:gd name="T24" fmla="*/ 29 w 133"/>
                  <a:gd name="T25" fmla="*/ 53 h 169"/>
                  <a:gd name="T26" fmla="*/ 32 w 133"/>
                  <a:gd name="T27" fmla="*/ 78 h 169"/>
                  <a:gd name="T28" fmla="*/ 27 w 133"/>
                  <a:gd name="T29" fmla="*/ 79 h 169"/>
                  <a:gd name="T30" fmla="*/ 18 w 133"/>
                  <a:gd name="T31" fmla="*/ 72 h 169"/>
                  <a:gd name="T32" fmla="*/ 17 w 133"/>
                  <a:gd name="T33" fmla="*/ 96 h 169"/>
                  <a:gd name="T34" fmla="*/ 7 w 133"/>
                  <a:gd name="T35" fmla="*/ 83 h 169"/>
                  <a:gd name="T36" fmla="*/ 7 w 133"/>
                  <a:gd name="T37" fmla="*/ 71 h 169"/>
                  <a:gd name="T38" fmla="*/ 6 w 133"/>
                  <a:gd name="T39" fmla="*/ 37 h 169"/>
                  <a:gd name="T40" fmla="*/ 8 w 133"/>
                  <a:gd name="T41" fmla="*/ 35 h 169"/>
                  <a:gd name="T42" fmla="*/ 10 w 133"/>
                  <a:gd name="T43" fmla="*/ 11 h 169"/>
                  <a:gd name="T44" fmla="*/ 21 w 133"/>
                  <a:gd name="T45" fmla="*/ 14 h 169"/>
                  <a:gd name="T46" fmla="*/ 33 w 133"/>
                  <a:gd name="T47" fmla="*/ 16 h 169"/>
                  <a:gd name="T48" fmla="*/ 30 w 133"/>
                  <a:gd name="T49" fmla="*/ 23 h 169"/>
                  <a:gd name="T50" fmla="*/ 41 w 133"/>
                  <a:gd name="T51" fmla="*/ 30 h 169"/>
                  <a:gd name="T52" fmla="*/ 44 w 133"/>
                  <a:gd name="T53" fmla="*/ 12 h 169"/>
                  <a:gd name="T54" fmla="*/ 46 w 133"/>
                  <a:gd name="T55" fmla="*/ 16 h 169"/>
                  <a:gd name="T56" fmla="*/ 47 w 133"/>
                  <a:gd name="T57" fmla="*/ 22 h 169"/>
                  <a:gd name="T58" fmla="*/ 47 w 133"/>
                  <a:gd name="T59" fmla="*/ 27 h 169"/>
                  <a:gd name="T60" fmla="*/ 37 w 133"/>
                  <a:gd name="T61" fmla="*/ 43 h 169"/>
                  <a:gd name="T62" fmla="*/ 40 w 133"/>
                  <a:gd name="T63" fmla="*/ 50 h 169"/>
                  <a:gd name="T64" fmla="*/ 0 w 133"/>
                  <a:gd name="T65" fmla="*/ 82 h 169"/>
                  <a:gd name="T66" fmla="*/ 12 w 133"/>
                  <a:gd name="T67" fmla="*/ 45 h 169"/>
                  <a:gd name="T68" fmla="*/ 12 w 133"/>
                  <a:gd name="T69" fmla="*/ 44 h 169"/>
                  <a:gd name="T70" fmla="*/ 44 w 133"/>
                  <a:gd name="T71" fmla="*/ 50 h 169"/>
                  <a:gd name="T72" fmla="*/ 40 w 133"/>
                  <a:gd name="T73" fmla="*/ 62 h 169"/>
                  <a:gd name="T74" fmla="*/ 132 w 133"/>
                  <a:gd name="T75" fmla="*/ 0 h 169"/>
                  <a:gd name="T76" fmla="*/ 124 w 133"/>
                  <a:gd name="T77" fmla="*/ 38 h 169"/>
                  <a:gd name="T78" fmla="*/ 125 w 133"/>
                  <a:gd name="T79" fmla="*/ 72 h 169"/>
                  <a:gd name="T80" fmla="*/ 125 w 133"/>
                  <a:gd name="T81" fmla="*/ 89 h 169"/>
                  <a:gd name="T82" fmla="*/ 121 w 133"/>
                  <a:gd name="T83" fmla="*/ 97 h 169"/>
                  <a:gd name="T84" fmla="*/ 111 w 133"/>
                  <a:gd name="T85" fmla="*/ 69 h 169"/>
                  <a:gd name="T86" fmla="*/ 103 w 133"/>
                  <a:gd name="T87" fmla="*/ 82 h 169"/>
                  <a:gd name="T88" fmla="*/ 102 w 133"/>
                  <a:gd name="T89" fmla="*/ 78 h 169"/>
                  <a:gd name="T90" fmla="*/ 99 w 133"/>
                  <a:gd name="T91" fmla="*/ 57 h 169"/>
                  <a:gd name="T92" fmla="*/ 92 w 133"/>
                  <a:gd name="T93" fmla="*/ 63 h 169"/>
                  <a:gd name="T94" fmla="*/ 88 w 133"/>
                  <a:gd name="T95" fmla="*/ 47 h 169"/>
                  <a:gd name="T96" fmla="*/ 91 w 133"/>
                  <a:gd name="T97" fmla="*/ 53 h 169"/>
                  <a:gd name="T98" fmla="*/ 92 w 133"/>
                  <a:gd name="T99" fmla="*/ 39 h 169"/>
                  <a:gd name="T100" fmla="*/ 85 w 133"/>
                  <a:gd name="T101" fmla="*/ 29 h 169"/>
                  <a:gd name="T102" fmla="*/ 84 w 133"/>
                  <a:gd name="T103" fmla="*/ 16 h 169"/>
                  <a:gd name="T104" fmla="*/ 87 w 133"/>
                  <a:gd name="T105" fmla="*/ 13 h 169"/>
                  <a:gd name="T106" fmla="*/ 90 w 133"/>
                  <a:gd name="T107" fmla="*/ 14 h 169"/>
                  <a:gd name="T108" fmla="*/ 93 w 133"/>
                  <a:gd name="T109" fmla="*/ 30 h 169"/>
                  <a:gd name="T110" fmla="*/ 97 w 133"/>
                  <a:gd name="T111" fmla="*/ 23 h 169"/>
                  <a:gd name="T112" fmla="*/ 107 w 133"/>
                  <a:gd name="T113" fmla="*/ 14 h 169"/>
                  <a:gd name="T114" fmla="*/ 113 w 133"/>
                  <a:gd name="T115" fmla="*/ 22 h 169"/>
                  <a:gd name="T116" fmla="*/ 129 w 133"/>
                  <a:gd name="T117" fmla="*/ 3 h 169"/>
                  <a:gd name="T118" fmla="*/ 130 w 133"/>
                  <a:gd name="T119" fmla="*/ 4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33" h="169">
                    <a:moveTo>
                      <a:pt x="120" y="44"/>
                    </a:moveTo>
                    <a:cubicBezTo>
                      <a:pt x="118" y="44"/>
                      <a:pt x="117" y="43"/>
                      <a:pt x="117" y="43"/>
                    </a:cubicBezTo>
                    <a:cubicBezTo>
                      <a:pt x="117" y="45"/>
                      <a:pt x="117" y="47"/>
                      <a:pt x="117" y="47"/>
                    </a:cubicBezTo>
                    <a:cubicBezTo>
                      <a:pt x="116" y="47"/>
                      <a:pt x="116" y="47"/>
                      <a:pt x="115" y="47"/>
                    </a:cubicBezTo>
                    <a:cubicBezTo>
                      <a:pt x="115" y="48"/>
                      <a:pt x="115" y="48"/>
                      <a:pt x="115" y="48"/>
                    </a:cubicBezTo>
                    <a:cubicBezTo>
                      <a:pt x="115" y="49"/>
                      <a:pt x="115" y="50"/>
                      <a:pt x="116" y="51"/>
                    </a:cubicBezTo>
                    <a:cubicBezTo>
                      <a:pt x="116" y="53"/>
                      <a:pt x="119" y="55"/>
                      <a:pt x="121" y="56"/>
                    </a:cubicBezTo>
                    <a:cubicBezTo>
                      <a:pt x="122" y="58"/>
                      <a:pt x="123" y="59"/>
                      <a:pt x="123" y="61"/>
                    </a:cubicBezTo>
                    <a:cubicBezTo>
                      <a:pt x="124" y="62"/>
                      <a:pt x="123" y="63"/>
                      <a:pt x="125" y="63"/>
                    </a:cubicBezTo>
                    <a:cubicBezTo>
                      <a:pt x="127" y="62"/>
                      <a:pt x="127" y="60"/>
                      <a:pt x="127" y="60"/>
                    </a:cubicBezTo>
                    <a:cubicBezTo>
                      <a:pt x="128" y="54"/>
                      <a:pt x="122" y="53"/>
                      <a:pt x="120" y="45"/>
                    </a:cubicBezTo>
                    <a:lnTo>
                      <a:pt x="120" y="44"/>
                    </a:lnTo>
                    <a:close/>
                    <a:moveTo>
                      <a:pt x="112" y="26"/>
                    </a:moveTo>
                    <a:cubicBezTo>
                      <a:pt x="113" y="24"/>
                      <a:pt x="113" y="24"/>
                      <a:pt x="113" y="24"/>
                    </a:cubicBezTo>
                    <a:lnTo>
                      <a:pt x="112" y="26"/>
                    </a:lnTo>
                    <a:close/>
                    <a:moveTo>
                      <a:pt x="67" y="169"/>
                    </a:moveTo>
                    <a:cubicBezTo>
                      <a:pt x="67" y="169"/>
                      <a:pt x="72" y="167"/>
                      <a:pt x="79" y="163"/>
                    </a:cubicBezTo>
                    <a:cubicBezTo>
                      <a:pt x="76" y="163"/>
                      <a:pt x="76" y="165"/>
                      <a:pt x="73" y="165"/>
                    </a:cubicBezTo>
                    <a:cubicBezTo>
                      <a:pt x="70" y="165"/>
                      <a:pt x="69" y="163"/>
                      <a:pt x="66" y="163"/>
                    </a:cubicBezTo>
                    <a:cubicBezTo>
                      <a:pt x="62" y="163"/>
                      <a:pt x="62" y="165"/>
                      <a:pt x="60" y="165"/>
                    </a:cubicBezTo>
                    <a:cubicBezTo>
                      <a:pt x="57" y="165"/>
                      <a:pt x="56" y="164"/>
                      <a:pt x="55" y="163"/>
                    </a:cubicBezTo>
                    <a:cubicBezTo>
                      <a:pt x="49" y="160"/>
                      <a:pt x="49" y="160"/>
                      <a:pt x="49" y="160"/>
                    </a:cubicBezTo>
                    <a:cubicBezTo>
                      <a:pt x="50" y="160"/>
                      <a:pt x="51" y="159"/>
                      <a:pt x="53" y="159"/>
                    </a:cubicBezTo>
                    <a:cubicBezTo>
                      <a:pt x="56" y="159"/>
                      <a:pt x="57" y="161"/>
                      <a:pt x="60" y="161"/>
                    </a:cubicBezTo>
                    <a:cubicBezTo>
                      <a:pt x="62" y="161"/>
                      <a:pt x="62" y="159"/>
                      <a:pt x="66" y="159"/>
                    </a:cubicBezTo>
                    <a:cubicBezTo>
                      <a:pt x="69" y="159"/>
                      <a:pt x="70" y="161"/>
                      <a:pt x="73" y="161"/>
                    </a:cubicBezTo>
                    <a:cubicBezTo>
                      <a:pt x="76" y="161"/>
                      <a:pt x="76" y="159"/>
                      <a:pt x="79" y="159"/>
                    </a:cubicBezTo>
                    <a:cubicBezTo>
                      <a:pt x="82" y="159"/>
                      <a:pt x="82" y="160"/>
                      <a:pt x="84" y="161"/>
                    </a:cubicBezTo>
                    <a:cubicBezTo>
                      <a:pt x="85" y="160"/>
                      <a:pt x="85" y="160"/>
                      <a:pt x="85" y="160"/>
                    </a:cubicBezTo>
                    <a:cubicBezTo>
                      <a:pt x="83" y="160"/>
                      <a:pt x="82" y="158"/>
                      <a:pt x="79" y="158"/>
                    </a:cubicBezTo>
                    <a:cubicBezTo>
                      <a:pt x="76" y="158"/>
                      <a:pt x="76" y="160"/>
                      <a:pt x="73" y="160"/>
                    </a:cubicBezTo>
                    <a:cubicBezTo>
                      <a:pt x="70" y="160"/>
                      <a:pt x="69" y="158"/>
                      <a:pt x="66" y="158"/>
                    </a:cubicBezTo>
                    <a:cubicBezTo>
                      <a:pt x="62" y="158"/>
                      <a:pt x="62" y="160"/>
                      <a:pt x="60" y="160"/>
                    </a:cubicBezTo>
                    <a:cubicBezTo>
                      <a:pt x="57" y="160"/>
                      <a:pt x="56" y="158"/>
                      <a:pt x="53" y="158"/>
                    </a:cubicBezTo>
                    <a:cubicBezTo>
                      <a:pt x="50" y="158"/>
                      <a:pt x="50" y="159"/>
                      <a:pt x="48" y="160"/>
                    </a:cubicBezTo>
                    <a:cubicBezTo>
                      <a:pt x="41" y="155"/>
                      <a:pt x="41" y="155"/>
                      <a:pt x="41" y="155"/>
                    </a:cubicBezTo>
                    <a:cubicBezTo>
                      <a:pt x="42" y="155"/>
                      <a:pt x="42" y="155"/>
                      <a:pt x="42" y="155"/>
                    </a:cubicBezTo>
                    <a:cubicBezTo>
                      <a:pt x="46" y="155"/>
                      <a:pt x="47" y="157"/>
                      <a:pt x="47" y="157"/>
                    </a:cubicBezTo>
                    <a:cubicBezTo>
                      <a:pt x="50" y="157"/>
                      <a:pt x="50" y="155"/>
                      <a:pt x="53" y="155"/>
                    </a:cubicBezTo>
                    <a:cubicBezTo>
                      <a:pt x="56" y="155"/>
                      <a:pt x="57" y="157"/>
                      <a:pt x="60" y="157"/>
                    </a:cubicBezTo>
                    <a:cubicBezTo>
                      <a:pt x="62" y="157"/>
                      <a:pt x="62" y="155"/>
                      <a:pt x="66" y="155"/>
                    </a:cubicBezTo>
                    <a:cubicBezTo>
                      <a:pt x="69" y="155"/>
                      <a:pt x="70" y="157"/>
                      <a:pt x="73" y="157"/>
                    </a:cubicBezTo>
                    <a:cubicBezTo>
                      <a:pt x="76" y="156"/>
                      <a:pt x="76" y="155"/>
                      <a:pt x="79" y="155"/>
                    </a:cubicBezTo>
                    <a:cubicBezTo>
                      <a:pt x="82" y="155"/>
                      <a:pt x="83" y="157"/>
                      <a:pt x="85" y="157"/>
                    </a:cubicBezTo>
                    <a:cubicBezTo>
                      <a:pt x="88" y="157"/>
                      <a:pt x="88" y="155"/>
                      <a:pt x="92" y="155"/>
                    </a:cubicBezTo>
                    <a:cubicBezTo>
                      <a:pt x="92" y="155"/>
                      <a:pt x="92" y="155"/>
                      <a:pt x="92" y="155"/>
                    </a:cubicBezTo>
                    <a:cubicBezTo>
                      <a:pt x="94" y="154"/>
                      <a:pt x="94" y="154"/>
                      <a:pt x="94" y="154"/>
                    </a:cubicBezTo>
                    <a:cubicBezTo>
                      <a:pt x="93" y="154"/>
                      <a:pt x="93" y="154"/>
                      <a:pt x="92" y="154"/>
                    </a:cubicBezTo>
                    <a:cubicBezTo>
                      <a:pt x="88" y="154"/>
                      <a:pt x="88" y="156"/>
                      <a:pt x="85" y="156"/>
                    </a:cubicBezTo>
                    <a:cubicBezTo>
                      <a:pt x="83" y="156"/>
                      <a:pt x="82" y="154"/>
                      <a:pt x="79" y="154"/>
                    </a:cubicBezTo>
                    <a:cubicBezTo>
                      <a:pt x="76" y="154"/>
                      <a:pt x="76" y="156"/>
                      <a:pt x="73" y="156"/>
                    </a:cubicBezTo>
                    <a:cubicBezTo>
                      <a:pt x="70" y="156"/>
                      <a:pt x="69" y="154"/>
                      <a:pt x="66" y="154"/>
                    </a:cubicBezTo>
                    <a:cubicBezTo>
                      <a:pt x="62" y="154"/>
                      <a:pt x="62" y="156"/>
                      <a:pt x="60" y="156"/>
                    </a:cubicBezTo>
                    <a:cubicBezTo>
                      <a:pt x="57" y="156"/>
                      <a:pt x="56" y="154"/>
                      <a:pt x="53" y="154"/>
                    </a:cubicBezTo>
                    <a:cubicBezTo>
                      <a:pt x="50" y="154"/>
                      <a:pt x="50" y="155"/>
                      <a:pt x="47" y="156"/>
                    </a:cubicBezTo>
                    <a:cubicBezTo>
                      <a:pt x="47" y="156"/>
                      <a:pt x="46" y="154"/>
                      <a:pt x="42" y="154"/>
                    </a:cubicBezTo>
                    <a:cubicBezTo>
                      <a:pt x="41" y="154"/>
                      <a:pt x="40" y="154"/>
                      <a:pt x="40" y="154"/>
                    </a:cubicBezTo>
                    <a:cubicBezTo>
                      <a:pt x="37" y="152"/>
                      <a:pt x="37" y="152"/>
                      <a:pt x="37" y="152"/>
                    </a:cubicBezTo>
                    <a:cubicBezTo>
                      <a:pt x="39" y="152"/>
                      <a:pt x="39" y="151"/>
                      <a:pt x="42" y="151"/>
                    </a:cubicBezTo>
                    <a:cubicBezTo>
                      <a:pt x="42" y="151"/>
                      <a:pt x="42" y="151"/>
                      <a:pt x="42" y="151"/>
                    </a:cubicBezTo>
                    <a:cubicBezTo>
                      <a:pt x="41" y="150"/>
                      <a:pt x="41" y="149"/>
                      <a:pt x="41" y="149"/>
                    </a:cubicBezTo>
                    <a:cubicBezTo>
                      <a:pt x="41" y="149"/>
                      <a:pt x="41" y="149"/>
                      <a:pt x="41" y="149"/>
                    </a:cubicBezTo>
                    <a:cubicBezTo>
                      <a:pt x="41" y="149"/>
                      <a:pt x="41" y="149"/>
                      <a:pt x="41" y="149"/>
                    </a:cubicBezTo>
                    <a:cubicBezTo>
                      <a:pt x="41" y="149"/>
                      <a:pt x="42" y="147"/>
                      <a:pt x="44" y="146"/>
                    </a:cubicBezTo>
                    <a:cubicBezTo>
                      <a:pt x="45" y="145"/>
                      <a:pt x="45" y="144"/>
                      <a:pt x="46" y="144"/>
                    </a:cubicBezTo>
                    <a:cubicBezTo>
                      <a:pt x="48" y="142"/>
                      <a:pt x="48" y="142"/>
                      <a:pt x="48" y="142"/>
                    </a:cubicBezTo>
                    <a:cubicBezTo>
                      <a:pt x="49" y="135"/>
                      <a:pt x="49" y="135"/>
                      <a:pt x="49" y="135"/>
                    </a:cubicBezTo>
                    <a:cubicBezTo>
                      <a:pt x="19" y="135"/>
                      <a:pt x="19" y="135"/>
                      <a:pt x="19" y="135"/>
                    </a:cubicBezTo>
                    <a:cubicBezTo>
                      <a:pt x="39" y="160"/>
                      <a:pt x="67" y="169"/>
                      <a:pt x="67" y="169"/>
                    </a:cubicBezTo>
                    <a:moveTo>
                      <a:pt x="66" y="164"/>
                    </a:moveTo>
                    <a:cubicBezTo>
                      <a:pt x="69" y="164"/>
                      <a:pt x="70" y="166"/>
                      <a:pt x="73" y="166"/>
                    </a:cubicBezTo>
                    <a:cubicBezTo>
                      <a:pt x="67" y="169"/>
                      <a:pt x="67" y="169"/>
                      <a:pt x="67" y="169"/>
                    </a:cubicBezTo>
                    <a:cubicBezTo>
                      <a:pt x="60" y="166"/>
                      <a:pt x="60" y="166"/>
                      <a:pt x="60" y="166"/>
                    </a:cubicBezTo>
                    <a:cubicBezTo>
                      <a:pt x="62" y="166"/>
                      <a:pt x="62" y="164"/>
                      <a:pt x="66" y="164"/>
                    </a:cubicBezTo>
                    <a:moveTo>
                      <a:pt x="59" y="0"/>
                    </a:moveTo>
                    <a:cubicBezTo>
                      <a:pt x="72" y="0"/>
                      <a:pt x="72" y="0"/>
                      <a:pt x="72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59" y="0"/>
                      <a:pt x="59" y="0"/>
                      <a:pt x="59" y="0"/>
                    </a:cubicBezTo>
                    <a:close/>
                    <a:moveTo>
                      <a:pt x="123" y="35"/>
                    </a:moveTo>
                    <a:cubicBezTo>
                      <a:pt x="123" y="35"/>
                      <a:pt x="123" y="35"/>
                      <a:pt x="123" y="35"/>
                    </a:cubicBezTo>
                    <a:cubicBezTo>
                      <a:pt x="123" y="35"/>
                      <a:pt x="123" y="35"/>
                      <a:pt x="123" y="35"/>
                    </a:cubicBezTo>
                    <a:close/>
                    <a:moveTo>
                      <a:pt x="85" y="142"/>
                    </a:moveTo>
                    <a:cubicBezTo>
                      <a:pt x="85" y="143"/>
                      <a:pt x="85" y="143"/>
                      <a:pt x="85" y="143"/>
                    </a:cubicBezTo>
                    <a:cubicBezTo>
                      <a:pt x="87" y="144"/>
                      <a:pt x="87" y="144"/>
                      <a:pt x="87" y="144"/>
                    </a:cubicBezTo>
                    <a:cubicBezTo>
                      <a:pt x="88" y="146"/>
                      <a:pt x="88" y="146"/>
                      <a:pt x="88" y="146"/>
                    </a:cubicBezTo>
                    <a:cubicBezTo>
                      <a:pt x="91" y="150"/>
                      <a:pt x="91" y="150"/>
                      <a:pt x="91" y="150"/>
                    </a:cubicBezTo>
                    <a:cubicBezTo>
                      <a:pt x="92" y="150"/>
                      <a:pt x="92" y="150"/>
                      <a:pt x="92" y="150"/>
                    </a:cubicBezTo>
                    <a:cubicBezTo>
                      <a:pt x="91" y="151"/>
                      <a:pt x="91" y="151"/>
                      <a:pt x="91" y="151"/>
                    </a:cubicBezTo>
                    <a:cubicBezTo>
                      <a:pt x="91" y="151"/>
                      <a:pt x="89" y="151"/>
                      <a:pt x="87" y="151"/>
                    </a:cubicBezTo>
                    <a:cubicBezTo>
                      <a:pt x="86" y="152"/>
                      <a:pt x="86" y="152"/>
                      <a:pt x="86" y="152"/>
                    </a:cubicBezTo>
                    <a:cubicBezTo>
                      <a:pt x="85" y="152"/>
                      <a:pt x="84" y="151"/>
                      <a:pt x="83" y="151"/>
                    </a:cubicBezTo>
                    <a:cubicBezTo>
                      <a:pt x="81" y="151"/>
                      <a:pt x="80" y="150"/>
                      <a:pt x="78" y="150"/>
                    </a:cubicBezTo>
                    <a:cubicBezTo>
                      <a:pt x="76" y="150"/>
                      <a:pt x="75" y="151"/>
                      <a:pt x="73" y="152"/>
                    </a:cubicBezTo>
                    <a:cubicBezTo>
                      <a:pt x="72" y="152"/>
                      <a:pt x="72" y="152"/>
                      <a:pt x="72" y="152"/>
                    </a:cubicBezTo>
                    <a:cubicBezTo>
                      <a:pt x="70" y="152"/>
                      <a:pt x="67" y="150"/>
                      <a:pt x="66" y="150"/>
                    </a:cubicBezTo>
                    <a:cubicBezTo>
                      <a:pt x="66" y="150"/>
                      <a:pt x="66" y="150"/>
                      <a:pt x="66" y="150"/>
                    </a:cubicBezTo>
                    <a:cubicBezTo>
                      <a:pt x="64" y="150"/>
                      <a:pt x="61" y="152"/>
                      <a:pt x="60" y="152"/>
                    </a:cubicBezTo>
                    <a:cubicBezTo>
                      <a:pt x="60" y="152"/>
                      <a:pt x="60" y="152"/>
                      <a:pt x="60" y="152"/>
                    </a:cubicBezTo>
                    <a:cubicBezTo>
                      <a:pt x="59" y="152"/>
                      <a:pt x="58" y="152"/>
                      <a:pt x="57" y="151"/>
                    </a:cubicBezTo>
                    <a:cubicBezTo>
                      <a:pt x="56" y="151"/>
                      <a:pt x="54" y="150"/>
                      <a:pt x="53" y="150"/>
                    </a:cubicBezTo>
                    <a:cubicBezTo>
                      <a:pt x="53" y="150"/>
                      <a:pt x="53" y="150"/>
                      <a:pt x="53" y="150"/>
                    </a:cubicBezTo>
                    <a:cubicBezTo>
                      <a:pt x="52" y="150"/>
                      <a:pt x="50" y="151"/>
                      <a:pt x="49" y="152"/>
                    </a:cubicBezTo>
                    <a:cubicBezTo>
                      <a:pt x="49" y="152"/>
                      <a:pt x="48" y="152"/>
                      <a:pt x="47" y="152"/>
                    </a:cubicBezTo>
                    <a:cubicBezTo>
                      <a:pt x="47" y="153"/>
                      <a:pt x="47" y="153"/>
                      <a:pt x="47" y="153"/>
                    </a:cubicBezTo>
                    <a:cubicBezTo>
                      <a:pt x="50" y="152"/>
                      <a:pt x="50" y="151"/>
                      <a:pt x="53" y="151"/>
                    </a:cubicBezTo>
                    <a:cubicBezTo>
                      <a:pt x="56" y="151"/>
                      <a:pt x="57" y="153"/>
                      <a:pt x="60" y="153"/>
                    </a:cubicBezTo>
                    <a:cubicBezTo>
                      <a:pt x="62" y="153"/>
                      <a:pt x="62" y="151"/>
                      <a:pt x="66" y="151"/>
                    </a:cubicBezTo>
                    <a:cubicBezTo>
                      <a:pt x="69" y="151"/>
                      <a:pt x="70" y="153"/>
                      <a:pt x="73" y="153"/>
                    </a:cubicBezTo>
                    <a:cubicBezTo>
                      <a:pt x="76" y="153"/>
                      <a:pt x="76" y="151"/>
                      <a:pt x="79" y="151"/>
                    </a:cubicBezTo>
                    <a:cubicBezTo>
                      <a:pt x="82" y="151"/>
                      <a:pt x="83" y="153"/>
                      <a:pt x="85" y="153"/>
                    </a:cubicBezTo>
                    <a:cubicBezTo>
                      <a:pt x="88" y="153"/>
                      <a:pt x="88" y="151"/>
                      <a:pt x="92" y="151"/>
                    </a:cubicBezTo>
                    <a:cubicBezTo>
                      <a:pt x="95" y="151"/>
                      <a:pt x="94" y="152"/>
                      <a:pt x="96" y="152"/>
                    </a:cubicBezTo>
                    <a:cubicBezTo>
                      <a:pt x="102" y="148"/>
                      <a:pt x="108" y="142"/>
                      <a:pt x="113" y="136"/>
                    </a:cubicBezTo>
                    <a:cubicBezTo>
                      <a:pt x="84" y="136"/>
                      <a:pt x="84" y="136"/>
                      <a:pt x="84" y="136"/>
                    </a:cubicBezTo>
                    <a:lnTo>
                      <a:pt x="85" y="142"/>
                    </a:lnTo>
                    <a:close/>
                    <a:moveTo>
                      <a:pt x="0" y="82"/>
                    </a:moveTo>
                    <a:cubicBezTo>
                      <a:pt x="0" y="105"/>
                      <a:pt x="9" y="122"/>
                      <a:pt x="19" y="135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39" y="59"/>
                      <a:pt x="39" y="59"/>
                      <a:pt x="39" y="59"/>
                    </a:cubicBezTo>
                    <a:cubicBezTo>
                      <a:pt x="40" y="58"/>
                      <a:pt x="40" y="58"/>
                      <a:pt x="40" y="58"/>
                    </a:cubicBezTo>
                    <a:cubicBezTo>
                      <a:pt x="40" y="57"/>
                      <a:pt x="40" y="57"/>
                      <a:pt x="40" y="57"/>
                    </a:cubicBezTo>
                    <a:cubicBezTo>
                      <a:pt x="40" y="56"/>
                      <a:pt x="40" y="56"/>
                      <a:pt x="39" y="55"/>
                    </a:cubicBezTo>
                    <a:cubicBezTo>
                      <a:pt x="38" y="55"/>
                      <a:pt x="37" y="54"/>
                      <a:pt x="37" y="54"/>
                    </a:cubicBezTo>
                    <a:cubicBezTo>
                      <a:pt x="34" y="54"/>
                      <a:pt x="34" y="54"/>
                      <a:pt x="34" y="54"/>
                    </a:cubicBezTo>
                    <a:cubicBezTo>
                      <a:pt x="34" y="55"/>
                      <a:pt x="34" y="56"/>
                      <a:pt x="34" y="57"/>
                    </a:cubicBezTo>
                    <a:cubicBezTo>
                      <a:pt x="34" y="57"/>
                      <a:pt x="32" y="53"/>
                      <a:pt x="30" y="52"/>
                    </a:cubicBezTo>
                    <a:cubicBezTo>
                      <a:pt x="29" y="53"/>
                      <a:pt x="29" y="53"/>
                      <a:pt x="29" y="53"/>
                    </a:cubicBezTo>
                    <a:cubicBezTo>
                      <a:pt x="30" y="54"/>
                      <a:pt x="27" y="55"/>
                      <a:pt x="26" y="56"/>
                    </a:cubicBezTo>
                    <a:cubicBezTo>
                      <a:pt x="25" y="57"/>
                      <a:pt x="25" y="58"/>
                      <a:pt x="25" y="58"/>
                    </a:cubicBezTo>
                    <a:cubicBezTo>
                      <a:pt x="26" y="58"/>
                      <a:pt x="32" y="56"/>
                      <a:pt x="32" y="62"/>
                    </a:cubicBezTo>
                    <a:cubicBezTo>
                      <a:pt x="32" y="62"/>
                      <a:pt x="32" y="64"/>
                      <a:pt x="31" y="64"/>
                    </a:cubicBezTo>
                    <a:cubicBezTo>
                      <a:pt x="31" y="64"/>
                      <a:pt x="32" y="65"/>
                      <a:pt x="31" y="66"/>
                    </a:cubicBezTo>
                    <a:cubicBezTo>
                      <a:pt x="30" y="67"/>
                      <a:pt x="28" y="69"/>
                      <a:pt x="27" y="70"/>
                    </a:cubicBezTo>
                    <a:cubicBezTo>
                      <a:pt x="25" y="72"/>
                      <a:pt x="27" y="73"/>
                      <a:pt x="28" y="74"/>
                    </a:cubicBezTo>
                    <a:cubicBezTo>
                      <a:pt x="28" y="75"/>
                      <a:pt x="30" y="77"/>
                      <a:pt x="30" y="78"/>
                    </a:cubicBezTo>
                    <a:cubicBezTo>
                      <a:pt x="32" y="79"/>
                      <a:pt x="32" y="79"/>
                      <a:pt x="32" y="79"/>
                    </a:cubicBezTo>
                    <a:cubicBezTo>
                      <a:pt x="32" y="78"/>
                      <a:pt x="32" y="78"/>
                      <a:pt x="32" y="78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4" y="75"/>
                      <a:pt x="34" y="75"/>
                      <a:pt x="34" y="75"/>
                    </a:cubicBezTo>
                    <a:cubicBezTo>
                      <a:pt x="35" y="74"/>
                      <a:pt x="35" y="74"/>
                      <a:pt x="35" y="74"/>
                    </a:cubicBezTo>
                    <a:cubicBezTo>
                      <a:pt x="36" y="73"/>
                      <a:pt x="36" y="73"/>
                      <a:pt x="36" y="73"/>
                    </a:cubicBezTo>
                    <a:cubicBezTo>
                      <a:pt x="36" y="76"/>
                      <a:pt x="36" y="76"/>
                      <a:pt x="36" y="76"/>
                    </a:cubicBezTo>
                    <a:cubicBezTo>
                      <a:pt x="36" y="76"/>
                      <a:pt x="36" y="79"/>
                      <a:pt x="35" y="80"/>
                    </a:cubicBezTo>
                    <a:cubicBezTo>
                      <a:pt x="34" y="81"/>
                      <a:pt x="33" y="83"/>
                      <a:pt x="32" y="83"/>
                    </a:cubicBezTo>
                    <a:cubicBezTo>
                      <a:pt x="30" y="83"/>
                      <a:pt x="30" y="83"/>
                      <a:pt x="29" y="82"/>
                    </a:cubicBezTo>
                    <a:cubicBezTo>
                      <a:pt x="29" y="81"/>
                      <a:pt x="28" y="79"/>
                      <a:pt x="28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5" y="77"/>
                      <a:pt x="25" y="77"/>
                      <a:pt x="25" y="77"/>
                    </a:cubicBezTo>
                    <a:cubicBezTo>
                      <a:pt x="23" y="75"/>
                      <a:pt x="23" y="75"/>
                      <a:pt x="23" y="75"/>
                    </a:cubicBezTo>
                    <a:cubicBezTo>
                      <a:pt x="22" y="74"/>
                      <a:pt x="22" y="74"/>
                      <a:pt x="22" y="74"/>
                    </a:cubicBezTo>
                    <a:cubicBezTo>
                      <a:pt x="22" y="72"/>
                      <a:pt x="22" y="72"/>
                      <a:pt x="22" y="72"/>
                    </a:cubicBezTo>
                    <a:cubicBezTo>
                      <a:pt x="23" y="70"/>
                      <a:pt x="23" y="70"/>
                      <a:pt x="23" y="70"/>
                    </a:cubicBezTo>
                    <a:cubicBezTo>
                      <a:pt x="23" y="69"/>
                      <a:pt x="23" y="69"/>
                      <a:pt x="23" y="69"/>
                    </a:cubicBezTo>
                    <a:cubicBezTo>
                      <a:pt x="23" y="68"/>
                      <a:pt x="23" y="68"/>
                      <a:pt x="23" y="68"/>
                    </a:cubicBezTo>
                    <a:cubicBezTo>
                      <a:pt x="23" y="68"/>
                      <a:pt x="22" y="69"/>
                      <a:pt x="21" y="69"/>
                    </a:cubicBezTo>
                    <a:cubicBezTo>
                      <a:pt x="20" y="70"/>
                      <a:pt x="20" y="70"/>
                      <a:pt x="20" y="70"/>
                    </a:cubicBezTo>
                    <a:cubicBezTo>
                      <a:pt x="18" y="72"/>
                      <a:pt x="18" y="72"/>
                      <a:pt x="18" y="72"/>
                    </a:cubicBezTo>
                    <a:cubicBezTo>
                      <a:pt x="18" y="72"/>
                      <a:pt x="18" y="74"/>
                      <a:pt x="18" y="75"/>
                    </a:cubicBezTo>
                    <a:cubicBezTo>
                      <a:pt x="17" y="75"/>
                      <a:pt x="16" y="78"/>
                      <a:pt x="15" y="79"/>
                    </a:cubicBezTo>
                    <a:cubicBezTo>
                      <a:pt x="14" y="80"/>
                      <a:pt x="13" y="81"/>
                      <a:pt x="13" y="82"/>
                    </a:cubicBezTo>
                    <a:cubicBezTo>
                      <a:pt x="13" y="83"/>
                      <a:pt x="13" y="84"/>
                      <a:pt x="13" y="85"/>
                    </a:cubicBezTo>
                    <a:cubicBezTo>
                      <a:pt x="12" y="86"/>
                      <a:pt x="12" y="86"/>
                      <a:pt x="12" y="87"/>
                    </a:cubicBezTo>
                    <a:cubicBezTo>
                      <a:pt x="12" y="88"/>
                      <a:pt x="12" y="89"/>
                      <a:pt x="11" y="91"/>
                    </a:cubicBezTo>
                    <a:cubicBezTo>
                      <a:pt x="10" y="92"/>
                      <a:pt x="10" y="93"/>
                      <a:pt x="10" y="94"/>
                    </a:cubicBezTo>
                    <a:cubicBezTo>
                      <a:pt x="11" y="95"/>
                      <a:pt x="11" y="97"/>
                      <a:pt x="12" y="97"/>
                    </a:cubicBezTo>
                    <a:cubicBezTo>
                      <a:pt x="13" y="97"/>
                      <a:pt x="14" y="96"/>
                      <a:pt x="15" y="96"/>
                    </a:cubicBezTo>
                    <a:cubicBezTo>
                      <a:pt x="16" y="96"/>
                      <a:pt x="17" y="96"/>
                      <a:pt x="17" y="96"/>
                    </a:cubicBezTo>
                    <a:cubicBezTo>
                      <a:pt x="19" y="98"/>
                      <a:pt x="19" y="98"/>
                      <a:pt x="19" y="98"/>
                    </a:cubicBezTo>
                    <a:cubicBezTo>
                      <a:pt x="19" y="99"/>
                      <a:pt x="19" y="98"/>
                      <a:pt x="18" y="99"/>
                    </a:cubicBezTo>
                    <a:cubicBezTo>
                      <a:pt x="17" y="100"/>
                      <a:pt x="16" y="101"/>
                      <a:pt x="14" y="101"/>
                    </a:cubicBezTo>
                    <a:cubicBezTo>
                      <a:pt x="13" y="101"/>
                      <a:pt x="11" y="101"/>
                      <a:pt x="10" y="101"/>
                    </a:cubicBezTo>
                    <a:cubicBezTo>
                      <a:pt x="8" y="100"/>
                      <a:pt x="8" y="100"/>
                      <a:pt x="8" y="100"/>
                    </a:cubicBezTo>
                    <a:cubicBezTo>
                      <a:pt x="7" y="96"/>
                      <a:pt x="7" y="96"/>
                      <a:pt x="7" y="96"/>
                    </a:cubicBezTo>
                    <a:cubicBezTo>
                      <a:pt x="7" y="94"/>
                      <a:pt x="7" y="94"/>
                      <a:pt x="7" y="94"/>
                    </a:cubicBezTo>
                    <a:cubicBezTo>
                      <a:pt x="7" y="89"/>
                      <a:pt x="7" y="89"/>
                      <a:pt x="7" y="89"/>
                    </a:cubicBezTo>
                    <a:cubicBezTo>
                      <a:pt x="8" y="89"/>
                      <a:pt x="8" y="88"/>
                      <a:pt x="8" y="87"/>
                    </a:cubicBezTo>
                    <a:cubicBezTo>
                      <a:pt x="8" y="85"/>
                      <a:pt x="7" y="84"/>
                      <a:pt x="7" y="83"/>
                    </a:cubicBezTo>
                    <a:cubicBezTo>
                      <a:pt x="9" y="80"/>
                      <a:pt x="9" y="80"/>
                      <a:pt x="9" y="80"/>
                    </a:cubicBezTo>
                    <a:cubicBezTo>
                      <a:pt x="9" y="78"/>
                      <a:pt x="9" y="78"/>
                      <a:pt x="9" y="78"/>
                    </a:cubicBezTo>
                    <a:cubicBezTo>
                      <a:pt x="8" y="78"/>
                      <a:pt x="8" y="78"/>
                      <a:pt x="8" y="78"/>
                    </a:cubicBezTo>
                    <a:cubicBezTo>
                      <a:pt x="10" y="75"/>
                      <a:pt x="10" y="75"/>
                      <a:pt x="10" y="75"/>
                    </a:cubicBezTo>
                    <a:cubicBezTo>
                      <a:pt x="8" y="75"/>
                      <a:pt x="8" y="75"/>
                      <a:pt x="8" y="75"/>
                    </a:cubicBezTo>
                    <a:cubicBezTo>
                      <a:pt x="8" y="74"/>
                      <a:pt x="8" y="74"/>
                      <a:pt x="8" y="74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6" y="71"/>
                      <a:pt x="6" y="71"/>
                      <a:pt x="6" y="71"/>
                    </a:cubicBezTo>
                    <a:cubicBezTo>
                      <a:pt x="7" y="69"/>
                      <a:pt x="7" y="69"/>
                      <a:pt x="7" y="69"/>
                    </a:cubicBezTo>
                    <a:cubicBezTo>
                      <a:pt x="5" y="69"/>
                      <a:pt x="5" y="69"/>
                      <a:pt x="5" y="69"/>
                    </a:cubicBezTo>
                    <a:cubicBezTo>
                      <a:pt x="7" y="67"/>
                      <a:pt x="7" y="67"/>
                      <a:pt x="7" y="67"/>
                    </a:cubicBezTo>
                    <a:cubicBezTo>
                      <a:pt x="7" y="67"/>
                      <a:pt x="3" y="64"/>
                      <a:pt x="3" y="60"/>
                    </a:cubicBezTo>
                    <a:cubicBezTo>
                      <a:pt x="3" y="55"/>
                      <a:pt x="10" y="49"/>
                      <a:pt x="10" y="42"/>
                    </a:cubicBezTo>
                    <a:cubicBezTo>
                      <a:pt x="10" y="41"/>
                      <a:pt x="10" y="39"/>
                      <a:pt x="10" y="39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8" y="36"/>
                      <a:pt x="6" y="37"/>
                      <a:pt x="6" y="37"/>
                    </a:cubicBezTo>
                    <a:cubicBezTo>
                      <a:pt x="6" y="36"/>
                      <a:pt x="4" y="37"/>
                      <a:pt x="4" y="39"/>
                    </a:cubicBezTo>
                    <a:cubicBezTo>
                      <a:pt x="4" y="40"/>
                      <a:pt x="4" y="40"/>
                      <a:pt x="4" y="40"/>
                    </a:cubicBezTo>
                    <a:cubicBezTo>
                      <a:pt x="4" y="40"/>
                      <a:pt x="8" y="41"/>
                      <a:pt x="7" y="44"/>
                    </a:cubicBezTo>
                    <a:cubicBezTo>
                      <a:pt x="6" y="46"/>
                      <a:pt x="4" y="48"/>
                      <a:pt x="4" y="49"/>
                    </a:cubicBezTo>
                    <a:cubicBezTo>
                      <a:pt x="4" y="50"/>
                      <a:pt x="5" y="52"/>
                      <a:pt x="5" y="52"/>
                    </a:cubicBezTo>
                    <a:cubicBezTo>
                      <a:pt x="6" y="52"/>
                      <a:pt x="1" y="53"/>
                      <a:pt x="2" y="49"/>
                    </a:cubicBezTo>
                    <a:cubicBezTo>
                      <a:pt x="2" y="45"/>
                      <a:pt x="3" y="45"/>
                      <a:pt x="3" y="44"/>
                    </a:cubicBezTo>
                    <a:cubicBezTo>
                      <a:pt x="3" y="43"/>
                      <a:pt x="1" y="42"/>
                      <a:pt x="1" y="39"/>
                    </a:cubicBezTo>
                    <a:cubicBezTo>
                      <a:pt x="2" y="36"/>
                      <a:pt x="4" y="35"/>
                      <a:pt x="6" y="34"/>
                    </a:cubicBezTo>
                    <a:cubicBezTo>
                      <a:pt x="8" y="35"/>
                      <a:pt x="8" y="35"/>
                      <a:pt x="8" y="35"/>
                    </a:cubicBezTo>
                    <a:cubicBezTo>
                      <a:pt x="7" y="34"/>
                      <a:pt x="5" y="33"/>
                      <a:pt x="4" y="30"/>
                    </a:cubicBezTo>
                    <a:cubicBezTo>
                      <a:pt x="4" y="30"/>
                      <a:pt x="5" y="29"/>
                      <a:pt x="7" y="29"/>
                    </a:cubicBezTo>
                    <a:cubicBezTo>
                      <a:pt x="6" y="29"/>
                      <a:pt x="2" y="24"/>
                      <a:pt x="3" y="22"/>
                    </a:cubicBezTo>
                    <a:cubicBezTo>
                      <a:pt x="3" y="22"/>
                      <a:pt x="6" y="22"/>
                      <a:pt x="7" y="23"/>
                    </a:cubicBezTo>
                    <a:cubicBezTo>
                      <a:pt x="7" y="23"/>
                      <a:pt x="1" y="18"/>
                      <a:pt x="2" y="14"/>
                    </a:cubicBezTo>
                    <a:cubicBezTo>
                      <a:pt x="2" y="14"/>
                      <a:pt x="6" y="17"/>
                      <a:pt x="7" y="17"/>
                    </a:cubicBezTo>
                    <a:cubicBezTo>
                      <a:pt x="7" y="17"/>
                      <a:pt x="0" y="7"/>
                      <a:pt x="4" y="3"/>
                    </a:cubicBezTo>
                    <a:cubicBezTo>
                      <a:pt x="4" y="3"/>
                      <a:pt x="8" y="12"/>
                      <a:pt x="9" y="13"/>
                    </a:cubicBezTo>
                    <a:cubicBezTo>
                      <a:pt x="9" y="13"/>
                      <a:pt x="10" y="12"/>
                      <a:pt x="10" y="11"/>
                    </a:cubicBezTo>
                    <a:cubicBezTo>
                      <a:pt x="10" y="11"/>
                      <a:pt x="10" y="11"/>
                      <a:pt x="10" y="11"/>
                    </a:cubicBezTo>
                    <a:cubicBezTo>
                      <a:pt x="10" y="8"/>
                      <a:pt x="12" y="2"/>
                      <a:pt x="14" y="1"/>
                    </a:cubicBezTo>
                    <a:cubicBezTo>
                      <a:pt x="14" y="1"/>
                      <a:pt x="13" y="11"/>
                      <a:pt x="15" y="13"/>
                    </a:cubicBezTo>
                    <a:cubicBezTo>
                      <a:pt x="15" y="13"/>
                      <a:pt x="15" y="12"/>
                      <a:pt x="16" y="12"/>
                    </a:cubicBezTo>
                    <a:cubicBezTo>
                      <a:pt x="16" y="12"/>
                      <a:pt x="16" y="17"/>
                      <a:pt x="17" y="18"/>
                    </a:cubicBezTo>
                    <a:cubicBezTo>
                      <a:pt x="18" y="17"/>
                      <a:pt x="18" y="17"/>
                      <a:pt x="18" y="17"/>
                    </a:cubicBezTo>
                    <a:cubicBezTo>
                      <a:pt x="18" y="17"/>
                      <a:pt x="19" y="20"/>
                      <a:pt x="20" y="21"/>
                    </a:cubicBezTo>
                    <a:cubicBezTo>
                      <a:pt x="20" y="21"/>
                      <a:pt x="20" y="21"/>
                      <a:pt x="20" y="22"/>
                    </a:cubicBezTo>
                    <a:cubicBezTo>
                      <a:pt x="20" y="19"/>
                      <a:pt x="21" y="18"/>
                      <a:pt x="21" y="17"/>
                    </a:cubicBezTo>
                    <a:cubicBezTo>
                      <a:pt x="21" y="17"/>
                      <a:pt x="21" y="17"/>
                      <a:pt x="21" y="17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3" y="14"/>
                      <a:pt x="23" y="14"/>
                      <a:pt x="23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7" y="14"/>
                      <a:pt x="27" y="14"/>
                      <a:pt x="28" y="14"/>
                    </a:cubicBezTo>
                    <a:cubicBezTo>
                      <a:pt x="30" y="14"/>
                      <a:pt x="30" y="16"/>
                      <a:pt x="30" y="16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6" y="16"/>
                      <a:pt x="36" y="19"/>
                      <a:pt x="36" y="19"/>
                    </a:cubicBezTo>
                    <a:cubicBezTo>
                      <a:pt x="34" y="18"/>
                      <a:pt x="34" y="18"/>
                      <a:pt x="34" y="18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2" y="21"/>
                      <a:pt x="32" y="21"/>
                      <a:pt x="32" y="21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6" y="22"/>
                      <a:pt x="36" y="22"/>
                      <a:pt x="36" y="22"/>
                    </a:cubicBezTo>
                    <a:cubicBezTo>
                      <a:pt x="35" y="23"/>
                      <a:pt x="35" y="23"/>
                      <a:pt x="35" y="23"/>
                    </a:cubicBezTo>
                    <a:cubicBezTo>
                      <a:pt x="35" y="23"/>
                      <a:pt x="34" y="24"/>
                      <a:pt x="33" y="24"/>
                    </a:cubicBezTo>
                    <a:cubicBezTo>
                      <a:pt x="32" y="24"/>
                      <a:pt x="31" y="23"/>
                      <a:pt x="30" y="23"/>
                    </a:cubicBezTo>
                    <a:cubicBezTo>
                      <a:pt x="28" y="23"/>
                      <a:pt x="28" y="23"/>
                      <a:pt x="28" y="23"/>
                    </a:cubicBezTo>
                    <a:cubicBezTo>
                      <a:pt x="28" y="23"/>
                      <a:pt x="28" y="23"/>
                      <a:pt x="28" y="23"/>
                    </a:cubicBezTo>
                    <a:cubicBezTo>
                      <a:pt x="28" y="24"/>
                      <a:pt x="28" y="24"/>
                      <a:pt x="28" y="24"/>
                    </a:cubicBezTo>
                    <a:cubicBezTo>
                      <a:pt x="28" y="25"/>
                      <a:pt x="29" y="26"/>
                      <a:pt x="30" y="27"/>
                    </a:cubicBezTo>
                    <a:cubicBezTo>
                      <a:pt x="32" y="28"/>
                      <a:pt x="34" y="30"/>
                      <a:pt x="35" y="31"/>
                    </a:cubicBezTo>
                    <a:cubicBezTo>
                      <a:pt x="36" y="32"/>
                      <a:pt x="36" y="34"/>
                      <a:pt x="37" y="35"/>
                    </a:cubicBezTo>
                    <a:cubicBezTo>
                      <a:pt x="38" y="32"/>
                      <a:pt x="38" y="32"/>
                      <a:pt x="38" y="32"/>
                    </a:cubicBezTo>
                    <a:cubicBezTo>
                      <a:pt x="39" y="31"/>
                      <a:pt x="39" y="31"/>
                      <a:pt x="39" y="30"/>
                    </a:cubicBezTo>
                    <a:cubicBezTo>
                      <a:pt x="39" y="29"/>
                      <a:pt x="40" y="27"/>
                      <a:pt x="40" y="27"/>
                    </a:cubicBezTo>
                    <a:cubicBezTo>
                      <a:pt x="40" y="27"/>
                      <a:pt x="42" y="28"/>
                      <a:pt x="41" y="30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27"/>
                      <a:pt x="43" y="27"/>
                      <a:pt x="43" y="27"/>
                    </a:cubicBezTo>
                    <a:cubicBezTo>
                      <a:pt x="44" y="25"/>
                      <a:pt x="44" y="23"/>
                      <a:pt x="44" y="21"/>
                    </a:cubicBezTo>
                    <a:cubicBezTo>
                      <a:pt x="44" y="20"/>
                      <a:pt x="44" y="19"/>
                      <a:pt x="43" y="18"/>
                    </a:cubicBezTo>
                    <a:cubicBezTo>
                      <a:pt x="43" y="17"/>
                      <a:pt x="42" y="16"/>
                      <a:pt x="42" y="16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4" y="14"/>
                      <a:pt x="44" y="14"/>
                      <a:pt x="44" y="14"/>
                    </a:cubicBezTo>
                    <a:cubicBezTo>
                      <a:pt x="44" y="13"/>
                      <a:pt x="44" y="13"/>
                      <a:pt x="44" y="13"/>
                    </a:cubicBezTo>
                    <a:cubicBezTo>
                      <a:pt x="44" y="13"/>
                      <a:pt x="44" y="11"/>
                      <a:pt x="46" y="1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5" y="12"/>
                      <a:pt x="45" y="13"/>
                    </a:cubicBezTo>
                    <a:cubicBezTo>
                      <a:pt x="45" y="13"/>
                      <a:pt x="45" y="13"/>
                      <a:pt x="45" y="13"/>
                    </a:cubicBezTo>
                    <a:cubicBezTo>
                      <a:pt x="46" y="15"/>
                      <a:pt x="46" y="15"/>
                      <a:pt x="46" y="15"/>
                    </a:cubicBezTo>
                    <a:cubicBezTo>
                      <a:pt x="46" y="16"/>
                      <a:pt x="46" y="16"/>
                      <a:pt x="46" y="16"/>
                    </a:cubicBezTo>
                    <a:cubicBezTo>
                      <a:pt x="47" y="14"/>
                      <a:pt x="47" y="14"/>
                      <a:pt x="47" y="14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4"/>
                      <a:pt x="47" y="12"/>
                      <a:pt x="50" y="13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8" y="16"/>
                      <a:pt x="48" y="16"/>
                      <a:pt x="48" y="16"/>
                    </a:cubicBezTo>
                    <a:cubicBezTo>
                      <a:pt x="47" y="19"/>
                      <a:pt x="47" y="19"/>
                      <a:pt x="47" y="19"/>
                    </a:cubicBezTo>
                    <a:cubicBezTo>
                      <a:pt x="47" y="22"/>
                      <a:pt x="47" y="22"/>
                      <a:pt x="47" y="22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9" y="28"/>
                      <a:pt x="49" y="28"/>
                      <a:pt x="49" y="28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9" y="30"/>
                      <a:pt x="49" y="30"/>
                      <a:pt x="49" y="30"/>
                    </a:cubicBezTo>
                    <a:cubicBezTo>
                      <a:pt x="49" y="30"/>
                      <a:pt x="49" y="30"/>
                      <a:pt x="49" y="30"/>
                    </a:cubicBezTo>
                    <a:cubicBezTo>
                      <a:pt x="47" y="29"/>
                      <a:pt x="47" y="29"/>
                      <a:pt x="47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7" y="29"/>
                      <a:pt x="47" y="29"/>
                      <a:pt x="47" y="29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6" y="25"/>
                      <a:pt x="45" y="26"/>
                      <a:pt x="45" y="27"/>
                    </a:cubicBezTo>
                    <a:cubicBezTo>
                      <a:pt x="45" y="28"/>
                      <a:pt x="44" y="29"/>
                      <a:pt x="44" y="30"/>
                    </a:cubicBezTo>
                    <a:cubicBezTo>
                      <a:pt x="44" y="31"/>
                      <a:pt x="44" y="31"/>
                      <a:pt x="44" y="31"/>
                    </a:cubicBezTo>
                    <a:cubicBezTo>
                      <a:pt x="44" y="31"/>
                      <a:pt x="46" y="31"/>
                      <a:pt x="46" y="35"/>
                    </a:cubicBezTo>
                    <a:cubicBezTo>
                      <a:pt x="46" y="35"/>
                      <a:pt x="45" y="32"/>
                      <a:pt x="43" y="33"/>
                    </a:cubicBezTo>
                    <a:cubicBezTo>
                      <a:pt x="41" y="35"/>
                      <a:pt x="42" y="39"/>
                      <a:pt x="41" y="39"/>
                    </a:cubicBezTo>
                    <a:cubicBezTo>
                      <a:pt x="40" y="39"/>
                      <a:pt x="38" y="40"/>
                      <a:pt x="38" y="41"/>
                    </a:cubicBezTo>
                    <a:cubicBezTo>
                      <a:pt x="37" y="43"/>
                      <a:pt x="37" y="43"/>
                      <a:pt x="37" y="43"/>
                    </a:cubicBezTo>
                    <a:cubicBezTo>
                      <a:pt x="35" y="46"/>
                      <a:pt x="34" y="48"/>
                      <a:pt x="33" y="49"/>
                    </a:cubicBezTo>
                    <a:cubicBezTo>
                      <a:pt x="33" y="49"/>
                      <a:pt x="33" y="49"/>
                      <a:pt x="33" y="49"/>
                    </a:cubicBezTo>
                    <a:cubicBezTo>
                      <a:pt x="33" y="49"/>
                      <a:pt x="35" y="48"/>
                      <a:pt x="37" y="48"/>
                    </a:cubicBezTo>
                    <a:cubicBezTo>
                      <a:pt x="35" y="50"/>
                      <a:pt x="35" y="50"/>
                      <a:pt x="35" y="50"/>
                    </a:cubicBezTo>
                    <a:cubicBezTo>
                      <a:pt x="36" y="51"/>
                      <a:pt x="36" y="51"/>
                      <a:pt x="36" y="51"/>
                    </a:cubicBezTo>
                    <a:cubicBezTo>
                      <a:pt x="37" y="52"/>
                      <a:pt x="38" y="53"/>
                      <a:pt x="39" y="53"/>
                    </a:cubicBezTo>
                    <a:cubicBezTo>
                      <a:pt x="40" y="54"/>
                      <a:pt x="40" y="54"/>
                      <a:pt x="40" y="54"/>
                    </a:cubicBezTo>
                    <a:cubicBezTo>
                      <a:pt x="41" y="53"/>
                      <a:pt x="41" y="53"/>
                      <a:pt x="41" y="53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1" y="49"/>
                      <a:pt x="41" y="49"/>
                      <a:pt x="41" y="49"/>
                    </a:cubicBezTo>
                    <a:cubicBezTo>
                      <a:pt x="41" y="48"/>
                      <a:pt x="41" y="48"/>
                      <a:pt x="41" y="48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3" y="47"/>
                      <a:pt x="43" y="47"/>
                      <a:pt x="43" y="47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5" y="46"/>
                      <a:pt x="45" y="46"/>
                      <a:pt x="45" y="46"/>
                    </a:cubicBezTo>
                    <a:cubicBezTo>
                      <a:pt x="45" y="47"/>
                      <a:pt x="45" y="47"/>
                      <a:pt x="45" y="47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82"/>
                    </a:lnTo>
                    <a:close/>
                    <a:moveTo>
                      <a:pt x="115" y="29"/>
                    </a:moveTo>
                    <a:cubicBezTo>
                      <a:pt x="113" y="29"/>
                      <a:pt x="113" y="27"/>
                      <a:pt x="112" y="27"/>
                    </a:cubicBezTo>
                    <a:cubicBezTo>
                      <a:pt x="112" y="29"/>
                      <a:pt x="111" y="31"/>
                      <a:pt x="111" y="31"/>
                    </a:cubicBezTo>
                    <a:cubicBezTo>
                      <a:pt x="111" y="33"/>
                      <a:pt x="112" y="33"/>
                      <a:pt x="112" y="34"/>
                    </a:cubicBezTo>
                    <a:cubicBezTo>
                      <a:pt x="116" y="33"/>
                      <a:pt x="115" y="29"/>
                      <a:pt x="115" y="29"/>
                    </a:cubicBezTo>
                    <a:moveTo>
                      <a:pt x="20" y="26"/>
                    </a:moveTo>
                    <a:cubicBezTo>
                      <a:pt x="20" y="24"/>
                      <a:pt x="20" y="24"/>
                      <a:pt x="20" y="24"/>
                    </a:cubicBezTo>
                    <a:lnTo>
                      <a:pt x="20" y="26"/>
                    </a:lnTo>
                    <a:close/>
                    <a:moveTo>
                      <a:pt x="12" y="44"/>
                    </a:moveTo>
                    <a:cubicBezTo>
                      <a:pt x="12" y="45"/>
                      <a:pt x="12" y="45"/>
                      <a:pt x="12" y="45"/>
                    </a:cubicBezTo>
                    <a:cubicBezTo>
                      <a:pt x="10" y="53"/>
                      <a:pt x="5" y="54"/>
                      <a:pt x="5" y="60"/>
                    </a:cubicBezTo>
                    <a:cubicBezTo>
                      <a:pt x="5" y="60"/>
                      <a:pt x="6" y="62"/>
                      <a:pt x="7" y="63"/>
                    </a:cubicBezTo>
                    <a:cubicBezTo>
                      <a:pt x="9" y="63"/>
                      <a:pt x="8" y="62"/>
                      <a:pt x="9" y="61"/>
                    </a:cubicBezTo>
                    <a:cubicBezTo>
                      <a:pt x="10" y="59"/>
                      <a:pt x="10" y="58"/>
                      <a:pt x="12" y="56"/>
                    </a:cubicBezTo>
                    <a:cubicBezTo>
                      <a:pt x="14" y="55"/>
                      <a:pt x="16" y="53"/>
                      <a:pt x="17" y="51"/>
                    </a:cubicBezTo>
                    <a:cubicBezTo>
                      <a:pt x="17" y="50"/>
                      <a:pt x="18" y="49"/>
                      <a:pt x="18" y="48"/>
                    </a:cubicBezTo>
                    <a:cubicBezTo>
                      <a:pt x="18" y="47"/>
                      <a:pt x="18" y="47"/>
                      <a:pt x="18" y="47"/>
                    </a:cubicBezTo>
                    <a:cubicBezTo>
                      <a:pt x="17" y="47"/>
                      <a:pt x="16" y="47"/>
                      <a:pt x="15" y="47"/>
                    </a:cubicBezTo>
                    <a:cubicBezTo>
                      <a:pt x="15" y="47"/>
                      <a:pt x="15" y="45"/>
                      <a:pt x="16" y="43"/>
                    </a:cubicBezTo>
                    <a:cubicBezTo>
                      <a:pt x="16" y="43"/>
                      <a:pt x="15" y="44"/>
                      <a:pt x="12" y="44"/>
                    </a:cubicBezTo>
                    <a:moveTo>
                      <a:pt x="21" y="34"/>
                    </a:moveTo>
                    <a:cubicBezTo>
                      <a:pt x="21" y="33"/>
                      <a:pt x="21" y="33"/>
                      <a:pt x="21" y="31"/>
                    </a:cubicBezTo>
                    <a:cubicBezTo>
                      <a:pt x="21" y="31"/>
                      <a:pt x="21" y="29"/>
                      <a:pt x="20" y="27"/>
                    </a:cubicBezTo>
                    <a:cubicBezTo>
                      <a:pt x="20" y="27"/>
                      <a:pt x="19" y="29"/>
                      <a:pt x="18" y="29"/>
                    </a:cubicBezTo>
                    <a:cubicBezTo>
                      <a:pt x="18" y="29"/>
                      <a:pt x="16" y="33"/>
                      <a:pt x="21" y="34"/>
                    </a:cubicBezTo>
                    <a:moveTo>
                      <a:pt x="9" y="35"/>
                    </a:moveTo>
                    <a:cubicBezTo>
                      <a:pt x="9" y="35"/>
                      <a:pt x="9" y="35"/>
                      <a:pt x="9" y="35"/>
                    </a:cubicBezTo>
                    <a:cubicBezTo>
                      <a:pt x="9" y="35"/>
                      <a:pt x="9" y="35"/>
                      <a:pt x="9" y="35"/>
                    </a:cubicBezTo>
                    <a:close/>
                    <a:moveTo>
                      <a:pt x="44" y="50"/>
                    </a:moveTo>
                    <a:cubicBezTo>
                      <a:pt x="44" y="50"/>
                      <a:pt x="44" y="50"/>
                      <a:pt x="44" y="50"/>
                    </a:cubicBezTo>
                    <a:cubicBezTo>
                      <a:pt x="43" y="52"/>
                      <a:pt x="43" y="52"/>
                      <a:pt x="43" y="52"/>
                    </a:cubicBezTo>
                    <a:lnTo>
                      <a:pt x="44" y="50"/>
                    </a:lnTo>
                    <a:close/>
                    <a:moveTo>
                      <a:pt x="45" y="47"/>
                    </a:moveTo>
                    <a:cubicBezTo>
                      <a:pt x="45" y="47"/>
                      <a:pt x="45" y="47"/>
                      <a:pt x="45" y="47"/>
                    </a:cubicBezTo>
                    <a:cubicBezTo>
                      <a:pt x="45" y="47"/>
                      <a:pt x="45" y="47"/>
                      <a:pt x="45" y="47"/>
                    </a:cubicBezTo>
                    <a:cubicBezTo>
                      <a:pt x="45" y="48"/>
                      <a:pt x="45" y="48"/>
                      <a:pt x="45" y="48"/>
                    </a:cubicBezTo>
                    <a:cubicBezTo>
                      <a:pt x="45" y="48"/>
                      <a:pt x="45" y="48"/>
                      <a:pt x="45" y="48"/>
                    </a:cubicBezTo>
                    <a:lnTo>
                      <a:pt x="45" y="47"/>
                    </a:lnTo>
                    <a:close/>
                    <a:moveTo>
                      <a:pt x="40" y="61"/>
                    </a:moveTo>
                    <a:cubicBezTo>
                      <a:pt x="40" y="62"/>
                      <a:pt x="40" y="62"/>
                      <a:pt x="40" y="62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42" y="56"/>
                      <a:pt x="42" y="56"/>
                      <a:pt x="42" y="56"/>
                    </a:cubicBezTo>
                    <a:cubicBezTo>
                      <a:pt x="42" y="56"/>
                      <a:pt x="42" y="56"/>
                      <a:pt x="42" y="56"/>
                    </a:cubicBezTo>
                    <a:cubicBezTo>
                      <a:pt x="42" y="57"/>
                      <a:pt x="41" y="58"/>
                      <a:pt x="41" y="59"/>
                    </a:cubicBezTo>
                    <a:lnTo>
                      <a:pt x="40" y="61"/>
                    </a:lnTo>
                    <a:close/>
                    <a:moveTo>
                      <a:pt x="72" y="0"/>
                    </a:moveTo>
                    <a:cubicBezTo>
                      <a:pt x="113" y="136"/>
                      <a:pt x="113" y="136"/>
                      <a:pt x="113" y="136"/>
                    </a:cubicBezTo>
                    <a:cubicBezTo>
                      <a:pt x="124" y="123"/>
                      <a:pt x="132" y="105"/>
                      <a:pt x="132" y="82"/>
                    </a:cubicBezTo>
                    <a:cubicBezTo>
                      <a:pt x="132" y="0"/>
                      <a:pt x="132" y="0"/>
                      <a:pt x="132" y="0"/>
                    </a:cubicBezTo>
                    <a:lnTo>
                      <a:pt x="72" y="0"/>
                    </a:lnTo>
                    <a:close/>
                    <a:moveTo>
                      <a:pt x="131" y="49"/>
                    </a:moveTo>
                    <a:cubicBezTo>
                      <a:pt x="132" y="53"/>
                      <a:pt x="127" y="52"/>
                      <a:pt x="127" y="52"/>
                    </a:cubicBezTo>
                    <a:cubicBezTo>
                      <a:pt x="128" y="52"/>
                      <a:pt x="129" y="50"/>
                      <a:pt x="129" y="49"/>
                    </a:cubicBezTo>
                    <a:cubicBezTo>
                      <a:pt x="129" y="48"/>
                      <a:pt x="127" y="46"/>
                      <a:pt x="126" y="44"/>
                    </a:cubicBezTo>
                    <a:cubicBezTo>
                      <a:pt x="125" y="41"/>
                      <a:pt x="128" y="40"/>
                      <a:pt x="128" y="40"/>
                    </a:cubicBezTo>
                    <a:cubicBezTo>
                      <a:pt x="129" y="39"/>
                      <a:pt x="129" y="39"/>
                      <a:pt x="129" y="39"/>
                    </a:cubicBezTo>
                    <a:cubicBezTo>
                      <a:pt x="129" y="37"/>
                      <a:pt x="127" y="36"/>
                      <a:pt x="126" y="37"/>
                    </a:cubicBezTo>
                    <a:cubicBezTo>
                      <a:pt x="126" y="37"/>
                      <a:pt x="125" y="36"/>
                      <a:pt x="124" y="37"/>
                    </a:cubicBezTo>
                    <a:cubicBezTo>
                      <a:pt x="124" y="38"/>
                      <a:pt x="124" y="38"/>
                      <a:pt x="124" y="38"/>
                    </a:cubicBezTo>
                    <a:cubicBezTo>
                      <a:pt x="123" y="39"/>
                      <a:pt x="123" y="39"/>
                      <a:pt x="123" y="39"/>
                    </a:cubicBezTo>
                    <a:cubicBezTo>
                      <a:pt x="123" y="39"/>
                      <a:pt x="123" y="41"/>
                      <a:pt x="123" y="42"/>
                    </a:cubicBezTo>
                    <a:cubicBezTo>
                      <a:pt x="123" y="49"/>
                      <a:pt x="130" y="55"/>
                      <a:pt x="130" y="60"/>
                    </a:cubicBezTo>
                    <a:cubicBezTo>
                      <a:pt x="130" y="64"/>
                      <a:pt x="126" y="67"/>
                      <a:pt x="126" y="67"/>
                    </a:cubicBezTo>
                    <a:cubicBezTo>
                      <a:pt x="127" y="69"/>
                      <a:pt x="127" y="69"/>
                      <a:pt x="127" y="69"/>
                    </a:cubicBezTo>
                    <a:cubicBezTo>
                      <a:pt x="126" y="69"/>
                      <a:pt x="126" y="69"/>
                      <a:pt x="126" y="69"/>
                    </a:cubicBezTo>
                    <a:cubicBezTo>
                      <a:pt x="127" y="71"/>
                      <a:pt x="127" y="71"/>
                      <a:pt x="127" y="71"/>
                    </a:cubicBezTo>
                    <a:cubicBezTo>
                      <a:pt x="125" y="71"/>
                      <a:pt x="125" y="71"/>
                      <a:pt x="125" y="71"/>
                    </a:cubicBezTo>
                    <a:cubicBezTo>
                      <a:pt x="126" y="72"/>
                      <a:pt x="126" y="72"/>
                      <a:pt x="126" y="72"/>
                    </a:cubicBezTo>
                    <a:cubicBezTo>
                      <a:pt x="125" y="72"/>
                      <a:pt x="125" y="72"/>
                      <a:pt x="125" y="72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24" y="74"/>
                      <a:pt x="124" y="74"/>
                      <a:pt x="124" y="74"/>
                    </a:cubicBezTo>
                    <a:cubicBezTo>
                      <a:pt x="125" y="75"/>
                      <a:pt x="125" y="75"/>
                      <a:pt x="125" y="75"/>
                    </a:cubicBezTo>
                    <a:cubicBezTo>
                      <a:pt x="123" y="75"/>
                      <a:pt x="123" y="75"/>
                      <a:pt x="123" y="75"/>
                    </a:cubicBezTo>
                    <a:cubicBezTo>
                      <a:pt x="124" y="78"/>
                      <a:pt x="124" y="78"/>
                      <a:pt x="124" y="78"/>
                    </a:cubicBezTo>
                    <a:cubicBezTo>
                      <a:pt x="123" y="78"/>
                      <a:pt x="123" y="78"/>
                      <a:pt x="123" y="78"/>
                    </a:cubicBezTo>
                    <a:cubicBezTo>
                      <a:pt x="124" y="80"/>
                      <a:pt x="124" y="80"/>
                      <a:pt x="124" y="80"/>
                    </a:cubicBezTo>
                    <a:cubicBezTo>
                      <a:pt x="125" y="83"/>
                      <a:pt x="125" y="83"/>
                      <a:pt x="125" y="83"/>
                    </a:cubicBezTo>
                    <a:cubicBezTo>
                      <a:pt x="125" y="84"/>
                      <a:pt x="125" y="85"/>
                      <a:pt x="125" y="87"/>
                    </a:cubicBezTo>
                    <a:cubicBezTo>
                      <a:pt x="125" y="88"/>
                      <a:pt x="125" y="89"/>
                      <a:pt x="125" y="89"/>
                    </a:cubicBezTo>
                    <a:cubicBezTo>
                      <a:pt x="126" y="94"/>
                      <a:pt x="126" y="94"/>
                      <a:pt x="126" y="94"/>
                    </a:cubicBezTo>
                    <a:cubicBezTo>
                      <a:pt x="125" y="96"/>
                      <a:pt x="125" y="96"/>
                      <a:pt x="125" y="96"/>
                    </a:cubicBezTo>
                    <a:cubicBezTo>
                      <a:pt x="125" y="100"/>
                      <a:pt x="125" y="100"/>
                      <a:pt x="125" y="100"/>
                    </a:cubicBezTo>
                    <a:cubicBezTo>
                      <a:pt x="123" y="101"/>
                      <a:pt x="123" y="101"/>
                      <a:pt x="123" y="101"/>
                    </a:cubicBezTo>
                    <a:cubicBezTo>
                      <a:pt x="122" y="101"/>
                      <a:pt x="120" y="101"/>
                      <a:pt x="118" y="101"/>
                    </a:cubicBezTo>
                    <a:cubicBezTo>
                      <a:pt x="117" y="101"/>
                      <a:pt x="116" y="100"/>
                      <a:pt x="114" y="99"/>
                    </a:cubicBezTo>
                    <a:cubicBezTo>
                      <a:pt x="113" y="98"/>
                      <a:pt x="113" y="99"/>
                      <a:pt x="113" y="98"/>
                    </a:cubicBezTo>
                    <a:cubicBezTo>
                      <a:pt x="115" y="96"/>
                      <a:pt x="115" y="96"/>
                      <a:pt x="115" y="96"/>
                    </a:cubicBezTo>
                    <a:cubicBezTo>
                      <a:pt x="116" y="96"/>
                      <a:pt x="117" y="96"/>
                      <a:pt x="118" y="96"/>
                    </a:cubicBezTo>
                    <a:cubicBezTo>
                      <a:pt x="119" y="96"/>
                      <a:pt x="119" y="97"/>
                      <a:pt x="121" y="97"/>
                    </a:cubicBezTo>
                    <a:cubicBezTo>
                      <a:pt x="122" y="97"/>
                      <a:pt x="122" y="95"/>
                      <a:pt x="122" y="94"/>
                    </a:cubicBezTo>
                    <a:cubicBezTo>
                      <a:pt x="122" y="93"/>
                      <a:pt x="123" y="92"/>
                      <a:pt x="122" y="91"/>
                    </a:cubicBezTo>
                    <a:cubicBezTo>
                      <a:pt x="121" y="89"/>
                      <a:pt x="121" y="88"/>
                      <a:pt x="121" y="87"/>
                    </a:cubicBezTo>
                    <a:cubicBezTo>
                      <a:pt x="121" y="86"/>
                      <a:pt x="121" y="86"/>
                      <a:pt x="120" y="85"/>
                    </a:cubicBezTo>
                    <a:cubicBezTo>
                      <a:pt x="119" y="84"/>
                      <a:pt x="119" y="83"/>
                      <a:pt x="119" y="82"/>
                    </a:cubicBezTo>
                    <a:cubicBezTo>
                      <a:pt x="119" y="81"/>
                      <a:pt x="119" y="80"/>
                      <a:pt x="118" y="79"/>
                    </a:cubicBezTo>
                    <a:cubicBezTo>
                      <a:pt x="117" y="78"/>
                      <a:pt x="116" y="75"/>
                      <a:pt x="115" y="75"/>
                    </a:cubicBezTo>
                    <a:cubicBezTo>
                      <a:pt x="115" y="74"/>
                      <a:pt x="114" y="72"/>
                      <a:pt x="114" y="72"/>
                    </a:cubicBezTo>
                    <a:cubicBezTo>
                      <a:pt x="113" y="70"/>
                      <a:pt x="113" y="70"/>
                      <a:pt x="113" y="70"/>
                    </a:cubicBezTo>
                    <a:cubicBezTo>
                      <a:pt x="111" y="69"/>
                      <a:pt x="111" y="69"/>
                      <a:pt x="111" y="69"/>
                    </a:cubicBezTo>
                    <a:cubicBezTo>
                      <a:pt x="110" y="68"/>
                      <a:pt x="110" y="68"/>
                      <a:pt x="110" y="68"/>
                    </a:cubicBezTo>
                    <a:cubicBezTo>
                      <a:pt x="110" y="69"/>
                      <a:pt x="110" y="69"/>
                      <a:pt x="110" y="69"/>
                    </a:cubicBezTo>
                    <a:cubicBezTo>
                      <a:pt x="110" y="70"/>
                      <a:pt x="110" y="70"/>
                      <a:pt x="110" y="70"/>
                    </a:cubicBezTo>
                    <a:cubicBezTo>
                      <a:pt x="111" y="72"/>
                      <a:pt x="111" y="72"/>
                      <a:pt x="111" y="72"/>
                    </a:cubicBezTo>
                    <a:cubicBezTo>
                      <a:pt x="111" y="74"/>
                      <a:pt x="111" y="74"/>
                      <a:pt x="111" y="74"/>
                    </a:cubicBezTo>
                    <a:cubicBezTo>
                      <a:pt x="109" y="75"/>
                      <a:pt x="109" y="75"/>
                      <a:pt x="109" y="75"/>
                    </a:cubicBezTo>
                    <a:cubicBezTo>
                      <a:pt x="107" y="77"/>
                      <a:pt x="107" y="77"/>
                      <a:pt x="107" y="77"/>
                    </a:cubicBezTo>
                    <a:cubicBezTo>
                      <a:pt x="106" y="79"/>
                      <a:pt x="106" y="79"/>
                      <a:pt x="106" y="79"/>
                    </a:cubicBezTo>
                    <a:cubicBezTo>
                      <a:pt x="105" y="79"/>
                      <a:pt x="105" y="79"/>
                      <a:pt x="105" y="79"/>
                    </a:cubicBezTo>
                    <a:cubicBezTo>
                      <a:pt x="105" y="79"/>
                      <a:pt x="104" y="81"/>
                      <a:pt x="103" y="82"/>
                    </a:cubicBezTo>
                    <a:cubicBezTo>
                      <a:pt x="103" y="83"/>
                      <a:pt x="102" y="83"/>
                      <a:pt x="101" y="83"/>
                    </a:cubicBezTo>
                    <a:cubicBezTo>
                      <a:pt x="100" y="83"/>
                      <a:pt x="98" y="81"/>
                      <a:pt x="98" y="80"/>
                    </a:cubicBezTo>
                    <a:cubicBezTo>
                      <a:pt x="97" y="79"/>
                      <a:pt x="96" y="76"/>
                      <a:pt x="96" y="76"/>
                    </a:cubicBezTo>
                    <a:cubicBezTo>
                      <a:pt x="96" y="73"/>
                      <a:pt x="96" y="73"/>
                      <a:pt x="96" y="73"/>
                    </a:cubicBezTo>
                    <a:cubicBezTo>
                      <a:pt x="98" y="74"/>
                      <a:pt x="98" y="74"/>
                      <a:pt x="98" y="74"/>
                    </a:cubicBezTo>
                    <a:cubicBezTo>
                      <a:pt x="99" y="75"/>
                      <a:pt x="99" y="75"/>
                      <a:pt x="99" y="75"/>
                    </a:cubicBezTo>
                    <a:cubicBezTo>
                      <a:pt x="100" y="76"/>
                      <a:pt x="100" y="76"/>
                      <a:pt x="100" y="76"/>
                    </a:cubicBezTo>
                    <a:cubicBezTo>
                      <a:pt x="100" y="78"/>
                      <a:pt x="100" y="78"/>
                      <a:pt x="100" y="78"/>
                    </a:cubicBezTo>
                    <a:cubicBezTo>
                      <a:pt x="101" y="79"/>
                      <a:pt x="101" y="79"/>
                      <a:pt x="101" y="79"/>
                    </a:cubicBezTo>
                    <a:cubicBezTo>
                      <a:pt x="101" y="78"/>
                      <a:pt x="101" y="78"/>
                      <a:pt x="102" y="78"/>
                    </a:cubicBezTo>
                    <a:cubicBezTo>
                      <a:pt x="103" y="77"/>
                      <a:pt x="105" y="75"/>
                      <a:pt x="105" y="74"/>
                    </a:cubicBezTo>
                    <a:cubicBezTo>
                      <a:pt x="106" y="73"/>
                      <a:pt x="107" y="72"/>
                      <a:pt x="106" y="70"/>
                    </a:cubicBezTo>
                    <a:cubicBezTo>
                      <a:pt x="105" y="69"/>
                      <a:pt x="103" y="67"/>
                      <a:pt x="102" y="66"/>
                    </a:cubicBezTo>
                    <a:cubicBezTo>
                      <a:pt x="100" y="65"/>
                      <a:pt x="102" y="64"/>
                      <a:pt x="102" y="64"/>
                    </a:cubicBezTo>
                    <a:cubicBezTo>
                      <a:pt x="100" y="64"/>
                      <a:pt x="100" y="62"/>
                      <a:pt x="100" y="62"/>
                    </a:cubicBezTo>
                    <a:cubicBezTo>
                      <a:pt x="101" y="56"/>
                      <a:pt x="107" y="58"/>
                      <a:pt x="108" y="58"/>
                    </a:cubicBezTo>
                    <a:cubicBezTo>
                      <a:pt x="108" y="58"/>
                      <a:pt x="107" y="57"/>
                      <a:pt x="107" y="56"/>
                    </a:cubicBezTo>
                    <a:cubicBezTo>
                      <a:pt x="106" y="55"/>
                      <a:pt x="103" y="54"/>
                      <a:pt x="103" y="53"/>
                    </a:cubicBezTo>
                    <a:cubicBezTo>
                      <a:pt x="103" y="52"/>
                      <a:pt x="103" y="52"/>
                      <a:pt x="103" y="52"/>
                    </a:cubicBezTo>
                    <a:cubicBezTo>
                      <a:pt x="100" y="53"/>
                      <a:pt x="99" y="57"/>
                      <a:pt x="99" y="57"/>
                    </a:cubicBezTo>
                    <a:cubicBezTo>
                      <a:pt x="98" y="56"/>
                      <a:pt x="98" y="55"/>
                      <a:pt x="98" y="54"/>
                    </a:cubicBezTo>
                    <a:cubicBezTo>
                      <a:pt x="96" y="54"/>
                      <a:pt x="96" y="54"/>
                      <a:pt x="96" y="54"/>
                    </a:cubicBezTo>
                    <a:cubicBezTo>
                      <a:pt x="95" y="54"/>
                      <a:pt x="95" y="55"/>
                      <a:pt x="94" y="55"/>
                    </a:cubicBezTo>
                    <a:cubicBezTo>
                      <a:pt x="93" y="56"/>
                      <a:pt x="93" y="56"/>
                      <a:pt x="92" y="57"/>
                    </a:cubicBezTo>
                    <a:cubicBezTo>
                      <a:pt x="93" y="58"/>
                      <a:pt x="93" y="58"/>
                      <a:pt x="93" y="58"/>
                    </a:cubicBezTo>
                    <a:cubicBezTo>
                      <a:pt x="94" y="59"/>
                      <a:pt x="94" y="59"/>
                      <a:pt x="94" y="59"/>
                    </a:cubicBezTo>
                    <a:cubicBezTo>
                      <a:pt x="94" y="61"/>
                      <a:pt x="94" y="61"/>
                      <a:pt x="94" y="61"/>
                    </a:cubicBezTo>
                    <a:cubicBezTo>
                      <a:pt x="94" y="62"/>
                      <a:pt x="94" y="62"/>
                      <a:pt x="94" y="62"/>
                    </a:cubicBezTo>
                    <a:cubicBezTo>
                      <a:pt x="94" y="63"/>
                      <a:pt x="94" y="63"/>
                      <a:pt x="94" y="63"/>
                    </a:cubicBezTo>
                    <a:cubicBezTo>
                      <a:pt x="92" y="63"/>
                      <a:pt x="92" y="63"/>
                      <a:pt x="92" y="63"/>
                    </a:cubicBezTo>
                    <a:cubicBezTo>
                      <a:pt x="93" y="63"/>
                      <a:pt x="93" y="63"/>
                      <a:pt x="93" y="63"/>
                    </a:cubicBezTo>
                    <a:cubicBezTo>
                      <a:pt x="93" y="62"/>
                      <a:pt x="93" y="62"/>
                      <a:pt x="93" y="62"/>
                    </a:cubicBezTo>
                    <a:cubicBezTo>
                      <a:pt x="92" y="61"/>
                      <a:pt x="92" y="61"/>
                      <a:pt x="92" y="61"/>
                    </a:cubicBezTo>
                    <a:cubicBezTo>
                      <a:pt x="91" y="59"/>
                      <a:pt x="91" y="59"/>
                      <a:pt x="91" y="59"/>
                    </a:cubicBezTo>
                    <a:cubicBezTo>
                      <a:pt x="91" y="58"/>
                      <a:pt x="91" y="57"/>
                      <a:pt x="90" y="56"/>
                    </a:cubicBezTo>
                    <a:cubicBezTo>
                      <a:pt x="89" y="53"/>
                      <a:pt x="89" y="53"/>
                      <a:pt x="89" y="53"/>
                    </a:cubicBezTo>
                    <a:cubicBezTo>
                      <a:pt x="88" y="50"/>
                      <a:pt x="88" y="50"/>
                      <a:pt x="88" y="50"/>
                    </a:cubicBezTo>
                    <a:cubicBezTo>
                      <a:pt x="88" y="48"/>
                      <a:pt x="88" y="48"/>
                      <a:pt x="88" y="48"/>
                    </a:cubicBezTo>
                    <a:cubicBezTo>
                      <a:pt x="88" y="47"/>
                      <a:pt x="88" y="47"/>
                      <a:pt x="88" y="47"/>
                    </a:cubicBezTo>
                    <a:cubicBezTo>
                      <a:pt x="88" y="47"/>
                      <a:pt x="88" y="47"/>
                      <a:pt x="88" y="47"/>
                    </a:cubicBezTo>
                    <a:cubicBezTo>
                      <a:pt x="87" y="47"/>
                      <a:pt x="87" y="47"/>
                      <a:pt x="87" y="47"/>
                    </a:cubicBezTo>
                    <a:cubicBezTo>
                      <a:pt x="88" y="46"/>
                      <a:pt x="88" y="46"/>
                      <a:pt x="88" y="46"/>
                    </a:cubicBezTo>
                    <a:cubicBezTo>
                      <a:pt x="89" y="46"/>
                      <a:pt x="89" y="46"/>
                      <a:pt x="89" y="46"/>
                    </a:cubicBezTo>
                    <a:cubicBezTo>
                      <a:pt x="90" y="47"/>
                      <a:pt x="90" y="47"/>
                      <a:pt x="90" y="47"/>
                    </a:cubicBezTo>
                    <a:cubicBezTo>
                      <a:pt x="91" y="47"/>
                      <a:pt x="91" y="47"/>
                      <a:pt x="91" y="47"/>
                    </a:cubicBezTo>
                    <a:cubicBezTo>
                      <a:pt x="92" y="48"/>
                      <a:pt x="92" y="48"/>
                      <a:pt x="92" y="48"/>
                    </a:cubicBezTo>
                    <a:cubicBezTo>
                      <a:pt x="92" y="49"/>
                      <a:pt x="92" y="49"/>
                      <a:pt x="92" y="49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1"/>
                      <a:pt x="92" y="51"/>
                      <a:pt x="92" y="51"/>
                    </a:cubicBezTo>
                    <a:cubicBezTo>
                      <a:pt x="91" y="53"/>
                      <a:pt x="91" y="53"/>
                      <a:pt x="91" y="53"/>
                    </a:cubicBezTo>
                    <a:cubicBezTo>
                      <a:pt x="92" y="54"/>
                      <a:pt x="92" y="54"/>
                      <a:pt x="92" y="54"/>
                    </a:cubicBezTo>
                    <a:cubicBezTo>
                      <a:pt x="94" y="53"/>
                      <a:pt x="94" y="53"/>
                      <a:pt x="94" y="53"/>
                    </a:cubicBezTo>
                    <a:cubicBezTo>
                      <a:pt x="94" y="53"/>
                      <a:pt x="96" y="52"/>
                      <a:pt x="97" y="51"/>
                    </a:cubicBezTo>
                    <a:cubicBezTo>
                      <a:pt x="97" y="50"/>
                      <a:pt x="97" y="50"/>
                      <a:pt x="97" y="50"/>
                    </a:cubicBezTo>
                    <a:cubicBezTo>
                      <a:pt x="95" y="48"/>
                      <a:pt x="95" y="48"/>
                      <a:pt x="95" y="48"/>
                    </a:cubicBezTo>
                    <a:cubicBezTo>
                      <a:pt x="98" y="48"/>
                      <a:pt x="99" y="49"/>
                      <a:pt x="99" y="49"/>
                    </a:cubicBezTo>
                    <a:cubicBezTo>
                      <a:pt x="99" y="49"/>
                      <a:pt x="99" y="49"/>
                      <a:pt x="99" y="49"/>
                    </a:cubicBezTo>
                    <a:cubicBezTo>
                      <a:pt x="99" y="48"/>
                      <a:pt x="97" y="46"/>
                      <a:pt x="95" y="43"/>
                    </a:cubicBezTo>
                    <a:cubicBezTo>
                      <a:pt x="95" y="41"/>
                      <a:pt x="95" y="41"/>
                      <a:pt x="95" y="41"/>
                    </a:cubicBezTo>
                    <a:cubicBezTo>
                      <a:pt x="94" y="40"/>
                      <a:pt x="92" y="39"/>
                      <a:pt x="92" y="39"/>
                    </a:cubicBezTo>
                    <a:cubicBezTo>
                      <a:pt x="91" y="39"/>
                      <a:pt x="92" y="35"/>
                      <a:pt x="90" y="33"/>
                    </a:cubicBezTo>
                    <a:cubicBezTo>
                      <a:pt x="87" y="32"/>
                      <a:pt x="87" y="35"/>
                      <a:pt x="87" y="35"/>
                    </a:cubicBezTo>
                    <a:cubicBezTo>
                      <a:pt x="87" y="31"/>
                      <a:pt x="88" y="31"/>
                      <a:pt x="89" y="31"/>
                    </a:cubicBezTo>
                    <a:cubicBezTo>
                      <a:pt x="88" y="30"/>
                      <a:pt x="88" y="30"/>
                      <a:pt x="88" y="30"/>
                    </a:cubicBezTo>
                    <a:cubicBezTo>
                      <a:pt x="88" y="29"/>
                      <a:pt x="88" y="28"/>
                      <a:pt x="88" y="27"/>
                    </a:cubicBezTo>
                    <a:cubicBezTo>
                      <a:pt x="87" y="26"/>
                      <a:pt x="86" y="25"/>
                      <a:pt x="86" y="25"/>
                    </a:cubicBezTo>
                    <a:cubicBezTo>
                      <a:pt x="86" y="25"/>
                      <a:pt x="86" y="25"/>
                      <a:pt x="86" y="25"/>
                    </a:cubicBezTo>
                    <a:cubicBezTo>
                      <a:pt x="86" y="27"/>
                      <a:pt x="86" y="27"/>
                      <a:pt x="86" y="27"/>
                    </a:cubicBezTo>
                    <a:cubicBezTo>
                      <a:pt x="86" y="29"/>
                      <a:pt x="86" y="29"/>
                      <a:pt x="86" y="29"/>
                    </a:cubicBezTo>
                    <a:cubicBezTo>
                      <a:pt x="85" y="29"/>
                      <a:pt x="85" y="29"/>
                      <a:pt x="85" y="29"/>
                    </a:cubicBezTo>
                    <a:cubicBezTo>
                      <a:pt x="85" y="29"/>
                      <a:pt x="85" y="29"/>
                      <a:pt x="85" y="29"/>
                    </a:cubicBezTo>
                    <a:cubicBezTo>
                      <a:pt x="84" y="30"/>
                      <a:pt x="84" y="30"/>
                      <a:pt x="84" y="30"/>
                    </a:cubicBezTo>
                    <a:cubicBezTo>
                      <a:pt x="83" y="30"/>
                      <a:pt x="83" y="30"/>
                      <a:pt x="83" y="30"/>
                    </a:cubicBezTo>
                    <a:cubicBezTo>
                      <a:pt x="84" y="29"/>
                      <a:pt x="84" y="29"/>
                      <a:pt x="84" y="29"/>
                    </a:cubicBezTo>
                    <a:cubicBezTo>
                      <a:pt x="84" y="29"/>
                      <a:pt x="84" y="29"/>
                      <a:pt x="84" y="29"/>
                    </a:cubicBezTo>
                    <a:cubicBezTo>
                      <a:pt x="84" y="28"/>
                      <a:pt x="84" y="28"/>
                      <a:pt x="84" y="28"/>
                    </a:cubicBezTo>
                    <a:cubicBezTo>
                      <a:pt x="85" y="26"/>
                      <a:pt x="85" y="26"/>
                      <a:pt x="85" y="26"/>
                    </a:cubicBezTo>
                    <a:cubicBezTo>
                      <a:pt x="86" y="22"/>
                      <a:pt x="86" y="22"/>
                      <a:pt x="86" y="22"/>
                    </a:cubicBezTo>
                    <a:cubicBezTo>
                      <a:pt x="85" y="19"/>
                      <a:pt x="85" y="19"/>
                      <a:pt x="85" y="19"/>
                    </a:cubicBezTo>
                    <a:cubicBezTo>
                      <a:pt x="84" y="16"/>
                      <a:pt x="84" y="16"/>
                      <a:pt x="84" y="16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3" y="13"/>
                      <a:pt x="83" y="13"/>
                      <a:pt x="83" y="13"/>
                    </a:cubicBezTo>
                    <a:cubicBezTo>
                      <a:pt x="85" y="12"/>
                      <a:pt x="85" y="14"/>
                      <a:pt x="85" y="14"/>
                    </a:cubicBezTo>
                    <a:cubicBezTo>
                      <a:pt x="85" y="14"/>
                      <a:pt x="85" y="14"/>
                      <a:pt x="85" y="14"/>
                    </a:cubicBezTo>
                    <a:cubicBezTo>
                      <a:pt x="85" y="14"/>
                      <a:pt x="85" y="14"/>
                      <a:pt x="85" y="14"/>
                    </a:cubicBezTo>
                    <a:cubicBezTo>
                      <a:pt x="87" y="16"/>
                      <a:pt x="87" y="16"/>
                      <a:pt x="87" y="16"/>
                    </a:cubicBezTo>
                    <a:cubicBezTo>
                      <a:pt x="87" y="15"/>
                      <a:pt x="87" y="15"/>
                      <a:pt x="87" y="15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8" y="12"/>
                      <a:pt x="87" y="11"/>
                      <a:pt x="87" y="11"/>
                    </a:cubicBezTo>
                    <a:cubicBezTo>
                      <a:pt x="87" y="11"/>
                      <a:pt x="87" y="11"/>
                      <a:pt x="87" y="11"/>
                    </a:cubicBezTo>
                    <a:cubicBezTo>
                      <a:pt x="88" y="11"/>
                      <a:pt x="88" y="13"/>
                      <a:pt x="88" y="13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2"/>
                      <a:pt x="89" y="12"/>
                      <a:pt x="89" y="12"/>
                    </a:cubicBezTo>
                    <a:cubicBezTo>
                      <a:pt x="89" y="12"/>
                      <a:pt x="89" y="12"/>
                      <a:pt x="89" y="12"/>
                    </a:cubicBezTo>
                    <a:cubicBezTo>
                      <a:pt x="90" y="13"/>
                      <a:pt x="90" y="14"/>
                      <a:pt x="90" y="14"/>
                    </a:cubicBezTo>
                    <a:cubicBezTo>
                      <a:pt x="90" y="14"/>
                      <a:pt x="90" y="14"/>
                      <a:pt x="90" y="14"/>
                    </a:cubicBezTo>
                    <a:cubicBezTo>
                      <a:pt x="91" y="16"/>
                      <a:pt x="91" y="16"/>
                      <a:pt x="91" y="16"/>
                    </a:cubicBezTo>
                    <a:cubicBezTo>
                      <a:pt x="91" y="16"/>
                      <a:pt x="90" y="17"/>
                      <a:pt x="89" y="18"/>
                    </a:cubicBezTo>
                    <a:cubicBezTo>
                      <a:pt x="89" y="19"/>
                      <a:pt x="89" y="20"/>
                      <a:pt x="88" y="21"/>
                    </a:cubicBezTo>
                    <a:cubicBezTo>
                      <a:pt x="88" y="23"/>
                      <a:pt x="89" y="25"/>
                      <a:pt x="90" y="27"/>
                    </a:cubicBezTo>
                    <a:cubicBezTo>
                      <a:pt x="90" y="28"/>
                      <a:pt x="90" y="28"/>
                      <a:pt x="90" y="28"/>
                    </a:cubicBezTo>
                    <a:cubicBezTo>
                      <a:pt x="90" y="28"/>
                      <a:pt x="90" y="28"/>
                      <a:pt x="90" y="28"/>
                    </a:cubicBezTo>
                    <a:cubicBezTo>
                      <a:pt x="91" y="30"/>
                      <a:pt x="91" y="30"/>
                      <a:pt x="91" y="30"/>
                    </a:cubicBezTo>
                    <a:cubicBezTo>
                      <a:pt x="91" y="28"/>
                      <a:pt x="93" y="27"/>
                      <a:pt x="93" y="27"/>
                    </a:cubicBezTo>
                    <a:cubicBezTo>
                      <a:pt x="93" y="27"/>
                      <a:pt x="93" y="29"/>
                      <a:pt x="93" y="30"/>
                    </a:cubicBezTo>
                    <a:cubicBezTo>
                      <a:pt x="94" y="31"/>
                      <a:pt x="94" y="31"/>
                      <a:pt x="94" y="32"/>
                    </a:cubicBezTo>
                    <a:cubicBezTo>
                      <a:pt x="96" y="35"/>
                      <a:pt x="96" y="35"/>
                      <a:pt x="96" y="35"/>
                    </a:cubicBezTo>
                    <a:cubicBezTo>
                      <a:pt x="96" y="34"/>
                      <a:pt x="97" y="32"/>
                      <a:pt x="98" y="31"/>
                    </a:cubicBezTo>
                    <a:cubicBezTo>
                      <a:pt x="99" y="30"/>
                      <a:pt x="101" y="28"/>
                      <a:pt x="102" y="27"/>
                    </a:cubicBezTo>
                    <a:cubicBezTo>
                      <a:pt x="103" y="26"/>
                      <a:pt x="105" y="25"/>
                      <a:pt x="105" y="24"/>
                    </a:cubicBezTo>
                    <a:cubicBezTo>
                      <a:pt x="105" y="23"/>
                      <a:pt x="105" y="23"/>
                      <a:pt x="105" y="23"/>
                    </a:cubicBezTo>
                    <a:cubicBezTo>
                      <a:pt x="105" y="23"/>
                      <a:pt x="105" y="23"/>
                      <a:pt x="105" y="23"/>
                    </a:cubicBezTo>
                    <a:cubicBezTo>
                      <a:pt x="102" y="23"/>
                      <a:pt x="102" y="23"/>
                      <a:pt x="102" y="23"/>
                    </a:cubicBezTo>
                    <a:cubicBezTo>
                      <a:pt x="102" y="23"/>
                      <a:pt x="101" y="24"/>
                      <a:pt x="100" y="24"/>
                    </a:cubicBezTo>
                    <a:cubicBezTo>
                      <a:pt x="98" y="24"/>
                      <a:pt x="98" y="23"/>
                      <a:pt x="97" y="23"/>
                    </a:cubicBezTo>
                    <a:cubicBezTo>
                      <a:pt x="97" y="22"/>
                      <a:pt x="97" y="22"/>
                      <a:pt x="97" y="22"/>
                    </a:cubicBezTo>
                    <a:cubicBezTo>
                      <a:pt x="99" y="22"/>
                      <a:pt x="99" y="22"/>
                      <a:pt x="99" y="22"/>
                    </a:cubicBezTo>
                    <a:cubicBezTo>
                      <a:pt x="100" y="21"/>
                      <a:pt x="100" y="21"/>
                      <a:pt x="100" y="21"/>
                    </a:cubicBezTo>
                    <a:cubicBezTo>
                      <a:pt x="101" y="20"/>
                      <a:pt x="101" y="20"/>
                      <a:pt x="101" y="20"/>
                    </a:cubicBezTo>
                    <a:cubicBezTo>
                      <a:pt x="99" y="18"/>
                      <a:pt x="99" y="18"/>
                      <a:pt x="99" y="18"/>
                    </a:cubicBezTo>
                    <a:cubicBezTo>
                      <a:pt x="97" y="19"/>
                      <a:pt x="97" y="19"/>
                      <a:pt x="97" y="19"/>
                    </a:cubicBezTo>
                    <a:cubicBezTo>
                      <a:pt x="97" y="19"/>
                      <a:pt x="97" y="16"/>
                      <a:pt x="99" y="16"/>
                    </a:cubicBezTo>
                    <a:cubicBezTo>
                      <a:pt x="102" y="16"/>
                      <a:pt x="102" y="16"/>
                      <a:pt x="102" y="16"/>
                    </a:cubicBezTo>
                    <a:cubicBezTo>
                      <a:pt x="102" y="16"/>
                      <a:pt x="103" y="14"/>
                      <a:pt x="104" y="14"/>
                    </a:cubicBezTo>
                    <a:cubicBezTo>
                      <a:pt x="105" y="14"/>
                      <a:pt x="106" y="14"/>
                      <a:pt x="107" y="14"/>
                    </a:cubicBezTo>
                    <a:cubicBezTo>
                      <a:pt x="108" y="15"/>
                      <a:pt x="108" y="15"/>
                      <a:pt x="108" y="15"/>
                    </a:cubicBezTo>
                    <a:cubicBezTo>
                      <a:pt x="107" y="14"/>
                      <a:pt x="107" y="14"/>
                      <a:pt x="107" y="14"/>
                    </a:cubicBezTo>
                    <a:cubicBezTo>
                      <a:pt x="109" y="14"/>
                      <a:pt x="109" y="14"/>
                      <a:pt x="109" y="14"/>
                    </a:cubicBezTo>
                    <a:cubicBezTo>
                      <a:pt x="110" y="15"/>
                      <a:pt x="110" y="15"/>
                      <a:pt x="110" y="15"/>
                    </a:cubicBezTo>
                    <a:cubicBezTo>
                      <a:pt x="109" y="15"/>
                      <a:pt x="109" y="15"/>
                      <a:pt x="109" y="15"/>
                    </a:cubicBezTo>
                    <a:cubicBezTo>
                      <a:pt x="110" y="15"/>
                      <a:pt x="110" y="15"/>
                      <a:pt x="110" y="15"/>
                    </a:cubicBezTo>
                    <a:cubicBezTo>
                      <a:pt x="111" y="14"/>
                      <a:pt x="111" y="14"/>
                      <a:pt x="111" y="14"/>
                    </a:cubicBezTo>
                    <a:cubicBezTo>
                      <a:pt x="112" y="17"/>
                      <a:pt x="112" y="17"/>
                      <a:pt x="112" y="17"/>
                    </a:cubicBezTo>
                    <a:cubicBezTo>
                      <a:pt x="111" y="17"/>
                      <a:pt x="111" y="17"/>
                      <a:pt x="111" y="17"/>
                    </a:cubicBezTo>
                    <a:cubicBezTo>
                      <a:pt x="111" y="18"/>
                      <a:pt x="113" y="19"/>
                      <a:pt x="113" y="22"/>
                    </a:cubicBezTo>
                    <a:cubicBezTo>
                      <a:pt x="113" y="21"/>
                      <a:pt x="113" y="21"/>
                      <a:pt x="113" y="21"/>
                    </a:cubicBezTo>
                    <a:cubicBezTo>
                      <a:pt x="114" y="20"/>
                      <a:pt x="115" y="17"/>
                      <a:pt x="115" y="17"/>
                    </a:cubicBezTo>
                    <a:cubicBezTo>
                      <a:pt x="116" y="18"/>
                      <a:pt x="116" y="18"/>
                      <a:pt x="116" y="18"/>
                    </a:cubicBezTo>
                    <a:cubicBezTo>
                      <a:pt x="116" y="17"/>
                      <a:pt x="117" y="12"/>
                      <a:pt x="117" y="12"/>
                    </a:cubicBezTo>
                    <a:cubicBezTo>
                      <a:pt x="118" y="12"/>
                      <a:pt x="118" y="13"/>
                      <a:pt x="118" y="13"/>
                    </a:cubicBezTo>
                    <a:cubicBezTo>
                      <a:pt x="119" y="11"/>
                      <a:pt x="118" y="1"/>
                      <a:pt x="118" y="1"/>
                    </a:cubicBezTo>
                    <a:cubicBezTo>
                      <a:pt x="121" y="2"/>
                      <a:pt x="123" y="8"/>
                      <a:pt x="122" y="11"/>
                    </a:cubicBezTo>
                    <a:cubicBezTo>
                      <a:pt x="123" y="11"/>
                      <a:pt x="123" y="11"/>
                      <a:pt x="123" y="11"/>
                    </a:cubicBezTo>
                    <a:cubicBezTo>
                      <a:pt x="123" y="12"/>
                      <a:pt x="123" y="13"/>
                      <a:pt x="123" y="13"/>
                    </a:cubicBezTo>
                    <a:cubicBezTo>
                      <a:pt x="125" y="12"/>
                      <a:pt x="129" y="3"/>
                      <a:pt x="129" y="3"/>
                    </a:cubicBezTo>
                    <a:cubicBezTo>
                      <a:pt x="133" y="7"/>
                      <a:pt x="126" y="17"/>
                      <a:pt x="126" y="17"/>
                    </a:cubicBezTo>
                    <a:cubicBezTo>
                      <a:pt x="127" y="17"/>
                      <a:pt x="130" y="14"/>
                      <a:pt x="130" y="14"/>
                    </a:cubicBezTo>
                    <a:cubicBezTo>
                      <a:pt x="132" y="18"/>
                      <a:pt x="125" y="23"/>
                      <a:pt x="125" y="23"/>
                    </a:cubicBezTo>
                    <a:cubicBezTo>
                      <a:pt x="127" y="22"/>
                      <a:pt x="130" y="22"/>
                      <a:pt x="130" y="22"/>
                    </a:cubicBezTo>
                    <a:cubicBezTo>
                      <a:pt x="130" y="24"/>
                      <a:pt x="126" y="29"/>
                      <a:pt x="125" y="29"/>
                    </a:cubicBezTo>
                    <a:cubicBezTo>
                      <a:pt x="128" y="29"/>
                      <a:pt x="129" y="30"/>
                      <a:pt x="129" y="30"/>
                    </a:cubicBezTo>
                    <a:cubicBezTo>
                      <a:pt x="128" y="33"/>
                      <a:pt x="126" y="34"/>
                      <a:pt x="124" y="35"/>
                    </a:cubicBezTo>
                    <a:cubicBezTo>
                      <a:pt x="126" y="34"/>
                      <a:pt x="126" y="34"/>
                      <a:pt x="126" y="34"/>
                    </a:cubicBezTo>
                    <a:cubicBezTo>
                      <a:pt x="129" y="35"/>
                      <a:pt x="131" y="36"/>
                      <a:pt x="131" y="39"/>
                    </a:cubicBezTo>
                    <a:cubicBezTo>
                      <a:pt x="131" y="42"/>
                      <a:pt x="130" y="43"/>
                      <a:pt x="130" y="44"/>
                    </a:cubicBezTo>
                    <a:cubicBezTo>
                      <a:pt x="130" y="45"/>
                      <a:pt x="130" y="45"/>
                      <a:pt x="131" y="4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3" name="Freeform 35">
                <a:extLst>
                  <a:ext uri="{FF2B5EF4-FFF2-40B4-BE49-F238E27FC236}">
                    <a16:creationId xmlns:a16="http://schemas.microsoft.com/office/drawing/2014/main" id="{8303CCE6-84E2-471C-91E8-74CF49C8582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00775" y="2614613"/>
                <a:ext cx="103188" cy="122238"/>
              </a:xfrm>
              <a:custGeom>
                <a:avLst/>
                <a:gdLst>
                  <a:gd name="T0" fmla="*/ 21 w 48"/>
                  <a:gd name="T1" fmla="*/ 19 h 56"/>
                  <a:gd name="T2" fmla="*/ 23 w 48"/>
                  <a:gd name="T3" fmla="*/ 4 h 56"/>
                  <a:gd name="T4" fmla="*/ 19 w 48"/>
                  <a:gd name="T5" fmla="*/ 21 h 56"/>
                  <a:gd name="T6" fmla="*/ 7 w 48"/>
                  <a:gd name="T7" fmla="*/ 22 h 56"/>
                  <a:gd name="T8" fmla="*/ 25 w 48"/>
                  <a:gd name="T9" fmla="*/ 24 h 56"/>
                  <a:gd name="T10" fmla="*/ 42 w 48"/>
                  <a:gd name="T11" fmla="*/ 23 h 56"/>
                  <a:gd name="T12" fmla="*/ 43 w 48"/>
                  <a:gd name="T13" fmla="*/ 23 h 56"/>
                  <a:gd name="T14" fmla="*/ 25 w 48"/>
                  <a:gd name="T15" fmla="*/ 23 h 56"/>
                  <a:gd name="T16" fmla="*/ 31 w 48"/>
                  <a:gd name="T17" fmla="*/ 17 h 56"/>
                  <a:gd name="T18" fmla="*/ 24 w 48"/>
                  <a:gd name="T19" fmla="*/ 22 h 56"/>
                  <a:gd name="T20" fmla="*/ 24 w 48"/>
                  <a:gd name="T21" fmla="*/ 4 h 56"/>
                  <a:gd name="T22" fmla="*/ 24 w 48"/>
                  <a:gd name="T23" fmla="*/ 4 h 56"/>
                  <a:gd name="T24" fmla="*/ 24 w 48"/>
                  <a:gd name="T25" fmla="*/ 22 h 56"/>
                  <a:gd name="T26" fmla="*/ 17 w 48"/>
                  <a:gd name="T27" fmla="*/ 17 h 56"/>
                  <a:gd name="T28" fmla="*/ 23 w 48"/>
                  <a:gd name="T29" fmla="*/ 23 h 56"/>
                  <a:gd name="T30" fmla="*/ 7 w 48"/>
                  <a:gd name="T31" fmla="*/ 23 h 56"/>
                  <a:gd name="T32" fmla="*/ 5 w 48"/>
                  <a:gd name="T33" fmla="*/ 23 h 56"/>
                  <a:gd name="T34" fmla="*/ 6 w 48"/>
                  <a:gd name="T35" fmla="*/ 23 h 56"/>
                  <a:gd name="T36" fmla="*/ 18 w 48"/>
                  <a:gd name="T37" fmla="*/ 28 h 56"/>
                  <a:gd name="T38" fmla="*/ 19 w 48"/>
                  <a:gd name="T39" fmla="*/ 29 h 56"/>
                  <a:gd name="T40" fmla="*/ 24 w 48"/>
                  <a:gd name="T41" fmla="*/ 49 h 56"/>
                  <a:gd name="T42" fmla="*/ 24 w 48"/>
                  <a:gd name="T43" fmla="*/ 50 h 56"/>
                  <a:gd name="T44" fmla="*/ 24 w 48"/>
                  <a:gd name="T45" fmla="*/ 25 h 56"/>
                  <a:gd name="T46" fmla="*/ 29 w 48"/>
                  <a:gd name="T47" fmla="*/ 29 h 56"/>
                  <a:gd name="T48" fmla="*/ 30 w 48"/>
                  <a:gd name="T49" fmla="*/ 28 h 56"/>
                  <a:gd name="T50" fmla="*/ 44 w 48"/>
                  <a:gd name="T51" fmla="*/ 23 h 56"/>
                  <a:gd name="T52" fmla="*/ 26 w 48"/>
                  <a:gd name="T53" fmla="*/ 24 h 56"/>
                  <a:gd name="T54" fmla="*/ 48 w 48"/>
                  <a:gd name="T55" fmla="*/ 23 h 56"/>
                  <a:gd name="T56" fmla="*/ 43 w 48"/>
                  <a:gd name="T57" fmla="*/ 22 h 56"/>
                  <a:gd name="T58" fmla="*/ 44 w 48"/>
                  <a:gd name="T59" fmla="*/ 23 h 56"/>
                  <a:gd name="T60" fmla="*/ 24 w 48"/>
                  <a:gd name="T61" fmla="*/ 50 h 56"/>
                  <a:gd name="T62" fmla="*/ 23 w 48"/>
                  <a:gd name="T63" fmla="*/ 25 h 56"/>
                  <a:gd name="T64" fmla="*/ 24 w 48"/>
                  <a:gd name="T65" fmla="*/ 56 h 56"/>
                  <a:gd name="T66" fmla="*/ 28 w 48"/>
                  <a:gd name="T67" fmla="*/ 29 h 56"/>
                  <a:gd name="T68" fmla="*/ 25 w 48"/>
                  <a:gd name="T69" fmla="*/ 49 h 56"/>
                  <a:gd name="T70" fmla="*/ 6 w 48"/>
                  <a:gd name="T71" fmla="*/ 24 h 56"/>
                  <a:gd name="T72" fmla="*/ 6 w 48"/>
                  <a:gd name="T73" fmla="*/ 22 h 56"/>
                  <a:gd name="T74" fmla="*/ 0 w 48"/>
                  <a:gd name="T75" fmla="*/ 23 h 56"/>
                  <a:gd name="T76" fmla="*/ 22 w 48"/>
                  <a:gd name="T77" fmla="*/ 24 h 56"/>
                  <a:gd name="T78" fmla="*/ 43 w 48"/>
                  <a:gd name="T79" fmla="*/ 22 h 56"/>
                  <a:gd name="T80" fmla="*/ 26 w 48"/>
                  <a:gd name="T81" fmla="*/ 22 h 56"/>
                  <a:gd name="T82" fmla="*/ 25 w 48"/>
                  <a:gd name="T83" fmla="*/ 4 h 56"/>
                  <a:gd name="T84" fmla="*/ 25 w 48"/>
                  <a:gd name="T85" fmla="*/ 21 h 56"/>
                  <a:gd name="T86" fmla="*/ 24 w 48"/>
                  <a:gd name="T87" fmla="*/ 0 h 56"/>
                  <a:gd name="T88" fmla="*/ 23 w 48"/>
                  <a:gd name="T89" fmla="*/ 4 h 56"/>
                  <a:gd name="T90" fmla="*/ 24 w 48"/>
                  <a:gd name="T91" fmla="*/ 4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48" h="56">
                    <a:moveTo>
                      <a:pt x="23" y="4"/>
                    </a:moveTo>
                    <a:cubicBezTo>
                      <a:pt x="21" y="19"/>
                      <a:pt x="21" y="19"/>
                      <a:pt x="21" y="19"/>
                    </a:cubicBezTo>
                    <a:cubicBezTo>
                      <a:pt x="23" y="21"/>
                      <a:pt x="23" y="21"/>
                      <a:pt x="23" y="21"/>
                    </a:cubicBezTo>
                    <a:lnTo>
                      <a:pt x="23" y="4"/>
                    </a:lnTo>
                    <a:close/>
                    <a:moveTo>
                      <a:pt x="22" y="22"/>
                    </a:moveTo>
                    <a:cubicBezTo>
                      <a:pt x="19" y="21"/>
                      <a:pt x="19" y="21"/>
                      <a:pt x="19" y="2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10" y="22"/>
                      <a:pt x="19" y="22"/>
                      <a:pt x="22" y="22"/>
                    </a:cubicBezTo>
                    <a:moveTo>
                      <a:pt x="25" y="24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40" y="23"/>
                      <a:pt x="42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30" y="18"/>
                      <a:pt x="30" y="18"/>
                      <a:pt x="30" y="18"/>
                    </a:cubicBezTo>
                    <a:cubicBezTo>
                      <a:pt x="31" y="17"/>
                      <a:pt x="31" y="17"/>
                      <a:pt x="31" y="17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7" y="17"/>
                      <a:pt x="17" y="17"/>
                      <a:pt x="17" y="17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10" y="23"/>
                      <a:pt x="7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5" y="23"/>
                      <a:pt x="5" y="23"/>
                      <a:pt x="5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18" y="28"/>
                      <a:pt x="18" y="28"/>
                      <a:pt x="18" y="28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49"/>
                      <a:pt x="24" y="49"/>
                      <a:pt x="24" y="49"/>
                    </a:cubicBezTo>
                    <a:cubicBezTo>
                      <a:pt x="24" y="50"/>
                      <a:pt x="24" y="50"/>
                      <a:pt x="24" y="50"/>
                    </a:cubicBezTo>
                    <a:cubicBezTo>
                      <a:pt x="24" y="50"/>
                      <a:pt x="24" y="50"/>
                      <a:pt x="24" y="50"/>
                    </a:cubicBezTo>
                    <a:cubicBezTo>
                      <a:pt x="24" y="49"/>
                      <a:pt x="24" y="49"/>
                      <a:pt x="24" y="49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9" y="29"/>
                      <a:pt x="29" y="29"/>
                      <a:pt x="29" y="29"/>
                    </a:cubicBezTo>
                    <a:cubicBezTo>
                      <a:pt x="30" y="30"/>
                      <a:pt x="30" y="30"/>
                      <a:pt x="30" y="30"/>
                    </a:cubicBezTo>
                    <a:cubicBezTo>
                      <a:pt x="30" y="28"/>
                      <a:pt x="30" y="28"/>
                      <a:pt x="30" y="28"/>
                    </a:cubicBezTo>
                    <a:lnTo>
                      <a:pt x="25" y="24"/>
                    </a:lnTo>
                    <a:close/>
                    <a:moveTo>
                      <a:pt x="44" y="23"/>
                    </a:moveTo>
                    <a:cubicBezTo>
                      <a:pt x="42" y="24"/>
                      <a:pt x="42" y="24"/>
                      <a:pt x="42" y="24"/>
                    </a:cubicBezTo>
                    <a:cubicBezTo>
                      <a:pt x="41" y="24"/>
                      <a:pt x="29" y="24"/>
                      <a:pt x="26" y="24"/>
                    </a:cubicBezTo>
                    <a:cubicBezTo>
                      <a:pt x="28" y="26"/>
                      <a:pt x="28" y="26"/>
                      <a:pt x="28" y="26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3" y="22"/>
                      <a:pt x="43" y="22"/>
                      <a:pt x="43" y="22"/>
                    </a:cubicBezTo>
                    <a:cubicBezTo>
                      <a:pt x="43" y="22"/>
                      <a:pt x="43" y="22"/>
                      <a:pt x="43" y="22"/>
                    </a:cubicBezTo>
                    <a:lnTo>
                      <a:pt x="44" y="23"/>
                    </a:lnTo>
                    <a:close/>
                    <a:moveTo>
                      <a:pt x="25" y="49"/>
                    </a:moveTo>
                    <a:cubicBezTo>
                      <a:pt x="25" y="50"/>
                      <a:pt x="25" y="50"/>
                      <a:pt x="24" y="50"/>
                    </a:cubicBezTo>
                    <a:cubicBezTo>
                      <a:pt x="23" y="49"/>
                      <a:pt x="23" y="49"/>
                      <a:pt x="23" y="49"/>
                    </a:cubicBezTo>
                    <a:cubicBezTo>
                      <a:pt x="23" y="25"/>
                      <a:pt x="23" y="25"/>
                      <a:pt x="23" y="25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8" y="29"/>
                      <a:pt x="28" y="29"/>
                      <a:pt x="28" y="29"/>
                    </a:cubicBezTo>
                    <a:cubicBezTo>
                      <a:pt x="25" y="25"/>
                      <a:pt x="25" y="25"/>
                      <a:pt x="25" y="25"/>
                    </a:cubicBezTo>
                    <a:lnTo>
                      <a:pt x="25" y="49"/>
                    </a:lnTo>
                    <a:close/>
                    <a:moveTo>
                      <a:pt x="22" y="24"/>
                    </a:moveTo>
                    <a:cubicBezTo>
                      <a:pt x="6" y="24"/>
                      <a:pt x="6" y="24"/>
                      <a:pt x="6" y="24"/>
                    </a:cubicBezTo>
                    <a:cubicBezTo>
                      <a:pt x="6" y="24"/>
                      <a:pt x="5" y="24"/>
                      <a:pt x="5" y="23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19" y="26"/>
                      <a:pt x="19" y="26"/>
                      <a:pt x="19" y="26"/>
                    </a:cubicBezTo>
                    <a:lnTo>
                      <a:pt x="22" y="24"/>
                    </a:lnTo>
                    <a:close/>
                    <a:moveTo>
                      <a:pt x="26" y="22"/>
                    </a:moveTo>
                    <a:cubicBezTo>
                      <a:pt x="43" y="22"/>
                      <a:pt x="43" y="22"/>
                      <a:pt x="43" y="22"/>
                    </a:cubicBezTo>
                    <a:cubicBezTo>
                      <a:pt x="28" y="20"/>
                      <a:pt x="28" y="20"/>
                      <a:pt x="28" y="20"/>
                    </a:cubicBezTo>
                    <a:lnTo>
                      <a:pt x="26" y="22"/>
                    </a:lnTo>
                    <a:close/>
                    <a:moveTo>
                      <a:pt x="24" y="4"/>
                    </a:moveTo>
                    <a:cubicBezTo>
                      <a:pt x="25" y="4"/>
                      <a:pt x="25" y="4"/>
                      <a:pt x="25" y="4"/>
                    </a:cubicBezTo>
                    <a:cubicBezTo>
                      <a:pt x="25" y="4"/>
                      <a:pt x="25" y="4"/>
                      <a:pt x="25" y="4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8" y="18"/>
                      <a:pt x="28" y="18"/>
                      <a:pt x="28" y="18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3" y="4"/>
                      <a:pt x="23" y="4"/>
                      <a:pt x="23" y="4"/>
                    </a:cubicBezTo>
                    <a:cubicBezTo>
                      <a:pt x="23" y="4"/>
                      <a:pt x="23" y="4"/>
                      <a:pt x="23" y="4"/>
                    </a:cubicBezTo>
                    <a:lnTo>
                      <a:pt x="24" y="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4" name="Freeform 36">
                <a:extLst>
                  <a:ext uri="{FF2B5EF4-FFF2-40B4-BE49-F238E27FC236}">
                    <a16:creationId xmlns:a16="http://schemas.microsoft.com/office/drawing/2014/main" id="{2EC50E89-8E7E-495C-8B0B-CDFC3C1BED4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97600" y="2746375"/>
                <a:ext cx="107950" cy="98425"/>
              </a:xfrm>
              <a:custGeom>
                <a:avLst/>
                <a:gdLst>
                  <a:gd name="T0" fmla="*/ 14 w 50"/>
                  <a:gd name="T1" fmla="*/ 20 h 45"/>
                  <a:gd name="T2" fmla="*/ 15 w 50"/>
                  <a:gd name="T3" fmla="*/ 11 h 45"/>
                  <a:gd name="T4" fmla="*/ 13 w 50"/>
                  <a:gd name="T5" fmla="*/ 27 h 45"/>
                  <a:gd name="T6" fmla="*/ 22 w 50"/>
                  <a:gd name="T7" fmla="*/ 14 h 45"/>
                  <a:gd name="T8" fmla="*/ 37 w 50"/>
                  <a:gd name="T9" fmla="*/ 24 h 45"/>
                  <a:gd name="T10" fmla="*/ 25 w 50"/>
                  <a:gd name="T11" fmla="*/ 24 h 45"/>
                  <a:gd name="T12" fmla="*/ 43 w 50"/>
                  <a:gd name="T13" fmla="*/ 31 h 45"/>
                  <a:gd name="T14" fmla="*/ 25 w 50"/>
                  <a:gd name="T15" fmla="*/ 22 h 45"/>
                  <a:gd name="T16" fmla="*/ 38 w 50"/>
                  <a:gd name="T17" fmla="*/ 3 h 45"/>
                  <a:gd name="T18" fmla="*/ 19 w 50"/>
                  <a:gd name="T19" fmla="*/ 3 h 45"/>
                  <a:gd name="T20" fmla="*/ 40 w 50"/>
                  <a:gd name="T21" fmla="*/ 0 h 45"/>
                  <a:gd name="T22" fmla="*/ 43 w 50"/>
                  <a:gd name="T23" fmla="*/ 39 h 45"/>
                  <a:gd name="T24" fmla="*/ 46 w 50"/>
                  <a:gd name="T25" fmla="*/ 41 h 45"/>
                  <a:gd name="T26" fmla="*/ 47 w 50"/>
                  <a:gd name="T27" fmla="*/ 44 h 45"/>
                  <a:gd name="T28" fmla="*/ 7 w 50"/>
                  <a:gd name="T29" fmla="*/ 39 h 45"/>
                  <a:gd name="T30" fmla="*/ 10 w 50"/>
                  <a:gd name="T31" fmla="*/ 41 h 45"/>
                  <a:gd name="T32" fmla="*/ 14 w 50"/>
                  <a:gd name="T33" fmla="*/ 41 h 45"/>
                  <a:gd name="T34" fmla="*/ 17 w 50"/>
                  <a:gd name="T35" fmla="*/ 43 h 45"/>
                  <a:gd name="T36" fmla="*/ 20 w 50"/>
                  <a:gd name="T37" fmla="*/ 42 h 45"/>
                  <a:gd name="T38" fmla="*/ 18 w 50"/>
                  <a:gd name="T39" fmla="*/ 38 h 45"/>
                  <a:gd name="T40" fmla="*/ 10 w 50"/>
                  <a:gd name="T41" fmla="*/ 38 h 45"/>
                  <a:gd name="T42" fmla="*/ 5 w 50"/>
                  <a:gd name="T43" fmla="*/ 37 h 45"/>
                  <a:gd name="T44" fmla="*/ 32 w 50"/>
                  <a:gd name="T45" fmla="*/ 10 h 45"/>
                  <a:gd name="T46" fmla="*/ 26 w 50"/>
                  <a:gd name="T47" fmla="*/ 17 h 45"/>
                  <a:gd name="T48" fmla="*/ 37 w 50"/>
                  <a:gd name="T49" fmla="*/ 17 h 45"/>
                  <a:gd name="T50" fmla="*/ 33 w 50"/>
                  <a:gd name="T51" fmla="*/ 21 h 45"/>
                  <a:gd name="T52" fmla="*/ 42 w 50"/>
                  <a:gd name="T53" fmla="*/ 43 h 45"/>
                  <a:gd name="T54" fmla="*/ 42 w 50"/>
                  <a:gd name="T55" fmla="*/ 42 h 45"/>
                  <a:gd name="T56" fmla="*/ 38 w 50"/>
                  <a:gd name="T57" fmla="*/ 27 h 45"/>
                  <a:gd name="T58" fmla="*/ 12 w 50"/>
                  <a:gd name="T59" fmla="*/ 24 h 45"/>
                  <a:gd name="T60" fmla="*/ 10 w 50"/>
                  <a:gd name="T61" fmla="*/ 37 h 45"/>
                  <a:gd name="T62" fmla="*/ 18 w 50"/>
                  <a:gd name="T63" fmla="*/ 38 h 45"/>
                  <a:gd name="T64" fmla="*/ 32 w 50"/>
                  <a:gd name="T65" fmla="*/ 38 h 45"/>
                  <a:gd name="T66" fmla="*/ 45 w 50"/>
                  <a:gd name="T67" fmla="*/ 38 h 45"/>
                  <a:gd name="T68" fmla="*/ 43 w 50"/>
                  <a:gd name="T69" fmla="*/ 40 h 45"/>
                  <a:gd name="T70" fmla="*/ 38 w 50"/>
                  <a:gd name="T71" fmla="*/ 39 h 45"/>
                  <a:gd name="T72" fmla="*/ 40 w 50"/>
                  <a:gd name="T73" fmla="*/ 42 h 45"/>
                  <a:gd name="T74" fmla="*/ 42 w 50"/>
                  <a:gd name="T75" fmla="*/ 41 h 45"/>
                  <a:gd name="T76" fmla="*/ 31 w 50"/>
                  <a:gd name="T77" fmla="*/ 40 h 45"/>
                  <a:gd name="T78" fmla="*/ 28 w 50"/>
                  <a:gd name="T79" fmla="*/ 39 h 45"/>
                  <a:gd name="T80" fmla="*/ 23 w 50"/>
                  <a:gd name="T81" fmla="*/ 40 h 45"/>
                  <a:gd name="T82" fmla="*/ 20 w 50"/>
                  <a:gd name="T83" fmla="*/ 41 h 45"/>
                  <a:gd name="T84" fmla="*/ 44 w 50"/>
                  <a:gd name="T85" fmla="*/ 42 h 45"/>
                  <a:gd name="T86" fmla="*/ 41 w 50"/>
                  <a:gd name="T87" fmla="*/ 43 h 45"/>
                  <a:gd name="T88" fmla="*/ 34 w 50"/>
                  <a:gd name="T89" fmla="*/ 43 h 45"/>
                  <a:gd name="T90" fmla="*/ 27 w 50"/>
                  <a:gd name="T91" fmla="*/ 43 h 45"/>
                  <a:gd name="T92" fmla="*/ 46 w 50"/>
                  <a:gd name="T93" fmla="*/ 44 h 45"/>
                  <a:gd name="T94" fmla="*/ 18 w 50"/>
                  <a:gd name="T95" fmla="*/ 44 h 45"/>
                  <a:gd name="T96" fmla="*/ 14 w 50"/>
                  <a:gd name="T97" fmla="*/ 42 h 45"/>
                  <a:gd name="T98" fmla="*/ 11 w 50"/>
                  <a:gd name="T99" fmla="*/ 42 h 45"/>
                  <a:gd name="T100" fmla="*/ 1 w 50"/>
                  <a:gd name="T101" fmla="*/ 44 h 45"/>
                  <a:gd name="T102" fmla="*/ 19 w 50"/>
                  <a:gd name="T103" fmla="*/ 45 h 45"/>
                  <a:gd name="T104" fmla="*/ 38 w 50"/>
                  <a:gd name="T105" fmla="*/ 40 h 45"/>
                  <a:gd name="T106" fmla="*/ 35 w 50"/>
                  <a:gd name="T107" fmla="*/ 40 h 45"/>
                  <a:gd name="T108" fmla="*/ 17 w 50"/>
                  <a:gd name="T109" fmla="*/ 24 h 45"/>
                  <a:gd name="T110" fmla="*/ 36 w 50"/>
                  <a:gd name="T111" fmla="*/ 11 h 45"/>
                  <a:gd name="T112" fmla="*/ 41 w 50"/>
                  <a:gd name="T113" fmla="*/ 24 h 45"/>
                  <a:gd name="T114" fmla="*/ 13 w 50"/>
                  <a:gd name="T115" fmla="*/ 17 h 45"/>
                  <a:gd name="T116" fmla="*/ 11 w 50"/>
                  <a:gd name="T117" fmla="*/ 14 h 45"/>
                  <a:gd name="T118" fmla="*/ 38 w 50"/>
                  <a:gd name="T119" fmla="*/ 8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50" h="45">
                    <a:moveTo>
                      <a:pt x="20" y="24"/>
                    </a:moveTo>
                    <a:cubicBezTo>
                      <a:pt x="21" y="23"/>
                      <a:pt x="22" y="22"/>
                      <a:pt x="25" y="22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17" y="21"/>
                      <a:pt x="17" y="21"/>
                      <a:pt x="17" y="21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20" y="24"/>
                      <a:pt x="20" y="24"/>
                      <a:pt x="20" y="24"/>
                    </a:cubicBezTo>
                    <a:close/>
                    <a:moveTo>
                      <a:pt x="21" y="17"/>
                    </a:moveTo>
                    <a:cubicBezTo>
                      <a:pt x="14" y="17"/>
                      <a:pt x="14" y="17"/>
                      <a:pt x="14" y="17"/>
                    </a:cubicBezTo>
                    <a:cubicBezTo>
                      <a:pt x="14" y="20"/>
                      <a:pt x="14" y="20"/>
                      <a:pt x="14" y="20"/>
                    </a:cubicBezTo>
                    <a:cubicBezTo>
                      <a:pt x="21" y="20"/>
                      <a:pt x="21" y="20"/>
                      <a:pt x="21" y="20"/>
                    </a:cubicBezTo>
                    <a:lnTo>
                      <a:pt x="21" y="17"/>
                    </a:lnTo>
                    <a:close/>
                    <a:moveTo>
                      <a:pt x="25" y="15"/>
                    </a:moveTo>
                    <a:cubicBezTo>
                      <a:pt x="18" y="15"/>
                      <a:pt x="18" y="15"/>
                      <a:pt x="18" y="15"/>
                    </a:cubicBezTo>
                    <a:cubicBezTo>
                      <a:pt x="18" y="17"/>
                      <a:pt x="18" y="17"/>
                      <a:pt x="18" y="17"/>
                    </a:cubicBezTo>
                    <a:cubicBezTo>
                      <a:pt x="25" y="17"/>
                      <a:pt x="25" y="17"/>
                      <a:pt x="25" y="17"/>
                    </a:cubicBezTo>
                    <a:lnTo>
                      <a:pt x="25" y="15"/>
                    </a:lnTo>
                    <a:close/>
                    <a:moveTo>
                      <a:pt x="21" y="11"/>
                    </a:moveTo>
                    <a:cubicBezTo>
                      <a:pt x="15" y="11"/>
                      <a:pt x="15" y="11"/>
                      <a:pt x="15" y="11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21" y="14"/>
                      <a:pt x="21" y="14"/>
                      <a:pt x="21" y="14"/>
                    </a:cubicBezTo>
                    <a:lnTo>
                      <a:pt x="21" y="11"/>
                    </a:lnTo>
                    <a:close/>
                    <a:moveTo>
                      <a:pt x="13" y="27"/>
                    </a:moveTo>
                    <a:cubicBezTo>
                      <a:pt x="19" y="27"/>
                      <a:pt x="19" y="27"/>
                      <a:pt x="19" y="27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13" y="24"/>
                      <a:pt x="13" y="24"/>
                      <a:pt x="13" y="24"/>
                    </a:cubicBezTo>
                    <a:lnTo>
                      <a:pt x="13" y="27"/>
                    </a:lnTo>
                    <a:close/>
                    <a:moveTo>
                      <a:pt x="30" y="30"/>
                    </a:move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0" y="29"/>
                      <a:pt x="30" y="29"/>
                      <a:pt x="30" y="29"/>
                    </a:cubicBezTo>
                    <a:lnTo>
                      <a:pt x="30" y="30"/>
                    </a:lnTo>
                    <a:close/>
                    <a:moveTo>
                      <a:pt x="22" y="14"/>
                    </a:moveTo>
                    <a:cubicBezTo>
                      <a:pt x="28" y="14"/>
                      <a:pt x="28" y="14"/>
                      <a:pt x="28" y="14"/>
                    </a:cubicBezTo>
                    <a:cubicBezTo>
                      <a:pt x="28" y="11"/>
                      <a:pt x="28" y="11"/>
                      <a:pt x="28" y="11"/>
                    </a:cubicBezTo>
                    <a:cubicBezTo>
                      <a:pt x="22" y="11"/>
                      <a:pt x="22" y="11"/>
                      <a:pt x="22" y="11"/>
                    </a:cubicBezTo>
                    <a:lnTo>
                      <a:pt x="22" y="14"/>
                    </a:lnTo>
                    <a:close/>
                    <a:moveTo>
                      <a:pt x="37" y="24"/>
                    </a:moveTo>
                    <a:cubicBezTo>
                      <a:pt x="31" y="24"/>
                      <a:pt x="31" y="24"/>
                      <a:pt x="31" y="24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7" y="27"/>
                      <a:pt x="37" y="27"/>
                      <a:pt x="37" y="27"/>
                    </a:cubicBezTo>
                    <a:lnTo>
                      <a:pt x="37" y="24"/>
                    </a:lnTo>
                    <a:close/>
                    <a:moveTo>
                      <a:pt x="20" y="29"/>
                    </a:moveTo>
                    <a:cubicBezTo>
                      <a:pt x="18" y="29"/>
                      <a:pt x="18" y="29"/>
                      <a:pt x="18" y="29"/>
                    </a:cubicBezTo>
                    <a:cubicBezTo>
                      <a:pt x="18" y="29"/>
                      <a:pt x="18" y="29"/>
                      <a:pt x="18" y="29"/>
                    </a:cubicBezTo>
                    <a:cubicBezTo>
                      <a:pt x="18" y="27"/>
                      <a:pt x="18" y="27"/>
                      <a:pt x="18" y="27"/>
                    </a:cubicBezTo>
                    <a:cubicBezTo>
                      <a:pt x="17" y="27"/>
                      <a:pt x="17" y="27"/>
                      <a:pt x="17" y="27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20" y="30"/>
                      <a:pt x="20" y="30"/>
                      <a:pt x="20" y="30"/>
                    </a:cubicBezTo>
                    <a:lnTo>
                      <a:pt x="20" y="29"/>
                    </a:lnTo>
                    <a:close/>
                    <a:moveTo>
                      <a:pt x="25" y="24"/>
                    </a:moveTo>
                    <a:cubicBezTo>
                      <a:pt x="21" y="24"/>
                      <a:pt x="21" y="27"/>
                      <a:pt x="21" y="29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30" y="29"/>
                      <a:pt x="30" y="29"/>
                      <a:pt x="30" y="29"/>
                    </a:cubicBezTo>
                    <a:cubicBezTo>
                      <a:pt x="30" y="28"/>
                      <a:pt x="29" y="24"/>
                      <a:pt x="25" y="24"/>
                    </a:cubicBezTo>
                    <a:moveTo>
                      <a:pt x="30" y="35"/>
                    </a:moveTo>
                    <a:cubicBezTo>
                      <a:pt x="32" y="35"/>
                      <a:pt x="32" y="35"/>
                      <a:pt x="32" y="35"/>
                    </a:cubicBezTo>
                    <a:cubicBezTo>
                      <a:pt x="43" y="35"/>
                      <a:pt x="43" y="35"/>
                      <a:pt x="43" y="35"/>
                    </a:cubicBezTo>
                    <a:cubicBezTo>
                      <a:pt x="43" y="31"/>
                      <a:pt x="43" y="31"/>
                      <a:pt x="43" y="31"/>
                    </a:cubicBezTo>
                    <a:cubicBezTo>
                      <a:pt x="30" y="31"/>
                      <a:pt x="30" y="31"/>
                      <a:pt x="30" y="31"/>
                    </a:cubicBezTo>
                    <a:lnTo>
                      <a:pt x="30" y="35"/>
                    </a:lnTo>
                    <a:close/>
                    <a:moveTo>
                      <a:pt x="34" y="30"/>
                    </a:moveTo>
                    <a:cubicBezTo>
                      <a:pt x="43" y="30"/>
                      <a:pt x="43" y="30"/>
                      <a:pt x="43" y="30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34" y="27"/>
                      <a:pt x="34" y="27"/>
                      <a:pt x="34" y="27"/>
                    </a:cubicBezTo>
                    <a:lnTo>
                      <a:pt x="34" y="30"/>
                    </a:lnTo>
                    <a:close/>
                    <a:moveTo>
                      <a:pt x="32" y="28"/>
                    </a:moveTo>
                    <a:cubicBezTo>
                      <a:pt x="32" y="27"/>
                      <a:pt x="31" y="22"/>
                      <a:pt x="25" y="22"/>
                    </a:cubicBezTo>
                    <a:cubicBezTo>
                      <a:pt x="20" y="22"/>
                      <a:pt x="19" y="27"/>
                      <a:pt x="19" y="28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0" y="27"/>
                      <a:pt x="21" y="26"/>
                      <a:pt x="21" y="25"/>
                    </a:cubicBezTo>
                    <a:cubicBezTo>
                      <a:pt x="22" y="24"/>
                      <a:pt x="23" y="23"/>
                      <a:pt x="25" y="23"/>
                    </a:cubicBezTo>
                    <a:cubicBezTo>
                      <a:pt x="30" y="23"/>
                      <a:pt x="30" y="27"/>
                      <a:pt x="30" y="29"/>
                    </a:cubicBezTo>
                    <a:lnTo>
                      <a:pt x="32" y="28"/>
                    </a:lnTo>
                    <a:close/>
                    <a:moveTo>
                      <a:pt x="40" y="0"/>
                    </a:moveTo>
                    <a:cubicBezTo>
                      <a:pt x="38" y="0"/>
                      <a:pt x="38" y="0"/>
                      <a:pt x="38" y="0"/>
                    </a:cubicBezTo>
                    <a:cubicBezTo>
                      <a:pt x="38" y="3"/>
                      <a:pt x="38" y="3"/>
                      <a:pt x="38" y="3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1" y="3"/>
                      <a:pt x="31" y="3"/>
                      <a:pt x="31" y="3"/>
                    </a:cubicBezTo>
                    <a:cubicBezTo>
                      <a:pt x="28" y="3"/>
                      <a:pt x="28" y="3"/>
                      <a:pt x="28" y="3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22" y="3"/>
                      <a:pt x="22" y="3"/>
                      <a:pt x="22" y="3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12" y="3"/>
                      <a:pt x="12" y="3"/>
                      <a:pt x="12" y="3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40" y="5"/>
                      <a:pt x="40" y="5"/>
                      <a:pt x="40" y="5"/>
                    </a:cubicBezTo>
                    <a:lnTo>
                      <a:pt x="40" y="0"/>
                    </a:lnTo>
                    <a:close/>
                    <a:moveTo>
                      <a:pt x="47" y="39"/>
                    </a:moveTo>
                    <a:cubicBezTo>
                      <a:pt x="46" y="37"/>
                      <a:pt x="46" y="37"/>
                      <a:pt x="46" y="37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3" y="38"/>
                      <a:pt x="43" y="38"/>
                      <a:pt x="43" y="38"/>
                    </a:cubicBezTo>
                    <a:cubicBezTo>
                      <a:pt x="43" y="38"/>
                      <a:pt x="43" y="38"/>
                      <a:pt x="43" y="38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40"/>
                      <a:pt x="43" y="40"/>
                      <a:pt x="43" y="40"/>
                    </a:cubicBezTo>
                    <a:cubicBezTo>
                      <a:pt x="43" y="40"/>
                      <a:pt x="43" y="40"/>
                      <a:pt x="43" y="40"/>
                    </a:cubicBezTo>
                    <a:cubicBezTo>
                      <a:pt x="45" y="41"/>
                      <a:pt x="45" y="41"/>
                      <a:pt x="45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5" y="41"/>
                      <a:pt x="45" y="41"/>
                      <a:pt x="45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8" y="44"/>
                      <a:pt x="49" y="43"/>
                      <a:pt x="50" y="43"/>
                    </a:cubicBezTo>
                    <a:cubicBezTo>
                      <a:pt x="49" y="42"/>
                      <a:pt x="47" y="39"/>
                      <a:pt x="47" y="39"/>
                    </a:cubicBezTo>
                    <a:moveTo>
                      <a:pt x="6" y="39"/>
                    </a:moveTo>
                    <a:cubicBezTo>
                      <a:pt x="7" y="38"/>
                      <a:pt x="7" y="38"/>
                      <a:pt x="7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5" y="41"/>
                      <a:pt x="5" y="41"/>
                      <a:pt x="5" y="41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7" y="44"/>
                      <a:pt x="7" y="44"/>
                      <a:pt x="7" y="44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2" y="40"/>
                      <a:pt x="12" y="40"/>
                      <a:pt x="12" y="40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38"/>
                      <a:pt x="13" y="38"/>
                      <a:pt x="13" y="38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6" y="43"/>
                      <a:pt x="16" y="43"/>
                      <a:pt x="16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3"/>
                      <a:pt x="19" y="43"/>
                      <a:pt x="19" y="43"/>
                    </a:cubicBezTo>
                    <a:cubicBezTo>
                      <a:pt x="19" y="43"/>
                      <a:pt x="19" y="43"/>
                      <a:pt x="19" y="43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20" y="39"/>
                      <a:pt x="20" y="39"/>
                      <a:pt x="20" y="39"/>
                    </a:cubicBezTo>
                    <a:cubicBezTo>
                      <a:pt x="20" y="38"/>
                      <a:pt x="20" y="38"/>
                      <a:pt x="20" y="38"/>
                    </a:cubicBezTo>
                    <a:cubicBezTo>
                      <a:pt x="20" y="38"/>
                      <a:pt x="20" y="38"/>
                      <a:pt x="20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9"/>
                      <a:pt x="18" y="39"/>
                      <a:pt x="18" y="39"/>
                    </a:cubicBezTo>
                    <a:cubicBezTo>
                      <a:pt x="18" y="39"/>
                      <a:pt x="18" y="39"/>
                      <a:pt x="18" y="39"/>
                    </a:cubicBezTo>
                    <a:cubicBezTo>
                      <a:pt x="17" y="39"/>
                      <a:pt x="16" y="39"/>
                      <a:pt x="15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3" y="38"/>
                      <a:pt x="12" y="38"/>
                      <a:pt x="11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9" y="38"/>
                      <a:pt x="8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6" y="37"/>
                      <a:pt x="6" y="37"/>
                      <a:pt x="6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4" y="38"/>
                      <a:pt x="3" y="39"/>
                    </a:cubicBezTo>
                    <a:cubicBezTo>
                      <a:pt x="2" y="40"/>
                      <a:pt x="1" y="42"/>
                      <a:pt x="0" y="42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2" y="43"/>
                      <a:pt x="3" y="42"/>
                      <a:pt x="4" y="41"/>
                    </a:cubicBezTo>
                    <a:lnTo>
                      <a:pt x="6" y="39"/>
                    </a:lnTo>
                    <a:close/>
                    <a:moveTo>
                      <a:pt x="26" y="10"/>
                    </a:moveTo>
                    <a:cubicBezTo>
                      <a:pt x="32" y="10"/>
                      <a:pt x="32" y="10"/>
                      <a:pt x="32" y="10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26" y="9"/>
                      <a:pt x="26" y="9"/>
                      <a:pt x="26" y="9"/>
                    </a:cubicBezTo>
                    <a:lnTo>
                      <a:pt x="26" y="10"/>
                    </a:lnTo>
                    <a:close/>
                    <a:moveTo>
                      <a:pt x="29" y="14"/>
                    </a:moveTo>
                    <a:cubicBezTo>
                      <a:pt x="36" y="14"/>
                      <a:pt x="36" y="14"/>
                      <a:pt x="36" y="14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29" y="11"/>
                      <a:pt x="29" y="11"/>
                      <a:pt x="29" y="11"/>
                    </a:cubicBezTo>
                    <a:lnTo>
                      <a:pt x="29" y="14"/>
                    </a:lnTo>
                    <a:close/>
                    <a:moveTo>
                      <a:pt x="26" y="17"/>
                    </a:moveTo>
                    <a:cubicBezTo>
                      <a:pt x="32" y="17"/>
                      <a:pt x="32" y="17"/>
                      <a:pt x="32" y="17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26" y="15"/>
                      <a:pt x="26" y="15"/>
                      <a:pt x="26" y="15"/>
                    </a:cubicBezTo>
                    <a:lnTo>
                      <a:pt x="26" y="17"/>
                    </a:lnTo>
                    <a:close/>
                    <a:moveTo>
                      <a:pt x="37" y="17"/>
                    </a:moveTo>
                    <a:cubicBezTo>
                      <a:pt x="29" y="17"/>
                      <a:pt x="29" y="17"/>
                      <a:pt x="29" y="17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37" y="20"/>
                      <a:pt x="37" y="20"/>
                      <a:pt x="37" y="20"/>
                    </a:cubicBezTo>
                    <a:lnTo>
                      <a:pt x="37" y="17"/>
                    </a:lnTo>
                    <a:close/>
                    <a:moveTo>
                      <a:pt x="29" y="17"/>
                    </a:moveTo>
                    <a:cubicBezTo>
                      <a:pt x="22" y="17"/>
                      <a:pt x="22" y="17"/>
                      <a:pt x="22" y="17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9" y="20"/>
                      <a:pt x="29" y="20"/>
                      <a:pt x="29" y="20"/>
                    </a:cubicBezTo>
                    <a:lnTo>
                      <a:pt x="29" y="17"/>
                    </a:lnTo>
                    <a:close/>
                    <a:moveTo>
                      <a:pt x="26" y="22"/>
                    </a:moveTo>
                    <a:cubicBezTo>
                      <a:pt x="28" y="22"/>
                      <a:pt x="29" y="23"/>
                      <a:pt x="30" y="24"/>
                    </a:cubicBezTo>
                    <a:cubicBezTo>
                      <a:pt x="33" y="24"/>
                      <a:pt x="33" y="24"/>
                      <a:pt x="33" y="24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26" y="21"/>
                      <a:pt x="26" y="21"/>
                      <a:pt x="26" y="21"/>
                    </a:cubicBezTo>
                    <a:lnTo>
                      <a:pt x="26" y="22"/>
                    </a:lnTo>
                    <a:close/>
                    <a:moveTo>
                      <a:pt x="19" y="10"/>
                    </a:moveTo>
                    <a:cubicBezTo>
                      <a:pt x="25" y="10"/>
                      <a:pt x="25" y="10"/>
                      <a:pt x="25" y="10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19" y="9"/>
                      <a:pt x="19" y="9"/>
                      <a:pt x="19" y="9"/>
                    </a:cubicBezTo>
                    <a:lnTo>
                      <a:pt x="19" y="10"/>
                    </a:lnTo>
                    <a:close/>
                    <a:moveTo>
                      <a:pt x="42" y="43"/>
                    </a:moveTo>
                    <a:cubicBezTo>
                      <a:pt x="42" y="43"/>
                      <a:pt x="42" y="43"/>
                      <a:pt x="42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3"/>
                      <a:pt x="42" y="43"/>
                      <a:pt x="42" y="43"/>
                    </a:cubicBezTo>
                    <a:close/>
                    <a:moveTo>
                      <a:pt x="20" y="31"/>
                    </a:moveTo>
                    <a:cubicBezTo>
                      <a:pt x="8" y="31"/>
                      <a:pt x="8" y="31"/>
                      <a:pt x="8" y="31"/>
                    </a:cubicBezTo>
                    <a:cubicBezTo>
                      <a:pt x="7" y="35"/>
                      <a:pt x="7" y="35"/>
                      <a:pt x="7" y="35"/>
                    </a:cubicBezTo>
                    <a:cubicBezTo>
                      <a:pt x="20" y="35"/>
                      <a:pt x="20" y="35"/>
                      <a:pt x="20" y="35"/>
                    </a:cubicBezTo>
                    <a:lnTo>
                      <a:pt x="20" y="31"/>
                    </a:lnTo>
                    <a:close/>
                    <a:moveTo>
                      <a:pt x="38" y="27"/>
                    </a:moveTo>
                    <a:cubicBezTo>
                      <a:pt x="42" y="27"/>
                      <a:pt x="42" y="27"/>
                      <a:pt x="42" y="27"/>
                    </a:cubicBezTo>
                    <a:cubicBezTo>
                      <a:pt x="41" y="24"/>
                      <a:pt x="41" y="24"/>
                      <a:pt x="41" y="24"/>
                    </a:cubicBezTo>
                    <a:cubicBezTo>
                      <a:pt x="38" y="24"/>
                      <a:pt x="38" y="24"/>
                      <a:pt x="38" y="24"/>
                    </a:cubicBezTo>
                    <a:lnTo>
                      <a:pt x="38" y="27"/>
                    </a:lnTo>
                    <a:close/>
                    <a:moveTo>
                      <a:pt x="12" y="24"/>
                    </a:moveTo>
                    <a:cubicBezTo>
                      <a:pt x="9" y="24"/>
                      <a:pt x="9" y="24"/>
                      <a:pt x="9" y="24"/>
                    </a:cubicBezTo>
                    <a:cubicBezTo>
                      <a:pt x="9" y="27"/>
                      <a:pt x="9" y="27"/>
                      <a:pt x="9" y="27"/>
                    </a:cubicBezTo>
                    <a:cubicBezTo>
                      <a:pt x="12" y="27"/>
                      <a:pt x="12" y="27"/>
                      <a:pt x="12" y="27"/>
                    </a:cubicBezTo>
                    <a:lnTo>
                      <a:pt x="12" y="24"/>
                    </a:lnTo>
                    <a:close/>
                    <a:moveTo>
                      <a:pt x="16" y="27"/>
                    </a:moveTo>
                    <a:cubicBezTo>
                      <a:pt x="9" y="27"/>
                      <a:pt x="9" y="27"/>
                      <a:pt x="9" y="27"/>
                    </a:cubicBezTo>
                    <a:cubicBezTo>
                      <a:pt x="8" y="30"/>
                      <a:pt x="8" y="30"/>
                      <a:pt x="8" y="30"/>
                    </a:cubicBezTo>
                    <a:cubicBezTo>
                      <a:pt x="16" y="30"/>
                      <a:pt x="16" y="30"/>
                      <a:pt x="16" y="30"/>
                    </a:cubicBezTo>
                    <a:lnTo>
                      <a:pt x="16" y="27"/>
                    </a:lnTo>
                    <a:close/>
                    <a:moveTo>
                      <a:pt x="7" y="37"/>
                    </a:moveTo>
                    <a:cubicBezTo>
                      <a:pt x="7" y="37"/>
                      <a:pt x="7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8" y="37"/>
                      <a:pt x="9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2" y="38"/>
                      <a:pt x="13" y="38"/>
                      <a:pt x="14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6" y="38"/>
                      <a:pt x="17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9" y="37"/>
                      <a:pt x="19" y="37"/>
                      <a:pt x="19" y="37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2" y="38"/>
                      <a:pt x="24" y="38"/>
                      <a:pt x="27" y="38"/>
                    </a:cubicBezTo>
                    <a:cubicBezTo>
                      <a:pt x="28" y="38"/>
                      <a:pt x="28" y="38"/>
                      <a:pt x="28" y="38"/>
                    </a:cubicBezTo>
                    <a:cubicBezTo>
                      <a:pt x="29" y="38"/>
                      <a:pt x="30" y="38"/>
                      <a:pt x="32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9" y="38"/>
                      <a:pt x="39" y="38"/>
                      <a:pt x="39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33" y="36"/>
                      <a:pt x="33" y="36"/>
                      <a:pt x="33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7" y="36"/>
                      <a:pt x="7" y="36"/>
                      <a:pt x="7" y="36"/>
                    </a:cubicBezTo>
                    <a:lnTo>
                      <a:pt x="7" y="37"/>
                    </a:lnTo>
                    <a:close/>
                    <a:moveTo>
                      <a:pt x="43" y="40"/>
                    </a:moveTo>
                    <a:cubicBezTo>
                      <a:pt x="42" y="39"/>
                      <a:pt x="42" y="39"/>
                      <a:pt x="42" y="39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39" y="38"/>
                      <a:pt x="39" y="38"/>
                      <a:pt x="39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0"/>
                      <a:pt x="43" y="40"/>
                      <a:pt x="43" y="40"/>
                    </a:cubicBezTo>
                    <a:close/>
                    <a:moveTo>
                      <a:pt x="29" y="40"/>
                    </a:move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2" y="41"/>
                      <a:pt x="33" y="43"/>
                      <a:pt x="34" y="43"/>
                    </a:cubicBezTo>
                    <a:cubicBezTo>
                      <a:pt x="34" y="42"/>
                      <a:pt x="34" y="41"/>
                      <a:pt x="34" y="40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2" y="39"/>
                      <a:pt x="32" y="39"/>
                      <a:pt x="32" y="39"/>
                    </a:cubicBezTo>
                    <a:cubicBezTo>
                      <a:pt x="30" y="39"/>
                      <a:pt x="29" y="39"/>
                      <a:pt x="28" y="39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9"/>
                      <a:pt x="25" y="39"/>
                      <a:pt x="25" y="39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3" y="38"/>
                      <a:pt x="22" y="38"/>
                      <a:pt x="21" y="38"/>
                    </a:cubicBezTo>
                    <a:cubicBezTo>
                      <a:pt x="21" y="39"/>
                      <a:pt x="21" y="39"/>
                      <a:pt x="21" y="39"/>
                    </a:cubicBezTo>
                    <a:cubicBezTo>
                      <a:pt x="21" y="39"/>
                      <a:pt x="21" y="39"/>
                      <a:pt x="21" y="39"/>
                    </a:cubicBezTo>
                    <a:cubicBezTo>
                      <a:pt x="20" y="39"/>
                      <a:pt x="20" y="39"/>
                      <a:pt x="20" y="39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2"/>
                      <a:pt x="24" y="42"/>
                      <a:pt x="26" y="42"/>
                    </a:cubicBezTo>
                    <a:cubicBezTo>
                      <a:pt x="27" y="42"/>
                      <a:pt x="27" y="42"/>
                      <a:pt x="27" y="42"/>
                    </a:cubicBezTo>
                    <a:cubicBezTo>
                      <a:pt x="27" y="42"/>
                      <a:pt x="28" y="41"/>
                      <a:pt x="29" y="40"/>
                    </a:cubicBezTo>
                    <a:moveTo>
                      <a:pt x="46" y="42"/>
                    </a:moveTo>
                    <a:cubicBezTo>
                      <a:pt x="46" y="42"/>
                      <a:pt x="46" y="42"/>
                      <a:pt x="46" y="42"/>
                    </a:cubicBezTo>
                    <a:cubicBezTo>
                      <a:pt x="45" y="42"/>
                      <a:pt x="45" y="42"/>
                      <a:pt x="45" y="42"/>
                    </a:cubicBezTo>
                    <a:cubicBezTo>
                      <a:pt x="44" y="42"/>
                      <a:pt x="44" y="42"/>
                      <a:pt x="44" y="42"/>
                    </a:cubicBezTo>
                    <a:cubicBezTo>
                      <a:pt x="44" y="42"/>
                      <a:pt x="43" y="43"/>
                      <a:pt x="43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40" y="43"/>
                      <a:pt x="40" y="43"/>
                      <a:pt x="40" y="43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1"/>
                      <a:pt x="35" y="42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2" y="43"/>
                      <a:pt x="31" y="41"/>
                      <a:pt x="31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7" y="43"/>
                      <a:pt x="30" y="44"/>
                      <a:pt x="31" y="44"/>
                    </a:cubicBezTo>
                    <a:cubicBezTo>
                      <a:pt x="34" y="44"/>
                      <a:pt x="35" y="43"/>
                      <a:pt x="37" y="43"/>
                    </a:cubicBezTo>
                    <a:cubicBezTo>
                      <a:pt x="39" y="43"/>
                      <a:pt x="40" y="43"/>
                      <a:pt x="42" y="44"/>
                    </a:cubicBezTo>
                    <a:cubicBezTo>
                      <a:pt x="43" y="44"/>
                      <a:pt x="44" y="44"/>
                      <a:pt x="45" y="44"/>
                    </a:cubicBezTo>
                    <a:cubicBezTo>
                      <a:pt x="46" y="44"/>
                      <a:pt x="46" y="44"/>
                      <a:pt x="46" y="44"/>
                    </a:cubicBezTo>
                    <a:cubicBezTo>
                      <a:pt x="46" y="44"/>
                      <a:pt x="46" y="44"/>
                      <a:pt x="46" y="44"/>
                    </a:cubicBezTo>
                    <a:cubicBezTo>
                      <a:pt x="46" y="44"/>
                      <a:pt x="46" y="44"/>
                      <a:pt x="46" y="44"/>
                    </a:cubicBezTo>
                    <a:lnTo>
                      <a:pt x="46" y="42"/>
                    </a:lnTo>
                    <a:close/>
                    <a:moveTo>
                      <a:pt x="22" y="42"/>
                    </a:move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7" y="44"/>
                      <a:pt x="17" y="44"/>
                      <a:pt x="17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3" y="42"/>
                      <a:pt x="13" y="42"/>
                      <a:pt x="13" y="42"/>
                    </a:cubicBezTo>
                    <a:cubicBezTo>
                      <a:pt x="13" y="41"/>
                      <a:pt x="13" y="41"/>
                      <a:pt x="13" y="41"/>
                    </a:cubicBezTo>
                    <a:cubicBezTo>
                      <a:pt x="13" y="41"/>
                      <a:pt x="13" y="41"/>
                      <a:pt x="13" y="41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8" y="44"/>
                      <a:pt x="8" y="44"/>
                      <a:pt x="8" y="44"/>
                    </a:cubicBezTo>
                    <a:cubicBezTo>
                      <a:pt x="8" y="44"/>
                      <a:pt x="8" y="44"/>
                      <a:pt x="8" y="44"/>
                    </a:cubicBezTo>
                    <a:cubicBezTo>
                      <a:pt x="7" y="44"/>
                      <a:pt x="7" y="44"/>
                      <a:pt x="7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5" y="43"/>
                      <a:pt x="5" y="43"/>
                      <a:pt x="4" y="42"/>
                    </a:cubicBezTo>
                    <a:cubicBezTo>
                      <a:pt x="4" y="42"/>
                      <a:pt x="3" y="43"/>
                      <a:pt x="1" y="44"/>
                    </a:cubicBezTo>
                    <a:cubicBezTo>
                      <a:pt x="2" y="44"/>
                      <a:pt x="2" y="44"/>
                      <a:pt x="2" y="44"/>
                    </a:cubicBezTo>
                    <a:cubicBezTo>
                      <a:pt x="3" y="44"/>
                      <a:pt x="3" y="44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7" y="45"/>
                      <a:pt x="8" y="44"/>
                      <a:pt x="8" y="44"/>
                    </a:cubicBezTo>
                    <a:cubicBezTo>
                      <a:pt x="9" y="44"/>
                      <a:pt x="11" y="42"/>
                      <a:pt x="12" y="42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3" y="42"/>
                      <a:pt x="15" y="43"/>
                      <a:pt x="16" y="44"/>
                    </a:cubicBezTo>
                    <a:cubicBezTo>
                      <a:pt x="17" y="44"/>
                      <a:pt x="18" y="45"/>
                      <a:pt x="19" y="45"/>
                    </a:cubicBezTo>
                    <a:cubicBezTo>
                      <a:pt x="19" y="45"/>
                      <a:pt x="19" y="45"/>
                      <a:pt x="19" y="45"/>
                    </a:cubicBezTo>
                    <a:cubicBezTo>
                      <a:pt x="20" y="45"/>
                      <a:pt x="22" y="43"/>
                      <a:pt x="24" y="43"/>
                    </a:cubicBezTo>
                    <a:lnTo>
                      <a:pt x="22" y="42"/>
                    </a:lnTo>
                    <a:close/>
                    <a:moveTo>
                      <a:pt x="37" y="42"/>
                    </a:move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5" y="39"/>
                      <a:pt x="35" y="39"/>
                      <a:pt x="35" y="39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6" y="41"/>
                      <a:pt x="36" y="41"/>
                      <a:pt x="36" y="41"/>
                    </a:cubicBezTo>
                    <a:lnTo>
                      <a:pt x="37" y="42"/>
                    </a:lnTo>
                    <a:close/>
                    <a:moveTo>
                      <a:pt x="17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9" y="24"/>
                      <a:pt x="9" y="24"/>
                      <a:pt x="9" y="24"/>
                    </a:cubicBezTo>
                    <a:cubicBezTo>
                      <a:pt x="17" y="24"/>
                      <a:pt x="17" y="24"/>
                      <a:pt x="17" y="24"/>
                    </a:cubicBezTo>
                    <a:lnTo>
                      <a:pt x="17" y="21"/>
                    </a:lnTo>
                    <a:close/>
                    <a:moveTo>
                      <a:pt x="32" y="9"/>
                    </a:moveTo>
                    <a:cubicBezTo>
                      <a:pt x="32" y="10"/>
                      <a:pt x="32" y="10"/>
                      <a:pt x="32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8" y="9"/>
                      <a:pt x="38" y="9"/>
                      <a:pt x="38" y="9"/>
                    </a:cubicBezTo>
                    <a:lnTo>
                      <a:pt x="32" y="9"/>
                    </a:lnTo>
                    <a:close/>
                    <a:moveTo>
                      <a:pt x="39" y="14"/>
                    </a:moveTo>
                    <a:cubicBezTo>
                      <a:pt x="39" y="11"/>
                      <a:pt x="39" y="11"/>
                      <a:pt x="39" y="11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36" y="14"/>
                      <a:pt x="36" y="14"/>
                      <a:pt x="36" y="14"/>
                    </a:cubicBezTo>
                    <a:lnTo>
                      <a:pt x="39" y="14"/>
                    </a:lnTo>
                    <a:close/>
                    <a:moveTo>
                      <a:pt x="40" y="15"/>
                    </a:moveTo>
                    <a:cubicBezTo>
                      <a:pt x="33" y="15"/>
                      <a:pt x="33" y="15"/>
                      <a:pt x="33" y="15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40" y="17"/>
                      <a:pt x="40" y="17"/>
                      <a:pt x="40" y="17"/>
                    </a:cubicBezTo>
                    <a:lnTo>
                      <a:pt x="40" y="15"/>
                    </a:lnTo>
                    <a:close/>
                    <a:moveTo>
                      <a:pt x="34" y="24"/>
                    </a:moveTo>
                    <a:cubicBezTo>
                      <a:pt x="41" y="24"/>
                      <a:pt x="41" y="24"/>
                      <a:pt x="41" y="24"/>
                    </a:cubicBezTo>
                    <a:cubicBezTo>
                      <a:pt x="41" y="21"/>
                      <a:pt x="41" y="21"/>
                      <a:pt x="41" y="21"/>
                    </a:cubicBezTo>
                    <a:cubicBezTo>
                      <a:pt x="34" y="21"/>
                      <a:pt x="34" y="21"/>
                      <a:pt x="34" y="21"/>
                    </a:cubicBezTo>
                    <a:lnTo>
                      <a:pt x="34" y="24"/>
                    </a:lnTo>
                    <a:close/>
                    <a:moveTo>
                      <a:pt x="37" y="17"/>
                    </a:moveTo>
                    <a:cubicBezTo>
                      <a:pt x="37" y="20"/>
                      <a:pt x="37" y="20"/>
                      <a:pt x="37" y="20"/>
                    </a:cubicBezTo>
                    <a:cubicBezTo>
                      <a:pt x="41" y="20"/>
                      <a:pt x="41" y="20"/>
                      <a:pt x="41" y="20"/>
                    </a:cubicBezTo>
                    <a:cubicBezTo>
                      <a:pt x="40" y="17"/>
                      <a:pt x="40" y="17"/>
                      <a:pt x="40" y="17"/>
                    </a:cubicBezTo>
                    <a:lnTo>
                      <a:pt x="37" y="17"/>
                    </a:lnTo>
                    <a:close/>
                    <a:moveTo>
                      <a:pt x="13" y="17"/>
                    </a:moveTo>
                    <a:cubicBezTo>
                      <a:pt x="10" y="17"/>
                      <a:pt x="10" y="17"/>
                      <a:pt x="10" y="17"/>
                    </a:cubicBezTo>
                    <a:cubicBezTo>
                      <a:pt x="10" y="20"/>
                      <a:pt x="10" y="20"/>
                      <a:pt x="10" y="20"/>
                    </a:cubicBezTo>
                    <a:cubicBezTo>
                      <a:pt x="13" y="20"/>
                      <a:pt x="13" y="20"/>
                      <a:pt x="13" y="20"/>
                    </a:cubicBezTo>
                    <a:lnTo>
                      <a:pt x="13" y="17"/>
                    </a:lnTo>
                    <a:close/>
                    <a:moveTo>
                      <a:pt x="11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2" y="11"/>
                      <a:pt x="12" y="11"/>
                      <a:pt x="12" y="11"/>
                    </a:cubicBezTo>
                    <a:lnTo>
                      <a:pt x="11" y="14"/>
                    </a:lnTo>
                    <a:close/>
                    <a:moveTo>
                      <a:pt x="18" y="15"/>
                    </a:moveTo>
                    <a:cubicBezTo>
                      <a:pt x="11" y="15"/>
                      <a:pt x="11" y="15"/>
                      <a:pt x="11" y="15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8" y="17"/>
                      <a:pt x="18" y="17"/>
                      <a:pt x="18" y="17"/>
                    </a:cubicBezTo>
                    <a:lnTo>
                      <a:pt x="18" y="15"/>
                    </a:lnTo>
                    <a:close/>
                    <a:moveTo>
                      <a:pt x="10" y="6"/>
                    </a:moveTo>
                    <a:cubicBezTo>
                      <a:pt x="12" y="8"/>
                      <a:pt x="12" y="8"/>
                      <a:pt x="12" y="8"/>
                    </a:cubicBezTo>
                    <a:cubicBezTo>
                      <a:pt x="38" y="8"/>
                      <a:pt x="38" y="8"/>
                      <a:pt x="38" y="8"/>
                    </a:cubicBezTo>
                    <a:cubicBezTo>
                      <a:pt x="38" y="8"/>
                      <a:pt x="38" y="8"/>
                      <a:pt x="38" y="8"/>
                    </a:cubicBezTo>
                    <a:cubicBezTo>
                      <a:pt x="40" y="6"/>
                      <a:pt x="40" y="6"/>
                      <a:pt x="40" y="6"/>
                    </a:cubicBezTo>
                    <a:lnTo>
                      <a:pt x="10" y="6"/>
                    </a:lnTo>
                    <a:close/>
                    <a:moveTo>
                      <a:pt x="18" y="9"/>
                    </a:moveTo>
                    <a:cubicBezTo>
                      <a:pt x="12" y="9"/>
                      <a:pt x="12" y="9"/>
                      <a:pt x="12" y="9"/>
                    </a:cubicBezTo>
                    <a:cubicBezTo>
                      <a:pt x="12" y="10"/>
                      <a:pt x="12" y="10"/>
                      <a:pt x="12" y="10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18" y="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grpSp>
          <p:nvGrpSpPr>
            <p:cNvPr id="35" name="Grupo 34">
              <a:extLst>
                <a:ext uri="{FF2B5EF4-FFF2-40B4-BE49-F238E27FC236}">
                  <a16:creationId xmlns:a16="http://schemas.microsoft.com/office/drawing/2014/main" id="{7C411C7C-DEC0-4A48-BBC5-725C2282F7EC}"/>
                </a:ext>
              </a:extLst>
            </p:cNvPr>
            <p:cNvGrpSpPr/>
            <p:nvPr userDrawn="1"/>
          </p:nvGrpSpPr>
          <p:grpSpPr>
            <a:xfrm>
              <a:off x="457020" y="572789"/>
              <a:ext cx="1931988" cy="938213"/>
              <a:chOff x="3838575" y="2246313"/>
              <a:chExt cx="1931988" cy="938213"/>
            </a:xfrm>
          </p:grpSpPr>
          <p:sp>
            <p:nvSpPr>
              <p:cNvPr id="36" name="Rectangle 5">
                <a:extLst>
                  <a:ext uri="{FF2B5EF4-FFF2-40B4-BE49-F238E27FC236}">
                    <a16:creationId xmlns:a16="http://schemas.microsoft.com/office/drawing/2014/main" id="{60BCBD20-7B14-4CD9-88A3-CD89A42605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38575" y="2246313"/>
                <a:ext cx="1931988" cy="938213"/>
              </a:xfrm>
              <a:prstGeom prst="rect">
                <a:avLst/>
              </a:prstGeom>
              <a:solidFill>
                <a:srgbClr val="00B2D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7" name="Freeform 37">
                <a:extLst>
                  <a:ext uri="{FF2B5EF4-FFF2-40B4-BE49-F238E27FC236}">
                    <a16:creationId xmlns:a16="http://schemas.microsoft.com/office/drawing/2014/main" id="{70632B76-7EEA-4510-A4D9-D416F750DC0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68750" y="2727325"/>
                <a:ext cx="1668463" cy="123825"/>
              </a:xfrm>
              <a:custGeom>
                <a:avLst/>
                <a:gdLst>
                  <a:gd name="T0" fmla="*/ 768 w 770"/>
                  <a:gd name="T1" fmla="*/ 17 h 57"/>
                  <a:gd name="T2" fmla="*/ 743 w 770"/>
                  <a:gd name="T3" fmla="*/ 44 h 57"/>
                  <a:gd name="T4" fmla="*/ 715 w 770"/>
                  <a:gd name="T5" fmla="*/ 22 h 57"/>
                  <a:gd name="T6" fmla="*/ 720 w 770"/>
                  <a:gd name="T7" fmla="*/ 17 h 57"/>
                  <a:gd name="T8" fmla="*/ 704 w 770"/>
                  <a:gd name="T9" fmla="*/ 51 h 57"/>
                  <a:gd name="T10" fmla="*/ 689 w 770"/>
                  <a:gd name="T11" fmla="*/ 56 h 57"/>
                  <a:gd name="T12" fmla="*/ 669 w 770"/>
                  <a:gd name="T13" fmla="*/ 20 h 57"/>
                  <a:gd name="T14" fmla="*/ 662 w 770"/>
                  <a:gd name="T15" fmla="*/ 48 h 57"/>
                  <a:gd name="T16" fmla="*/ 662 w 770"/>
                  <a:gd name="T17" fmla="*/ 17 h 57"/>
                  <a:gd name="T18" fmla="*/ 607 w 770"/>
                  <a:gd name="T19" fmla="*/ 17 h 57"/>
                  <a:gd name="T20" fmla="*/ 593 w 770"/>
                  <a:gd name="T21" fmla="*/ 17 h 57"/>
                  <a:gd name="T22" fmla="*/ 597 w 770"/>
                  <a:gd name="T23" fmla="*/ 56 h 57"/>
                  <a:gd name="T24" fmla="*/ 610 w 770"/>
                  <a:gd name="T25" fmla="*/ 56 h 57"/>
                  <a:gd name="T26" fmla="*/ 563 w 770"/>
                  <a:gd name="T27" fmla="*/ 51 h 57"/>
                  <a:gd name="T28" fmla="*/ 560 w 770"/>
                  <a:gd name="T29" fmla="*/ 29 h 57"/>
                  <a:gd name="T30" fmla="*/ 568 w 770"/>
                  <a:gd name="T31" fmla="*/ 17 h 57"/>
                  <a:gd name="T32" fmla="*/ 569 w 770"/>
                  <a:gd name="T33" fmla="*/ 56 h 57"/>
                  <a:gd name="T34" fmla="*/ 511 w 770"/>
                  <a:gd name="T35" fmla="*/ 17 h 57"/>
                  <a:gd name="T36" fmla="*/ 504 w 770"/>
                  <a:gd name="T37" fmla="*/ 54 h 57"/>
                  <a:gd name="T38" fmla="*/ 504 w 770"/>
                  <a:gd name="T39" fmla="*/ 29 h 57"/>
                  <a:gd name="T40" fmla="*/ 453 w 770"/>
                  <a:gd name="T41" fmla="*/ 17 h 57"/>
                  <a:gd name="T42" fmla="*/ 430 w 770"/>
                  <a:gd name="T43" fmla="*/ 17 h 57"/>
                  <a:gd name="T44" fmla="*/ 422 w 770"/>
                  <a:gd name="T45" fmla="*/ 56 h 57"/>
                  <a:gd name="T46" fmla="*/ 379 w 770"/>
                  <a:gd name="T47" fmla="*/ 41 h 57"/>
                  <a:gd name="T48" fmla="*/ 395 w 770"/>
                  <a:gd name="T49" fmla="*/ 56 h 57"/>
                  <a:gd name="T50" fmla="*/ 350 w 770"/>
                  <a:gd name="T51" fmla="*/ 56 h 57"/>
                  <a:gd name="T52" fmla="*/ 377 w 770"/>
                  <a:gd name="T53" fmla="*/ 52 h 57"/>
                  <a:gd name="T54" fmla="*/ 347 w 770"/>
                  <a:gd name="T55" fmla="*/ 20 h 57"/>
                  <a:gd name="T56" fmla="*/ 327 w 770"/>
                  <a:gd name="T57" fmla="*/ 56 h 57"/>
                  <a:gd name="T58" fmla="*/ 310 w 770"/>
                  <a:gd name="T59" fmla="*/ 28 h 57"/>
                  <a:gd name="T60" fmla="*/ 320 w 770"/>
                  <a:gd name="T61" fmla="*/ 52 h 57"/>
                  <a:gd name="T62" fmla="*/ 284 w 770"/>
                  <a:gd name="T63" fmla="*/ 17 h 57"/>
                  <a:gd name="T64" fmla="*/ 303 w 770"/>
                  <a:gd name="T65" fmla="*/ 52 h 57"/>
                  <a:gd name="T66" fmla="*/ 275 w 770"/>
                  <a:gd name="T67" fmla="*/ 45 h 57"/>
                  <a:gd name="T68" fmla="*/ 271 w 770"/>
                  <a:gd name="T69" fmla="*/ 42 h 57"/>
                  <a:gd name="T70" fmla="*/ 270 w 770"/>
                  <a:gd name="T71" fmla="*/ 27 h 57"/>
                  <a:gd name="T72" fmla="*/ 245 w 770"/>
                  <a:gd name="T73" fmla="*/ 52 h 57"/>
                  <a:gd name="T74" fmla="*/ 238 w 770"/>
                  <a:gd name="T75" fmla="*/ 20 h 57"/>
                  <a:gd name="T76" fmla="*/ 218 w 770"/>
                  <a:gd name="T77" fmla="*/ 56 h 57"/>
                  <a:gd name="T78" fmla="*/ 199 w 770"/>
                  <a:gd name="T79" fmla="*/ 35 h 57"/>
                  <a:gd name="T80" fmla="*/ 171 w 770"/>
                  <a:gd name="T81" fmla="*/ 21 h 57"/>
                  <a:gd name="T82" fmla="*/ 177 w 770"/>
                  <a:gd name="T83" fmla="*/ 34 h 57"/>
                  <a:gd name="T84" fmla="*/ 211 w 770"/>
                  <a:gd name="T85" fmla="*/ 20 h 57"/>
                  <a:gd name="T86" fmla="*/ 145 w 770"/>
                  <a:gd name="T87" fmla="*/ 38 h 57"/>
                  <a:gd name="T88" fmla="*/ 138 w 770"/>
                  <a:gd name="T89" fmla="*/ 21 h 57"/>
                  <a:gd name="T90" fmla="*/ 131 w 770"/>
                  <a:gd name="T91" fmla="*/ 21 h 57"/>
                  <a:gd name="T92" fmla="*/ 102 w 770"/>
                  <a:gd name="T93" fmla="*/ 35 h 57"/>
                  <a:gd name="T94" fmla="*/ 108 w 770"/>
                  <a:gd name="T95" fmla="*/ 22 h 57"/>
                  <a:gd name="T96" fmla="*/ 115 w 770"/>
                  <a:gd name="T97" fmla="*/ 54 h 57"/>
                  <a:gd name="T98" fmla="*/ 62 w 770"/>
                  <a:gd name="T99" fmla="*/ 21 h 57"/>
                  <a:gd name="T100" fmla="*/ 27 w 770"/>
                  <a:gd name="T101" fmla="*/ 20 h 57"/>
                  <a:gd name="T102" fmla="*/ 40 w 770"/>
                  <a:gd name="T103" fmla="*/ 51 h 57"/>
                  <a:gd name="T104" fmla="*/ 69 w 770"/>
                  <a:gd name="T105" fmla="*/ 21 h 57"/>
                  <a:gd name="T106" fmla="*/ 20 w 770"/>
                  <a:gd name="T107" fmla="*/ 17 h 57"/>
                  <a:gd name="T108" fmla="*/ 20 w 770"/>
                  <a:gd name="T109" fmla="*/ 56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70" h="57">
                    <a:moveTo>
                      <a:pt x="770" y="44"/>
                    </a:moveTo>
                    <a:cubicBezTo>
                      <a:pt x="770" y="31"/>
                      <a:pt x="750" y="35"/>
                      <a:pt x="750" y="27"/>
                    </a:cubicBezTo>
                    <a:cubicBezTo>
                      <a:pt x="750" y="23"/>
                      <a:pt x="752" y="21"/>
                      <a:pt x="758" y="21"/>
                    </a:cubicBezTo>
                    <a:cubicBezTo>
                      <a:pt x="759" y="21"/>
                      <a:pt x="761" y="21"/>
                      <a:pt x="762" y="21"/>
                    </a:cubicBezTo>
                    <a:cubicBezTo>
                      <a:pt x="763" y="23"/>
                      <a:pt x="763" y="25"/>
                      <a:pt x="763" y="28"/>
                    </a:cubicBezTo>
                    <a:cubicBezTo>
                      <a:pt x="768" y="28"/>
                      <a:pt x="768" y="28"/>
                      <a:pt x="768" y="28"/>
                    </a:cubicBezTo>
                    <a:cubicBezTo>
                      <a:pt x="768" y="17"/>
                      <a:pt x="768" y="17"/>
                      <a:pt x="768" y="17"/>
                    </a:cubicBezTo>
                    <a:cubicBezTo>
                      <a:pt x="765" y="16"/>
                      <a:pt x="761" y="16"/>
                      <a:pt x="758" y="16"/>
                    </a:cubicBezTo>
                    <a:cubicBezTo>
                      <a:pt x="748" y="16"/>
                      <a:pt x="742" y="21"/>
                      <a:pt x="742" y="28"/>
                    </a:cubicBezTo>
                    <a:cubicBezTo>
                      <a:pt x="742" y="40"/>
                      <a:pt x="763" y="36"/>
                      <a:pt x="763" y="45"/>
                    </a:cubicBezTo>
                    <a:cubicBezTo>
                      <a:pt x="763" y="50"/>
                      <a:pt x="758" y="51"/>
                      <a:pt x="754" y="51"/>
                    </a:cubicBezTo>
                    <a:cubicBezTo>
                      <a:pt x="752" y="51"/>
                      <a:pt x="750" y="51"/>
                      <a:pt x="749" y="51"/>
                    </a:cubicBezTo>
                    <a:cubicBezTo>
                      <a:pt x="748" y="49"/>
                      <a:pt x="748" y="47"/>
                      <a:pt x="748" y="44"/>
                    </a:cubicBezTo>
                    <a:cubicBezTo>
                      <a:pt x="743" y="44"/>
                      <a:pt x="743" y="44"/>
                      <a:pt x="743" y="44"/>
                    </a:cubicBezTo>
                    <a:cubicBezTo>
                      <a:pt x="743" y="55"/>
                      <a:pt x="743" y="55"/>
                      <a:pt x="743" y="55"/>
                    </a:cubicBezTo>
                    <a:cubicBezTo>
                      <a:pt x="746" y="56"/>
                      <a:pt x="750" y="57"/>
                      <a:pt x="753" y="57"/>
                    </a:cubicBezTo>
                    <a:cubicBezTo>
                      <a:pt x="763" y="57"/>
                      <a:pt x="770" y="52"/>
                      <a:pt x="770" y="44"/>
                    </a:cubicBezTo>
                    <a:moveTo>
                      <a:pt x="722" y="41"/>
                    </a:moveTo>
                    <a:cubicBezTo>
                      <a:pt x="708" y="41"/>
                      <a:pt x="708" y="41"/>
                      <a:pt x="708" y="41"/>
                    </a:cubicBezTo>
                    <a:cubicBezTo>
                      <a:pt x="713" y="29"/>
                      <a:pt x="713" y="29"/>
                      <a:pt x="713" y="29"/>
                    </a:cubicBezTo>
                    <a:cubicBezTo>
                      <a:pt x="713" y="27"/>
                      <a:pt x="714" y="24"/>
                      <a:pt x="715" y="22"/>
                    </a:cubicBezTo>
                    <a:cubicBezTo>
                      <a:pt x="715" y="22"/>
                      <a:pt x="715" y="22"/>
                      <a:pt x="715" y="22"/>
                    </a:cubicBezTo>
                    <a:cubicBezTo>
                      <a:pt x="715" y="24"/>
                      <a:pt x="716" y="27"/>
                      <a:pt x="717" y="29"/>
                    </a:cubicBezTo>
                    <a:lnTo>
                      <a:pt x="722" y="41"/>
                    </a:lnTo>
                    <a:close/>
                    <a:moveTo>
                      <a:pt x="737" y="56"/>
                    </a:moveTo>
                    <a:cubicBezTo>
                      <a:pt x="737" y="52"/>
                      <a:pt x="737" y="52"/>
                      <a:pt x="737" y="52"/>
                    </a:cubicBezTo>
                    <a:cubicBezTo>
                      <a:pt x="736" y="52"/>
                      <a:pt x="734" y="51"/>
                      <a:pt x="733" y="51"/>
                    </a:cubicBezTo>
                    <a:cubicBezTo>
                      <a:pt x="720" y="17"/>
                      <a:pt x="720" y="17"/>
                      <a:pt x="720" y="17"/>
                    </a:cubicBezTo>
                    <a:cubicBezTo>
                      <a:pt x="711" y="17"/>
                      <a:pt x="711" y="17"/>
                      <a:pt x="711" y="17"/>
                    </a:cubicBezTo>
                    <a:cubicBezTo>
                      <a:pt x="697" y="51"/>
                      <a:pt x="697" y="51"/>
                      <a:pt x="697" y="51"/>
                    </a:cubicBezTo>
                    <a:cubicBezTo>
                      <a:pt x="696" y="51"/>
                      <a:pt x="694" y="52"/>
                      <a:pt x="693" y="52"/>
                    </a:cubicBezTo>
                    <a:cubicBezTo>
                      <a:pt x="693" y="56"/>
                      <a:pt x="693" y="56"/>
                      <a:pt x="693" y="56"/>
                    </a:cubicBezTo>
                    <a:cubicBezTo>
                      <a:pt x="710" y="56"/>
                      <a:pt x="710" y="56"/>
                      <a:pt x="710" y="56"/>
                    </a:cubicBezTo>
                    <a:cubicBezTo>
                      <a:pt x="710" y="52"/>
                      <a:pt x="710" y="52"/>
                      <a:pt x="710" y="52"/>
                    </a:cubicBezTo>
                    <a:cubicBezTo>
                      <a:pt x="708" y="52"/>
                      <a:pt x="706" y="51"/>
                      <a:pt x="704" y="51"/>
                    </a:cubicBezTo>
                    <a:cubicBezTo>
                      <a:pt x="706" y="46"/>
                      <a:pt x="706" y="46"/>
                      <a:pt x="706" y="46"/>
                    </a:cubicBezTo>
                    <a:cubicBezTo>
                      <a:pt x="723" y="46"/>
                      <a:pt x="723" y="46"/>
                      <a:pt x="723" y="46"/>
                    </a:cubicBezTo>
                    <a:cubicBezTo>
                      <a:pt x="725" y="51"/>
                      <a:pt x="725" y="51"/>
                      <a:pt x="725" y="51"/>
                    </a:cubicBezTo>
                    <a:cubicBezTo>
                      <a:pt x="723" y="51"/>
                      <a:pt x="721" y="52"/>
                      <a:pt x="719" y="52"/>
                    </a:cubicBezTo>
                    <a:cubicBezTo>
                      <a:pt x="719" y="56"/>
                      <a:pt x="719" y="56"/>
                      <a:pt x="719" y="56"/>
                    </a:cubicBezTo>
                    <a:lnTo>
                      <a:pt x="737" y="56"/>
                    </a:lnTo>
                    <a:close/>
                    <a:moveTo>
                      <a:pt x="689" y="56"/>
                    </a:moveTo>
                    <a:cubicBezTo>
                      <a:pt x="689" y="52"/>
                      <a:pt x="689" y="52"/>
                      <a:pt x="689" y="52"/>
                    </a:cubicBezTo>
                    <a:cubicBezTo>
                      <a:pt x="687" y="52"/>
                      <a:pt x="685" y="51"/>
                      <a:pt x="683" y="51"/>
                    </a:cubicBezTo>
                    <a:cubicBezTo>
                      <a:pt x="683" y="21"/>
                      <a:pt x="683" y="21"/>
                      <a:pt x="683" y="21"/>
                    </a:cubicBezTo>
                    <a:cubicBezTo>
                      <a:pt x="685" y="21"/>
                      <a:pt x="687" y="21"/>
                      <a:pt x="689" y="20"/>
                    </a:cubicBezTo>
                    <a:cubicBezTo>
                      <a:pt x="689" y="17"/>
                      <a:pt x="689" y="17"/>
                      <a:pt x="689" y="17"/>
                    </a:cubicBezTo>
                    <a:cubicBezTo>
                      <a:pt x="669" y="17"/>
                      <a:pt x="669" y="17"/>
                      <a:pt x="669" y="17"/>
                    </a:cubicBezTo>
                    <a:cubicBezTo>
                      <a:pt x="669" y="20"/>
                      <a:pt x="669" y="20"/>
                      <a:pt x="669" y="20"/>
                    </a:cubicBezTo>
                    <a:cubicBezTo>
                      <a:pt x="671" y="21"/>
                      <a:pt x="674" y="21"/>
                      <a:pt x="676" y="21"/>
                    </a:cubicBezTo>
                    <a:cubicBezTo>
                      <a:pt x="676" y="51"/>
                      <a:pt x="676" y="51"/>
                      <a:pt x="676" y="51"/>
                    </a:cubicBezTo>
                    <a:cubicBezTo>
                      <a:pt x="674" y="51"/>
                      <a:pt x="671" y="52"/>
                      <a:pt x="669" y="52"/>
                    </a:cubicBezTo>
                    <a:cubicBezTo>
                      <a:pt x="669" y="56"/>
                      <a:pt x="669" y="56"/>
                      <a:pt x="669" y="56"/>
                    </a:cubicBezTo>
                    <a:lnTo>
                      <a:pt x="689" y="56"/>
                    </a:lnTo>
                    <a:close/>
                    <a:moveTo>
                      <a:pt x="662" y="54"/>
                    </a:moveTo>
                    <a:cubicBezTo>
                      <a:pt x="662" y="48"/>
                      <a:pt x="662" y="48"/>
                      <a:pt x="662" y="48"/>
                    </a:cubicBezTo>
                    <a:cubicBezTo>
                      <a:pt x="659" y="49"/>
                      <a:pt x="655" y="50"/>
                      <a:pt x="652" y="50"/>
                    </a:cubicBezTo>
                    <a:cubicBezTo>
                      <a:pt x="643" y="50"/>
                      <a:pt x="638" y="45"/>
                      <a:pt x="638" y="36"/>
                    </a:cubicBezTo>
                    <a:cubicBezTo>
                      <a:pt x="638" y="28"/>
                      <a:pt x="643" y="22"/>
                      <a:pt x="651" y="22"/>
                    </a:cubicBezTo>
                    <a:cubicBezTo>
                      <a:pt x="653" y="22"/>
                      <a:pt x="654" y="22"/>
                      <a:pt x="656" y="23"/>
                    </a:cubicBezTo>
                    <a:cubicBezTo>
                      <a:pt x="656" y="25"/>
                      <a:pt x="656" y="27"/>
                      <a:pt x="657" y="29"/>
                    </a:cubicBezTo>
                    <a:cubicBezTo>
                      <a:pt x="662" y="29"/>
                      <a:pt x="662" y="29"/>
                      <a:pt x="662" y="29"/>
                    </a:cubicBezTo>
                    <a:cubicBezTo>
                      <a:pt x="662" y="17"/>
                      <a:pt x="662" y="17"/>
                      <a:pt x="662" y="17"/>
                    </a:cubicBezTo>
                    <a:cubicBezTo>
                      <a:pt x="659" y="17"/>
                      <a:pt x="655" y="16"/>
                      <a:pt x="652" y="16"/>
                    </a:cubicBezTo>
                    <a:cubicBezTo>
                      <a:pt x="638" y="16"/>
                      <a:pt x="631" y="26"/>
                      <a:pt x="631" y="37"/>
                    </a:cubicBezTo>
                    <a:cubicBezTo>
                      <a:pt x="631" y="49"/>
                      <a:pt x="638" y="56"/>
                      <a:pt x="651" y="56"/>
                    </a:cubicBezTo>
                    <a:cubicBezTo>
                      <a:pt x="655" y="56"/>
                      <a:pt x="659" y="56"/>
                      <a:pt x="662" y="54"/>
                    </a:cubicBezTo>
                    <a:moveTo>
                      <a:pt x="625" y="20"/>
                    </a:moveTo>
                    <a:cubicBezTo>
                      <a:pt x="625" y="17"/>
                      <a:pt x="625" y="17"/>
                      <a:pt x="625" y="17"/>
                    </a:cubicBezTo>
                    <a:cubicBezTo>
                      <a:pt x="607" y="17"/>
                      <a:pt x="607" y="17"/>
                      <a:pt x="607" y="17"/>
                    </a:cubicBezTo>
                    <a:cubicBezTo>
                      <a:pt x="607" y="20"/>
                      <a:pt x="607" y="20"/>
                      <a:pt x="607" y="20"/>
                    </a:cubicBezTo>
                    <a:cubicBezTo>
                      <a:pt x="608" y="21"/>
                      <a:pt x="611" y="21"/>
                      <a:pt x="613" y="21"/>
                    </a:cubicBezTo>
                    <a:cubicBezTo>
                      <a:pt x="613" y="35"/>
                      <a:pt x="613" y="35"/>
                      <a:pt x="613" y="35"/>
                    </a:cubicBezTo>
                    <a:cubicBezTo>
                      <a:pt x="613" y="41"/>
                      <a:pt x="613" y="45"/>
                      <a:pt x="613" y="48"/>
                    </a:cubicBezTo>
                    <a:cubicBezTo>
                      <a:pt x="613" y="48"/>
                      <a:pt x="613" y="48"/>
                      <a:pt x="613" y="48"/>
                    </a:cubicBezTo>
                    <a:cubicBezTo>
                      <a:pt x="612" y="45"/>
                      <a:pt x="610" y="42"/>
                      <a:pt x="608" y="40"/>
                    </a:cubicBezTo>
                    <a:cubicBezTo>
                      <a:pt x="593" y="17"/>
                      <a:pt x="593" y="17"/>
                      <a:pt x="593" y="17"/>
                    </a:cubicBezTo>
                    <a:cubicBezTo>
                      <a:pt x="577" y="17"/>
                      <a:pt x="577" y="17"/>
                      <a:pt x="577" y="17"/>
                    </a:cubicBezTo>
                    <a:cubicBezTo>
                      <a:pt x="577" y="20"/>
                      <a:pt x="577" y="20"/>
                      <a:pt x="577" y="20"/>
                    </a:cubicBezTo>
                    <a:cubicBezTo>
                      <a:pt x="579" y="21"/>
                      <a:pt x="582" y="21"/>
                      <a:pt x="584" y="21"/>
                    </a:cubicBezTo>
                    <a:cubicBezTo>
                      <a:pt x="584" y="51"/>
                      <a:pt x="584" y="51"/>
                      <a:pt x="584" y="51"/>
                    </a:cubicBezTo>
                    <a:cubicBezTo>
                      <a:pt x="582" y="51"/>
                      <a:pt x="579" y="52"/>
                      <a:pt x="577" y="52"/>
                    </a:cubicBezTo>
                    <a:cubicBezTo>
                      <a:pt x="577" y="56"/>
                      <a:pt x="577" y="56"/>
                      <a:pt x="577" y="56"/>
                    </a:cubicBezTo>
                    <a:cubicBezTo>
                      <a:pt x="597" y="56"/>
                      <a:pt x="597" y="56"/>
                      <a:pt x="597" y="56"/>
                    </a:cubicBezTo>
                    <a:cubicBezTo>
                      <a:pt x="597" y="52"/>
                      <a:pt x="597" y="52"/>
                      <a:pt x="597" y="52"/>
                    </a:cubicBezTo>
                    <a:cubicBezTo>
                      <a:pt x="595" y="52"/>
                      <a:pt x="593" y="51"/>
                      <a:pt x="591" y="51"/>
                    </a:cubicBezTo>
                    <a:cubicBezTo>
                      <a:pt x="591" y="34"/>
                      <a:pt x="591" y="34"/>
                      <a:pt x="591" y="34"/>
                    </a:cubicBezTo>
                    <a:cubicBezTo>
                      <a:pt x="591" y="30"/>
                      <a:pt x="590" y="27"/>
                      <a:pt x="590" y="25"/>
                    </a:cubicBezTo>
                    <a:cubicBezTo>
                      <a:pt x="590" y="25"/>
                      <a:pt x="590" y="25"/>
                      <a:pt x="590" y="25"/>
                    </a:cubicBezTo>
                    <a:cubicBezTo>
                      <a:pt x="592" y="27"/>
                      <a:pt x="593" y="30"/>
                      <a:pt x="595" y="32"/>
                    </a:cubicBezTo>
                    <a:cubicBezTo>
                      <a:pt x="610" y="56"/>
                      <a:pt x="610" y="56"/>
                      <a:pt x="610" y="56"/>
                    </a:cubicBezTo>
                    <a:cubicBezTo>
                      <a:pt x="619" y="56"/>
                      <a:pt x="619" y="56"/>
                      <a:pt x="619" y="56"/>
                    </a:cubicBezTo>
                    <a:cubicBezTo>
                      <a:pt x="619" y="21"/>
                      <a:pt x="619" y="21"/>
                      <a:pt x="619" y="21"/>
                    </a:cubicBezTo>
                    <a:cubicBezTo>
                      <a:pt x="621" y="21"/>
                      <a:pt x="623" y="21"/>
                      <a:pt x="625" y="20"/>
                    </a:cubicBezTo>
                    <a:moveTo>
                      <a:pt x="569" y="56"/>
                    </a:moveTo>
                    <a:cubicBezTo>
                      <a:pt x="569" y="45"/>
                      <a:pt x="569" y="45"/>
                      <a:pt x="569" y="45"/>
                    </a:cubicBezTo>
                    <a:cubicBezTo>
                      <a:pt x="564" y="45"/>
                      <a:pt x="564" y="45"/>
                      <a:pt x="564" y="45"/>
                    </a:cubicBezTo>
                    <a:cubicBezTo>
                      <a:pt x="563" y="47"/>
                      <a:pt x="563" y="49"/>
                      <a:pt x="563" y="51"/>
                    </a:cubicBezTo>
                    <a:cubicBezTo>
                      <a:pt x="552" y="51"/>
                      <a:pt x="552" y="51"/>
                      <a:pt x="552" y="51"/>
                    </a:cubicBezTo>
                    <a:cubicBezTo>
                      <a:pt x="552" y="38"/>
                      <a:pt x="552" y="38"/>
                      <a:pt x="552" y="38"/>
                    </a:cubicBezTo>
                    <a:cubicBezTo>
                      <a:pt x="559" y="38"/>
                      <a:pt x="559" y="38"/>
                      <a:pt x="559" y="38"/>
                    </a:cubicBezTo>
                    <a:cubicBezTo>
                      <a:pt x="559" y="40"/>
                      <a:pt x="559" y="41"/>
                      <a:pt x="560" y="42"/>
                    </a:cubicBezTo>
                    <a:cubicBezTo>
                      <a:pt x="564" y="42"/>
                      <a:pt x="564" y="42"/>
                      <a:pt x="564" y="42"/>
                    </a:cubicBezTo>
                    <a:cubicBezTo>
                      <a:pt x="564" y="29"/>
                      <a:pt x="564" y="29"/>
                      <a:pt x="564" y="29"/>
                    </a:cubicBezTo>
                    <a:cubicBezTo>
                      <a:pt x="560" y="29"/>
                      <a:pt x="560" y="29"/>
                      <a:pt x="560" y="29"/>
                    </a:cubicBezTo>
                    <a:cubicBezTo>
                      <a:pt x="559" y="30"/>
                      <a:pt x="559" y="32"/>
                      <a:pt x="559" y="33"/>
                    </a:cubicBezTo>
                    <a:cubicBezTo>
                      <a:pt x="552" y="33"/>
                      <a:pt x="552" y="33"/>
                      <a:pt x="552" y="33"/>
                    </a:cubicBezTo>
                    <a:cubicBezTo>
                      <a:pt x="552" y="21"/>
                      <a:pt x="552" y="21"/>
                      <a:pt x="552" y="21"/>
                    </a:cubicBezTo>
                    <a:cubicBezTo>
                      <a:pt x="563" y="21"/>
                      <a:pt x="563" y="21"/>
                      <a:pt x="563" y="21"/>
                    </a:cubicBezTo>
                    <a:cubicBezTo>
                      <a:pt x="563" y="23"/>
                      <a:pt x="563" y="25"/>
                      <a:pt x="564" y="27"/>
                    </a:cubicBezTo>
                    <a:cubicBezTo>
                      <a:pt x="568" y="27"/>
                      <a:pt x="568" y="27"/>
                      <a:pt x="568" y="27"/>
                    </a:cubicBezTo>
                    <a:cubicBezTo>
                      <a:pt x="568" y="17"/>
                      <a:pt x="568" y="17"/>
                      <a:pt x="568" y="17"/>
                    </a:cubicBezTo>
                    <a:cubicBezTo>
                      <a:pt x="538" y="17"/>
                      <a:pt x="538" y="17"/>
                      <a:pt x="538" y="17"/>
                    </a:cubicBezTo>
                    <a:cubicBezTo>
                      <a:pt x="538" y="20"/>
                      <a:pt x="538" y="20"/>
                      <a:pt x="538" y="20"/>
                    </a:cubicBezTo>
                    <a:cubicBezTo>
                      <a:pt x="540" y="21"/>
                      <a:pt x="543" y="21"/>
                      <a:pt x="545" y="21"/>
                    </a:cubicBezTo>
                    <a:cubicBezTo>
                      <a:pt x="545" y="51"/>
                      <a:pt x="545" y="51"/>
                      <a:pt x="545" y="51"/>
                    </a:cubicBezTo>
                    <a:cubicBezTo>
                      <a:pt x="543" y="51"/>
                      <a:pt x="540" y="52"/>
                      <a:pt x="538" y="52"/>
                    </a:cubicBezTo>
                    <a:cubicBezTo>
                      <a:pt x="538" y="56"/>
                      <a:pt x="538" y="56"/>
                      <a:pt x="538" y="56"/>
                    </a:cubicBezTo>
                    <a:lnTo>
                      <a:pt x="569" y="56"/>
                    </a:lnTo>
                    <a:close/>
                    <a:moveTo>
                      <a:pt x="531" y="56"/>
                    </a:moveTo>
                    <a:cubicBezTo>
                      <a:pt x="531" y="52"/>
                      <a:pt x="531" y="52"/>
                      <a:pt x="531" y="52"/>
                    </a:cubicBezTo>
                    <a:cubicBezTo>
                      <a:pt x="529" y="52"/>
                      <a:pt x="527" y="51"/>
                      <a:pt x="525" y="51"/>
                    </a:cubicBezTo>
                    <a:cubicBezTo>
                      <a:pt x="525" y="21"/>
                      <a:pt x="525" y="21"/>
                      <a:pt x="525" y="21"/>
                    </a:cubicBezTo>
                    <a:cubicBezTo>
                      <a:pt x="527" y="21"/>
                      <a:pt x="529" y="21"/>
                      <a:pt x="531" y="20"/>
                    </a:cubicBezTo>
                    <a:cubicBezTo>
                      <a:pt x="531" y="17"/>
                      <a:pt x="531" y="17"/>
                      <a:pt x="531" y="17"/>
                    </a:cubicBezTo>
                    <a:cubicBezTo>
                      <a:pt x="511" y="17"/>
                      <a:pt x="511" y="17"/>
                      <a:pt x="511" y="17"/>
                    </a:cubicBezTo>
                    <a:cubicBezTo>
                      <a:pt x="511" y="20"/>
                      <a:pt x="511" y="20"/>
                      <a:pt x="511" y="20"/>
                    </a:cubicBezTo>
                    <a:cubicBezTo>
                      <a:pt x="513" y="21"/>
                      <a:pt x="516" y="21"/>
                      <a:pt x="518" y="21"/>
                    </a:cubicBezTo>
                    <a:cubicBezTo>
                      <a:pt x="518" y="51"/>
                      <a:pt x="518" y="51"/>
                      <a:pt x="518" y="51"/>
                    </a:cubicBezTo>
                    <a:cubicBezTo>
                      <a:pt x="516" y="51"/>
                      <a:pt x="513" y="52"/>
                      <a:pt x="511" y="52"/>
                    </a:cubicBezTo>
                    <a:cubicBezTo>
                      <a:pt x="511" y="56"/>
                      <a:pt x="511" y="56"/>
                      <a:pt x="511" y="56"/>
                    </a:cubicBezTo>
                    <a:lnTo>
                      <a:pt x="531" y="56"/>
                    </a:lnTo>
                    <a:close/>
                    <a:moveTo>
                      <a:pt x="504" y="54"/>
                    </a:moveTo>
                    <a:cubicBezTo>
                      <a:pt x="504" y="48"/>
                      <a:pt x="504" y="48"/>
                      <a:pt x="504" y="48"/>
                    </a:cubicBezTo>
                    <a:cubicBezTo>
                      <a:pt x="501" y="49"/>
                      <a:pt x="497" y="50"/>
                      <a:pt x="494" y="50"/>
                    </a:cubicBezTo>
                    <a:cubicBezTo>
                      <a:pt x="485" y="50"/>
                      <a:pt x="481" y="45"/>
                      <a:pt x="481" y="36"/>
                    </a:cubicBezTo>
                    <a:cubicBezTo>
                      <a:pt x="481" y="28"/>
                      <a:pt x="485" y="22"/>
                      <a:pt x="493" y="22"/>
                    </a:cubicBezTo>
                    <a:cubicBezTo>
                      <a:pt x="495" y="22"/>
                      <a:pt x="496" y="22"/>
                      <a:pt x="498" y="23"/>
                    </a:cubicBezTo>
                    <a:cubicBezTo>
                      <a:pt x="498" y="25"/>
                      <a:pt x="499" y="27"/>
                      <a:pt x="499" y="29"/>
                    </a:cubicBezTo>
                    <a:cubicBezTo>
                      <a:pt x="504" y="29"/>
                      <a:pt x="504" y="29"/>
                      <a:pt x="504" y="29"/>
                    </a:cubicBezTo>
                    <a:cubicBezTo>
                      <a:pt x="504" y="17"/>
                      <a:pt x="504" y="17"/>
                      <a:pt x="504" y="17"/>
                    </a:cubicBezTo>
                    <a:cubicBezTo>
                      <a:pt x="501" y="17"/>
                      <a:pt x="497" y="16"/>
                      <a:pt x="494" y="16"/>
                    </a:cubicBezTo>
                    <a:cubicBezTo>
                      <a:pt x="480" y="16"/>
                      <a:pt x="473" y="26"/>
                      <a:pt x="473" y="37"/>
                    </a:cubicBezTo>
                    <a:cubicBezTo>
                      <a:pt x="473" y="49"/>
                      <a:pt x="480" y="56"/>
                      <a:pt x="493" y="56"/>
                    </a:cubicBezTo>
                    <a:cubicBezTo>
                      <a:pt x="497" y="56"/>
                      <a:pt x="501" y="56"/>
                      <a:pt x="504" y="54"/>
                    </a:cubicBezTo>
                    <a:moveTo>
                      <a:pt x="453" y="20"/>
                    </a:moveTo>
                    <a:cubicBezTo>
                      <a:pt x="453" y="17"/>
                      <a:pt x="453" y="17"/>
                      <a:pt x="453" y="17"/>
                    </a:cubicBezTo>
                    <a:cubicBezTo>
                      <a:pt x="436" y="17"/>
                      <a:pt x="436" y="17"/>
                      <a:pt x="436" y="17"/>
                    </a:cubicBezTo>
                    <a:cubicBezTo>
                      <a:pt x="436" y="20"/>
                      <a:pt x="436" y="20"/>
                      <a:pt x="436" y="20"/>
                    </a:cubicBezTo>
                    <a:cubicBezTo>
                      <a:pt x="437" y="21"/>
                      <a:pt x="439" y="21"/>
                      <a:pt x="440" y="21"/>
                    </a:cubicBezTo>
                    <a:cubicBezTo>
                      <a:pt x="433" y="36"/>
                      <a:pt x="433" y="36"/>
                      <a:pt x="433" y="36"/>
                    </a:cubicBezTo>
                    <a:cubicBezTo>
                      <a:pt x="425" y="21"/>
                      <a:pt x="425" y="21"/>
                      <a:pt x="425" y="21"/>
                    </a:cubicBezTo>
                    <a:cubicBezTo>
                      <a:pt x="426" y="21"/>
                      <a:pt x="428" y="21"/>
                      <a:pt x="430" y="20"/>
                    </a:cubicBezTo>
                    <a:cubicBezTo>
                      <a:pt x="430" y="17"/>
                      <a:pt x="430" y="17"/>
                      <a:pt x="430" y="17"/>
                    </a:cubicBezTo>
                    <a:cubicBezTo>
                      <a:pt x="412" y="17"/>
                      <a:pt x="412" y="17"/>
                      <a:pt x="412" y="17"/>
                    </a:cubicBezTo>
                    <a:cubicBezTo>
                      <a:pt x="412" y="20"/>
                      <a:pt x="412" y="20"/>
                      <a:pt x="412" y="20"/>
                    </a:cubicBezTo>
                    <a:cubicBezTo>
                      <a:pt x="414" y="21"/>
                      <a:pt x="415" y="21"/>
                      <a:pt x="417" y="21"/>
                    </a:cubicBezTo>
                    <a:cubicBezTo>
                      <a:pt x="429" y="42"/>
                      <a:pt x="429" y="42"/>
                      <a:pt x="429" y="42"/>
                    </a:cubicBezTo>
                    <a:cubicBezTo>
                      <a:pt x="429" y="51"/>
                      <a:pt x="429" y="51"/>
                      <a:pt x="429" y="51"/>
                    </a:cubicBezTo>
                    <a:cubicBezTo>
                      <a:pt x="427" y="51"/>
                      <a:pt x="424" y="52"/>
                      <a:pt x="422" y="52"/>
                    </a:cubicBezTo>
                    <a:cubicBezTo>
                      <a:pt x="422" y="56"/>
                      <a:pt x="422" y="56"/>
                      <a:pt x="422" y="56"/>
                    </a:cubicBezTo>
                    <a:cubicBezTo>
                      <a:pt x="442" y="56"/>
                      <a:pt x="442" y="56"/>
                      <a:pt x="442" y="56"/>
                    </a:cubicBezTo>
                    <a:cubicBezTo>
                      <a:pt x="442" y="52"/>
                      <a:pt x="442" y="52"/>
                      <a:pt x="442" y="52"/>
                    </a:cubicBezTo>
                    <a:cubicBezTo>
                      <a:pt x="440" y="52"/>
                      <a:pt x="438" y="51"/>
                      <a:pt x="436" y="51"/>
                    </a:cubicBezTo>
                    <a:cubicBezTo>
                      <a:pt x="436" y="42"/>
                      <a:pt x="436" y="42"/>
                      <a:pt x="436" y="42"/>
                    </a:cubicBezTo>
                    <a:cubicBezTo>
                      <a:pt x="448" y="21"/>
                      <a:pt x="448" y="21"/>
                      <a:pt x="448" y="21"/>
                    </a:cubicBezTo>
                    <a:cubicBezTo>
                      <a:pt x="449" y="21"/>
                      <a:pt x="451" y="21"/>
                      <a:pt x="453" y="20"/>
                    </a:cubicBezTo>
                    <a:moveTo>
                      <a:pt x="379" y="41"/>
                    </a:moveTo>
                    <a:cubicBezTo>
                      <a:pt x="365" y="41"/>
                      <a:pt x="365" y="41"/>
                      <a:pt x="365" y="41"/>
                    </a:cubicBezTo>
                    <a:cubicBezTo>
                      <a:pt x="370" y="29"/>
                      <a:pt x="370" y="29"/>
                      <a:pt x="370" y="29"/>
                    </a:cubicBezTo>
                    <a:cubicBezTo>
                      <a:pt x="371" y="27"/>
                      <a:pt x="372" y="24"/>
                      <a:pt x="372" y="22"/>
                    </a:cubicBezTo>
                    <a:cubicBezTo>
                      <a:pt x="372" y="22"/>
                      <a:pt x="372" y="22"/>
                      <a:pt x="372" y="22"/>
                    </a:cubicBezTo>
                    <a:cubicBezTo>
                      <a:pt x="373" y="24"/>
                      <a:pt x="373" y="27"/>
                      <a:pt x="374" y="29"/>
                    </a:cubicBezTo>
                    <a:lnTo>
                      <a:pt x="379" y="41"/>
                    </a:lnTo>
                    <a:close/>
                    <a:moveTo>
                      <a:pt x="395" y="56"/>
                    </a:moveTo>
                    <a:cubicBezTo>
                      <a:pt x="395" y="52"/>
                      <a:pt x="395" y="52"/>
                      <a:pt x="395" y="52"/>
                    </a:cubicBezTo>
                    <a:cubicBezTo>
                      <a:pt x="393" y="52"/>
                      <a:pt x="392" y="51"/>
                      <a:pt x="390" y="51"/>
                    </a:cubicBezTo>
                    <a:cubicBezTo>
                      <a:pt x="377" y="17"/>
                      <a:pt x="377" y="17"/>
                      <a:pt x="377" y="17"/>
                    </a:cubicBezTo>
                    <a:cubicBezTo>
                      <a:pt x="368" y="17"/>
                      <a:pt x="368" y="17"/>
                      <a:pt x="368" y="17"/>
                    </a:cubicBezTo>
                    <a:cubicBezTo>
                      <a:pt x="355" y="51"/>
                      <a:pt x="355" y="51"/>
                      <a:pt x="355" y="51"/>
                    </a:cubicBezTo>
                    <a:cubicBezTo>
                      <a:pt x="353" y="51"/>
                      <a:pt x="351" y="52"/>
                      <a:pt x="350" y="52"/>
                    </a:cubicBezTo>
                    <a:cubicBezTo>
                      <a:pt x="350" y="56"/>
                      <a:pt x="350" y="56"/>
                      <a:pt x="350" y="56"/>
                    </a:cubicBezTo>
                    <a:cubicBezTo>
                      <a:pt x="367" y="56"/>
                      <a:pt x="367" y="56"/>
                      <a:pt x="367" y="56"/>
                    </a:cubicBezTo>
                    <a:cubicBezTo>
                      <a:pt x="367" y="52"/>
                      <a:pt x="367" y="52"/>
                      <a:pt x="367" y="52"/>
                    </a:cubicBezTo>
                    <a:cubicBezTo>
                      <a:pt x="366" y="52"/>
                      <a:pt x="363" y="51"/>
                      <a:pt x="362" y="51"/>
                    </a:cubicBezTo>
                    <a:cubicBezTo>
                      <a:pt x="364" y="46"/>
                      <a:pt x="364" y="46"/>
                      <a:pt x="364" y="46"/>
                    </a:cubicBezTo>
                    <a:cubicBezTo>
                      <a:pt x="381" y="46"/>
                      <a:pt x="381" y="46"/>
                      <a:pt x="381" y="46"/>
                    </a:cubicBezTo>
                    <a:cubicBezTo>
                      <a:pt x="383" y="51"/>
                      <a:pt x="383" y="51"/>
                      <a:pt x="383" y="51"/>
                    </a:cubicBezTo>
                    <a:cubicBezTo>
                      <a:pt x="381" y="51"/>
                      <a:pt x="379" y="52"/>
                      <a:pt x="377" y="52"/>
                    </a:cubicBezTo>
                    <a:cubicBezTo>
                      <a:pt x="377" y="56"/>
                      <a:pt x="377" y="56"/>
                      <a:pt x="377" y="56"/>
                    </a:cubicBezTo>
                    <a:lnTo>
                      <a:pt x="395" y="56"/>
                    </a:lnTo>
                    <a:close/>
                    <a:moveTo>
                      <a:pt x="347" y="56"/>
                    </a:moveTo>
                    <a:cubicBezTo>
                      <a:pt x="347" y="52"/>
                      <a:pt x="347" y="52"/>
                      <a:pt x="347" y="52"/>
                    </a:cubicBezTo>
                    <a:cubicBezTo>
                      <a:pt x="345" y="52"/>
                      <a:pt x="342" y="51"/>
                      <a:pt x="340" y="51"/>
                    </a:cubicBezTo>
                    <a:cubicBezTo>
                      <a:pt x="340" y="21"/>
                      <a:pt x="340" y="21"/>
                      <a:pt x="340" y="21"/>
                    </a:cubicBezTo>
                    <a:cubicBezTo>
                      <a:pt x="342" y="21"/>
                      <a:pt x="345" y="21"/>
                      <a:pt x="347" y="20"/>
                    </a:cubicBezTo>
                    <a:cubicBezTo>
                      <a:pt x="347" y="17"/>
                      <a:pt x="347" y="17"/>
                      <a:pt x="347" y="17"/>
                    </a:cubicBezTo>
                    <a:cubicBezTo>
                      <a:pt x="327" y="17"/>
                      <a:pt x="327" y="17"/>
                      <a:pt x="327" y="17"/>
                    </a:cubicBezTo>
                    <a:cubicBezTo>
                      <a:pt x="327" y="20"/>
                      <a:pt x="327" y="20"/>
                      <a:pt x="327" y="20"/>
                    </a:cubicBezTo>
                    <a:cubicBezTo>
                      <a:pt x="329" y="21"/>
                      <a:pt x="331" y="21"/>
                      <a:pt x="333" y="21"/>
                    </a:cubicBezTo>
                    <a:cubicBezTo>
                      <a:pt x="333" y="51"/>
                      <a:pt x="333" y="51"/>
                      <a:pt x="333" y="51"/>
                    </a:cubicBezTo>
                    <a:cubicBezTo>
                      <a:pt x="331" y="51"/>
                      <a:pt x="329" y="52"/>
                      <a:pt x="327" y="52"/>
                    </a:cubicBezTo>
                    <a:cubicBezTo>
                      <a:pt x="327" y="56"/>
                      <a:pt x="327" y="56"/>
                      <a:pt x="327" y="56"/>
                    </a:cubicBezTo>
                    <a:lnTo>
                      <a:pt x="347" y="56"/>
                    </a:lnTo>
                    <a:close/>
                    <a:moveTo>
                      <a:pt x="346" y="5"/>
                    </a:moveTo>
                    <a:cubicBezTo>
                      <a:pt x="343" y="0"/>
                      <a:pt x="343" y="0"/>
                      <a:pt x="343" y="0"/>
                    </a:cubicBezTo>
                    <a:cubicBezTo>
                      <a:pt x="332" y="9"/>
                      <a:pt x="332" y="9"/>
                      <a:pt x="332" y="9"/>
                    </a:cubicBezTo>
                    <a:cubicBezTo>
                      <a:pt x="335" y="12"/>
                      <a:pt x="335" y="12"/>
                      <a:pt x="335" y="12"/>
                    </a:cubicBezTo>
                    <a:lnTo>
                      <a:pt x="346" y="5"/>
                    </a:lnTo>
                    <a:close/>
                    <a:moveTo>
                      <a:pt x="310" y="28"/>
                    </a:moveTo>
                    <a:cubicBezTo>
                      <a:pt x="310" y="32"/>
                      <a:pt x="307" y="34"/>
                      <a:pt x="302" y="34"/>
                    </a:cubicBezTo>
                    <a:cubicBezTo>
                      <a:pt x="300" y="34"/>
                      <a:pt x="299" y="34"/>
                      <a:pt x="298" y="34"/>
                    </a:cubicBezTo>
                    <a:cubicBezTo>
                      <a:pt x="298" y="22"/>
                      <a:pt x="298" y="22"/>
                      <a:pt x="298" y="22"/>
                    </a:cubicBezTo>
                    <a:cubicBezTo>
                      <a:pt x="299" y="22"/>
                      <a:pt x="300" y="21"/>
                      <a:pt x="302" y="21"/>
                    </a:cubicBezTo>
                    <a:cubicBezTo>
                      <a:pt x="307" y="21"/>
                      <a:pt x="310" y="23"/>
                      <a:pt x="310" y="28"/>
                    </a:cubicBezTo>
                    <a:moveTo>
                      <a:pt x="320" y="56"/>
                    </a:moveTo>
                    <a:cubicBezTo>
                      <a:pt x="320" y="52"/>
                      <a:pt x="320" y="52"/>
                      <a:pt x="320" y="52"/>
                    </a:cubicBezTo>
                    <a:cubicBezTo>
                      <a:pt x="319" y="52"/>
                      <a:pt x="317" y="51"/>
                      <a:pt x="315" y="51"/>
                    </a:cubicBezTo>
                    <a:cubicBezTo>
                      <a:pt x="309" y="42"/>
                      <a:pt x="309" y="42"/>
                      <a:pt x="309" y="42"/>
                    </a:cubicBezTo>
                    <a:cubicBezTo>
                      <a:pt x="308" y="40"/>
                      <a:pt x="307" y="39"/>
                      <a:pt x="306" y="38"/>
                    </a:cubicBezTo>
                    <a:cubicBezTo>
                      <a:pt x="313" y="37"/>
                      <a:pt x="317" y="33"/>
                      <a:pt x="317" y="27"/>
                    </a:cubicBezTo>
                    <a:cubicBezTo>
                      <a:pt x="317" y="20"/>
                      <a:pt x="312" y="16"/>
                      <a:pt x="303" y="16"/>
                    </a:cubicBezTo>
                    <a:cubicBezTo>
                      <a:pt x="298" y="16"/>
                      <a:pt x="293" y="17"/>
                      <a:pt x="290" y="17"/>
                    </a:cubicBezTo>
                    <a:cubicBezTo>
                      <a:pt x="284" y="17"/>
                      <a:pt x="284" y="17"/>
                      <a:pt x="284" y="17"/>
                    </a:cubicBezTo>
                    <a:cubicBezTo>
                      <a:pt x="284" y="20"/>
                      <a:pt x="284" y="20"/>
                      <a:pt x="284" y="20"/>
                    </a:cubicBezTo>
                    <a:cubicBezTo>
                      <a:pt x="286" y="21"/>
                      <a:pt x="288" y="21"/>
                      <a:pt x="291" y="21"/>
                    </a:cubicBezTo>
                    <a:cubicBezTo>
                      <a:pt x="291" y="51"/>
                      <a:pt x="291" y="51"/>
                      <a:pt x="291" y="51"/>
                    </a:cubicBezTo>
                    <a:cubicBezTo>
                      <a:pt x="288" y="51"/>
                      <a:pt x="286" y="52"/>
                      <a:pt x="284" y="52"/>
                    </a:cubicBezTo>
                    <a:cubicBezTo>
                      <a:pt x="284" y="56"/>
                      <a:pt x="284" y="56"/>
                      <a:pt x="284" y="56"/>
                    </a:cubicBezTo>
                    <a:cubicBezTo>
                      <a:pt x="303" y="56"/>
                      <a:pt x="303" y="56"/>
                      <a:pt x="303" y="56"/>
                    </a:cubicBezTo>
                    <a:cubicBezTo>
                      <a:pt x="303" y="52"/>
                      <a:pt x="303" y="52"/>
                      <a:pt x="303" y="52"/>
                    </a:cubicBezTo>
                    <a:cubicBezTo>
                      <a:pt x="301" y="52"/>
                      <a:pt x="299" y="51"/>
                      <a:pt x="298" y="51"/>
                    </a:cubicBezTo>
                    <a:cubicBezTo>
                      <a:pt x="298" y="39"/>
                      <a:pt x="298" y="39"/>
                      <a:pt x="298" y="39"/>
                    </a:cubicBezTo>
                    <a:cubicBezTo>
                      <a:pt x="299" y="39"/>
                      <a:pt x="299" y="39"/>
                      <a:pt x="299" y="39"/>
                    </a:cubicBezTo>
                    <a:cubicBezTo>
                      <a:pt x="310" y="56"/>
                      <a:pt x="310" y="56"/>
                      <a:pt x="310" y="56"/>
                    </a:cubicBezTo>
                    <a:lnTo>
                      <a:pt x="320" y="56"/>
                    </a:lnTo>
                    <a:close/>
                    <a:moveTo>
                      <a:pt x="275" y="56"/>
                    </a:moveTo>
                    <a:cubicBezTo>
                      <a:pt x="275" y="45"/>
                      <a:pt x="275" y="45"/>
                      <a:pt x="275" y="45"/>
                    </a:cubicBezTo>
                    <a:cubicBezTo>
                      <a:pt x="270" y="45"/>
                      <a:pt x="270" y="45"/>
                      <a:pt x="270" y="45"/>
                    </a:cubicBezTo>
                    <a:cubicBezTo>
                      <a:pt x="270" y="47"/>
                      <a:pt x="270" y="49"/>
                      <a:pt x="269" y="51"/>
                    </a:cubicBezTo>
                    <a:cubicBezTo>
                      <a:pt x="258" y="51"/>
                      <a:pt x="258" y="51"/>
                      <a:pt x="258" y="51"/>
                    </a:cubicBezTo>
                    <a:cubicBezTo>
                      <a:pt x="258" y="38"/>
                      <a:pt x="258" y="38"/>
                      <a:pt x="258" y="38"/>
                    </a:cubicBezTo>
                    <a:cubicBezTo>
                      <a:pt x="266" y="38"/>
                      <a:pt x="266" y="38"/>
                      <a:pt x="266" y="38"/>
                    </a:cubicBezTo>
                    <a:cubicBezTo>
                      <a:pt x="266" y="40"/>
                      <a:pt x="266" y="41"/>
                      <a:pt x="266" y="42"/>
                    </a:cubicBezTo>
                    <a:cubicBezTo>
                      <a:pt x="271" y="42"/>
                      <a:pt x="271" y="42"/>
                      <a:pt x="271" y="42"/>
                    </a:cubicBezTo>
                    <a:cubicBezTo>
                      <a:pt x="271" y="29"/>
                      <a:pt x="271" y="29"/>
                      <a:pt x="271" y="29"/>
                    </a:cubicBezTo>
                    <a:cubicBezTo>
                      <a:pt x="266" y="29"/>
                      <a:pt x="266" y="29"/>
                      <a:pt x="266" y="29"/>
                    </a:cubicBezTo>
                    <a:cubicBezTo>
                      <a:pt x="266" y="30"/>
                      <a:pt x="266" y="32"/>
                      <a:pt x="266" y="33"/>
                    </a:cubicBezTo>
                    <a:cubicBezTo>
                      <a:pt x="258" y="33"/>
                      <a:pt x="258" y="33"/>
                      <a:pt x="258" y="33"/>
                    </a:cubicBezTo>
                    <a:cubicBezTo>
                      <a:pt x="258" y="21"/>
                      <a:pt x="258" y="21"/>
                      <a:pt x="258" y="21"/>
                    </a:cubicBezTo>
                    <a:cubicBezTo>
                      <a:pt x="269" y="21"/>
                      <a:pt x="269" y="21"/>
                      <a:pt x="269" y="21"/>
                    </a:cubicBezTo>
                    <a:cubicBezTo>
                      <a:pt x="269" y="23"/>
                      <a:pt x="270" y="25"/>
                      <a:pt x="270" y="27"/>
                    </a:cubicBezTo>
                    <a:cubicBezTo>
                      <a:pt x="275" y="27"/>
                      <a:pt x="275" y="27"/>
                      <a:pt x="275" y="27"/>
                    </a:cubicBezTo>
                    <a:cubicBezTo>
                      <a:pt x="275" y="17"/>
                      <a:pt x="275" y="17"/>
                      <a:pt x="275" y="17"/>
                    </a:cubicBezTo>
                    <a:cubicBezTo>
                      <a:pt x="245" y="17"/>
                      <a:pt x="245" y="17"/>
                      <a:pt x="245" y="17"/>
                    </a:cubicBezTo>
                    <a:cubicBezTo>
                      <a:pt x="245" y="20"/>
                      <a:pt x="245" y="20"/>
                      <a:pt x="245" y="20"/>
                    </a:cubicBezTo>
                    <a:cubicBezTo>
                      <a:pt x="247" y="21"/>
                      <a:pt x="249" y="21"/>
                      <a:pt x="252" y="21"/>
                    </a:cubicBezTo>
                    <a:cubicBezTo>
                      <a:pt x="252" y="51"/>
                      <a:pt x="252" y="51"/>
                      <a:pt x="252" y="51"/>
                    </a:cubicBezTo>
                    <a:cubicBezTo>
                      <a:pt x="249" y="51"/>
                      <a:pt x="247" y="52"/>
                      <a:pt x="245" y="52"/>
                    </a:cubicBezTo>
                    <a:cubicBezTo>
                      <a:pt x="245" y="56"/>
                      <a:pt x="245" y="56"/>
                      <a:pt x="245" y="56"/>
                    </a:cubicBezTo>
                    <a:lnTo>
                      <a:pt x="275" y="56"/>
                    </a:lnTo>
                    <a:close/>
                    <a:moveTo>
                      <a:pt x="238" y="56"/>
                    </a:moveTo>
                    <a:cubicBezTo>
                      <a:pt x="238" y="52"/>
                      <a:pt x="238" y="52"/>
                      <a:pt x="238" y="52"/>
                    </a:cubicBezTo>
                    <a:cubicBezTo>
                      <a:pt x="236" y="52"/>
                      <a:pt x="234" y="51"/>
                      <a:pt x="232" y="51"/>
                    </a:cubicBezTo>
                    <a:cubicBezTo>
                      <a:pt x="232" y="21"/>
                      <a:pt x="232" y="21"/>
                      <a:pt x="232" y="21"/>
                    </a:cubicBezTo>
                    <a:cubicBezTo>
                      <a:pt x="234" y="21"/>
                      <a:pt x="236" y="21"/>
                      <a:pt x="238" y="20"/>
                    </a:cubicBezTo>
                    <a:cubicBezTo>
                      <a:pt x="238" y="17"/>
                      <a:pt x="238" y="17"/>
                      <a:pt x="238" y="17"/>
                    </a:cubicBezTo>
                    <a:cubicBezTo>
                      <a:pt x="218" y="17"/>
                      <a:pt x="218" y="17"/>
                      <a:pt x="218" y="17"/>
                    </a:cubicBezTo>
                    <a:cubicBezTo>
                      <a:pt x="218" y="20"/>
                      <a:pt x="218" y="20"/>
                      <a:pt x="218" y="20"/>
                    </a:cubicBezTo>
                    <a:cubicBezTo>
                      <a:pt x="220" y="21"/>
                      <a:pt x="222" y="21"/>
                      <a:pt x="225" y="21"/>
                    </a:cubicBezTo>
                    <a:cubicBezTo>
                      <a:pt x="225" y="51"/>
                      <a:pt x="225" y="51"/>
                      <a:pt x="225" y="51"/>
                    </a:cubicBezTo>
                    <a:cubicBezTo>
                      <a:pt x="222" y="51"/>
                      <a:pt x="220" y="52"/>
                      <a:pt x="218" y="52"/>
                    </a:cubicBezTo>
                    <a:cubicBezTo>
                      <a:pt x="218" y="56"/>
                      <a:pt x="218" y="56"/>
                      <a:pt x="218" y="56"/>
                    </a:cubicBezTo>
                    <a:lnTo>
                      <a:pt x="238" y="56"/>
                    </a:lnTo>
                    <a:close/>
                    <a:moveTo>
                      <a:pt x="211" y="20"/>
                    </a:moveTo>
                    <a:cubicBezTo>
                      <a:pt x="211" y="17"/>
                      <a:pt x="211" y="17"/>
                      <a:pt x="211" y="17"/>
                    </a:cubicBezTo>
                    <a:cubicBezTo>
                      <a:pt x="193" y="17"/>
                      <a:pt x="193" y="17"/>
                      <a:pt x="193" y="17"/>
                    </a:cubicBezTo>
                    <a:cubicBezTo>
                      <a:pt x="193" y="20"/>
                      <a:pt x="193" y="20"/>
                      <a:pt x="193" y="20"/>
                    </a:cubicBezTo>
                    <a:cubicBezTo>
                      <a:pt x="195" y="21"/>
                      <a:pt x="197" y="21"/>
                      <a:pt x="199" y="21"/>
                    </a:cubicBezTo>
                    <a:cubicBezTo>
                      <a:pt x="199" y="35"/>
                      <a:pt x="199" y="35"/>
                      <a:pt x="199" y="35"/>
                    </a:cubicBezTo>
                    <a:cubicBezTo>
                      <a:pt x="199" y="41"/>
                      <a:pt x="199" y="45"/>
                      <a:pt x="200" y="48"/>
                    </a:cubicBezTo>
                    <a:cubicBezTo>
                      <a:pt x="199" y="48"/>
                      <a:pt x="199" y="48"/>
                      <a:pt x="199" y="48"/>
                    </a:cubicBezTo>
                    <a:cubicBezTo>
                      <a:pt x="198" y="45"/>
                      <a:pt x="196" y="42"/>
                      <a:pt x="195" y="40"/>
                    </a:cubicBezTo>
                    <a:cubicBezTo>
                      <a:pt x="180" y="17"/>
                      <a:pt x="180" y="17"/>
                      <a:pt x="180" y="17"/>
                    </a:cubicBezTo>
                    <a:cubicBezTo>
                      <a:pt x="164" y="17"/>
                      <a:pt x="164" y="17"/>
                      <a:pt x="164" y="17"/>
                    </a:cubicBezTo>
                    <a:cubicBezTo>
                      <a:pt x="164" y="20"/>
                      <a:pt x="164" y="20"/>
                      <a:pt x="164" y="20"/>
                    </a:cubicBezTo>
                    <a:cubicBezTo>
                      <a:pt x="166" y="21"/>
                      <a:pt x="168" y="21"/>
                      <a:pt x="171" y="21"/>
                    </a:cubicBezTo>
                    <a:cubicBezTo>
                      <a:pt x="171" y="51"/>
                      <a:pt x="171" y="51"/>
                      <a:pt x="171" y="51"/>
                    </a:cubicBezTo>
                    <a:cubicBezTo>
                      <a:pt x="168" y="51"/>
                      <a:pt x="166" y="52"/>
                      <a:pt x="164" y="52"/>
                    </a:cubicBezTo>
                    <a:cubicBezTo>
                      <a:pt x="164" y="56"/>
                      <a:pt x="164" y="56"/>
                      <a:pt x="164" y="56"/>
                    </a:cubicBezTo>
                    <a:cubicBezTo>
                      <a:pt x="183" y="56"/>
                      <a:pt x="183" y="56"/>
                      <a:pt x="183" y="56"/>
                    </a:cubicBezTo>
                    <a:cubicBezTo>
                      <a:pt x="183" y="52"/>
                      <a:pt x="183" y="52"/>
                      <a:pt x="183" y="52"/>
                    </a:cubicBezTo>
                    <a:cubicBezTo>
                      <a:pt x="182" y="52"/>
                      <a:pt x="179" y="51"/>
                      <a:pt x="177" y="51"/>
                    </a:cubicBezTo>
                    <a:cubicBezTo>
                      <a:pt x="177" y="34"/>
                      <a:pt x="177" y="34"/>
                      <a:pt x="177" y="34"/>
                    </a:cubicBezTo>
                    <a:cubicBezTo>
                      <a:pt x="177" y="30"/>
                      <a:pt x="177" y="27"/>
                      <a:pt x="177" y="25"/>
                    </a:cubicBezTo>
                    <a:cubicBezTo>
                      <a:pt x="177" y="25"/>
                      <a:pt x="177" y="25"/>
                      <a:pt x="177" y="25"/>
                    </a:cubicBezTo>
                    <a:cubicBezTo>
                      <a:pt x="178" y="27"/>
                      <a:pt x="180" y="30"/>
                      <a:pt x="181" y="32"/>
                    </a:cubicBezTo>
                    <a:cubicBezTo>
                      <a:pt x="197" y="56"/>
                      <a:pt x="197" y="56"/>
                      <a:pt x="197" y="56"/>
                    </a:cubicBezTo>
                    <a:cubicBezTo>
                      <a:pt x="206" y="56"/>
                      <a:pt x="206" y="56"/>
                      <a:pt x="206" y="56"/>
                    </a:cubicBezTo>
                    <a:cubicBezTo>
                      <a:pt x="206" y="21"/>
                      <a:pt x="206" y="21"/>
                      <a:pt x="206" y="21"/>
                    </a:cubicBezTo>
                    <a:cubicBezTo>
                      <a:pt x="208" y="21"/>
                      <a:pt x="210" y="21"/>
                      <a:pt x="211" y="20"/>
                    </a:cubicBezTo>
                    <a:moveTo>
                      <a:pt x="155" y="56"/>
                    </a:moveTo>
                    <a:cubicBezTo>
                      <a:pt x="155" y="45"/>
                      <a:pt x="155" y="45"/>
                      <a:pt x="155" y="45"/>
                    </a:cubicBezTo>
                    <a:cubicBezTo>
                      <a:pt x="150" y="45"/>
                      <a:pt x="150" y="45"/>
                      <a:pt x="150" y="45"/>
                    </a:cubicBezTo>
                    <a:cubicBezTo>
                      <a:pt x="150" y="47"/>
                      <a:pt x="149" y="49"/>
                      <a:pt x="149" y="51"/>
                    </a:cubicBezTo>
                    <a:cubicBezTo>
                      <a:pt x="138" y="51"/>
                      <a:pt x="138" y="51"/>
                      <a:pt x="138" y="51"/>
                    </a:cubicBezTo>
                    <a:cubicBezTo>
                      <a:pt x="138" y="38"/>
                      <a:pt x="138" y="38"/>
                      <a:pt x="138" y="38"/>
                    </a:cubicBezTo>
                    <a:cubicBezTo>
                      <a:pt x="145" y="38"/>
                      <a:pt x="145" y="38"/>
                      <a:pt x="145" y="38"/>
                    </a:cubicBezTo>
                    <a:cubicBezTo>
                      <a:pt x="145" y="40"/>
                      <a:pt x="146" y="41"/>
                      <a:pt x="146" y="42"/>
                    </a:cubicBezTo>
                    <a:cubicBezTo>
                      <a:pt x="151" y="42"/>
                      <a:pt x="151" y="42"/>
                      <a:pt x="151" y="42"/>
                    </a:cubicBezTo>
                    <a:cubicBezTo>
                      <a:pt x="151" y="29"/>
                      <a:pt x="151" y="29"/>
                      <a:pt x="151" y="29"/>
                    </a:cubicBezTo>
                    <a:cubicBezTo>
                      <a:pt x="146" y="29"/>
                      <a:pt x="146" y="29"/>
                      <a:pt x="146" y="29"/>
                    </a:cubicBezTo>
                    <a:cubicBezTo>
                      <a:pt x="146" y="30"/>
                      <a:pt x="146" y="32"/>
                      <a:pt x="145" y="33"/>
                    </a:cubicBezTo>
                    <a:cubicBezTo>
                      <a:pt x="138" y="33"/>
                      <a:pt x="138" y="33"/>
                      <a:pt x="138" y="33"/>
                    </a:cubicBezTo>
                    <a:cubicBezTo>
                      <a:pt x="138" y="21"/>
                      <a:pt x="138" y="21"/>
                      <a:pt x="138" y="21"/>
                    </a:cubicBezTo>
                    <a:cubicBezTo>
                      <a:pt x="149" y="21"/>
                      <a:pt x="149" y="21"/>
                      <a:pt x="149" y="21"/>
                    </a:cubicBezTo>
                    <a:cubicBezTo>
                      <a:pt x="149" y="23"/>
                      <a:pt x="150" y="25"/>
                      <a:pt x="150" y="27"/>
                    </a:cubicBezTo>
                    <a:cubicBezTo>
                      <a:pt x="155" y="27"/>
                      <a:pt x="155" y="27"/>
                      <a:pt x="155" y="27"/>
                    </a:cubicBezTo>
                    <a:cubicBezTo>
                      <a:pt x="155" y="17"/>
                      <a:pt x="155" y="17"/>
                      <a:pt x="155" y="17"/>
                    </a:cubicBezTo>
                    <a:cubicBezTo>
                      <a:pt x="125" y="17"/>
                      <a:pt x="125" y="17"/>
                      <a:pt x="125" y="17"/>
                    </a:cubicBezTo>
                    <a:cubicBezTo>
                      <a:pt x="125" y="20"/>
                      <a:pt x="125" y="20"/>
                      <a:pt x="125" y="20"/>
                    </a:cubicBezTo>
                    <a:cubicBezTo>
                      <a:pt x="127" y="21"/>
                      <a:pt x="129" y="21"/>
                      <a:pt x="131" y="21"/>
                    </a:cubicBezTo>
                    <a:cubicBezTo>
                      <a:pt x="131" y="51"/>
                      <a:pt x="131" y="51"/>
                      <a:pt x="131" y="51"/>
                    </a:cubicBezTo>
                    <a:cubicBezTo>
                      <a:pt x="129" y="51"/>
                      <a:pt x="127" y="52"/>
                      <a:pt x="125" y="52"/>
                    </a:cubicBezTo>
                    <a:cubicBezTo>
                      <a:pt x="125" y="56"/>
                      <a:pt x="125" y="56"/>
                      <a:pt x="125" y="56"/>
                    </a:cubicBezTo>
                    <a:lnTo>
                      <a:pt x="155" y="56"/>
                    </a:lnTo>
                    <a:close/>
                    <a:moveTo>
                      <a:pt x="120" y="39"/>
                    </a:moveTo>
                    <a:cubicBezTo>
                      <a:pt x="120" y="35"/>
                      <a:pt x="120" y="35"/>
                      <a:pt x="120" y="35"/>
                    </a:cubicBezTo>
                    <a:cubicBezTo>
                      <a:pt x="102" y="35"/>
                      <a:pt x="102" y="35"/>
                      <a:pt x="102" y="35"/>
                    </a:cubicBezTo>
                    <a:cubicBezTo>
                      <a:pt x="102" y="39"/>
                      <a:pt x="102" y="39"/>
                      <a:pt x="102" y="39"/>
                    </a:cubicBezTo>
                    <a:cubicBezTo>
                      <a:pt x="104" y="40"/>
                      <a:pt x="106" y="40"/>
                      <a:pt x="108" y="40"/>
                    </a:cubicBezTo>
                    <a:cubicBezTo>
                      <a:pt x="108" y="50"/>
                      <a:pt x="108" y="50"/>
                      <a:pt x="108" y="50"/>
                    </a:cubicBezTo>
                    <a:cubicBezTo>
                      <a:pt x="106" y="50"/>
                      <a:pt x="104" y="51"/>
                      <a:pt x="102" y="51"/>
                    </a:cubicBezTo>
                    <a:cubicBezTo>
                      <a:pt x="93" y="51"/>
                      <a:pt x="88" y="46"/>
                      <a:pt x="88" y="36"/>
                    </a:cubicBezTo>
                    <a:cubicBezTo>
                      <a:pt x="88" y="27"/>
                      <a:pt x="94" y="22"/>
                      <a:pt x="102" y="22"/>
                    </a:cubicBezTo>
                    <a:cubicBezTo>
                      <a:pt x="104" y="22"/>
                      <a:pt x="106" y="22"/>
                      <a:pt x="108" y="22"/>
                    </a:cubicBezTo>
                    <a:cubicBezTo>
                      <a:pt x="108" y="24"/>
                      <a:pt x="109" y="26"/>
                      <a:pt x="109" y="29"/>
                    </a:cubicBezTo>
                    <a:cubicBezTo>
                      <a:pt x="114" y="29"/>
                      <a:pt x="114" y="29"/>
                      <a:pt x="114" y="29"/>
                    </a:cubicBezTo>
                    <a:cubicBezTo>
                      <a:pt x="114" y="17"/>
                      <a:pt x="114" y="17"/>
                      <a:pt x="114" y="17"/>
                    </a:cubicBezTo>
                    <a:cubicBezTo>
                      <a:pt x="110" y="16"/>
                      <a:pt x="106" y="16"/>
                      <a:pt x="102" y="16"/>
                    </a:cubicBezTo>
                    <a:cubicBezTo>
                      <a:pt x="88" y="16"/>
                      <a:pt x="80" y="25"/>
                      <a:pt x="80" y="37"/>
                    </a:cubicBezTo>
                    <a:cubicBezTo>
                      <a:pt x="80" y="50"/>
                      <a:pt x="89" y="56"/>
                      <a:pt x="101" y="56"/>
                    </a:cubicBezTo>
                    <a:cubicBezTo>
                      <a:pt x="106" y="56"/>
                      <a:pt x="111" y="56"/>
                      <a:pt x="115" y="54"/>
                    </a:cubicBezTo>
                    <a:cubicBezTo>
                      <a:pt x="115" y="40"/>
                      <a:pt x="115" y="40"/>
                      <a:pt x="115" y="40"/>
                    </a:cubicBezTo>
                    <a:cubicBezTo>
                      <a:pt x="117" y="40"/>
                      <a:pt x="118" y="40"/>
                      <a:pt x="120" y="39"/>
                    </a:cubicBezTo>
                    <a:moveTo>
                      <a:pt x="74" y="20"/>
                    </a:moveTo>
                    <a:cubicBezTo>
                      <a:pt x="74" y="17"/>
                      <a:pt x="74" y="17"/>
                      <a:pt x="74" y="17"/>
                    </a:cubicBezTo>
                    <a:cubicBezTo>
                      <a:pt x="56" y="17"/>
                      <a:pt x="56" y="17"/>
                      <a:pt x="56" y="17"/>
                    </a:cubicBezTo>
                    <a:cubicBezTo>
                      <a:pt x="56" y="20"/>
                      <a:pt x="56" y="20"/>
                      <a:pt x="56" y="20"/>
                    </a:cubicBezTo>
                    <a:cubicBezTo>
                      <a:pt x="58" y="21"/>
                      <a:pt x="60" y="21"/>
                      <a:pt x="62" y="21"/>
                    </a:cubicBezTo>
                    <a:cubicBezTo>
                      <a:pt x="62" y="35"/>
                      <a:pt x="62" y="35"/>
                      <a:pt x="62" y="35"/>
                    </a:cubicBezTo>
                    <a:cubicBezTo>
                      <a:pt x="62" y="41"/>
                      <a:pt x="62" y="45"/>
                      <a:pt x="62" y="48"/>
                    </a:cubicBezTo>
                    <a:cubicBezTo>
                      <a:pt x="62" y="48"/>
                      <a:pt x="62" y="48"/>
                      <a:pt x="62" y="48"/>
                    </a:cubicBezTo>
                    <a:cubicBezTo>
                      <a:pt x="61" y="45"/>
                      <a:pt x="59" y="42"/>
                      <a:pt x="58" y="40"/>
                    </a:cubicBezTo>
                    <a:cubicBezTo>
                      <a:pt x="43" y="17"/>
                      <a:pt x="43" y="17"/>
                      <a:pt x="43" y="17"/>
                    </a:cubicBezTo>
                    <a:cubicBezTo>
                      <a:pt x="27" y="17"/>
                      <a:pt x="27" y="17"/>
                      <a:pt x="27" y="17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9" y="21"/>
                      <a:pt x="31" y="21"/>
                      <a:pt x="34" y="21"/>
                    </a:cubicBezTo>
                    <a:cubicBezTo>
                      <a:pt x="34" y="51"/>
                      <a:pt x="34" y="51"/>
                      <a:pt x="34" y="51"/>
                    </a:cubicBezTo>
                    <a:cubicBezTo>
                      <a:pt x="31" y="51"/>
                      <a:pt x="29" y="52"/>
                      <a:pt x="27" y="52"/>
                    </a:cubicBezTo>
                    <a:cubicBezTo>
                      <a:pt x="27" y="56"/>
                      <a:pt x="27" y="56"/>
                      <a:pt x="27" y="56"/>
                    </a:cubicBezTo>
                    <a:cubicBezTo>
                      <a:pt x="46" y="56"/>
                      <a:pt x="46" y="56"/>
                      <a:pt x="46" y="56"/>
                    </a:cubicBezTo>
                    <a:cubicBezTo>
                      <a:pt x="46" y="52"/>
                      <a:pt x="46" y="52"/>
                      <a:pt x="46" y="52"/>
                    </a:cubicBezTo>
                    <a:cubicBezTo>
                      <a:pt x="44" y="52"/>
                      <a:pt x="42" y="51"/>
                      <a:pt x="40" y="51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0"/>
                      <a:pt x="40" y="27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1" y="27"/>
                      <a:pt x="43" y="30"/>
                      <a:pt x="44" y="32"/>
                    </a:cubicBezTo>
                    <a:cubicBezTo>
                      <a:pt x="60" y="56"/>
                      <a:pt x="60" y="56"/>
                      <a:pt x="60" y="56"/>
                    </a:cubicBezTo>
                    <a:cubicBezTo>
                      <a:pt x="69" y="56"/>
                      <a:pt x="69" y="56"/>
                      <a:pt x="69" y="56"/>
                    </a:cubicBezTo>
                    <a:cubicBezTo>
                      <a:pt x="69" y="21"/>
                      <a:pt x="69" y="21"/>
                      <a:pt x="69" y="21"/>
                    </a:cubicBezTo>
                    <a:cubicBezTo>
                      <a:pt x="71" y="21"/>
                      <a:pt x="73" y="21"/>
                      <a:pt x="74" y="20"/>
                    </a:cubicBezTo>
                    <a:moveTo>
                      <a:pt x="20" y="56"/>
                    </a:moveTo>
                    <a:cubicBezTo>
                      <a:pt x="20" y="52"/>
                      <a:pt x="20" y="52"/>
                      <a:pt x="20" y="52"/>
                    </a:cubicBezTo>
                    <a:cubicBezTo>
                      <a:pt x="18" y="52"/>
                      <a:pt x="16" y="51"/>
                      <a:pt x="13" y="51"/>
                    </a:cubicBezTo>
                    <a:cubicBezTo>
                      <a:pt x="13" y="21"/>
                      <a:pt x="13" y="21"/>
                      <a:pt x="13" y="21"/>
                    </a:cubicBezTo>
                    <a:cubicBezTo>
                      <a:pt x="16" y="21"/>
                      <a:pt x="18" y="21"/>
                      <a:pt x="20" y="20"/>
                    </a:cubicBezTo>
                    <a:cubicBezTo>
                      <a:pt x="20" y="17"/>
                      <a:pt x="20" y="17"/>
                      <a:pt x="20" y="17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2" y="21"/>
                      <a:pt x="4" y="21"/>
                      <a:pt x="7" y="21"/>
                    </a:cubicBezTo>
                    <a:cubicBezTo>
                      <a:pt x="7" y="51"/>
                      <a:pt x="7" y="51"/>
                      <a:pt x="7" y="51"/>
                    </a:cubicBezTo>
                    <a:cubicBezTo>
                      <a:pt x="4" y="51"/>
                      <a:pt x="2" y="52"/>
                      <a:pt x="0" y="52"/>
                    </a:cubicBezTo>
                    <a:cubicBezTo>
                      <a:pt x="0" y="56"/>
                      <a:pt x="0" y="56"/>
                      <a:pt x="0" y="56"/>
                    </a:cubicBezTo>
                    <a:lnTo>
                      <a:pt x="20" y="5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8" name="Freeform 38">
                <a:extLst>
                  <a:ext uri="{FF2B5EF4-FFF2-40B4-BE49-F238E27FC236}">
                    <a16:creationId xmlns:a16="http://schemas.microsoft.com/office/drawing/2014/main" id="{E3C856A7-42C7-40A6-A72C-7E5B9F4BC33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68750" y="2597150"/>
                <a:ext cx="908050" cy="88900"/>
              </a:xfrm>
              <a:custGeom>
                <a:avLst/>
                <a:gdLst>
                  <a:gd name="T0" fmla="*/ 413 w 419"/>
                  <a:gd name="T1" fmla="*/ 35 h 41"/>
                  <a:gd name="T2" fmla="*/ 410 w 419"/>
                  <a:gd name="T3" fmla="*/ 27 h 41"/>
                  <a:gd name="T4" fmla="*/ 410 w 419"/>
                  <a:gd name="T5" fmla="*/ 18 h 41"/>
                  <a:gd name="T6" fmla="*/ 414 w 419"/>
                  <a:gd name="T7" fmla="*/ 12 h 41"/>
                  <a:gd name="T8" fmla="*/ 389 w 419"/>
                  <a:gd name="T9" fmla="*/ 5 h 41"/>
                  <a:gd name="T10" fmla="*/ 389 w 419"/>
                  <a:gd name="T11" fmla="*/ 40 h 41"/>
                  <a:gd name="T12" fmla="*/ 355 w 419"/>
                  <a:gd name="T13" fmla="*/ 35 h 41"/>
                  <a:gd name="T14" fmla="*/ 383 w 419"/>
                  <a:gd name="T15" fmla="*/ 20 h 41"/>
                  <a:gd name="T16" fmla="*/ 342 w 419"/>
                  <a:gd name="T17" fmla="*/ 5 h 41"/>
                  <a:gd name="T18" fmla="*/ 342 w 419"/>
                  <a:gd name="T19" fmla="*/ 40 h 41"/>
                  <a:gd name="T20" fmla="*/ 312 w 419"/>
                  <a:gd name="T21" fmla="*/ 20 h 41"/>
                  <a:gd name="T22" fmla="*/ 297 w 419"/>
                  <a:gd name="T23" fmla="*/ 6 h 41"/>
                  <a:gd name="T24" fmla="*/ 285 w 419"/>
                  <a:gd name="T25" fmla="*/ 1 h 41"/>
                  <a:gd name="T26" fmla="*/ 285 w 419"/>
                  <a:gd name="T27" fmla="*/ 35 h 41"/>
                  <a:gd name="T28" fmla="*/ 296 w 419"/>
                  <a:gd name="T29" fmla="*/ 41 h 41"/>
                  <a:gd name="T30" fmla="*/ 250 w 419"/>
                  <a:gd name="T31" fmla="*/ 13 h 41"/>
                  <a:gd name="T32" fmla="*/ 259 w 419"/>
                  <a:gd name="T33" fmla="*/ 25 h 41"/>
                  <a:gd name="T34" fmla="*/ 257 w 419"/>
                  <a:gd name="T35" fmla="*/ 1 h 41"/>
                  <a:gd name="T36" fmla="*/ 230 w 419"/>
                  <a:gd name="T37" fmla="*/ 40 h 41"/>
                  <a:gd name="T38" fmla="*/ 243 w 419"/>
                  <a:gd name="T39" fmla="*/ 30 h 41"/>
                  <a:gd name="T40" fmla="*/ 257 w 419"/>
                  <a:gd name="T41" fmla="*/ 40 h 41"/>
                  <a:gd name="T42" fmla="*/ 195 w 419"/>
                  <a:gd name="T43" fmla="*/ 1 h 41"/>
                  <a:gd name="T44" fmla="*/ 209 w 419"/>
                  <a:gd name="T45" fmla="*/ 6 h 41"/>
                  <a:gd name="T46" fmla="*/ 223 w 419"/>
                  <a:gd name="T47" fmla="*/ 40 h 41"/>
                  <a:gd name="T48" fmla="*/ 225 w 419"/>
                  <a:gd name="T49" fmla="*/ 6 h 41"/>
                  <a:gd name="T50" fmla="*/ 194 w 419"/>
                  <a:gd name="T51" fmla="*/ 28 h 41"/>
                  <a:gd name="T52" fmla="*/ 178 w 419"/>
                  <a:gd name="T53" fmla="*/ 6 h 41"/>
                  <a:gd name="T54" fmla="*/ 164 w 419"/>
                  <a:gd name="T55" fmla="*/ 5 h 41"/>
                  <a:gd name="T56" fmla="*/ 164 w 419"/>
                  <a:gd name="T57" fmla="*/ 40 h 41"/>
                  <a:gd name="T58" fmla="*/ 140 w 419"/>
                  <a:gd name="T59" fmla="*/ 1 h 41"/>
                  <a:gd name="T60" fmla="*/ 136 w 419"/>
                  <a:gd name="T61" fmla="*/ 35 h 41"/>
                  <a:gd name="T62" fmla="*/ 132 w 419"/>
                  <a:gd name="T63" fmla="*/ 1 h 41"/>
                  <a:gd name="T64" fmla="*/ 119 w 419"/>
                  <a:gd name="T65" fmla="*/ 27 h 41"/>
                  <a:gd name="T66" fmla="*/ 158 w 419"/>
                  <a:gd name="T67" fmla="*/ 5 h 41"/>
                  <a:gd name="T68" fmla="*/ 84 w 419"/>
                  <a:gd name="T69" fmla="*/ 21 h 41"/>
                  <a:gd name="T70" fmla="*/ 107 w 419"/>
                  <a:gd name="T71" fmla="*/ 13 h 41"/>
                  <a:gd name="T72" fmla="*/ 96 w 419"/>
                  <a:gd name="T73" fmla="*/ 41 h 41"/>
                  <a:gd name="T74" fmla="*/ 49 w 419"/>
                  <a:gd name="T75" fmla="*/ 13 h 41"/>
                  <a:gd name="T76" fmla="*/ 58 w 419"/>
                  <a:gd name="T77" fmla="*/ 25 h 41"/>
                  <a:gd name="T78" fmla="*/ 56 w 419"/>
                  <a:gd name="T79" fmla="*/ 1 h 41"/>
                  <a:gd name="T80" fmla="*/ 29 w 419"/>
                  <a:gd name="T81" fmla="*/ 40 h 41"/>
                  <a:gd name="T82" fmla="*/ 43 w 419"/>
                  <a:gd name="T83" fmla="*/ 30 h 41"/>
                  <a:gd name="T84" fmla="*/ 56 w 419"/>
                  <a:gd name="T85" fmla="*/ 40 h 41"/>
                  <a:gd name="T86" fmla="*/ 0 w 419"/>
                  <a:gd name="T87" fmla="*/ 1 h 41"/>
                  <a:gd name="T88" fmla="*/ 0 w 419"/>
                  <a:gd name="T89" fmla="*/ 36 h 41"/>
                  <a:gd name="T90" fmla="*/ 13 w 419"/>
                  <a:gd name="T91" fmla="*/ 35 h 41"/>
                  <a:gd name="T92" fmla="*/ 26 w 419"/>
                  <a:gd name="T93" fmla="*/ 27 h 41"/>
                  <a:gd name="T94" fmla="*/ 13 w 419"/>
                  <a:gd name="T95" fmla="*/ 18 h 41"/>
                  <a:gd name="T96" fmla="*/ 30 w 419"/>
                  <a:gd name="T97" fmla="*/ 12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419" h="41">
                    <a:moveTo>
                      <a:pt x="419" y="40"/>
                    </a:moveTo>
                    <a:cubicBezTo>
                      <a:pt x="419" y="29"/>
                      <a:pt x="419" y="29"/>
                      <a:pt x="419" y="29"/>
                    </a:cubicBezTo>
                    <a:cubicBezTo>
                      <a:pt x="414" y="29"/>
                      <a:pt x="414" y="29"/>
                      <a:pt x="414" y="29"/>
                    </a:cubicBezTo>
                    <a:cubicBezTo>
                      <a:pt x="414" y="31"/>
                      <a:pt x="414" y="34"/>
                      <a:pt x="413" y="35"/>
                    </a:cubicBezTo>
                    <a:cubicBezTo>
                      <a:pt x="402" y="35"/>
                      <a:pt x="402" y="35"/>
                      <a:pt x="402" y="35"/>
                    </a:cubicBezTo>
                    <a:cubicBezTo>
                      <a:pt x="402" y="22"/>
                      <a:pt x="402" y="22"/>
                      <a:pt x="402" y="22"/>
                    </a:cubicBezTo>
                    <a:cubicBezTo>
                      <a:pt x="410" y="22"/>
                      <a:pt x="410" y="22"/>
                      <a:pt x="410" y="22"/>
                    </a:cubicBezTo>
                    <a:cubicBezTo>
                      <a:pt x="410" y="24"/>
                      <a:pt x="410" y="25"/>
                      <a:pt x="410" y="27"/>
                    </a:cubicBezTo>
                    <a:cubicBezTo>
                      <a:pt x="415" y="27"/>
                      <a:pt x="415" y="27"/>
                      <a:pt x="415" y="27"/>
                    </a:cubicBezTo>
                    <a:cubicBezTo>
                      <a:pt x="415" y="14"/>
                      <a:pt x="415" y="14"/>
                      <a:pt x="415" y="14"/>
                    </a:cubicBezTo>
                    <a:cubicBezTo>
                      <a:pt x="410" y="14"/>
                      <a:pt x="410" y="14"/>
                      <a:pt x="410" y="14"/>
                    </a:cubicBezTo>
                    <a:cubicBezTo>
                      <a:pt x="410" y="15"/>
                      <a:pt x="410" y="16"/>
                      <a:pt x="410" y="18"/>
                    </a:cubicBezTo>
                    <a:cubicBezTo>
                      <a:pt x="402" y="18"/>
                      <a:pt x="402" y="18"/>
                      <a:pt x="402" y="18"/>
                    </a:cubicBezTo>
                    <a:cubicBezTo>
                      <a:pt x="402" y="6"/>
                      <a:pt x="402" y="6"/>
                      <a:pt x="402" y="6"/>
                    </a:cubicBezTo>
                    <a:cubicBezTo>
                      <a:pt x="413" y="6"/>
                      <a:pt x="413" y="6"/>
                      <a:pt x="413" y="6"/>
                    </a:cubicBezTo>
                    <a:cubicBezTo>
                      <a:pt x="413" y="7"/>
                      <a:pt x="414" y="10"/>
                      <a:pt x="414" y="12"/>
                    </a:cubicBezTo>
                    <a:cubicBezTo>
                      <a:pt x="419" y="12"/>
                      <a:pt x="419" y="12"/>
                      <a:pt x="419" y="12"/>
                    </a:cubicBezTo>
                    <a:cubicBezTo>
                      <a:pt x="419" y="1"/>
                      <a:pt x="419" y="1"/>
                      <a:pt x="419" y="1"/>
                    </a:cubicBezTo>
                    <a:cubicBezTo>
                      <a:pt x="389" y="1"/>
                      <a:pt x="389" y="1"/>
                      <a:pt x="389" y="1"/>
                    </a:cubicBezTo>
                    <a:cubicBezTo>
                      <a:pt x="389" y="5"/>
                      <a:pt x="389" y="5"/>
                      <a:pt x="389" y="5"/>
                    </a:cubicBezTo>
                    <a:cubicBezTo>
                      <a:pt x="391" y="5"/>
                      <a:pt x="393" y="6"/>
                      <a:pt x="396" y="6"/>
                    </a:cubicBezTo>
                    <a:cubicBezTo>
                      <a:pt x="396" y="35"/>
                      <a:pt x="396" y="35"/>
                      <a:pt x="396" y="35"/>
                    </a:cubicBezTo>
                    <a:cubicBezTo>
                      <a:pt x="393" y="36"/>
                      <a:pt x="391" y="36"/>
                      <a:pt x="389" y="36"/>
                    </a:cubicBezTo>
                    <a:cubicBezTo>
                      <a:pt x="389" y="40"/>
                      <a:pt x="389" y="40"/>
                      <a:pt x="389" y="40"/>
                    </a:cubicBezTo>
                    <a:lnTo>
                      <a:pt x="419" y="40"/>
                    </a:lnTo>
                    <a:close/>
                    <a:moveTo>
                      <a:pt x="376" y="20"/>
                    </a:moveTo>
                    <a:cubicBezTo>
                      <a:pt x="376" y="30"/>
                      <a:pt x="369" y="35"/>
                      <a:pt x="360" y="35"/>
                    </a:cubicBezTo>
                    <a:cubicBezTo>
                      <a:pt x="359" y="35"/>
                      <a:pt x="356" y="35"/>
                      <a:pt x="355" y="35"/>
                    </a:cubicBezTo>
                    <a:cubicBezTo>
                      <a:pt x="355" y="6"/>
                      <a:pt x="355" y="6"/>
                      <a:pt x="355" y="6"/>
                    </a:cubicBezTo>
                    <a:cubicBezTo>
                      <a:pt x="357" y="6"/>
                      <a:pt x="359" y="6"/>
                      <a:pt x="361" y="6"/>
                    </a:cubicBezTo>
                    <a:cubicBezTo>
                      <a:pt x="371" y="6"/>
                      <a:pt x="376" y="11"/>
                      <a:pt x="376" y="20"/>
                    </a:cubicBezTo>
                    <a:moveTo>
                      <a:pt x="383" y="20"/>
                    </a:moveTo>
                    <a:cubicBezTo>
                      <a:pt x="383" y="6"/>
                      <a:pt x="375" y="1"/>
                      <a:pt x="362" y="1"/>
                    </a:cubicBezTo>
                    <a:cubicBezTo>
                      <a:pt x="357" y="1"/>
                      <a:pt x="352" y="1"/>
                      <a:pt x="348" y="1"/>
                    </a:cubicBezTo>
                    <a:cubicBezTo>
                      <a:pt x="342" y="1"/>
                      <a:pt x="342" y="1"/>
                      <a:pt x="342" y="1"/>
                    </a:cubicBezTo>
                    <a:cubicBezTo>
                      <a:pt x="342" y="5"/>
                      <a:pt x="342" y="5"/>
                      <a:pt x="342" y="5"/>
                    </a:cubicBezTo>
                    <a:cubicBezTo>
                      <a:pt x="344" y="5"/>
                      <a:pt x="346" y="6"/>
                      <a:pt x="348" y="6"/>
                    </a:cubicBezTo>
                    <a:cubicBezTo>
                      <a:pt x="348" y="35"/>
                      <a:pt x="348" y="35"/>
                      <a:pt x="348" y="35"/>
                    </a:cubicBezTo>
                    <a:cubicBezTo>
                      <a:pt x="346" y="36"/>
                      <a:pt x="344" y="36"/>
                      <a:pt x="342" y="36"/>
                    </a:cubicBezTo>
                    <a:cubicBezTo>
                      <a:pt x="342" y="40"/>
                      <a:pt x="342" y="40"/>
                      <a:pt x="342" y="40"/>
                    </a:cubicBezTo>
                    <a:cubicBezTo>
                      <a:pt x="348" y="40"/>
                      <a:pt x="348" y="40"/>
                      <a:pt x="348" y="40"/>
                    </a:cubicBezTo>
                    <a:cubicBezTo>
                      <a:pt x="352" y="40"/>
                      <a:pt x="355" y="41"/>
                      <a:pt x="360" y="41"/>
                    </a:cubicBezTo>
                    <a:cubicBezTo>
                      <a:pt x="373" y="41"/>
                      <a:pt x="383" y="34"/>
                      <a:pt x="383" y="20"/>
                    </a:cubicBezTo>
                    <a:moveTo>
                      <a:pt x="312" y="20"/>
                    </a:moveTo>
                    <a:cubicBezTo>
                      <a:pt x="312" y="30"/>
                      <a:pt x="306" y="35"/>
                      <a:pt x="297" y="35"/>
                    </a:cubicBezTo>
                    <a:cubicBezTo>
                      <a:pt x="295" y="35"/>
                      <a:pt x="293" y="35"/>
                      <a:pt x="291" y="35"/>
                    </a:cubicBezTo>
                    <a:cubicBezTo>
                      <a:pt x="291" y="6"/>
                      <a:pt x="291" y="6"/>
                      <a:pt x="291" y="6"/>
                    </a:cubicBezTo>
                    <a:cubicBezTo>
                      <a:pt x="293" y="6"/>
                      <a:pt x="295" y="6"/>
                      <a:pt x="297" y="6"/>
                    </a:cubicBezTo>
                    <a:cubicBezTo>
                      <a:pt x="307" y="6"/>
                      <a:pt x="312" y="11"/>
                      <a:pt x="312" y="20"/>
                    </a:cubicBezTo>
                    <a:moveTo>
                      <a:pt x="319" y="20"/>
                    </a:moveTo>
                    <a:cubicBezTo>
                      <a:pt x="319" y="6"/>
                      <a:pt x="311" y="1"/>
                      <a:pt x="298" y="1"/>
                    </a:cubicBezTo>
                    <a:cubicBezTo>
                      <a:pt x="294" y="1"/>
                      <a:pt x="288" y="1"/>
                      <a:pt x="285" y="1"/>
                    </a:cubicBezTo>
                    <a:cubicBezTo>
                      <a:pt x="278" y="1"/>
                      <a:pt x="278" y="1"/>
                      <a:pt x="278" y="1"/>
                    </a:cubicBezTo>
                    <a:cubicBezTo>
                      <a:pt x="278" y="5"/>
                      <a:pt x="278" y="5"/>
                      <a:pt x="278" y="5"/>
                    </a:cubicBezTo>
                    <a:cubicBezTo>
                      <a:pt x="280" y="5"/>
                      <a:pt x="282" y="6"/>
                      <a:pt x="285" y="6"/>
                    </a:cubicBezTo>
                    <a:cubicBezTo>
                      <a:pt x="285" y="35"/>
                      <a:pt x="285" y="35"/>
                      <a:pt x="285" y="35"/>
                    </a:cubicBezTo>
                    <a:cubicBezTo>
                      <a:pt x="282" y="36"/>
                      <a:pt x="280" y="36"/>
                      <a:pt x="278" y="36"/>
                    </a:cubicBezTo>
                    <a:cubicBezTo>
                      <a:pt x="278" y="40"/>
                      <a:pt x="278" y="40"/>
                      <a:pt x="278" y="40"/>
                    </a:cubicBezTo>
                    <a:cubicBezTo>
                      <a:pt x="285" y="40"/>
                      <a:pt x="285" y="40"/>
                      <a:pt x="285" y="40"/>
                    </a:cubicBezTo>
                    <a:cubicBezTo>
                      <a:pt x="288" y="40"/>
                      <a:pt x="291" y="41"/>
                      <a:pt x="296" y="41"/>
                    </a:cubicBezTo>
                    <a:cubicBezTo>
                      <a:pt x="309" y="41"/>
                      <a:pt x="319" y="34"/>
                      <a:pt x="319" y="20"/>
                    </a:cubicBezTo>
                    <a:moveTo>
                      <a:pt x="259" y="25"/>
                    </a:moveTo>
                    <a:cubicBezTo>
                      <a:pt x="245" y="25"/>
                      <a:pt x="245" y="25"/>
                      <a:pt x="245" y="25"/>
                    </a:cubicBezTo>
                    <a:cubicBezTo>
                      <a:pt x="250" y="13"/>
                      <a:pt x="250" y="13"/>
                      <a:pt x="250" y="13"/>
                    </a:cubicBezTo>
                    <a:cubicBezTo>
                      <a:pt x="251" y="11"/>
                      <a:pt x="251" y="9"/>
                      <a:pt x="252" y="7"/>
                    </a:cubicBezTo>
                    <a:cubicBezTo>
                      <a:pt x="252" y="7"/>
                      <a:pt x="252" y="7"/>
                      <a:pt x="252" y="7"/>
                    </a:cubicBezTo>
                    <a:cubicBezTo>
                      <a:pt x="253" y="9"/>
                      <a:pt x="253" y="11"/>
                      <a:pt x="254" y="13"/>
                    </a:cubicBezTo>
                    <a:lnTo>
                      <a:pt x="259" y="25"/>
                    </a:lnTo>
                    <a:close/>
                    <a:moveTo>
                      <a:pt x="275" y="40"/>
                    </a:moveTo>
                    <a:cubicBezTo>
                      <a:pt x="275" y="36"/>
                      <a:pt x="275" y="36"/>
                      <a:pt x="275" y="36"/>
                    </a:cubicBezTo>
                    <a:cubicBezTo>
                      <a:pt x="273" y="36"/>
                      <a:pt x="271" y="36"/>
                      <a:pt x="270" y="36"/>
                    </a:cubicBezTo>
                    <a:cubicBezTo>
                      <a:pt x="257" y="1"/>
                      <a:pt x="257" y="1"/>
                      <a:pt x="257" y="1"/>
                    </a:cubicBezTo>
                    <a:cubicBezTo>
                      <a:pt x="248" y="1"/>
                      <a:pt x="248" y="1"/>
                      <a:pt x="248" y="1"/>
                    </a:cubicBezTo>
                    <a:cubicBezTo>
                      <a:pt x="234" y="36"/>
                      <a:pt x="234" y="36"/>
                      <a:pt x="234" y="36"/>
                    </a:cubicBezTo>
                    <a:cubicBezTo>
                      <a:pt x="233" y="36"/>
                      <a:pt x="231" y="36"/>
                      <a:pt x="230" y="36"/>
                    </a:cubicBezTo>
                    <a:cubicBezTo>
                      <a:pt x="230" y="40"/>
                      <a:pt x="230" y="40"/>
                      <a:pt x="230" y="40"/>
                    </a:cubicBezTo>
                    <a:cubicBezTo>
                      <a:pt x="247" y="40"/>
                      <a:pt x="247" y="40"/>
                      <a:pt x="247" y="40"/>
                    </a:cubicBezTo>
                    <a:cubicBezTo>
                      <a:pt x="247" y="36"/>
                      <a:pt x="247" y="36"/>
                      <a:pt x="247" y="36"/>
                    </a:cubicBezTo>
                    <a:cubicBezTo>
                      <a:pt x="246" y="36"/>
                      <a:pt x="243" y="36"/>
                      <a:pt x="241" y="36"/>
                    </a:cubicBezTo>
                    <a:cubicBezTo>
                      <a:pt x="243" y="30"/>
                      <a:pt x="243" y="30"/>
                      <a:pt x="243" y="30"/>
                    </a:cubicBezTo>
                    <a:cubicBezTo>
                      <a:pt x="261" y="30"/>
                      <a:pt x="261" y="30"/>
                      <a:pt x="261" y="30"/>
                    </a:cubicBezTo>
                    <a:cubicBezTo>
                      <a:pt x="262" y="36"/>
                      <a:pt x="262" y="36"/>
                      <a:pt x="262" y="36"/>
                    </a:cubicBezTo>
                    <a:cubicBezTo>
                      <a:pt x="261" y="36"/>
                      <a:pt x="258" y="36"/>
                      <a:pt x="257" y="36"/>
                    </a:cubicBezTo>
                    <a:cubicBezTo>
                      <a:pt x="257" y="40"/>
                      <a:pt x="257" y="40"/>
                      <a:pt x="257" y="40"/>
                    </a:cubicBezTo>
                    <a:lnTo>
                      <a:pt x="275" y="40"/>
                    </a:lnTo>
                    <a:close/>
                    <a:moveTo>
                      <a:pt x="231" y="14"/>
                    </a:moveTo>
                    <a:cubicBezTo>
                      <a:pt x="231" y="1"/>
                      <a:pt x="231" y="1"/>
                      <a:pt x="231" y="1"/>
                    </a:cubicBezTo>
                    <a:cubicBezTo>
                      <a:pt x="195" y="1"/>
                      <a:pt x="195" y="1"/>
                      <a:pt x="195" y="1"/>
                    </a:cubicBezTo>
                    <a:cubicBezTo>
                      <a:pt x="195" y="14"/>
                      <a:pt x="195" y="14"/>
                      <a:pt x="195" y="14"/>
                    </a:cubicBezTo>
                    <a:cubicBezTo>
                      <a:pt x="199" y="14"/>
                      <a:pt x="199" y="14"/>
                      <a:pt x="199" y="14"/>
                    </a:cubicBezTo>
                    <a:cubicBezTo>
                      <a:pt x="200" y="11"/>
                      <a:pt x="200" y="8"/>
                      <a:pt x="200" y="6"/>
                    </a:cubicBezTo>
                    <a:cubicBezTo>
                      <a:pt x="209" y="6"/>
                      <a:pt x="209" y="6"/>
                      <a:pt x="209" y="6"/>
                    </a:cubicBezTo>
                    <a:cubicBezTo>
                      <a:pt x="209" y="35"/>
                      <a:pt x="209" y="35"/>
                      <a:pt x="209" y="35"/>
                    </a:cubicBezTo>
                    <a:cubicBezTo>
                      <a:pt x="207" y="36"/>
                      <a:pt x="205" y="36"/>
                      <a:pt x="203" y="36"/>
                    </a:cubicBezTo>
                    <a:cubicBezTo>
                      <a:pt x="203" y="40"/>
                      <a:pt x="203" y="40"/>
                      <a:pt x="203" y="40"/>
                    </a:cubicBezTo>
                    <a:cubicBezTo>
                      <a:pt x="223" y="40"/>
                      <a:pt x="223" y="40"/>
                      <a:pt x="223" y="40"/>
                    </a:cubicBezTo>
                    <a:cubicBezTo>
                      <a:pt x="223" y="36"/>
                      <a:pt x="223" y="36"/>
                      <a:pt x="223" y="36"/>
                    </a:cubicBezTo>
                    <a:cubicBezTo>
                      <a:pt x="221" y="36"/>
                      <a:pt x="218" y="36"/>
                      <a:pt x="216" y="35"/>
                    </a:cubicBezTo>
                    <a:cubicBezTo>
                      <a:pt x="216" y="6"/>
                      <a:pt x="216" y="6"/>
                      <a:pt x="216" y="6"/>
                    </a:cubicBezTo>
                    <a:cubicBezTo>
                      <a:pt x="225" y="6"/>
                      <a:pt x="225" y="6"/>
                      <a:pt x="225" y="6"/>
                    </a:cubicBezTo>
                    <a:cubicBezTo>
                      <a:pt x="225" y="8"/>
                      <a:pt x="226" y="11"/>
                      <a:pt x="226" y="14"/>
                    </a:cubicBezTo>
                    <a:lnTo>
                      <a:pt x="231" y="14"/>
                    </a:lnTo>
                    <a:close/>
                    <a:moveTo>
                      <a:pt x="194" y="40"/>
                    </a:moveTo>
                    <a:cubicBezTo>
                      <a:pt x="194" y="28"/>
                      <a:pt x="194" y="28"/>
                      <a:pt x="194" y="28"/>
                    </a:cubicBezTo>
                    <a:cubicBezTo>
                      <a:pt x="189" y="28"/>
                      <a:pt x="189" y="28"/>
                      <a:pt x="189" y="28"/>
                    </a:cubicBezTo>
                    <a:cubicBezTo>
                      <a:pt x="189" y="30"/>
                      <a:pt x="189" y="33"/>
                      <a:pt x="188" y="35"/>
                    </a:cubicBezTo>
                    <a:cubicBezTo>
                      <a:pt x="178" y="35"/>
                      <a:pt x="178" y="35"/>
                      <a:pt x="178" y="35"/>
                    </a:cubicBezTo>
                    <a:cubicBezTo>
                      <a:pt x="178" y="6"/>
                      <a:pt x="178" y="6"/>
                      <a:pt x="178" y="6"/>
                    </a:cubicBezTo>
                    <a:cubicBezTo>
                      <a:pt x="180" y="6"/>
                      <a:pt x="182" y="5"/>
                      <a:pt x="184" y="5"/>
                    </a:cubicBezTo>
                    <a:cubicBezTo>
                      <a:pt x="184" y="1"/>
                      <a:pt x="184" y="1"/>
                      <a:pt x="184" y="1"/>
                    </a:cubicBezTo>
                    <a:cubicBezTo>
                      <a:pt x="164" y="1"/>
                      <a:pt x="164" y="1"/>
                      <a:pt x="164" y="1"/>
                    </a:cubicBezTo>
                    <a:cubicBezTo>
                      <a:pt x="164" y="5"/>
                      <a:pt x="164" y="5"/>
                      <a:pt x="164" y="5"/>
                    </a:cubicBezTo>
                    <a:cubicBezTo>
                      <a:pt x="166" y="5"/>
                      <a:pt x="169" y="6"/>
                      <a:pt x="171" y="6"/>
                    </a:cubicBezTo>
                    <a:cubicBezTo>
                      <a:pt x="171" y="35"/>
                      <a:pt x="171" y="35"/>
                      <a:pt x="171" y="35"/>
                    </a:cubicBezTo>
                    <a:cubicBezTo>
                      <a:pt x="169" y="36"/>
                      <a:pt x="166" y="36"/>
                      <a:pt x="164" y="36"/>
                    </a:cubicBezTo>
                    <a:cubicBezTo>
                      <a:pt x="164" y="40"/>
                      <a:pt x="164" y="40"/>
                      <a:pt x="164" y="40"/>
                    </a:cubicBezTo>
                    <a:lnTo>
                      <a:pt x="194" y="40"/>
                    </a:lnTo>
                    <a:close/>
                    <a:moveTo>
                      <a:pt x="158" y="5"/>
                    </a:moveTo>
                    <a:cubicBezTo>
                      <a:pt x="158" y="1"/>
                      <a:pt x="158" y="1"/>
                      <a:pt x="158" y="1"/>
                    </a:cubicBezTo>
                    <a:cubicBezTo>
                      <a:pt x="140" y="1"/>
                      <a:pt x="140" y="1"/>
                      <a:pt x="140" y="1"/>
                    </a:cubicBezTo>
                    <a:cubicBezTo>
                      <a:pt x="140" y="5"/>
                      <a:pt x="140" y="5"/>
                      <a:pt x="140" y="5"/>
                    </a:cubicBezTo>
                    <a:cubicBezTo>
                      <a:pt x="142" y="5"/>
                      <a:pt x="144" y="6"/>
                      <a:pt x="146" y="6"/>
                    </a:cubicBezTo>
                    <a:cubicBezTo>
                      <a:pt x="146" y="25"/>
                      <a:pt x="146" y="25"/>
                      <a:pt x="146" y="25"/>
                    </a:cubicBezTo>
                    <a:cubicBezTo>
                      <a:pt x="146" y="31"/>
                      <a:pt x="143" y="35"/>
                      <a:pt x="136" y="35"/>
                    </a:cubicBezTo>
                    <a:cubicBezTo>
                      <a:pt x="129" y="35"/>
                      <a:pt x="126" y="32"/>
                      <a:pt x="126" y="25"/>
                    </a:cubicBezTo>
                    <a:cubicBezTo>
                      <a:pt x="126" y="6"/>
                      <a:pt x="126" y="6"/>
                      <a:pt x="126" y="6"/>
                    </a:cubicBezTo>
                    <a:cubicBezTo>
                      <a:pt x="128" y="6"/>
                      <a:pt x="130" y="5"/>
                      <a:pt x="132" y="5"/>
                    </a:cubicBezTo>
                    <a:cubicBezTo>
                      <a:pt x="132" y="1"/>
                      <a:pt x="132" y="1"/>
                      <a:pt x="132" y="1"/>
                    </a:cubicBezTo>
                    <a:cubicBezTo>
                      <a:pt x="113" y="1"/>
                      <a:pt x="113" y="1"/>
                      <a:pt x="113" y="1"/>
                    </a:cubicBezTo>
                    <a:cubicBezTo>
                      <a:pt x="113" y="5"/>
                      <a:pt x="113" y="5"/>
                      <a:pt x="113" y="5"/>
                    </a:cubicBezTo>
                    <a:cubicBezTo>
                      <a:pt x="115" y="5"/>
                      <a:pt x="117" y="6"/>
                      <a:pt x="119" y="6"/>
                    </a:cubicBezTo>
                    <a:cubicBezTo>
                      <a:pt x="119" y="27"/>
                      <a:pt x="119" y="27"/>
                      <a:pt x="119" y="27"/>
                    </a:cubicBezTo>
                    <a:cubicBezTo>
                      <a:pt x="119" y="36"/>
                      <a:pt x="125" y="41"/>
                      <a:pt x="135" y="41"/>
                    </a:cubicBezTo>
                    <a:cubicBezTo>
                      <a:pt x="148" y="41"/>
                      <a:pt x="153" y="34"/>
                      <a:pt x="153" y="25"/>
                    </a:cubicBezTo>
                    <a:cubicBezTo>
                      <a:pt x="153" y="6"/>
                      <a:pt x="153" y="6"/>
                      <a:pt x="153" y="6"/>
                    </a:cubicBezTo>
                    <a:cubicBezTo>
                      <a:pt x="155" y="6"/>
                      <a:pt x="157" y="5"/>
                      <a:pt x="158" y="5"/>
                    </a:cubicBezTo>
                    <a:moveTo>
                      <a:pt x="107" y="39"/>
                    </a:moveTo>
                    <a:cubicBezTo>
                      <a:pt x="107" y="32"/>
                      <a:pt x="107" y="32"/>
                      <a:pt x="107" y="32"/>
                    </a:cubicBezTo>
                    <a:cubicBezTo>
                      <a:pt x="104" y="34"/>
                      <a:pt x="101" y="35"/>
                      <a:pt x="97" y="35"/>
                    </a:cubicBezTo>
                    <a:cubicBezTo>
                      <a:pt x="88" y="35"/>
                      <a:pt x="84" y="30"/>
                      <a:pt x="84" y="21"/>
                    </a:cubicBezTo>
                    <a:cubicBezTo>
                      <a:pt x="84" y="13"/>
                      <a:pt x="88" y="6"/>
                      <a:pt x="96" y="6"/>
                    </a:cubicBezTo>
                    <a:cubicBezTo>
                      <a:pt x="98" y="6"/>
                      <a:pt x="99" y="7"/>
                      <a:pt x="101" y="7"/>
                    </a:cubicBezTo>
                    <a:cubicBezTo>
                      <a:pt x="101" y="9"/>
                      <a:pt x="102" y="11"/>
                      <a:pt x="102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2"/>
                      <a:pt x="107" y="2"/>
                      <a:pt x="107" y="2"/>
                    </a:cubicBezTo>
                    <a:cubicBezTo>
                      <a:pt x="104" y="1"/>
                      <a:pt x="100" y="0"/>
                      <a:pt x="97" y="0"/>
                    </a:cubicBezTo>
                    <a:cubicBezTo>
                      <a:pt x="83" y="0"/>
                      <a:pt x="76" y="10"/>
                      <a:pt x="76" y="21"/>
                    </a:cubicBezTo>
                    <a:cubicBezTo>
                      <a:pt x="76" y="33"/>
                      <a:pt x="83" y="41"/>
                      <a:pt x="96" y="41"/>
                    </a:cubicBezTo>
                    <a:cubicBezTo>
                      <a:pt x="100" y="41"/>
                      <a:pt x="104" y="40"/>
                      <a:pt x="107" y="39"/>
                    </a:cubicBezTo>
                    <a:moveTo>
                      <a:pt x="58" y="25"/>
                    </a:moveTo>
                    <a:cubicBezTo>
                      <a:pt x="45" y="25"/>
                      <a:pt x="45" y="25"/>
                      <a:pt x="45" y="25"/>
                    </a:cubicBezTo>
                    <a:cubicBezTo>
                      <a:pt x="49" y="13"/>
                      <a:pt x="49" y="13"/>
                      <a:pt x="49" y="13"/>
                    </a:cubicBezTo>
                    <a:cubicBezTo>
                      <a:pt x="50" y="11"/>
                      <a:pt x="51" y="9"/>
                      <a:pt x="51" y="7"/>
                    </a:cubicBezTo>
                    <a:cubicBezTo>
                      <a:pt x="52" y="7"/>
                      <a:pt x="52" y="7"/>
                      <a:pt x="52" y="7"/>
                    </a:cubicBezTo>
                    <a:cubicBezTo>
                      <a:pt x="52" y="9"/>
                      <a:pt x="53" y="11"/>
                      <a:pt x="54" y="13"/>
                    </a:cubicBezTo>
                    <a:lnTo>
                      <a:pt x="58" y="25"/>
                    </a:lnTo>
                    <a:close/>
                    <a:moveTo>
                      <a:pt x="74" y="40"/>
                    </a:moveTo>
                    <a:cubicBezTo>
                      <a:pt x="74" y="36"/>
                      <a:pt x="74" y="36"/>
                      <a:pt x="74" y="36"/>
                    </a:cubicBezTo>
                    <a:cubicBezTo>
                      <a:pt x="73" y="36"/>
                      <a:pt x="71" y="36"/>
                      <a:pt x="69" y="36"/>
                    </a:cubicBezTo>
                    <a:cubicBezTo>
                      <a:pt x="56" y="1"/>
                      <a:pt x="56" y="1"/>
                      <a:pt x="56" y="1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3" y="36"/>
                      <a:pt x="31" y="36"/>
                      <a:pt x="29" y="36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47" y="40"/>
                      <a:pt x="47" y="40"/>
                      <a:pt x="47" y="40"/>
                    </a:cubicBezTo>
                    <a:cubicBezTo>
                      <a:pt x="47" y="36"/>
                      <a:pt x="47" y="36"/>
                      <a:pt x="47" y="36"/>
                    </a:cubicBezTo>
                    <a:cubicBezTo>
                      <a:pt x="45" y="36"/>
                      <a:pt x="43" y="36"/>
                      <a:pt x="41" y="36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60" y="30"/>
                      <a:pt x="60" y="30"/>
                      <a:pt x="60" y="30"/>
                    </a:cubicBezTo>
                    <a:cubicBezTo>
                      <a:pt x="62" y="36"/>
                      <a:pt x="62" y="36"/>
                      <a:pt x="62" y="36"/>
                    </a:cubicBezTo>
                    <a:cubicBezTo>
                      <a:pt x="60" y="36"/>
                      <a:pt x="58" y="36"/>
                      <a:pt x="56" y="36"/>
                    </a:cubicBezTo>
                    <a:cubicBezTo>
                      <a:pt x="56" y="40"/>
                      <a:pt x="56" y="40"/>
                      <a:pt x="56" y="40"/>
                    </a:cubicBezTo>
                    <a:lnTo>
                      <a:pt x="74" y="40"/>
                    </a:lnTo>
                    <a:close/>
                    <a:moveTo>
                      <a:pt x="30" y="12"/>
                    </a:moveTo>
                    <a:cubicBezTo>
                      <a:pt x="30" y="1"/>
                      <a:pt x="30" y="1"/>
                      <a:pt x="3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" y="5"/>
                      <a:pt x="4" y="6"/>
                      <a:pt x="7" y="6"/>
                    </a:cubicBezTo>
                    <a:cubicBezTo>
                      <a:pt x="7" y="35"/>
                      <a:pt x="7" y="35"/>
                      <a:pt x="7" y="35"/>
                    </a:cubicBezTo>
                    <a:cubicBezTo>
                      <a:pt x="4" y="36"/>
                      <a:pt x="2" y="36"/>
                      <a:pt x="0" y="36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20" y="40"/>
                      <a:pt x="20" y="40"/>
                      <a:pt x="20" y="40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18" y="36"/>
                      <a:pt x="16" y="36"/>
                      <a:pt x="13" y="35"/>
                    </a:cubicBezTo>
                    <a:cubicBezTo>
                      <a:pt x="13" y="23"/>
                      <a:pt x="13" y="23"/>
                      <a:pt x="13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4"/>
                      <a:pt x="21" y="26"/>
                      <a:pt x="22" y="27"/>
                    </a:cubicBezTo>
                    <a:cubicBezTo>
                      <a:pt x="26" y="27"/>
                      <a:pt x="26" y="27"/>
                      <a:pt x="26" y="27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1" y="15"/>
                      <a:pt x="21" y="17"/>
                      <a:pt x="21" y="18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24" y="6"/>
                      <a:pt x="24" y="6"/>
                      <a:pt x="24" y="6"/>
                    </a:cubicBezTo>
                    <a:cubicBezTo>
                      <a:pt x="24" y="7"/>
                      <a:pt x="24" y="10"/>
                      <a:pt x="25" y="12"/>
                    </a:cubicBezTo>
                    <a:lnTo>
                      <a:pt x="30" y="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</p:grpSp>
      <p:sp>
        <p:nvSpPr>
          <p:cNvPr id="43" name="Marcador de texto 42">
            <a:extLst>
              <a:ext uri="{FF2B5EF4-FFF2-40B4-BE49-F238E27FC236}">
                <a16:creationId xmlns:a16="http://schemas.microsoft.com/office/drawing/2014/main" id="{EF9AC805-712C-4A3F-A841-A733BF1EE9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85729" y="5713063"/>
            <a:ext cx="5272846" cy="40005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Nombre presentador</a:t>
            </a:r>
            <a:endParaRPr lang="es-CL" dirty="0"/>
          </a:p>
        </p:txBody>
      </p:sp>
      <p:sp>
        <p:nvSpPr>
          <p:cNvPr id="45" name="Marcador de texto 42">
            <a:extLst>
              <a:ext uri="{FF2B5EF4-FFF2-40B4-BE49-F238E27FC236}">
                <a16:creationId xmlns:a16="http://schemas.microsoft.com/office/drawing/2014/main" id="{84B1BE1A-3D9F-4BDA-941B-9BDCBF8174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14575" y="3337570"/>
            <a:ext cx="7562850" cy="6738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tabLst>
                <a:tab pos="3771900" algn="l"/>
              </a:tabLst>
              <a:defRPr sz="44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Título de la presentación</a:t>
            </a:r>
            <a:endParaRPr lang="es-CL" dirty="0"/>
          </a:p>
        </p:txBody>
      </p:sp>
      <p:sp>
        <p:nvSpPr>
          <p:cNvPr id="75" name="Marcador de texto 42">
            <a:extLst>
              <a:ext uri="{FF2B5EF4-FFF2-40B4-BE49-F238E27FC236}">
                <a16:creationId xmlns:a16="http://schemas.microsoft.com/office/drawing/2014/main" id="{64E17E5A-4ACC-474B-BF94-E2CB13D2BBE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85729" y="5999473"/>
            <a:ext cx="5272846" cy="40005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Cargo expositor</a:t>
            </a:r>
            <a:endParaRPr lang="es-CL" dirty="0"/>
          </a:p>
        </p:txBody>
      </p:sp>
      <p:sp>
        <p:nvSpPr>
          <p:cNvPr id="76" name="Marcador de texto 42">
            <a:extLst>
              <a:ext uri="{FF2B5EF4-FFF2-40B4-BE49-F238E27FC236}">
                <a16:creationId xmlns:a16="http://schemas.microsoft.com/office/drawing/2014/main" id="{50561FA3-6D57-4486-B87F-C4EBE565BF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5729" y="6282152"/>
            <a:ext cx="5272846" cy="40005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DD/MM/AA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2970180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portada presentador + area + fecha">
    <p:bg>
      <p:bgPr>
        <a:solidFill>
          <a:srgbClr val="23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n 38">
            <a:extLst>
              <a:ext uri="{FF2B5EF4-FFF2-40B4-BE49-F238E27FC236}">
                <a16:creationId xmlns:a16="http://schemas.microsoft.com/office/drawing/2014/main" id="{D16A04AC-9E50-4E85-8667-A28A9ED3D6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69" name="Grupo 68">
            <a:extLst>
              <a:ext uri="{FF2B5EF4-FFF2-40B4-BE49-F238E27FC236}">
                <a16:creationId xmlns:a16="http://schemas.microsoft.com/office/drawing/2014/main" id="{2F9B6D1A-8507-477B-9E86-5056413D6B04}"/>
              </a:ext>
            </a:extLst>
          </p:cNvPr>
          <p:cNvGrpSpPr/>
          <p:nvPr userDrawn="1"/>
        </p:nvGrpSpPr>
        <p:grpSpPr>
          <a:xfrm>
            <a:off x="8611026" y="498906"/>
            <a:ext cx="3283381" cy="718962"/>
            <a:chOff x="457020" y="572789"/>
            <a:chExt cx="4284663" cy="938213"/>
          </a:xfrm>
        </p:grpSpPr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5B1B1506-2EC0-4053-A134-532A6E4C6FC1}"/>
                </a:ext>
              </a:extLst>
            </p:cNvPr>
            <p:cNvGrpSpPr/>
            <p:nvPr userDrawn="1"/>
          </p:nvGrpSpPr>
          <p:grpSpPr>
            <a:xfrm>
              <a:off x="2741433" y="842664"/>
              <a:ext cx="2000250" cy="411162"/>
              <a:chOff x="6094413" y="2516188"/>
              <a:chExt cx="2000250" cy="411162"/>
            </a:xfrm>
          </p:grpSpPr>
          <p:sp>
            <p:nvSpPr>
              <p:cNvPr id="5" name="Freeform 7">
                <a:extLst>
                  <a:ext uri="{FF2B5EF4-FFF2-40B4-BE49-F238E27FC236}">
                    <a16:creationId xmlns:a16="http://schemas.microsoft.com/office/drawing/2014/main" id="{00AB674E-66D6-436A-B13D-36DD6E21DF2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94463" y="2516188"/>
                <a:ext cx="1600200" cy="265113"/>
              </a:xfrm>
              <a:custGeom>
                <a:avLst/>
                <a:gdLst>
                  <a:gd name="T0" fmla="*/ 644 w 1008"/>
                  <a:gd name="T1" fmla="*/ 90 h 167"/>
                  <a:gd name="T2" fmla="*/ 644 w 1008"/>
                  <a:gd name="T3" fmla="*/ 39 h 167"/>
                  <a:gd name="T4" fmla="*/ 363 w 1008"/>
                  <a:gd name="T5" fmla="*/ 39 h 167"/>
                  <a:gd name="T6" fmla="*/ 363 w 1008"/>
                  <a:gd name="T7" fmla="*/ 90 h 167"/>
                  <a:gd name="T8" fmla="*/ 644 w 1008"/>
                  <a:gd name="T9" fmla="*/ 90 h 167"/>
                  <a:gd name="T10" fmla="*/ 40 w 1008"/>
                  <a:gd name="T11" fmla="*/ 0 h 167"/>
                  <a:gd name="T12" fmla="*/ 40 w 1008"/>
                  <a:gd name="T13" fmla="*/ 128 h 167"/>
                  <a:gd name="T14" fmla="*/ 323 w 1008"/>
                  <a:gd name="T15" fmla="*/ 128 h 167"/>
                  <a:gd name="T16" fmla="*/ 323 w 1008"/>
                  <a:gd name="T17" fmla="*/ 0 h 167"/>
                  <a:gd name="T18" fmla="*/ 685 w 1008"/>
                  <a:gd name="T19" fmla="*/ 0 h 167"/>
                  <a:gd name="T20" fmla="*/ 685 w 1008"/>
                  <a:gd name="T21" fmla="*/ 129 h 167"/>
                  <a:gd name="T22" fmla="*/ 967 w 1008"/>
                  <a:gd name="T23" fmla="*/ 129 h 167"/>
                  <a:gd name="T24" fmla="*/ 967 w 1008"/>
                  <a:gd name="T25" fmla="*/ 58 h 167"/>
                  <a:gd name="T26" fmla="*/ 1008 w 1008"/>
                  <a:gd name="T27" fmla="*/ 58 h 167"/>
                  <a:gd name="T28" fmla="*/ 1008 w 1008"/>
                  <a:gd name="T29" fmla="*/ 167 h 167"/>
                  <a:gd name="T30" fmla="*/ 644 w 1008"/>
                  <a:gd name="T31" fmla="*/ 167 h 167"/>
                  <a:gd name="T32" fmla="*/ 644 w 1008"/>
                  <a:gd name="T33" fmla="*/ 130 h 167"/>
                  <a:gd name="T34" fmla="*/ 363 w 1008"/>
                  <a:gd name="T35" fmla="*/ 130 h 167"/>
                  <a:gd name="T36" fmla="*/ 363 w 1008"/>
                  <a:gd name="T37" fmla="*/ 167 h 167"/>
                  <a:gd name="T38" fmla="*/ 0 w 1008"/>
                  <a:gd name="T39" fmla="*/ 167 h 167"/>
                  <a:gd name="T40" fmla="*/ 0 w 1008"/>
                  <a:gd name="T41" fmla="*/ 0 h 167"/>
                  <a:gd name="T42" fmla="*/ 40 w 1008"/>
                  <a:gd name="T43" fmla="*/ 0 h 167"/>
                  <a:gd name="T44" fmla="*/ 967 w 1008"/>
                  <a:gd name="T45" fmla="*/ 0 h 167"/>
                  <a:gd name="T46" fmla="*/ 1007 w 1008"/>
                  <a:gd name="T47" fmla="*/ 0 h 167"/>
                  <a:gd name="T48" fmla="*/ 1007 w 1008"/>
                  <a:gd name="T49" fmla="*/ 38 h 167"/>
                  <a:gd name="T50" fmla="*/ 967 w 1008"/>
                  <a:gd name="T51" fmla="*/ 38 h 167"/>
                  <a:gd name="T52" fmla="*/ 967 w 1008"/>
                  <a:gd name="T53" fmla="*/ 0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08" h="167">
                    <a:moveTo>
                      <a:pt x="644" y="90"/>
                    </a:moveTo>
                    <a:lnTo>
                      <a:pt x="644" y="39"/>
                    </a:lnTo>
                    <a:lnTo>
                      <a:pt x="363" y="39"/>
                    </a:lnTo>
                    <a:lnTo>
                      <a:pt x="363" y="90"/>
                    </a:lnTo>
                    <a:lnTo>
                      <a:pt x="644" y="90"/>
                    </a:lnTo>
                    <a:close/>
                    <a:moveTo>
                      <a:pt x="40" y="0"/>
                    </a:moveTo>
                    <a:lnTo>
                      <a:pt x="40" y="128"/>
                    </a:lnTo>
                    <a:lnTo>
                      <a:pt x="323" y="128"/>
                    </a:lnTo>
                    <a:lnTo>
                      <a:pt x="323" y="0"/>
                    </a:lnTo>
                    <a:lnTo>
                      <a:pt x="685" y="0"/>
                    </a:lnTo>
                    <a:lnTo>
                      <a:pt x="685" y="129"/>
                    </a:lnTo>
                    <a:lnTo>
                      <a:pt x="967" y="129"/>
                    </a:lnTo>
                    <a:lnTo>
                      <a:pt x="967" y="58"/>
                    </a:lnTo>
                    <a:lnTo>
                      <a:pt x="1008" y="58"/>
                    </a:lnTo>
                    <a:lnTo>
                      <a:pt x="1008" y="167"/>
                    </a:lnTo>
                    <a:lnTo>
                      <a:pt x="644" y="167"/>
                    </a:lnTo>
                    <a:lnTo>
                      <a:pt x="644" y="130"/>
                    </a:lnTo>
                    <a:lnTo>
                      <a:pt x="363" y="130"/>
                    </a:lnTo>
                    <a:lnTo>
                      <a:pt x="363" y="167"/>
                    </a:lnTo>
                    <a:lnTo>
                      <a:pt x="0" y="167"/>
                    </a:lnTo>
                    <a:lnTo>
                      <a:pt x="0" y="0"/>
                    </a:lnTo>
                    <a:lnTo>
                      <a:pt x="40" y="0"/>
                    </a:lnTo>
                    <a:close/>
                    <a:moveTo>
                      <a:pt x="967" y="0"/>
                    </a:moveTo>
                    <a:lnTo>
                      <a:pt x="1007" y="0"/>
                    </a:lnTo>
                    <a:lnTo>
                      <a:pt x="1007" y="38"/>
                    </a:lnTo>
                    <a:lnTo>
                      <a:pt x="967" y="38"/>
                    </a:lnTo>
                    <a:lnTo>
                      <a:pt x="96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" name="Freeform 8">
                <a:extLst>
                  <a:ext uri="{FF2B5EF4-FFF2-40B4-BE49-F238E27FC236}">
                    <a16:creationId xmlns:a16="http://schemas.microsoft.com/office/drawing/2014/main" id="{FBB52E3F-8797-47B9-995C-654FB83988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94463" y="2840038"/>
                <a:ext cx="63500" cy="80963"/>
              </a:xfrm>
              <a:custGeom>
                <a:avLst/>
                <a:gdLst>
                  <a:gd name="T0" fmla="*/ 29 w 29"/>
                  <a:gd name="T1" fmla="*/ 0 h 37"/>
                  <a:gd name="T2" fmla="*/ 22 w 29"/>
                  <a:gd name="T3" fmla="*/ 0 h 37"/>
                  <a:gd name="T4" fmla="*/ 22 w 29"/>
                  <a:gd name="T5" fmla="*/ 23 h 37"/>
                  <a:gd name="T6" fmla="*/ 21 w 29"/>
                  <a:gd name="T7" fmla="*/ 28 h 37"/>
                  <a:gd name="T8" fmla="*/ 16 w 29"/>
                  <a:gd name="T9" fmla="*/ 30 h 37"/>
                  <a:gd name="T10" fmla="*/ 10 w 29"/>
                  <a:gd name="T11" fmla="*/ 28 h 37"/>
                  <a:gd name="T12" fmla="*/ 9 w 29"/>
                  <a:gd name="T13" fmla="*/ 23 h 37"/>
                  <a:gd name="T14" fmla="*/ 9 w 29"/>
                  <a:gd name="T15" fmla="*/ 0 h 37"/>
                  <a:gd name="T16" fmla="*/ 0 w 29"/>
                  <a:gd name="T17" fmla="*/ 0 h 37"/>
                  <a:gd name="T18" fmla="*/ 0 w 29"/>
                  <a:gd name="T19" fmla="*/ 23 h 37"/>
                  <a:gd name="T20" fmla="*/ 3 w 29"/>
                  <a:gd name="T21" fmla="*/ 33 h 37"/>
                  <a:gd name="T22" fmla="*/ 15 w 29"/>
                  <a:gd name="T23" fmla="*/ 37 h 37"/>
                  <a:gd name="T24" fmla="*/ 26 w 29"/>
                  <a:gd name="T25" fmla="*/ 34 h 37"/>
                  <a:gd name="T26" fmla="*/ 29 w 29"/>
                  <a:gd name="T27" fmla="*/ 23 h 37"/>
                  <a:gd name="T28" fmla="*/ 29 w 29"/>
                  <a:gd name="T2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9" h="37">
                    <a:moveTo>
                      <a:pt x="29" y="0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6"/>
                      <a:pt x="22" y="27"/>
                      <a:pt x="21" y="28"/>
                    </a:cubicBezTo>
                    <a:cubicBezTo>
                      <a:pt x="20" y="29"/>
                      <a:pt x="18" y="30"/>
                      <a:pt x="16" y="30"/>
                    </a:cubicBezTo>
                    <a:cubicBezTo>
                      <a:pt x="13" y="30"/>
                      <a:pt x="11" y="29"/>
                      <a:pt x="10" y="28"/>
                    </a:cubicBezTo>
                    <a:cubicBezTo>
                      <a:pt x="10" y="27"/>
                      <a:pt x="9" y="26"/>
                      <a:pt x="9" y="23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8"/>
                      <a:pt x="1" y="31"/>
                      <a:pt x="3" y="33"/>
                    </a:cubicBezTo>
                    <a:cubicBezTo>
                      <a:pt x="6" y="36"/>
                      <a:pt x="10" y="37"/>
                      <a:pt x="15" y="37"/>
                    </a:cubicBezTo>
                    <a:cubicBezTo>
                      <a:pt x="20" y="37"/>
                      <a:pt x="23" y="36"/>
                      <a:pt x="26" y="34"/>
                    </a:cubicBezTo>
                    <a:cubicBezTo>
                      <a:pt x="28" y="31"/>
                      <a:pt x="29" y="29"/>
                      <a:pt x="29" y="23"/>
                    </a:cubicBez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" name="Freeform 9">
                <a:extLst>
                  <a:ext uri="{FF2B5EF4-FFF2-40B4-BE49-F238E27FC236}">
                    <a16:creationId xmlns:a16="http://schemas.microsoft.com/office/drawing/2014/main" id="{74BC918B-F22A-420B-BDB7-1346B1EF88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72250" y="2840038"/>
                <a:ext cx="60325" cy="77788"/>
              </a:xfrm>
              <a:custGeom>
                <a:avLst/>
                <a:gdLst>
                  <a:gd name="T0" fmla="*/ 28 w 28"/>
                  <a:gd name="T1" fmla="*/ 0 h 36"/>
                  <a:gd name="T2" fmla="*/ 22 w 28"/>
                  <a:gd name="T3" fmla="*/ 0 h 36"/>
                  <a:gd name="T4" fmla="*/ 22 w 28"/>
                  <a:gd name="T5" fmla="*/ 19 h 36"/>
                  <a:gd name="T6" fmla="*/ 22 w 28"/>
                  <a:gd name="T7" fmla="*/ 21 h 36"/>
                  <a:gd name="T8" fmla="*/ 9 w 28"/>
                  <a:gd name="T9" fmla="*/ 0 h 36"/>
                  <a:gd name="T10" fmla="*/ 0 w 28"/>
                  <a:gd name="T11" fmla="*/ 0 h 36"/>
                  <a:gd name="T12" fmla="*/ 0 w 28"/>
                  <a:gd name="T13" fmla="*/ 36 h 36"/>
                  <a:gd name="T14" fmla="*/ 7 w 28"/>
                  <a:gd name="T15" fmla="*/ 36 h 36"/>
                  <a:gd name="T16" fmla="*/ 7 w 28"/>
                  <a:gd name="T17" fmla="*/ 15 h 36"/>
                  <a:gd name="T18" fmla="*/ 7 w 28"/>
                  <a:gd name="T19" fmla="*/ 13 h 36"/>
                  <a:gd name="T20" fmla="*/ 6 w 28"/>
                  <a:gd name="T21" fmla="*/ 12 h 36"/>
                  <a:gd name="T22" fmla="*/ 21 w 28"/>
                  <a:gd name="T23" fmla="*/ 36 h 36"/>
                  <a:gd name="T24" fmla="*/ 28 w 28"/>
                  <a:gd name="T25" fmla="*/ 36 h 36"/>
                  <a:gd name="T26" fmla="*/ 28 w 28"/>
                  <a:gd name="T27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8" h="36">
                    <a:moveTo>
                      <a:pt x="28" y="0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20"/>
                      <a:pt x="22" y="20"/>
                      <a:pt x="22" y="21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28" y="36"/>
                      <a:pt x="28" y="36"/>
                      <a:pt x="28" y="36"/>
                    </a:cubicBez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" name="Rectangle 10">
                <a:extLst>
                  <a:ext uri="{FF2B5EF4-FFF2-40B4-BE49-F238E27FC236}">
                    <a16:creationId xmlns:a16="http://schemas.microsoft.com/office/drawing/2014/main" id="{A9BE61AF-6C04-4308-BE87-8020DE6B89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48450" y="2840038"/>
                <a:ext cx="19050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" name="Freeform 11">
                <a:extLst>
                  <a:ext uri="{FF2B5EF4-FFF2-40B4-BE49-F238E27FC236}">
                    <a16:creationId xmlns:a16="http://schemas.microsoft.com/office/drawing/2014/main" id="{6FD1E2D2-3349-4435-A01A-3DB1D7641A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73850" y="2840038"/>
                <a:ext cx="68263" cy="77788"/>
              </a:xfrm>
              <a:custGeom>
                <a:avLst/>
                <a:gdLst>
                  <a:gd name="T0" fmla="*/ 43 w 43"/>
                  <a:gd name="T1" fmla="*/ 0 h 49"/>
                  <a:gd name="T2" fmla="*/ 33 w 43"/>
                  <a:gd name="T3" fmla="*/ 0 h 49"/>
                  <a:gd name="T4" fmla="*/ 24 w 43"/>
                  <a:gd name="T5" fmla="*/ 36 h 49"/>
                  <a:gd name="T6" fmla="*/ 13 w 43"/>
                  <a:gd name="T7" fmla="*/ 0 h 49"/>
                  <a:gd name="T8" fmla="*/ 0 w 43"/>
                  <a:gd name="T9" fmla="*/ 0 h 49"/>
                  <a:gd name="T10" fmla="*/ 15 w 43"/>
                  <a:gd name="T11" fmla="*/ 49 h 49"/>
                  <a:gd name="T12" fmla="*/ 28 w 43"/>
                  <a:gd name="T13" fmla="*/ 49 h 49"/>
                  <a:gd name="T14" fmla="*/ 43 w 43"/>
                  <a:gd name="T15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3" h="49">
                    <a:moveTo>
                      <a:pt x="43" y="0"/>
                    </a:moveTo>
                    <a:lnTo>
                      <a:pt x="33" y="0"/>
                    </a:lnTo>
                    <a:lnTo>
                      <a:pt x="24" y="36"/>
                    </a:lnTo>
                    <a:lnTo>
                      <a:pt x="13" y="0"/>
                    </a:lnTo>
                    <a:lnTo>
                      <a:pt x="0" y="0"/>
                    </a:lnTo>
                    <a:lnTo>
                      <a:pt x="15" y="49"/>
                    </a:lnTo>
                    <a:lnTo>
                      <a:pt x="28" y="49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" name="Freeform 12">
                <a:extLst>
                  <a:ext uri="{FF2B5EF4-FFF2-40B4-BE49-F238E27FC236}">
                    <a16:creationId xmlns:a16="http://schemas.microsoft.com/office/drawing/2014/main" id="{495CCA5A-0454-416A-A3D7-5EC73A67AE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50050" y="2840038"/>
                <a:ext cx="57150" cy="77788"/>
              </a:xfrm>
              <a:custGeom>
                <a:avLst/>
                <a:gdLst>
                  <a:gd name="T0" fmla="*/ 36 w 36"/>
                  <a:gd name="T1" fmla="*/ 10 h 49"/>
                  <a:gd name="T2" fmla="*/ 36 w 36"/>
                  <a:gd name="T3" fmla="*/ 0 h 49"/>
                  <a:gd name="T4" fmla="*/ 0 w 36"/>
                  <a:gd name="T5" fmla="*/ 0 h 49"/>
                  <a:gd name="T6" fmla="*/ 0 w 36"/>
                  <a:gd name="T7" fmla="*/ 49 h 49"/>
                  <a:gd name="T8" fmla="*/ 36 w 36"/>
                  <a:gd name="T9" fmla="*/ 49 h 49"/>
                  <a:gd name="T10" fmla="*/ 36 w 36"/>
                  <a:gd name="T11" fmla="*/ 40 h 49"/>
                  <a:gd name="T12" fmla="*/ 11 w 36"/>
                  <a:gd name="T13" fmla="*/ 40 h 49"/>
                  <a:gd name="T14" fmla="*/ 11 w 36"/>
                  <a:gd name="T15" fmla="*/ 29 h 49"/>
                  <a:gd name="T16" fmla="*/ 30 w 36"/>
                  <a:gd name="T17" fmla="*/ 29 h 49"/>
                  <a:gd name="T18" fmla="*/ 30 w 36"/>
                  <a:gd name="T19" fmla="*/ 19 h 49"/>
                  <a:gd name="T20" fmla="*/ 11 w 36"/>
                  <a:gd name="T21" fmla="*/ 19 h 49"/>
                  <a:gd name="T22" fmla="*/ 11 w 36"/>
                  <a:gd name="T23" fmla="*/ 10 h 49"/>
                  <a:gd name="T24" fmla="*/ 36 w 36"/>
                  <a:gd name="T25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" h="49">
                    <a:moveTo>
                      <a:pt x="36" y="10"/>
                    </a:moveTo>
                    <a:lnTo>
                      <a:pt x="36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6" y="49"/>
                    </a:lnTo>
                    <a:lnTo>
                      <a:pt x="36" y="40"/>
                    </a:lnTo>
                    <a:lnTo>
                      <a:pt x="11" y="40"/>
                    </a:lnTo>
                    <a:lnTo>
                      <a:pt x="11" y="29"/>
                    </a:lnTo>
                    <a:lnTo>
                      <a:pt x="30" y="29"/>
                    </a:lnTo>
                    <a:lnTo>
                      <a:pt x="30" y="19"/>
                    </a:lnTo>
                    <a:lnTo>
                      <a:pt x="11" y="19"/>
                    </a:lnTo>
                    <a:lnTo>
                      <a:pt x="11" y="10"/>
                    </a:lnTo>
                    <a:lnTo>
                      <a:pt x="36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1" name="Freeform 13">
                <a:extLst>
                  <a:ext uri="{FF2B5EF4-FFF2-40B4-BE49-F238E27FC236}">
                    <a16:creationId xmlns:a16="http://schemas.microsoft.com/office/drawing/2014/main" id="{E2D04B9C-8C21-492D-8B72-349703DFE02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816725" y="2840038"/>
                <a:ext cx="65088" cy="77788"/>
              </a:xfrm>
              <a:custGeom>
                <a:avLst/>
                <a:gdLst>
                  <a:gd name="T0" fmla="*/ 8 w 30"/>
                  <a:gd name="T1" fmla="*/ 22 h 36"/>
                  <a:gd name="T2" fmla="*/ 15 w 30"/>
                  <a:gd name="T3" fmla="*/ 22 h 36"/>
                  <a:gd name="T4" fmla="*/ 20 w 30"/>
                  <a:gd name="T5" fmla="*/ 36 h 36"/>
                  <a:gd name="T6" fmla="*/ 30 w 30"/>
                  <a:gd name="T7" fmla="*/ 36 h 36"/>
                  <a:gd name="T8" fmla="*/ 23 w 30"/>
                  <a:gd name="T9" fmla="*/ 20 h 36"/>
                  <a:gd name="T10" fmla="*/ 26 w 30"/>
                  <a:gd name="T11" fmla="*/ 18 h 36"/>
                  <a:gd name="T12" fmla="*/ 29 w 30"/>
                  <a:gd name="T13" fmla="*/ 11 h 36"/>
                  <a:gd name="T14" fmla="*/ 25 w 30"/>
                  <a:gd name="T15" fmla="*/ 2 h 36"/>
                  <a:gd name="T16" fmla="*/ 16 w 30"/>
                  <a:gd name="T17" fmla="*/ 0 h 36"/>
                  <a:gd name="T18" fmla="*/ 0 w 30"/>
                  <a:gd name="T19" fmla="*/ 0 h 36"/>
                  <a:gd name="T20" fmla="*/ 0 w 30"/>
                  <a:gd name="T21" fmla="*/ 36 h 36"/>
                  <a:gd name="T22" fmla="*/ 8 w 30"/>
                  <a:gd name="T23" fmla="*/ 36 h 36"/>
                  <a:gd name="T24" fmla="*/ 8 w 30"/>
                  <a:gd name="T25" fmla="*/ 22 h 36"/>
                  <a:gd name="T26" fmla="*/ 8 w 30"/>
                  <a:gd name="T27" fmla="*/ 6 h 36"/>
                  <a:gd name="T28" fmla="*/ 13 w 30"/>
                  <a:gd name="T29" fmla="*/ 6 h 36"/>
                  <a:gd name="T30" fmla="*/ 19 w 30"/>
                  <a:gd name="T31" fmla="*/ 7 h 36"/>
                  <a:gd name="T32" fmla="*/ 20 w 30"/>
                  <a:gd name="T33" fmla="*/ 11 h 36"/>
                  <a:gd name="T34" fmla="*/ 18 w 30"/>
                  <a:gd name="T35" fmla="*/ 15 h 36"/>
                  <a:gd name="T36" fmla="*/ 14 w 30"/>
                  <a:gd name="T37" fmla="*/ 16 h 36"/>
                  <a:gd name="T38" fmla="*/ 8 w 30"/>
                  <a:gd name="T39" fmla="*/ 16 h 36"/>
                  <a:gd name="T40" fmla="*/ 8 w 30"/>
                  <a:gd name="T41" fmla="*/ 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" h="36">
                    <a:moveTo>
                      <a:pt x="8" y="22"/>
                    </a:moveTo>
                    <a:cubicBezTo>
                      <a:pt x="15" y="22"/>
                      <a:pt x="15" y="22"/>
                      <a:pt x="15" y="22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30" y="36"/>
                      <a:pt x="30" y="36"/>
                      <a:pt x="30" y="36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5" y="19"/>
                      <a:pt x="25" y="19"/>
                      <a:pt x="26" y="18"/>
                    </a:cubicBezTo>
                    <a:cubicBezTo>
                      <a:pt x="28" y="16"/>
                      <a:pt x="29" y="14"/>
                      <a:pt x="29" y="11"/>
                    </a:cubicBezTo>
                    <a:cubicBezTo>
                      <a:pt x="29" y="8"/>
                      <a:pt x="28" y="4"/>
                      <a:pt x="25" y="2"/>
                    </a:cubicBezTo>
                    <a:cubicBezTo>
                      <a:pt x="23" y="1"/>
                      <a:pt x="21" y="0"/>
                      <a:pt x="16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8" y="36"/>
                      <a:pt x="8" y="36"/>
                      <a:pt x="8" y="36"/>
                    </a:cubicBezTo>
                    <a:lnTo>
                      <a:pt x="8" y="22"/>
                    </a:lnTo>
                    <a:close/>
                    <a:moveTo>
                      <a:pt x="8" y="6"/>
                    </a:moveTo>
                    <a:cubicBezTo>
                      <a:pt x="13" y="6"/>
                      <a:pt x="13" y="6"/>
                      <a:pt x="13" y="6"/>
                    </a:cubicBezTo>
                    <a:cubicBezTo>
                      <a:pt x="17" y="6"/>
                      <a:pt x="18" y="6"/>
                      <a:pt x="19" y="7"/>
                    </a:cubicBezTo>
                    <a:cubicBezTo>
                      <a:pt x="20" y="8"/>
                      <a:pt x="20" y="10"/>
                      <a:pt x="20" y="11"/>
                    </a:cubicBezTo>
                    <a:cubicBezTo>
                      <a:pt x="20" y="12"/>
                      <a:pt x="19" y="14"/>
                      <a:pt x="18" y="15"/>
                    </a:cubicBezTo>
                    <a:cubicBezTo>
                      <a:pt x="17" y="16"/>
                      <a:pt x="17" y="16"/>
                      <a:pt x="14" y="16"/>
                    </a:cubicBezTo>
                    <a:cubicBezTo>
                      <a:pt x="8" y="16"/>
                      <a:pt x="8" y="16"/>
                      <a:pt x="8" y="16"/>
                    </a:cubicBezTo>
                    <a:lnTo>
                      <a:pt x="8" y="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" name="Freeform 14">
                <a:extLst>
                  <a:ext uri="{FF2B5EF4-FFF2-40B4-BE49-F238E27FC236}">
                    <a16:creationId xmlns:a16="http://schemas.microsoft.com/office/drawing/2014/main" id="{DBD0D204-18FA-48AC-9F15-1B17807F63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86575" y="2838450"/>
                <a:ext cx="65088" cy="82550"/>
              </a:xfrm>
              <a:custGeom>
                <a:avLst/>
                <a:gdLst>
                  <a:gd name="T0" fmla="*/ 29 w 30"/>
                  <a:gd name="T1" fmla="*/ 9 h 38"/>
                  <a:gd name="T2" fmla="*/ 25 w 30"/>
                  <a:gd name="T3" fmla="*/ 3 h 38"/>
                  <a:gd name="T4" fmla="*/ 15 w 30"/>
                  <a:gd name="T5" fmla="*/ 0 h 38"/>
                  <a:gd name="T6" fmla="*/ 6 w 30"/>
                  <a:gd name="T7" fmla="*/ 3 h 38"/>
                  <a:gd name="T8" fmla="*/ 2 w 30"/>
                  <a:gd name="T9" fmla="*/ 12 h 38"/>
                  <a:gd name="T10" fmla="*/ 6 w 30"/>
                  <a:gd name="T11" fmla="*/ 20 h 38"/>
                  <a:gd name="T12" fmla="*/ 15 w 30"/>
                  <a:gd name="T13" fmla="*/ 23 h 38"/>
                  <a:gd name="T14" fmla="*/ 21 w 30"/>
                  <a:gd name="T15" fmla="*/ 27 h 38"/>
                  <a:gd name="T16" fmla="*/ 15 w 30"/>
                  <a:gd name="T17" fmla="*/ 31 h 38"/>
                  <a:gd name="T18" fmla="*/ 8 w 30"/>
                  <a:gd name="T19" fmla="*/ 26 h 38"/>
                  <a:gd name="T20" fmla="*/ 0 w 30"/>
                  <a:gd name="T21" fmla="*/ 28 h 38"/>
                  <a:gd name="T22" fmla="*/ 4 w 30"/>
                  <a:gd name="T23" fmla="*/ 35 h 38"/>
                  <a:gd name="T24" fmla="*/ 15 w 30"/>
                  <a:gd name="T25" fmla="*/ 38 h 38"/>
                  <a:gd name="T26" fmla="*/ 25 w 30"/>
                  <a:gd name="T27" fmla="*/ 36 h 38"/>
                  <a:gd name="T28" fmla="*/ 30 w 30"/>
                  <a:gd name="T29" fmla="*/ 26 h 38"/>
                  <a:gd name="T30" fmla="*/ 25 w 30"/>
                  <a:gd name="T31" fmla="*/ 17 h 38"/>
                  <a:gd name="T32" fmla="*/ 16 w 30"/>
                  <a:gd name="T33" fmla="*/ 14 h 38"/>
                  <a:gd name="T34" fmla="*/ 10 w 30"/>
                  <a:gd name="T35" fmla="*/ 10 h 38"/>
                  <a:gd name="T36" fmla="*/ 15 w 30"/>
                  <a:gd name="T37" fmla="*/ 7 h 38"/>
                  <a:gd name="T38" fmla="*/ 22 w 30"/>
                  <a:gd name="T39" fmla="*/ 11 h 38"/>
                  <a:gd name="T40" fmla="*/ 29 w 30"/>
                  <a:gd name="T41" fmla="*/ 9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" h="38">
                    <a:moveTo>
                      <a:pt x="29" y="9"/>
                    </a:moveTo>
                    <a:cubicBezTo>
                      <a:pt x="28" y="6"/>
                      <a:pt x="27" y="5"/>
                      <a:pt x="25" y="3"/>
                    </a:cubicBezTo>
                    <a:cubicBezTo>
                      <a:pt x="22" y="1"/>
                      <a:pt x="19" y="0"/>
                      <a:pt x="15" y="0"/>
                    </a:cubicBezTo>
                    <a:cubicBezTo>
                      <a:pt x="11" y="0"/>
                      <a:pt x="8" y="1"/>
                      <a:pt x="6" y="3"/>
                    </a:cubicBezTo>
                    <a:cubicBezTo>
                      <a:pt x="3" y="6"/>
                      <a:pt x="2" y="9"/>
                      <a:pt x="2" y="12"/>
                    </a:cubicBezTo>
                    <a:cubicBezTo>
                      <a:pt x="2" y="16"/>
                      <a:pt x="4" y="19"/>
                      <a:pt x="6" y="20"/>
                    </a:cubicBezTo>
                    <a:cubicBezTo>
                      <a:pt x="8" y="21"/>
                      <a:pt x="11" y="22"/>
                      <a:pt x="15" y="23"/>
                    </a:cubicBezTo>
                    <a:cubicBezTo>
                      <a:pt x="20" y="24"/>
                      <a:pt x="21" y="25"/>
                      <a:pt x="21" y="27"/>
                    </a:cubicBezTo>
                    <a:cubicBezTo>
                      <a:pt x="21" y="30"/>
                      <a:pt x="19" y="31"/>
                      <a:pt x="15" y="31"/>
                    </a:cubicBezTo>
                    <a:cubicBezTo>
                      <a:pt x="11" y="31"/>
                      <a:pt x="9" y="30"/>
                      <a:pt x="8" y="26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1" y="31"/>
                      <a:pt x="2" y="33"/>
                      <a:pt x="4" y="35"/>
                    </a:cubicBezTo>
                    <a:cubicBezTo>
                      <a:pt x="7" y="37"/>
                      <a:pt x="11" y="38"/>
                      <a:pt x="15" y="38"/>
                    </a:cubicBezTo>
                    <a:cubicBezTo>
                      <a:pt x="19" y="38"/>
                      <a:pt x="22" y="37"/>
                      <a:pt x="25" y="36"/>
                    </a:cubicBezTo>
                    <a:cubicBezTo>
                      <a:pt x="28" y="33"/>
                      <a:pt x="30" y="30"/>
                      <a:pt x="30" y="26"/>
                    </a:cubicBezTo>
                    <a:cubicBezTo>
                      <a:pt x="30" y="22"/>
                      <a:pt x="28" y="19"/>
                      <a:pt x="25" y="17"/>
                    </a:cubicBezTo>
                    <a:cubicBezTo>
                      <a:pt x="24" y="16"/>
                      <a:pt x="21" y="15"/>
                      <a:pt x="16" y="14"/>
                    </a:cubicBezTo>
                    <a:cubicBezTo>
                      <a:pt x="12" y="13"/>
                      <a:pt x="10" y="12"/>
                      <a:pt x="10" y="10"/>
                    </a:cubicBezTo>
                    <a:cubicBezTo>
                      <a:pt x="10" y="8"/>
                      <a:pt x="12" y="7"/>
                      <a:pt x="15" y="7"/>
                    </a:cubicBezTo>
                    <a:cubicBezTo>
                      <a:pt x="19" y="7"/>
                      <a:pt x="20" y="8"/>
                      <a:pt x="22" y="11"/>
                    </a:cubicBezTo>
                    <a:lnTo>
                      <a:pt x="29" y="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" name="Rectangle 15">
                <a:extLst>
                  <a:ext uri="{FF2B5EF4-FFF2-40B4-BE49-F238E27FC236}">
                    <a16:creationId xmlns:a16="http://schemas.microsoft.com/office/drawing/2014/main" id="{48BB0663-10C4-45D6-912B-BE33D011AC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64363" y="2840038"/>
                <a:ext cx="17463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4" name="Freeform 16">
                <a:extLst>
                  <a:ext uri="{FF2B5EF4-FFF2-40B4-BE49-F238E27FC236}">
                    <a16:creationId xmlns:a16="http://schemas.microsoft.com/office/drawing/2014/main" id="{B28D2408-4EEE-4C83-ADBE-3D4A72B9861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97700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6 w 30"/>
                  <a:gd name="T7" fmla="*/ 31 h 36"/>
                  <a:gd name="T8" fmla="*/ 30 w 30"/>
                  <a:gd name="T9" fmla="*/ 18 h 36"/>
                  <a:gd name="T10" fmla="*/ 26 w 30"/>
                  <a:gd name="T11" fmla="*/ 5 h 36"/>
                  <a:gd name="T12" fmla="*/ 11 w 30"/>
                  <a:gd name="T13" fmla="*/ 0 h 36"/>
                  <a:gd name="T14" fmla="*/ 0 w 30"/>
                  <a:gd name="T15" fmla="*/ 0 h 36"/>
                  <a:gd name="T16" fmla="*/ 9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1 w 30"/>
                  <a:gd name="T23" fmla="*/ 18 h 36"/>
                  <a:gd name="T24" fmla="*/ 19 w 30"/>
                  <a:gd name="T25" fmla="*/ 27 h 36"/>
                  <a:gd name="T26" fmla="*/ 12 w 30"/>
                  <a:gd name="T27" fmla="*/ 30 h 36"/>
                  <a:gd name="T28" fmla="*/ 9 w 30"/>
                  <a:gd name="T29" fmla="*/ 30 h 36"/>
                  <a:gd name="T30" fmla="*/ 9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3" y="35"/>
                      <a:pt x="26" y="31"/>
                    </a:cubicBezTo>
                    <a:cubicBezTo>
                      <a:pt x="29" y="28"/>
                      <a:pt x="30" y="23"/>
                      <a:pt x="30" y="18"/>
                    </a:cubicBezTo>
                    <a:cubicBezTo>
                      <a:pt x="30" y="13"/>
                      <a:pt x="29" y="8"/>
                      <a:pt x="26" y="5"/>
                    </a:cubicBezTo>
                    <a:cubicBezTo>
                      <a:pt x="22" y="1"/>
                      <a:pt x="18" y="0"/>
                      <a:pt x="11" y="0"/>
                    </a:cubicBezTo>
                    <a:lnTo>
                      <a:pt x="0" y="0"/>
                    </a:lnTo>
                    <a:close/>
                    <a:moveTo>
                      <a:pt x="9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0" y="12"/>
                      <a:pt x="21" y="15"/>
                      <a:pt x="21" y="18"/>
                    </a:cubicBezTo>
                    <a:cubicBezTo>
                      <a:pt x="21" y="21"/>
                      <a:pt x="20" y="24"/>
                      <a:pt x="19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5" name="Freeform 17">
                <a:extLst>
                  <a:ext uri="{FF2B5EF4-FFF2-40B4-BE49-F238E27FC236}">
                    <a16:creationId xmlns:a16="http://schemas.microsoft.com/office/drawing/2014/main" id="{31C7D52E-07E4-4314-A0B8-4CA66ECA5DB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65963" y="2840038"/>
                <a:ext cx="71438" cy="77788"/>
              </a:xfrm>
              <a:custGeom>
                <a:avLst/>
                <a:gdLst>
                  <a:gd name="T0" fmla="*/ 30 w 45"/>
                  <a:gd name="T1" fmla="*/ 0 h 49"/>
                  <a:gd name="T2" fmla="*/ 17 w 45"/>
                  <a:gd name="T3" fmla="*/ 0 h 49"/>
                  <a:gd name="T4" fmla="*/ 0 w 45"/>
                  <a:gd name="T5" fmla="*/ 49 h 49"/>
                  <a:gd name="T6" fmla="*/ 11 w 45"/>
                  <a:gd name="T7" fmla="*/ 49 h 49"/>
                  <a:gd name="T8" fmla="*/ 14 w 45"/>
                  <a:gd name="T9" fmla="*/ 40 h 49"/>
                  <a:gd name="T10" fmla="*/ 30 w 45"/>
                  <a:gd name="T11" fmla="*/ 40 h 49"/>
                  <a:gd name="T12" fmla="*/ 33 w 45"/>
                  <a:gd name="T13" fmla="*/ 49 h 49"/>
                  <a:gd name="T14" fmla="*/ 45 w 45"/>
                  <a:gd name="T15" fmla="*/ 49 h 49"/>
                  <a:gd name="T16" fmla="*/ 30 w 45"/>
                  <a:gd name="T17" fmla="*/ 0 h 49"/>
                  <a:gd name="T18" fmla="*/ 17 w 45"/>
                  <a:gd name="T19" fmla="*/ 30 h 49"/>
                  <a:gd name="T20" fmla="*/ 22 w 45"/>
                  <a:gd name="T21" fmla="*/ 12 h 49"/>
                  <a:gd name="T22" fmla="*/ 28 w 45"/>
                  <a:gd name="T23" fmla="*/ 30 h 49"/>
                  <a:gd name="T24" fmla="*/ 17 w 45"/>
                  <a:gd name="T25" fmla="*/ 3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" h="49">
                    <a:moveTo>
                      <a:pt x="30" y="0"/>
                    </a:moveTo>
                    <a:lnTo>
                      <a:pt x="17" y="0"/>
                    </a:lnTo>
                    <a:lnTo>
                      <a:pt x="0" y="49"/>
                    </a:lnTo>
                    <a:lnTo>
                      <a:pt x="11" y="49"/>
                    </a:lnTo>
                    <a:lnTo>
                      <a:pt x="14" y="40"/>
                    </a:lnTo>
                    <a:lnTo>
                      <a:pt x="30" y="40"/>
                    </a:lnTo>
                    <a:lnTo>
                      <a:pt x="33" y="49"/>
                    </a:lnTo>
                    <a:lnTo>
                      <a:pt x="45" y="49"/>
                    </a:lnTo>
                    <a:lnTo>
                      <a:pt x="30" y="0"/>
                    </a:lnTo>
                    <a:close/>
                    <a:moveTo>
                      <a:pt x="17" y="30"/>
                    </a:moveTo>
                    <a:lnTo>
                      <a:pt x="22" y="12"/>
                    </a:lnTo>
                    <a:lnTo>
                      <a:pt x="28" y="30"/>
                    </a:lnTo>
                    <a:lnTo>
                      <a:pt x="17" y="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6" name="Freeform 18">
                <a:extLst>
                  <a:ext uri="{FF2B5EF4-FFF2-40B4-BE49-F238E27FC236}">
                    <a16:creationId xmlns:a16="http://schemas.microsoft.com/office/drawing/2014/main" id="{6D787CB0-73F5-4DFB-AD79-ECC561AAE44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146925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5 w 30"/>
                  <a:gd name="T7" fmla="*/ 31 h 36"/>
                  <a:gd name="T8" fmla="*/ 30 w 30"/>
                  <a:gd name="T9" fmla="*/ 18 h 36"/>
                  <a:gd name="T10" fmla="*/ 25 w 30"/>
                  <a:gd name="T11" fmla="*/ 5 h 36"/>
                  <a:gd name="T12" fmla="*/ 11 w 30"/>
                  <a:gd name="T13" fmla="*/ 0 h 36"/>
                  <a:gd name="T14" fmla="*/ 0 w 30"/>
                  <a:gd name="T15" fmla="*/ 0 h 36"/>
                  <a:gd name="T16" fmla="*/ 8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1 w 30"/>
                  <a:gd name="T23" fmla="*/ 18 h 36"/>
                  <a:gd name="T24" fmla="*/ 18 w 30"/>
                  <a:gd name="T25" fmla="*/ 27 h 36"/>
                  <a:gd name="T26" fmla="*/ 12 w 30"/>
                  <a:gd name="T27" fmla="*/ 30 h 36"/>
                  <a:gd name="T28" fmla="*/ 8 w 30"/>
                  <a:gd name="T29" fmla="*/ 30 h 36"/>
                  <a:gd name="T30" fmla="*/ 8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2" y="35"/>
                      <a:pt x="25" y="31"/>
                    </a:cubicBezTo>
                    <a:cubicBezTo>
                      <a:pt x="28" y="28"/>
                      <a:pt x="30" y="23"/>
                      <a:pt x="30" y="18"/>
                    </a:cubicBezTo>
                    <a:cubicBezTo>
                      <a:pt x="30" y="13"/>
                      <a:pt x="28" y="8"/>
                      <a:pt x="25" y="5"/>
                    </a:cubicBezTo>
                    <a:cubicBezTo>
                      <a:pt x="22" y="1"/>
                      <a:pt x="18" y="0"/>
                      <a:pt x="11" y="0"/>
                    </a:cubicBezTo>
                    <a:lnTo>
                      <a:pt x="0" y="0"/>
                    </a:lnTo>
                    <a:close/>
                    <a:moveTo>
                      <a:pt x="8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0" y="12"/>
                      <a:pt x="21" y="15"/>
                      <a:pt x="21" y="18"/>
                    </a:cubicBezTo>
                    <a:cubicBezTo>
                      <a:pt x="21" y="21"/>
                      <a:pt x="20" y="24"/>
                      <a:pt x="18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8" y="30"/>
                      <a:pt x="8" y="30"/>
                      <a:pt x="8" y="30"/>
                    </a:cubicBezTo>
                    <a:lnTo>
                      <a:pt x="8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" name="Freeform 19">
                <a:extLst>
                  <a:ext uri="{FF2B5EF4-FFF2-40B4-BE49-F238E27FC236}">
                    <a16:creationId xmlns:a16="http://schemas.microsoft.com/office/drawing/2014/main" id="{73FD8662-F547-4290-8A3C-5C067AB2792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246938" y="2840038"/>
                <a:ext cx="68263" cy="77788"/>
              </a:xfrm>
              <a:custGeom>
                <a:avLst/>
                <a:gdLst>
                  <a:gd name="T0" fmla="*/ 28 w 43"/>
                  <a:gd name="T1" fmla="*/ 0 h 49"/>
                  <a:gd name="T2" fmla="*/ 15 w 43"/>
                  <a:gd name="T3" fmla="*/ 0 h 49"/>
                  <a:gd name="T4" fmla="*/ 0 w 43"/>
                  <a:gd name="T5" fmla="*/ 49 h 49"/>
                  <a:gd name="T6" fmla="*/ 9 w 43"/>
                  <a:gd name="T7" fmla="*/ 49 h 49"/>
                  <a:gd name="T8" fmla="*/ 12 w 43"/>
                  <a:gd name="T9" fmla="*/ 40 h 49"/>
                  <a:gd name="T10" fmla="*/ 28 w 43"/>
                  <a:gd name="T11" fmla="*/ 40 h 49"/>
                  <a:gd name="T12" fmla="*/ 31 w 43"/>
                  <a:gd name="T13" fmla="*/ 49 h 49"/>
                  <a:gd name="T14" fmla="*/ 43 w 43"/>
                  <a:gd name="T15" fmla="*/ 49 h 49"/>
                  <a:gd name="T16" fmla="*/ 28 w 43"/>
                  <a:gd name="T17" fmla="*/ 0 h 49"/>
                  <a:gd name="T18" fmla="*/ 15 w 43"/>
                  <a:gd name="T19" fmla="*/ 30 h 49"/>
                  <a:gd name="T20" fmla="*/ 20 w 43"/>
                  <a:gd name="T21" fmla="*/ 12 h 49"/>
                  <a:gd name="T22" fmla="*/ 25 w 43"/>
                  <a:gd name="T23" fmla="*/ 30 h 49"/>
                  <a:gd name="T24" fmla="*/ 15 w 43"/>
                  <a:gd name="T25" fmla="*/ 3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3" h="49">
                    <a:moveTo>
                      <a:pt x="28" y="0"/>
                    </a:moveTo>
                    <a:lnTo>
                      <a:pt x="15" y="0"/>
                    </a:lnTo>
                    <a:lnTo>
                      <a:pt x="0" y="49"/>
                    </a:lnTo>
                    <a:lnTo>
                      <a:pt x="9" y="49"/>
                    </a:lnTo>
                    <a:lnTo>
                      <a:pt x="12" y="40"/>
                    </a:lnTo>
                    <a:lnTo>
                      <a:pt x="28" y="40"/>
                    </a:lnTo>
                    <a:lnTo>
                      <a:pt x="31" y="49"/>
                    </a:lnTo>
                    <a:lnTo>
                      <a:pt x="43" y="49"/>
                    </a:lnTo>
                    <a:lnTo>
                      <a:pt x="28" y="0"/>
                    </a:lnTo>
                    <a:close/>
                    <a:moveTo>
                      <a:pt x="15" y="30"/>
                    </a:moveTo>
                    <a:lnTo>
                      <a:pt x="20" y="12"/>
                    </a:lnTo>
                    <a:lnTo>
                      <a:pt x="25" y="30"/>
                    </a:lnTo>
                    <a:lnTo>
                      <a:pt x="15" y="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8" name="Freeform 20">
                <a:extLst>
                  <a:ext uri="{FF2B5EF4-FFF2-40B4-BE49-F238E27FC236}">
                    <a16:creationId xmlns:a16="http://schemas.microsoft.com/office/drawing/2014/main" id="{484DFFA0-7F13-4C12-82D4-9AA17E5FCCB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24725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6 w 30"/>
                  <a:gd name="T7" fmla="*/ 31 h 36"/>
                  <a:gd name="T8" fmla="*/ 30 w 30"/>
                  <a:gd name="T9" fmla="*/ 18 h 36"/>
                  <a:gd name="T10" fmla="*/ 26 w 30"/>
                  <a:gd name="T11" fmla="*/ 5 h 36"/>
                  <a:gd name="T12" fmla="*/ 12 w 30"/>
                  <a:gd name="T13" fmla="*/ 0 h 36"/>
                  <a:gd name="T14" fmla="*/ 0 w 30"/>
                  <a:gd name="T15" fmla="*/ 0 h 36"/>
                  <a:gd name="T16" fmla="*/ 9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2 w 30"/>
                  <a:gd name="T23" fmla="*/ 18 h 36"/>
                  <a:gd name="T24" fmla="*/ 19 w 30"/>
                  <a:gd name="T25" fmla="*/ 27 h 36"/>
                  <a:gd name="T26" fmla="*/ 12 w 30"/>
                  <a:gd name="T27" fmla="*/ 30 h 36"/>
                  <a:gd name="T28" fmla="*/ 9 w 30"/>
                  <a:gd name="T29" fmla="*/ 30 h 36"/>
                  <a:gd name="T30" fmla="*/ 9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3" y="35"/>
                      <a:pt x="26" y="31"/>
                    </a:cubicBezTo>
                    <a:cubicBezTo>
                      <a:pt x="29" y="28"/>
                      <a:pt x="30" y="23"/>
                      <a:pt x="30" y="18"/>
                    </a:cubicBezTo>
                    <a:cubicBezTo>
                      <a:pt x="30" y="13"/>
                      <a:pt x="29" y="8"/>
                      <a:pt x="26" y="5"/>
                    </a:cubicBezTo>
                    <a:cubicBezTo>
                      <a:pt x="22" y="1"/>
                      <a:pt x="19" y="0"/>
                      <a:pt x="12" y="0"/>
                    </a:cubicBezTo>
                    <a:lnTo>
                      <a:pt x="0" y="0"/>
                    </a:lnTo>
                    <a:close/>
                    <a:moveTo>
                      <a:pt x="9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1" y="12"/>
                      <a:pt x="22" y="15"/>
                      <a:pt x="22" y="18"/>
                    </a:cubicBezTo>
                    <a:cubicBezTo>
                      <a:pt x="22" y="21"/>
                      <a:pt x="21" y="24"/>
                      <a:pt x="19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9" name="Freeform 21">
                <a:extLst>
                  <a:ext uri="{FF2B5EF4-FFF2-40B4-BE49-F238E27FC236}">
                    <a16:creationId xmlns:a16="http://schemas.microsoft.com/office/drawing/2014/main" id="{B9DD2D4B-05A6-4261-868B-9FBCDA8CB83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97750" y="2838450"/>
                <a:ext cx="66675" cy="82550"/>
              </a:xfrm>
              <a:custGeom>
                <a:avLst/>
                <a:gdLst>
                  <a:gd name="T0" fmla="*/ 16 w 31"/>
                  <a:gd name="T1" fmla="*/ 0 h 38"/>
                  <a:gd name="T2" fmla="*/ 4 w 31"/>
                  <a:gd name="T3" fmla="*/ 6 h 38"/>
                  <a:gd name="T4" fmla="*/ 0 w 31"/>
                  <a:gd name="T5" fmla="*/ 19 h 38"/>
                  <a:gd name="T6" fmla="*/ 4 w 31"/>
                  <a:gd name="T7" fmla="*/ 33 h 38"/>
                  <a:gd name="T8" fmla="*/ 15 w 31"/>
                  <a:gd name="T9" fmla="*/ 38 h 38"/>
                  <a:gd name="T10" fmla="*/ 27 w 31"/>
                  <a:gd name="T11" fmla="*/ 33 h 38"/>
                  <a:gd name="T12" fmla="*/ 31 w 31"/>
                  <a:gd name="T13" fmla="*/ 19 h 38"/>
                  <a:gd name="T14" fmla="*/ 27 w 31"/>
                  <a:gd name="T15" fmla="*/ 6 h 38"/>
                  <a:gd name="T16" fmla="*/ 16 w 31"/>
                  <a:gd name="T17" fmla="*/ 0 h 38"/>
                  <a:gd name="T18" fmla="*/ 16 w 31"/>
                  <a:gd name="T19" fmla="*/ 7 h 38"/>
                  <a:gd name="T20" fmla="*/ 21 w 31"/>
                  <a:gd name="T21" fmla="*/ 10 h 38"/>
                  <a:gd name="T22" fmla="*/ 22 w 31"/>
                  <a:gd name="T23" fmla="*/ 19 h 38"/>
                  <a:gd name="T24" fmla="*/ 16 w 31"/>
                  <a:gd name="T25" fmla="*/ 31 h 38"/>
                  <a:gd name="T26" fmla="*/ 9 w 31"/>
                  <a:gd name="T27" fmla="*/ 19 h 38"/>
                  <a:gd name="T28" fmla="*/ 16 w 31"/>
                  <a:gd name="T29" fmla="*/ 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1" h="38">
                    <a:moveTo>
                      <a:pt x="16" y="0"/>
                    </a:moveTo>
                    <a:cubicBezTo>
                      <a:pt x="11" y="0"/>
                      <a:pt x="7" y="2"/>
                      <a:pt x="4" y="6"/>
                    </a:cubicBezTo>
                    <a:cubicBezTo>
                      <a:pt x="2" y="9"/>
                      <a:pt x="0" y="14"/>
                      <a:pt x="0" y="19"/>
                    </a:cubicBezTo>
                    <a:cubicBezTo>
                      <a:pt x="0" y="24"/>
                      <a:pt x="2" y="29"/>
                      <a:pt x="4" y="33"/>
                    </a:cubicBezTo>
                    <a:cubicBezTo>
                      <a:pt x="7" y="36"/>
                      <a:pt x="11" y="38"/>
                      <a:pt x="15" y="38"/>
                    </a:cubicBezTo>
                    <a:cubicBezTo>
                      <a:pt x="20" y="38"/>
                      <a:pt x="25" y="36"/>
                      <a:pt x="27" y="33"/>
                    </a:cubicBezTo>
                    <a:cubicBezTo>
                      <a:pt x="30" y="29"/>
                      <a:pt x="31" y="24"/>
                      <a:pt x="31" y="19"/>
                    </a:cubicBezTo>
                    <a:cubicBezTo>
                      <a:pt x="31" y="14"/>
                      <a:pt x="30" y="9"/>
                      <a:pt x="27" y="6"/>
                    </a:cubicBezTo>
                    <a:cubicBezTo>
                      <a:pt x="25" y="2"/>
                      <a:pt x="21" y="0"/>
                      <a:pt x="16" y="0"/>
                    </a:cubicBezTo>
                    <a:moveTo>
                      <a:pt x="16" y="7"/>
                    </a:moveTo>
                    <a:cubicBezTo>
                      <a:pt x="18" y="7"/>
                      <a:pt x="20" y="8"/>
                      <a:pt x="21" y="10"/>
                    </a:cubicBezTo>
                    <a:cubicBezTo>
                      <a:pt x="22" y="12"/>
                      <a:pt x="22" y="15"/>
                      <a:pt x="22" y="19"/>
                    </a:cubicBezTo>
                    <a:cubicBezTo>
                      <a:pt x="22" y="27"/>
                      <a:pt x="20" y="31"/>
                      <a:pt x="16" y="31"/>
                    </a:cubicBezTo>
                    <a:cubicBezTo>
                      <a:pt x="11" y="31"/>
                      <a:pt x="9" y="27"/>
                      <a:pt x="9" y="19"/>
                    </a:cubicBezTo>
                    <a:cubicBezTo>
                      <a:pt x="9" y="11"/>
                      <a:pt x="11" y="7"/>
                      <a:pt x="16" y="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0" name="Freeform 22">
                <a:extLst>
                  <a:ext uri="{FF2B5EF4-FFF2-40B4-BE49-F238E27FC236}">
                    <a16:creationId xmlns:a16="http://schemas.microsoft.com/office/drawing/2014/main" id="{D74FEA35-DE1B-4CB3-8CF0-28ABD4FF88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78713" y="2840038"/>
                <a:ext cx="49213" cy="77788"/>
              </a:xfrm>
              <a:custGeom>
                <a:avLst/>
                <a:gdLst>
                  <a:gd name="T0" fmla="*/ 10 w 31"/>
                  <a:gd name="T1" fmla="*/ 40 h 49"/>
                  <a:gd name="T2" fmla="*/ 10 w 31"/>
                  <a:gd name="T3" fmla="*/ 0 h 49"/>
                  <a:gd name="T4" fmla="*/ 0 w 31"/>
                  <a:gd name="T5" fmla="*/ 0 h 49"/>
                  <a:gd name="T6" fmla="*/ 0 w 31"/>
                  <a:gd name="T7" fmla="*/ 49 h 49"/>
                  <a:gd name="T8" fmla="*/ 31 w 31"/>
                  <a:gd name="T9" fmla="*/ 49 h 49"/>
                  <a:gd name="T10" fmla="*/ 31 w 31"/>
                  <a:gd name="T11" fmla="*/ 40 h 49"/>
                  <a:gd name="T12" fmla="*/ 10 w 31"/>
                  <a:gd name="T13" fmla="*/ 4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1" h="49">
                    <a:moveTo>
                      <a:pt x="10" y="40"/>
                    </a:moveTo>
                    <a:lnTo>
                      <a:pt x="10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1" y="49"/>
                    </a:lnTo>
                    <a:lnTo>
                      <a:pt x="31" y="40"/>
                    </a:lnTo>
                    <a:lnTo>
                      <a:pt x="10" y="4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" name="Freeform 23">
                <a:extLst>
                  <a:ext uri="{FF2B5EF4-FFF2-40B4-BE49-F238E27FC236}">
                    <a16:creationId xmlns:a16="http://schemas.microsoft.com/office/drawing/2014/main" id="{87B5FFC7-045A-4A0A-A362-C5A1F307D2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35863" y="2840038"/>
                <a:ext cx="57150" cy="77788"/>
              </a:xfrm>
              <a:custGeom>
                <a:avLst/>
                <a:gdLst>
                  <a:gd name="T0" fmla="*/ 36 w 36"/>
                  <a:gd name="T1" fmla="*/ 10 h 49"/>
                  <a:gd name="T2" fmla="*/ 36 w 36"/>
                  <a:gd name="T3" fmla="*/ 0 h 49"/>
                  <a:gd name="T4" fmla="*/ 0 w 36"/>
                  <a:gd name="T5" fmla="*/ 0 h 49"/>
                  <a:gd name="T6" fmla="*/ 0 w 36"/>
                  <a:gd name="T7" fmla="*/ 49 h 49"/>
                  <a:gd name="T8" fmla="*/ 13 w 36"/>
                  <a:gd name="T9" fmla="*/ 49 h 49"/>
                  <a:gd name="T10" fmla="*/ 13 w 36"/>
                  <a:gd name="T11" fmla="*/ 30 h 49"/>
                  <a:gd name="T12" fmla="*/ 32 w 36"/>
                  <a:gd name="T13" fmla="*/ 30 h 49"/>
                  <a:gd name="T14" fmla="*/ 32 w 36"/>
                  <a:gd name="T15" fmla="*/ 21 h 49"/>
                  <a:gd name="T16" fmla="*/ 13 w 36"/>
                  <a:gd name="T17" fmla="*/ 21 h 49"/>
                  <a:gd name="T18" fmla="*/ 13 w 36"/>
                  <a:gd name="T19" fmla="*/ 10 h 49"/>
                  <a:gd name="T20" fmla="*/ 36 w 36"/>
                  <a:gd name="T21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49">
                    <a:moveTo>
                      <a:pt x="36" y="10"/>
                    </a:moveTo>
                    <a:lnTo>
                      <a:pt x="36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13" y="49"/>
                    </a:lnTo>
                    <a:lnTo>
                      <a:pt x="13" y="30"/>
                    </a:lnTo>
                    <a:lnTo>
                      <a:pt x="32" y="30"/>
                    </a:lnTo>
                    <a:lnTo>
                      <a:pt x="32" y="21"/>
                    </a:lnTo>
                    <a:lnTo>
                      <a:pt x="13" y="21"/>
                    </a:lnTo>
                    <a:lnTo>
                      <a:pt x="13" y="10"/>
                    </a:lnTo>
                    <a:lnTo>
                      <a:pt x="36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" name="Freeform 24">
                <a:extLst>
                  <a:ext uri="{FF2B5EF4-FFF2-40B4-BE49-F238E27FC236}">
                    <a16:creationId xmlns:a16="http://schemas.microsoft.com/office/drawing/2014/main" id="{C2251D1F-7E3B-4EBA-B510-2DE52B6DC8A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599363" y="2838450"/>
                <a:ext cx="66675" cy="82550"/>
              </a:xfrm>
              <a:custGeom>
                <a:avLst/>
                <a:gdLst>
                  <a:gd name="T0" fmla="*/ 16 w 31"/>
                  <a:gd name="T1" fmla="*/ 0 h 38"/>
                  <a:gd name="T2" fmla="*/ 4 w 31"/>
                  <a:gd name="T3" fmla="*/ 6 h 38"/>
                  <a:gd name="T4" fmla="*/ 0 w 31"/>
                  <a:gd name="T5" fmla="*/ 19 h 38"/>
                  <a:gd name="T6" fmla="*/ 4 w 31"/>
                  <a:gd name="T7" fmla="*/ 33 h 38"/>
                  <a:gd name="T8" fmla="*/ 15 w 31"/>
                  <a:gd name="T9" fmla="*/ 38 h 38"/>
                  <a:gd name="T10" fmla="*/ 27 w 31"/>
                  <a:gd name="T11" fmla="*/ 33 h 38"/>
                  <a:gd name="T12" fmla="*/ 31 w 31"/>
                  <a:gd name="T13" fmla="*/ 19 h 38"/>
                  <a:gd name="T14" fmla="*/ 27 w 31"/>
                  <a:gd name="T15" fmla="*/ 6 h 38"/>
                  <a:gd name="T16" fmla="*/ 16 w 31"/>
                  <a:gd name="T17" fmla="*/ 0 h 38"/>
                  <a:gd name="T18" fmla="*/ 15 w 31"/>
                  <a:gd name="T19" fmla="*/ 7 h 38"/>
                  <a:gd name="T20" fmla="*/ 21 w 31"/>
                  <a:gd name="T21" fmla="*/ 10 h 38"/>
                  <a:gd name="T22" fmla="*/ 22 w 31"/>
                  <a:gd name="T23" fmla="*/ 19 h 38"/>
                  <a:gd name="T24" fmla="*/ 15 w 31"/>
                  <a:gd name="T25" fmla="*/ 31 h 38"/>
                  <a:gd name="T26" fmla="*/ 9 w 31"/>
                  <a:gd name="T27" fmla="*/ 19 h 38"/>
                  <a:gd name="T28" fmla="*/ 15 w 31"/>
                  <a:gd name="T29" fmla="*/ 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1" h="38">
                    <a:moveTo>
                      <a:pt x="16" y="0"/>
                    </a:moveTo>
                    <a:cubicBezTo>
                      <a:pt x="11" y="0"/>
                      <a:pt x="7" y="2"/>
                      <a:pt x="4" y="6"/>
                    </a:cubicBezTo>
                    <a:cubicBezTo>
                      <a:pt x="1" y="9"/>
                      <a:pt x="0" y="14"/>
                      <a:pt x="0" y="19"/>
                    </a:cubicBezTo>
                    <a:cubicBezTo>
                      <a:pt x="0" y="24"/>
                      <a:pt x="1" y="29"/>
                      <a:pt x="4" y="33"/>
                    </a:cubicBezTo>
                    <a:cubicBezTo>
                      <a:pt x="7" y="36"/>
                      <a:pt x="11" y="38"/>
                      <a:pt x="15" y="38"/>
                    </a:cubicBezTo>
                    <a:cubicBezTo>
                      <a:pt x="20" y="38"/>
                      <a:pt x="24" y="36"/>
                      <a:pt x="27" y="33"/>
                    </a:cubicBezTo>
                    <a:cubicBezTo>
                      <a:pt x="29" y="29"/>
                      <a:pt x="31" y="24"/>
                      <a:pt x="31" y="19"/>
                    </a:cubicBezTo>
                    <a:cubicBezTo>
                      <a:pt x="31" y="14"/>
                      <a:pt x="30" y="9"/>
                      <a:pt x="27" y="6"/>
                    </a:cubicBezTo>
                    <a:cubicBezTo>
                      <a:pt x="24" y="2"/>
                      <a:pt x="20" y="0"/>
                      <a:pt x="16" y="0"/>
                    </a:cubicBezTo>
                    <a:moveTo>
                      <a:pt x="15" y="7"/>
                    </a:moveTo>
                    <a:cubicBezTo>
                      <a:pt x="18" y="7"/>
                      <a:pt x="19" y="8"/>
                      <a:pt x="21" y="10"/>
                    </a:cubicBezTo>
                    <a:cubicBezTo>
                      <a:pt x="22" y="12"/>
                      <a:pt x="22" y="15"/>
                      <a:pt x="22" y="19"/>
                    </a:cubicBezTo>
                    <a:cubicBezTo>
                      <a:pt x="22" y="27"/>
                      <a:pt x="20" y="31"/>
                      <a:pt x="15" y="31"/>
                    </a:cubicBezTo>
                    <a:cubicBezTo>
                      <a:pt x="11" y="31"/>
                      <a:pt x="9" y="27"/>
                      <a:pt x="9" y="19"/>
                    </a:cubicBezTo>
                    <a:cubicBezTo>
                      <a:pt x="9" y="11"/>
                      <a:pt x="11" y="7"/>
                      <a:pt x="15" y="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3" name="Rectangle 25">
                <a:extLst>
                  <a:ext uri="{FF2B5EF4-FFF2-40B4-BE49-F238E27FC236}">
                    <a16:creationId xmlns:a16="http://schemas.microsoft.com/office/drawing/2014/main" id="{4A100956-1D90-49BA-AA8E-7B4E926EF9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7313" y="2840038"/>
                <a:ext cx="19050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4" name="Freeform 26">
                <a:extLst>
                  <a:ext uri="{FF2B5EF4-FFF2-40B4-BE49-F238E27FC236}">
                    <a16:creationId xmlns:a16="http://schemas.microsoft.com/office/drawing/2014/main" id="{77382A0C-191D-4EF2-881C-78BEEA641AE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742238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7 w 30"/>
                  <a:gd name="T5" fmla="*/ 36 h 36"/>
                  <a:gd name="T6" fmla="*/ 27 w 30"/>
                  <a:gd name="T7" fmla="*/ 34 h 36"/>
                  <a:gd name="T8" fmla="*/ 30 w 30"/>
                  <a:gd name="T9" fmla="*/ 26 h 36"/>
                  <a:gd name="T10" fmla="*/ 27 w 30"/>
                  <a:gd name="T11" fmla="*/ 20 h 36"/>
                  <a:gd name="T12" fmla="*/ 23 w 30"/>
                  <a:gd name="T13" fmla="*/ 17 h 36"/>
                  <a:gd name="T14" fmla="*/ 29 w 30"/>
                  <a:gd name="T15" fmla="*/ 9 h 36"/>
                  <a:gd name="T16" fmla="*/ 26 w 30"/>
                  <a:gd name="T17" fmla="*/ 2 h 36"/>
                  <a:gd name="T18" fmla="*/ 17 w 30"/>
                  <a:gd name="T19" fmla="*/ 0 h 36"/>
                  <a:gd name="T20" fmla="*/ 0 w 30"/>
                  <a:gd name="T21" fmla="*/ 0 h 36"/>
                  <a:gd name="T22" fmla="*/ 9 w 30"/>
                  <a:gd name="T23" fmla="*/ 6 h 36"/>
                  <a:gd name="T24" fmla="*/ 14 w 30"/>
                  <a:gd name="T25" fmla="*/ 6 h 36"/>
                  <a:gd name="T26" fmla="*/ 19 w 30"/>
                  <a:gd name="T27" fmla="*/ 7 h 36"/>
                  <a:gd name="T28" fmla="*/ 20 w 30"/>
                  <a:gd name="T29" fmla="*/ 10 h 36"/>
                  <a:gd name="T30" fmla="*/ 19 w 30"/>
                  <a:gd name="T31" fmla="*/ 13 h 36"/>
                  <a:gd name="T32" fmla="*/ 15 w 30"/>
                  <a:gd name="T33" fmla="*/ 14 h 36"/>
                  <a:gd name="T34" fmla="*/ 9 w 30"/>
                  <a:gd name="T35" fmla="*/ 14 h 36"/>
                  <a:gd name="T36" fmla="*/ 9 w 30"/>
                  <a:gd name="T37" fmla="*/ 6 h 36"/>
                  <a:gd name="T38" fmla="*/ 9 w 30"/>
                  <a:gd name="T39" fmla="*/ 21 h 36"/>
                  <a:gd name="T40" fmla="*/ 16 w 30"/>
                  <a:gd name="T41" fmla="*/ 21 h 36"/>
                  <a:gd name="T42" fmla="*/ 21 w 30"/>
                  <a:gd name="T43" fmla="*/ 25 h 36"/>
                  <a:gd name="T44" fmla="*/ 19 w 30"/>
                  <a:gd name="T45" fmla="*/ 29 h 36"/>
                  <a:gd name="T46" fmla="*/ 15 w 30"/>
                  <a:gd name="T47" fmla="*/ 30 h 36"/>
                  <a:gd name="T48" fmla="*/ 9 w 30"/>
                  <a:gd name="T49" fmla="*/ 30 h 36"/>
                  <a:gd name="T50" fmla="*/ 9 w 30"/>
                  <a:gd name="T51" fmla="*/ 21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22" y="36"/>
                      <a:pt x="25" y="36"/>
                      <a:pt x="27" y="34"/>
                    </a:cubicBezTo>
                    <a:cubicBezTo>
                      <a:pt x="29" y="32"/>
                      <a:pt x="30" y="29"/>
                      <a:pt x="30" y="26"/>
                    </a:cubicBezTo>
                    <a:cubicBezTo>
                      <a:pt x="30" y="24"/>
                      <a:pt x="29" y="21"/>
                      <a:pt x="27" y="20"/>
                    </a:cubicBezTo>
                    <a:cubicBezTo>
                      <a:pt x="26" y="18"/>
                      <a:pt x="25" y="18"/>
                      <a:pt x="23" y="17"/>
                    </a:cubicBezTo>
                    <a:cubicBezTo>
                      <a:pt x="27" y="16"/>
                      <a:pt x="29" y="13"/>
                      <a:pt x="29" y="9"/>
                    </a:cubicBezTo>
                    <a:cubicBezTo>
                      <a:pt x="29" y="6"/>
                      <a:pt x="28" y="4"/>
                      <a:pt x="26" y="2"/>
                    </a:cubicBezTo>
                    <a:cubicBezTo>
                      <a:pt x="24" y="0"/>
                      <a:pt x="21" y="0"/>
                      <a:pt x="17" y="0"/>
                    </a:cubicBezTo>
                    <a:lnTo>
                      <a:pt x="0" y="0"/>
                    </a:lnTo>
                    <a:close/>
                    <a:moveTo>
                      <a:pt x="9" y="6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18" y="6"/>
                      <a:pt x="18" y="6"/>
                      <a:pt x="19" y="7"/>
                    </a:cubicBezTo>
                    <a:cubicBezTo>
                      <a:pt x="20" y="8"/>
                      <a:pt x="20" y="9"/>
                      <a:pt x="20" y="10"/>
                    </a:cubicBezTo>
                    <a:cubicBezTo>
                      <a:pt x="20" y="12"/>
                      <a:pt x="20" y="13"/>
                      <a:pt x="19" y="13"/>
                    </a:cubicBezTo>
                    <a:cubicBezTo>
                      <a:pt x="18" y="14"/>
                      <a:pt x="17" y="14"/>
                      <a:pt x="15" y="14"/>
                    </a:cubicBezTo>
                    <a:cubicBezTo>
                      <a:pt x="9" y="14"/>
                      <a:pt x="9" y="14"/>
                      <a:pt x="9" y="14"/>
                    </a:cubicBezTo>
                    <a:lnTo>
                      <a:pt x="9" y="6"/>
                    </a:lnTo>
                    <a:close/>
                    <a:moveTo>
                      <a:pt x="9" y="21"/>
                    </a:moveTo>
                    <a:cubicBezTo>
                      <a:pt x="16" y="21"/>
                      <a:pt x="16" y="21"/>
                      <a:pt x="16" y="21"/>
                    </a:cubicBezTo>
                    <a:cubicBezTo>
                      <a:pt x="19" y="21"/>
                      <a:pt x="21" y="22"/>
                      <a:pt x="21" y="25"/>
                    </a:cubicBezTo>
                    <a:cubicBezTo>
                      <a:pt x="21" y="27"/>
                      <a:pt x="20" y="28"/>
                      <a:pt x="19" y="29"/>
                    </a:cubicBezTo>
                    <a:cubicBezTo>
                      <a:pt x="18" y="29"/>
                      <a:pt x="17" y="30"/>
                      <a:pt x="15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2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5" name="Freeform 27">
                <a:extLst>
                  <a:ext uri="{FF2B5EF4-FFF2-40B4-BE49-F238E27FC236}">
                    <a16:creationId xmlns:a16="http://schemas.microsoft.com/office/drawing/2014/main" id="{4EF5BC1E-DBC1-40E9-988F-A168296DCB2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12088" y="2814638"/>
                <a:ext cx="71438" cy="103188"/>
              </a:xfrm>
              <a:custGeom>
                <a:avLst/>
                <a:gdLst>
                  <a:gd name="T0" fmla="*/ 30 w 45"/>
                  <a:gd name="T1" fmla="*/ 16 h 65"/>
                  <a:gd name="T2" fmla="*/ 16 w 45"/>
                  <a:gd name="T3" fmla="*/ 16 h 65"/>
                  <a:gd name="T4" fmla="*/ 0 w 45"/>
                  <a:gd name="T5" fmla="*/ 65 h 65"/>
                  <a:gd name="T6" fmla="*/ 9 w 45"/>
                  <a:gd name="T7" fmla="*/ 65 h 65"/>
                  <a:gd name="T8" fmla="*/ 13 w 45"/>
                  <a:gd name="T9" fmla="*/ 56 h 65"/>
                  <a:gd name="T10" fmla="*/ 30 w 45"/>
                  <a:gd name="T11" fmla="*/ 56 h 65"/>
                  <a:gd name="T12" fmla="*/ 32 w 45"/>
                  <a:gd name="T13" fmla="*/ 65 h 65"/>
                  <a:gd name="T14" fmla="*/ 45 w 45"/>
                  <a:gd name="T15" fmla="*/ 65 h 65"/>
                  <a:gd name="T16" fmla="*/ 30 w 45"/>
                  <a:gd name="T17" fmla="*/ 16 h 65"/>
                  <a:gd name="T18" fmla="*/ 16 w 45"/>
                  <a:gd name="T19" fmla="*/ 46 h 65"/>
                  <a:gd name="T20" fmla="*/ 21 w 45"/>
                  <a:gd name="T21" fmla="*/ 28 h 65"/>
                  <a:gd name="T22" fmla="*/ 27 w 45"/>
                  <a:gd name="T23" fmla="*/ 46 h 65"/>
                  <a:gd name="T24" fmla="*/ 16 w 45"/>
                  <a:gd name="T25" fmla="*/ 46 h 65"/>
                  <a:gd name="T26" fmla="*/ 32 w 45"/>
                  <a:gd name="T27" fmla="*/ 0 h 65"/>
                  <a:gd name="T28" fmla="*/ 16 w 45"/>
                  <a:gd name="T29" fmla="*/ 8 h 65"/>
                  <a:gd name="T30" fmla="*/ 19 w 45"/>
                  <a:gd name="T31" fmla="*/ 12 h 65"/>
                  <a:gd name="T32" fmla="*/ 35 w 45"/>
                  <a:gd name="T33" fmla="*/ 7 h 65"/>
                  <a:gd name="T34" fmla="*/ 32 w 45"/>
                  <a:gd name="T35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5" h="65">
                    <a:moveTo>
                      <a:pt x="30" y="16"/>
                    </a:moveTo>
                    <a:lnTo>
                      <a:pt x="16" y="16"/>
                    </a:lnTo>
                    <a:lnTo>
                      <a:pt x="0" y="65"/>
                    </a:lnTo>
                    <a:lnTo>
                      <a:pt x="9" y="65"/>
                    </a:lnTo>
                    <a:lnTo>
                      <a:pt x="13" y="56"/>
                    </a:lnTo>
                    <a:lnTo>
                      <a:pt x="30" y="56"/>
                    </a:lnTo>
                    <a:lnTo>
                      <a:pt x="32" y="65"/>
                    </a:lnTo>
                    <a:lnTo>
                      <a:pt x="45" y="65"/>
                    </a:lnTo>
                    <a:lnTo>
                      <a:pt x="30" y="16"/>
                    </a:lnTo>
                    <a:close/>
                    <a:moveTo>
                      <a:pt x="16" y="46"/>
                    </a:moveTo>
                    <a:lnTo>
                      <a:pt x="21" y="28"/>
                    </a:lnTo>
                    <a:lnTo>
                      <a:pt x="27" y="46"/>
                    </a:lnTo>
                    <a:lnTo>
                      <a:pt x="16" y="46"/>
                    </a:lnTo>
                    <a:close/>
                    <a:moveTo>
                      <a:pt x="32" y="0"/>
                    </a:moveTo>
                    <a:lnTo>
                      <a:pt x="16" y="8"/>
                    </a:lnTo>
                    <a:lnTo>
                      <a:pt x="19" y="12"/>
                    </a:lnTo>
                    <a:lnTo>
                      <a:pt x="35" y="7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6" name="Freeform 28">
                <a:extLst>
                  <a:ext uri="{FF2B5EF4-FFF2-40B4-BE49-F238E27FC236}">
                    <a16:creationId xmlns:a16="http://schemas.microsoft.com/office/drawing/2014/main" id="{A1A7BCFB-498E-4578-B93F-9F9D083F589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91463" y="2816225"/>
                <a:ext cx="60325" cy="101600"/>
              </a:xfrm>
              <a:custGeom>
                <a:avLst/>
                <a:gdLst>
                  <a:gd name="T0" fmla="*/ 28 w 28"/>
                  <a:gd name="T1" fmla="*/ 11 h 47"/>
                  <a:gd name="T2" fmla="*/ 21 w 28"/>
                  <a:gd name="T3" fmla="*/ 11 h 47"/>
                  <a:gd name="T4" fmla="*/ 21 w 28"/>
                  <a:gd name="T5" fmla="*/ 30 h 47"/>
                  <a:gd name="T6" fmla="*/ 22 w 28"/>
                  <a:gd name="T7" fmla="*/ 32 h 47"/>
                  <a:gd name="T8" fmla="*/ 9 w 28"/>
                  <a:gd name="T9" fmla="*/ 11 h 47"/>
                  <a:gd name="T10" fmla="*/ 0 w 28"/>
                  <a:gd name="T11" fmla="*/ 11 h 47"/>
                  <a:gd name="T12" fmla="*/ 0 w 28"/>
                  <a:gd name="T13" fmla="*/ 47 h 47"/>
                  <a:gd name="T14" fmla="*/ 7 w 28"/>
                  <a:gd name="T15" fmla="*/ 47 h 47"/>
                  <a:gd name="T16" fmla="*/ 7 w 28"/>
                  <a:gd name="T17" fmla="*/ 26 h 47"/>
                  <a:gd name="T18" fmla="*/ 6 w 28"/>
                  <a:gd name="T19" fmla="*/ 24 h 47"/>
                  <a:gd name="T20" fmla="*/ 6 w 28"/>
                  <a:gd name="T21" fmla="*/ 23 h 47"/>
                  <a:gd name="T22" fmla="*/ 21 w 28"/>
                  <a:gd name="T23" fmla="*/ 47 h 47"/>
                  <a:gd name="T24" fmla="*/ 28 w 28"/>
                  <a:gd name="T25" fmla="*/ 47 h 47"/>
                  <a:gd name="T26" fmla="*/ 28 w 28"/>
                  <a:gd name="T27" fmla="*/ 11 h 47"/>
                  <a:gd name="T28" fmla="*/ 22 w 28"/>
                  <a:gd name="T29" fmla="*/ 0 h 47"/>
                  <a:gd name="T30" fmla="*/ 18 w 28"/>
                  <a:gd name="T31" fmla="*/ 3 h 47"/>
                  <a:gd name="T32" fmla="*/ 15 w 28"/>
                  <a:gd name="T33" fmla="*/ 2 h 47"/>
                  <a:gd name="T34" fmla="*/ 11 w 28"/>
                  <a:gd name="T35" fmla="*/ 1 h 47"/>
                  <a:gd name="T36" fmla="*/ 5 w 28"/>
                  <a:gd name="T37" fmla="*/ 4 h 47"/>
                  <a:gd name="T38" fmla="*/ 7 w 28"/>
                  <a:gd name="T39" fmla="*/ 7 h 47"/>
                  <a:gd name="T40" fmla="*/ 11 w 28"/>
                  <a:gd name="T41" fmla="*/ 5 h 47"/>
                  <a:gd name="T42" fmla="*/ 13 w 28"/>
                  <a:gd name="T43" fmla="*/ 5 h 47"/>
                  <a:gd name="T44" fmla="*/ 18 w 28"/>
                  <a:gd name="T45" fmla="*/ 7 h 47"/>
                  <a:gd name="T46" fmla="*/ 24 w 28"/>
                  <a:gd name="T47" fmla="*/ 3 h 47"/>
                  <a:gd name="T48" fmla="*/ 22 w 28"/>
                  <a:gd name="T49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8" h="47">
                    <a:moveTo>
                      <a:pt x="28" y="11"/>
                    </a:move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30"/>
                      <a:pt x="21" y="30"/>
                      <a:pt x="21" y="30"/>
                    </a:cubicBezTo>
                    <a:cubicBezTo>
                      <a:pt x="21" y="31"/>
                      <a:pt x="21" y="31"/>
                      <a:pt x="22" y="32"/>
                    </a:cubicBezTo>
                    <a:cubicBezTo>
                      <a:pt x="9" y="11"/>
                      <a:pt x="9" y="11"/>
                      <a:pt x="9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7" y="47"/>
                      <a:pt x="7" y="47"/>
                      <a:pt x="7" y="47"/>
                    </a:cubicBezTo>
                    <a:cubicBezTo>
                      <a:pt x="7" y="26"/>
                      <a:pt x="7" y="26"/>
                      <a:pt x="7" y="26"/>
                    </a:cubicBezTo>
                    <a:cubicBezTo>
                      <a:pt x="6" y="24"/>
                      <a:pt x="6" y="24"/>
                      <a:pt x="6" y="24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8" y="47"/>
                      <a:pt x="28" y="47"/>
                      <a:pt x="28" y="47"/>
                    </a:cubicBezTo>
                    <a:lnTo>
                      <a:pt x="28" y="11"/>
                    </a:lnTo>
                    <a:close/>
                    <a:moveTo>
                      <a:pt x="22" y="0"/>
                    </a:moveTo>
                    <a:cubicBezTo>
                      <a:pt x="21" y="2"/>
                      <a:pt x="19" y="3"/>
                      <a:pt x="18" y="3"/>
                    </a:cubicBezTo>
                    <a:cubicBezTo>
                      <a:pt x="17" y="3"/>
                      <a:pt x="16" y="2"/>
                      <a:pt x="15" y="2"/>
                    </a:cubicBezTo>
                    <a:cubicBezTo>
                      <a:pt x="13" y="1"/>
                      <a:pt x="12" y="1"/>
                      <a:pt x="11" y="1"/>
                    </a:cubicBezTo>
                    <a:cubicBezTo>
                      <a:pt x="9" y="1"/>
                      <a:pt x="7" y="2"/>
                      <a:pt x="5" y="4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9" y="5"/>
                      <a:pt x="10" y="5"/>
                      <a:pt x="11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6" y="7"/>
                      <a:pt x="16" y="7"/>
                      <a:pt x="18" y="7"/>
                    </a:cubicBezTo>
                    <a:cubicBezTo>
                      <a:pt x="20" y="7"/>
                      <a:pt x="22" y="6"/>
                      <a:pt x="24" y="3"/>
                    </a:cubicBez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7" name="Freeform 29">
                <a:extLst>
                  <a:ext uri="{FF2B5EF4-FFF2-40B4-BE49-F238E27FC236}">
                    <a16:creationId xmlns:a16="http://schemas.microsoft.com/office/drawing/2014/main" id="{8F927511-308C-432C-AA39-7497458776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67663" y="2840038"/>
                <a:ext cx="55563" cy="77788"/>
              </a:xfrm>
              <a:custGeom>
                <a:avLst/>
                <a:gdLst>
                  <a:gd name="T0" fmla="*/ 35 w 35"/>
                  <a:gd name="T1" fmla="*/ 10 h 49"/>
                  <a:gd name="T2" fmla="*/ 35 w 35"/>
                  <a:gd name="T3" fmla="*/ 0 h 49"/>
                  <a:gd name="T4" fmla="*/ 0 w 35"/>
                  <a:gd name="T5" fmla="*/ 0 h 49"/>
                  <a:gd name="T6" fmla="*/ 0 w 35"/>
                  <a:gd name="T7" fmla="*/ 49 h 49"/>
                  <a:gd name="T8" fmla="*/ 35 w 35"/>
                  <a:gd name="T9" fmla="*/ 49 h 49"/>
                  <a:gd name="T10" fmla="*/ 35 w 35"/>
                  <a:gd name="T11" fmla="*/ 40 h 49"/>
                  <a:gd name="T12" fmla="*/ 12 w 35"/>
                  <a:gd name="T13" fmla="*/ 40 h 49"/>
                  <a:gd name="T14" fmla="*/ 12 w 35"/>
                  <a:gd name="T15" fmla="*/ 29 h 49"/>
                  <a:gd name="T16" fmla="*/ 31 w 35"/>
                  <a:gd name="T17" fmla="*/ 29 h 49"/>
                  <a:gd name="T18" fmla="*/ 31 w 35"/>
                  <a:gd name="T19" fmla="*/ 19 h 49"/>
                  <a:gd name="T20" fmla="*/ 12 w 35"/>
                  <a:gd name="T21" fmla="*/ 19 h 49"/>
                  <a:gd name="T22" fmla="*/ 12 w 35"/>
                  <a:gd name="T23" fmla="*/ 10 h 49"/>
                  <a:gd name="T24" fmla="*/ 35 w 35"/>
                  <a:gd name="T25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5" h="49">
                    <a:moveTo>
                      <a:pt x="35" y="10"/>
                    </a:moveTo>
                    <a:lnTo>
                      <a:pt x="35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5" y="49"/>
                    </a:lnTo>
                    <a:lnTo>
                      <a:pt x="35" y="40"/>
                    </a:lnTo>
                    <a:lnTo>
                      <a:pt x="12" y="40"/>
                    </a:lnTo>
                    <a:lnTo>
                      <a:pt x="12" y="29"/>
                    </a:lnTo>
                    <a:lnTo>
                      <a:pt x="31" y="29"/>
                    </a:lnTo>
                    <a:lnTo>
                      <a:pt x="31" y="19"/>
                    </a:lnTo>
                    <a:lnTo>
                      <a:pt x="12" y="19"/>
                    </a:lnTo>
                    <a:lnTo>
                      <a:pt x="12" y="10"/>
                    </a:lnTo>
                    <a:lnTo>
                      <a:pt x="35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8" name="Freeform 30">
                <a:extLst>
                  <a:ext uri="{FF2B5EF4-FFF2-40B4-BE49-F238E27FC236}">
                    <a16:creationId xmlns:a16="http://schemas.microsoft.com/office/drawing/2014/main" id="{C1B816ED-99AE-4F8C-AC0D-92077C2F28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29575" y="2840038"/>
                <a:ext cx="63500" cy="77788"/>
              </a:xfrm>
              <a:custGeom>
                <a:avLst/>
                <a:gdLst>
                  <a:gd name="T0" fmla="*/ 40 w 40"/>
                  <a:gd name="T1" fmla="*/ 8 h 49"/>
                  <a:gd name="T2" fmla="*/ 40 w 40"/>
                  <a:gd name="T3" fmla="*/ 0 h 49"/>
                  <a:gd name="T4" fmla="*/ 2 w 40"/>
                  <a:gd name="T5" fmla="*/ 0 h 49"/>
                  <a:gd name="T6" fmla="*/ 2 w 40"/>
                  <a:gd name="T7" fmla="*/ 10 h 49"/>
                  <a:gd name="T8" fmla="*/ 25 w 40"/>
                  <a:gd name="T9" fmla="*/ 10 h 49"/>
                  <a:gd name="T10" fmla="*/ 0 w 40"/>
                  <a:gd name="T11" fmla="*/ 41 h 49"/>
                  <a:gd name="T12" fmla="*/ 0 w 40"/>
                  <a:gd name="T13" fmla="*/ 49 h 49"/>
                  <a:gd name="T14" fmla="*/ 40 w 40"/>
                  <a:gd name="T15" fmla="*/ 49 h 49"/>
                  <a:gd name="T16" fmla="*/ 40 w 40"/>
                  <a:gd name="T17" fmla="*/ 40 h 49"/>
                  <a:gd name="T18" fmla="*/ 14 w 40"/>
                  <a:gd name="T19" fmla="*/ 40 h 49"/>
                  <a:gd name="T20" fmla="*/ 40 w 40"/>
                  <a:gd name="T21" fmla="*/ 8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0" h="49">
                    <a:moveTo>
                      <a:pt x="40" y="8"/>
                    </a:moveTo>
                    <a:lnTo>
                      <a:pt x="40" y="0"/>
                    </a:lnTo>
                    <a:lnTo>
                      <a:pt x="2" y="0"/>
                    </a:lnTo>
                    <a:lnTo>
                      <a:pt x="2" y="10"/>
                    </a:lnTo>
                    <a:lnTo>
                      <a:pt x="25" y="10"/>
                    </a:lnTo>
                    <a:lnTo>
                      <a:pt x="0" y="41"/>
                    </a:lnTo>
                    <a:lnTo>
                      <a:pt x="0" y="49"/>
                    </a:lnTo>
                    <a:lnTo>
                      <a:pt x="40" y="49"/>
                    </a:lnTo>
                    <a:lnTo>
                      <a:pt x="40" y="40"/>
                    </a:lnTo>
                    <a:lnTo>
                      <a:pt x="14" y="40"/>
                    </a:lnTo>
                    <a:lnTo>
                      <a:pt x="40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9" name="Freeform 31">
                <a:extLst>
                  <a:ext uri="{FF2B5EF4-FFF2-40B4-BE49-F238E27FC236}">
                    <a16:creationId xmlns:a16="http://schemas.microsoft.com/office/drawing/2014/main" id="{82F9B0CD-48C0-4D62-B3D9-5469A1967DF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094413" y="2803525"/>
                <a:ext cx="314325" cy="123825"/>
              </a:xfrm>
              <a:custGeom>
                <a:avLst/>
                <a:gdLst>
                  <a:gd name="T0" fmla="*/ 135 w 145"/>
                  <a:gd name="T1" fmla="*/ 15 h 57"/>
                  <a:gd name="T2" fmla="*/ 24 w 145"/>
                  <a:gd name="T3" fmla="*/ 16 h 57"/>
                  <a:gd name="T4" fmla="*/ 10 w 145"/>
                  <a:gd name="T5" fmla="*/ 13 h 57"/>
                  <a:gd name="T6" fmla="*/ 142 w 145"/>
                  <a:gd name="T7" fmla="*/ 8 h 57"/>
                  <a:gd name="T8" fmla="*/ 120 w 145"/>
                  <a:gd name="T9" fmla="*/ 18 h 57"/>
                  <a:gd name="T10" fmla="*/ 42 w 145"/>
                  <a:gd name="T11" fmla="*/ 47 h 57"/>
                  <a:gd name="T12" fmla="*/ 11 w 145"/>
                  <a:gd name="T13" fmla="*/ 20 h 57"/>
                  <a:gd name="T14" fmla="*/ 127 w 145"/>
                  <a:gd name="T15" fmla="*/ 32 h 57"/>
                  <a:gd name="T16" fmla="*/ 98 w 145"/>
                  <a:gd name="T17" fmla="*/ 49 h 57"/>
                  <a:gd name="T18" fmla="*/ 85 w 145"/>
                  <a:gd name="T19" fmla="*/ 50 h 57"/>
                  <a:gd name="T20" fmla="*/ 70 w 145"/>
                  <a:gd name="T21" fmla="*/ 52 h 57"/>
                  <a:gd name="T22" fmla="*/ 97 w 145"/>
                  <a:gd name="T23" fmla="*/ 47 h 57"/>
                  <a:gd name="T24" fmla="*/ 92 w 145"/>
                  <a:gd name="T25" fmla="*/ 50 h 57"/>
                  <a:gd name="T26" fmla="*/ 0 w 145"/>
                  <a:gd name="T27" fmla="*/ 26 h 57"/>
                  <a:gd name="T28" fmla="*/ 138 w 145"/>
                  <a:gd name="T29" fmla="*/ 17 h 57"/>
                  <a:gd name="T30" fmla="*/ 82 w 145"/>
                  <a:gd name="T31" fmla="*/ 44 h 57"/>
                  <a:gd name="T32" fmla="*/ 64 w 145"/>
                  <a:gd name="T33" fmla="*/ 44 h 57"/>
                  <a:gd name="T34" fmla="*/ 13 w 145"/>
                  <a:gd name="T35" fmla="*/ 27 h 57"/>
                  <a:gd name="T36" fmla="*/ 13 w 145"/>
                  <a:gd name="T37" fmla="*/ 33 h 57"/>
                  <a:gd name="T38" fmla="*/ 17 w 145"/>
                  <a:gd name="T39" fmla="*/ 31 h 57"/>
                  <a:gd name="T40" fmla="*/ 18 w 145"/>
                  <a:gd name="T41" fmla="*/ 31 h 57"/>
                  <a:gd name="T42" fmla="*/ 19 w 145"/>
                  <a:gd name="T43" fmla="*/ 34 h 57"/>
                  <a:gd name="T44" fmla="*/ 18 w 145"/>
                  <a:gd name="T45" fmla="*/ 35 h 57"/>
                  <a:gd name="T46" fmla="*/ 26 w 145"/>
                  <a:gd name="T47" fmla="*/ 43 h 57"/>
                  <a:gd name="T48" fmla="*/ 22 w 145"/>
                  <a:gd name="T49" fmla="*/ 41 h 57"/>
                  <a:gd name="T50" fmla="*/ 28 w 145"/>
                  <a:gd name="T51" fmla="*/ 38 h 57"/>
                  <a:gd name="T52" fmla="*/ 27 w 145"/>
                  <a:gd name="T53" fmla="*/ 44 h 57"/>
                  <a:gd name="T54" fmla="*/ 31 w 145"/>
                  <a:gd name="T55" fmla="*/ 39 h 57"/>
                  <a:gd name="T56" fmla="*/ 35 w 145"/>
                  <a:gd name="T57" fmla="*/ 41 h 57"/>
                  <a:gd name="T58" fmla="*/ 39 w 145"/>
                  <a:gd name="T59" fmla="*/ 42 h 57"/>
                  <a:gd name="T60" fmla="*/ 41 w 145"/>
                  <a:gd name="T61" fmla="*/ 50 h 57"/>
                  <a:gd name="T62" fmla="*/ 39 w 145"/>
                  <a:gd name="T63" fmla="*/ 49 h 57"/>
                  <a:gd name="T64" fmla="*/ 44 w 145"/>
                  <a:gd name="T65" fmla="*/ 50 h 57"/>
                  <a:gd name="T66" fmla="*/ 46 w 145"/>
                  <a:gd name="T67" fmla="*/ 51 h 57"/>
                  <a:gd name="T68" fmla="*/ 49 w 145"/>
                  <a:gd name="T69" fmla="*/ 45 h 57"/>
                  <a:gd name="T70" fmla="*/ 62 w 145"/>
                  <a:gd name="T71" fmla="*/ 54 h 57"/>
                  <a:gd name="T72" fmla="*/ 61 w 145"/>
                  <a:gd name="T73" fmla="*/ 47 h 57"/>
                  <a:gd name="T74" fmla="*/ 66 w 145"/>
                  <a:gd name="T75" fmla="*/ 54 h 57"/>
                  <a:gd name="T76" fmla="*/ 65 w 145"/>
                  <a:gd name="T77" fmla="*/ 48 h 57"/>
                  <a:gd name="T78" fmla="*/ 69 w 145"/>
                  <a:gd name="T79" fmla="*/ 54 h 57"/>
                  <a:gd name="T80" fmla="*/ 74 w 145"/>
                  <a:gd name="T81" fmla="*/ 53 h 57"/>
                  <a:gd name="T82" fmla="*/ 74 w 145"/>
                  <a:gd name="T83" fmla="*/ 48 h 57"/>
                  <a:gd name="T84" fmla="*/ 77 w 145"/>
                  <a:gd name="T85" fmla="*/ 51 h 57"/>
                  <a:gd name="T86" fmla="*/ 77 w 145"/>
                  <a:gd name="T87" fmla="*/ 54 h 57"/>
                  <a:gd name="T88" fmla="*/ 83 w 145"/>
                  <a:gd name="T89" fmla="*/ 52 h 57"/>
                  <a:gd name="T90" fmla="*/ 80 w 145"/>
                  <a:gd name="T91" fmla="*/ 48 h 57"/>
                  <a:gd name="T92" fmla="*/ 87 w 145"/>
                  <a:gd name="T93" fmla="*/ 54 h 57"/>
                  <a:gd name="T94" fmla="*/ 92 w 145"/>
                  <a:gd name="T95" fmla="*/ 51 h 57"/>
                  <a:gd name="T96" fmla="*/ 89 w 145"/>
                  <a:gd name="T97" fmla="*/ 53 h 57"/>
                  <a:gd name="T98" fmla="*/ 97 w 145"/>
                  <a:gd name="T99" fmla="*/ 52 h 57"/>
                  <a:gd name="T100" fmla="*/ 99 w 145"/>
                  <a:gd name="T101" fmla="*/ 48 h 57"/>
                  <a:gd name="T102" fmla="*/ 101 w 145"/>
                  <a:gd name="T103" fmla="*/ 44 h 57"/>
                  <a:gd name="T104" fmla="*/ 111 w 145"/>
                  <a:gd name="T105" fmla="*/ 48 h 57"/>
                  <a:gd name="T106" fmla="*/ 105 w 145"/>
                  <a:gd name="T107" fmla="*/ 44 h 57"/>
                  <a:gd name="T108" fmla="*/ 109 w 145"/>
                  <a:gd name="T109" fmla="*/ 42 h 57"/>
                  <a:gd name="T110" fmla="*/ 115 w 145"/>
                  <a:gd name="T111" fmla="*/ 42 h 57"/>
                  <a:gd name="T112" fmla="*/ 121 w 145"/>
                  <a:gd name="T113" fmla="*/ 43 h 57"/>
                  <a:gd name="T114" fmla="*/ 119 w 145"/>
                  <a:gd name="T115" fmla="*/ 37 h 57"/>
                  <a:gd name="T116" fmla="*/ 124 w 145"/>
                  <a:gd name="T117" fmla="*/ 34 h 57"/>
                  <a:gd name="T118" fmla="*/ 135 w 145"/>
                  <a:gd name="T119" fmla="*/ 34 h 57"/>
                  <a:gd name="T120" fmla="*/ 132 w 145"/>
                  <a:gd name="T121" fmla="*/ 28 h 57"/>
                  <a:gd name="T122" fmla="*/ 137 w 145"/>
                  <a:gd name="T123" fmla="*/ 3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45" h="57">
                    <a:moveTo>
                      <a:pt x="135" y="15"/>
                    </a:moveTo>
                    <a:cubicBezTo>
                      <a:pt x="133" y="15"/>
                      <a:pt x="131" y="16"/>
                      <a:pt x="127" y="18"/>
                    </a:cubicBezTo>
                    <a:cubicBezTo>
                      <a:pt x="127" y="18"/>
                      <a:pt x="124" y="20"/>
                      <a:pt x="122" y="20"/>
                    </a:cubicBezTo>
                    <a:cubicBezTo>
                      <a:pt x="121" y="20"/>
                      <a:pt x="121" y="20"/>
                      <a:pt x="121" y="20"/>
                    </a:cubicBezTo>
                    <a:cubicBezTo>
                      <a:pt x="126" y="28"/>
                      <a:pt x="126" y="28"/>
                      <a:pt x="126" y="28"/>
                    </a:cubicBezTo>
                    <a:cubicBezTo>
                      <a:pt x="132" y="24"/>
                      <a:pt x="135" y="21"/>
                      <a:pt x="135" y="21"/>
                    </a:cubicBezTo>
                    <a:cubicBezTo>
                      <a:pt x="135" y="21"/>
                      <a:pt x="137" y="18"/>
                      <a:pt x="137" y="17"/>
                    </a:cubicBezTo>
                    <a:cubicBezTo>
                      <a:pt x="137" y="16"/>
                      <a:pt x="137" y="16"/>
                      <a:pt x="137" y="16"/>
                    </a:cubicBezTo>
                    <a:cubicBezTo>
                      <a:pt x="137" y="15"/>
                      <a:pt x="136" y="15"/>
                      <a:pt x="135" y="15"/>
                    </a:cubicBezTo>
                    <a:moveTo>
                      <a:pt x="7" y="16"/>
                    </a:moveTo>
                    <a:cubicBezTo>
                      <a:pt x="8" y="15"/>
                      <a:pt x="8" y="15"/>
                      <a:pt x="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9" y="15"/>
                      <a:pt x="10" y="14"/>
                      <a:pt x="11" y="14"/>
                    </a:cubicBezTo>
                    <a:cubicBezTo>
                      <a:pt x="12" y="14"/>
                      <a:pt x="12" y="15"/>
                      <a:pt x="13" y="15"/>
                    </a:cubicBezTo>
                    <a:cubicBezTo>
                      <a:pt x="15" y="15"/>
                      <a:pt x="17" y="17"/>
                      <a:pt x="21" y="18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4" y="18"/>
                      <a:pt x="24" y="17"/>
                      <a:pt x="24" y="17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2" y="14"/>
                      <a:pt x="21" y="13"/>
                      <a:pt x="18" y="10"/>
                    </a:cubicBezTo>
                    <a:cubicBezTo>
                      <a:pt x="13" y="6"/>
                      <a:pt x="12" y="2"/>
                      <a:pt x="12" y="0"/>
                    </a:cubicBezTo>
                    <a:cubicBezTo>
                      <a:pt x="11" y="2"/>
                      <a:pt x="10" y="4"/>
                      <a:pt x="10" y="6"/>
                    </a:cubicBezTo>
                    <a:cubicBezTo>
                      <a:pt x="10" y="9"/>
                      <a:pt x="11" y="12"/>
                      <a:pt x="11" y="12"/>
                    </a:cubicBezTo>
                    <a:cubicBezTo>
                      <a:pt x="11" y="13"/>
                      <a:pt x="11" y="13"/>
                      <a:pt x="11" y="13"/>
                    </a:cubicBezTo>
                    <a:cubicBezTo>
                      <a:pt x="11" y="13"/>
                      <a:pt x="11" y="13"/>
                      <a:pt x="11" y="13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6" y="11"/>
                      <a:pt x="3" y="8"/>
                      <a:pt x="2" y="7"/>
                    </a:cubicBezTo>
                    <a:cubicBezTo>
                      <a:pt x="2" y="12"/>
                      <a:pt x="7" y="16"/>
                      <a:pt x="7" y="16"/>
                    </a:cubicBezTo>
                    <a:moveTo>
                      <a:pt x="122" y="19"/>
                    </a:moveTo>
                    <a:cubicBezTo>
                      <a:pt x="124" y="19"/>
                      <a:pt x="127" y="18"/>
                      <a:pt x="127" y="18"/>
                    </a:cubicBezTo>
                    <a:cubicBezTo>
                      <a:pt x="130" y="15"/>
                      <a:pt x="133" y="14"/>
                      <a:pt x="135" y="14"/>
                    </a:cubicBezTo>
                    <a:cubicBezTo>
                      <a:pt x="136" y="14"/>
                      <a:pt x="136" y="14"/>
                      <a:pt x="136" y="14"/>
                    </a:cubicBezTo>
                    <a:cubicBezTo>
                      <a:pt x="138" y="16"/>
                      <a:pt x="138" y="16"/>
                      <a:pt x="138" y="16"/>
                    </a:cubicBezTo>
                    <a:cubicBezTo>
                      <a:pt x="141" y="14"/>
                      <a:pt x="142" y="10"/>
                      <a:pt x="142" y="8"/>
                    </a:cubicBezTo>
                    <a:cubicBezTo>
                      <a:pt x="140" y="10"/>
                      <a:pt x="135" y="12"/>
                      <a:pt x="135" y="12"/>
                    </a:cubicBezTo>
                    <a:cubicBezTo>
                      <a:pt x="134" y="12"/>
                      <a:pt x="134" y="12"/>
                      <a:pt x="134" y="12"/>
                    </a:cubicBezTo>
                    <a:cubicBezTo>
                      <a:pt x="134" y="11"/>
                      <a:pt x="134" y="11"/>
                      <a:pt x="134" y="11"/>
                    </a:cubicBezTo>
                    <a:cubicBezTo>
                      <a:pt x="134" y="10"/>
                      <a:pt x="134" y="10"/>
                      <a:pt x="134" y="10"/>
                    </a:cubicBezTo>
                    <a:cubicBezTo>
                      <a:pt x="134" y="5"/>
                      <a:pt x="133" y="3"/>
                      <a:pt x="132" y="1"/>
                    </a:cubicBezTo>
                    <a:cubicBezTo>
                      <a:pt x="132" y="2"/>
                      <a:pt x="132" y="2"/>
                      <a:pt x="132" y="2"/>
                    </a:cubicBezTo>
                    <a:cubicBezTo>
                      <a:pt x="132" y="4"/>
                      <a:pt x="132" y="4"/>
                      <a:pt x="132" y="4"/>
                    </a:cubicBezTo>
                    <a:cubicBezTo>
                      <a:pt x="131" y="6"/>
                      <a:pt x="127" y="10"/>
                      <a:pt x="125" y="12"/>
                    </a:cubicBezTo>
                    <a:cubicBezTo>
                      <a:pt x="124" y="14"/>
                      <a:pt x="120" y="16"/>
                      <a:pt x="120" y="18"/>
                    </a:cubicBezTo>
                    <a:cubicBezTo>
                      <a:pt x="121" y="19"/>
                      <a:pt x="121" y="19"/>
                      <a:pt x="121" y="19"/>
                    </a:cubicBezTo>
                    <a:lnTo>
                      <a:pt x="122" y="19"/>
                    </a:lnTo>
                    <a:close/>
                    <a:moveTo>
                      <a:pt x="42" y="44"/>
                    </a:moveTo>
                    <a:cubicBezTo>
                      <a:pt x="42" y="44"/>
                      <a:pt x="42" y="44"/>
                      <a:pt x="42" y="44"/>
                    </a:cubicBezTo>
                    <a:cubicBezTo>
                      <a:pt x="42" y="44"/>
                      <a:pt x="42" y="44"/>
                      <a:pt x="42" y="44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2" y="46"/>
                      <a:pt x="42" y="46"/>
                      <a:pt x="42" y="46"/>
                    </a:cubicBezTo>
                    <a:lnTo>
                      <a:pt x="42" y="44"/>
                    </a:lnTo>
                    <a:close/>
                    <a:moveTo>
                      <a:pt x="21" y="18"/>
                    </a:moveTo>
                    <a:cubicBezTo>
                      <a:pt x="17" y="17"/>
                      <a:pt x="15" y="16"/>
                      <a:pt x="13" y="15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9" y="15"/>
                      <a:pt x="8" y="15"/>
                      <a:pt x="8" y="16"/>
                    </a:cubicBezTo>
                    <a:cubicBezTo>
                      <a:pt x="8" y="17"/>
                      <a:pt x="9" y="17"/>
                      <a:pt x="10" y="19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1" y="21"/>
                      <a:pt x="14" y="23"/>
                      <a:pt x="18" y="26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2" y="18"/>
                      <a:pt x="22" y="18"/>
                      <a:pt x="22" y="18"/>
                    </a:cubicBezTo>
                    <a:lnTo>
                      <a:pt x="21" y="18"/>
                    </a:lnTo>
                    <a:close/>
                    <a:moveTo>
                      <a:pt x="127" y="32"/>
                    </a:moveTo>
                    <a:cubicBezTo>
                      <a:pt x="126" y="33"/>
                      <a:pt x="126" y="34"/>
                      <a:pt x="127" y="35"/>
                    </a:cubicBezTo>
                    <a:cubicBezTo>
                      <a:pt x="127" y="37"/>
                      <a:pt x="129" y="38"/>
                      <a:pt x="131" y="37"/>
                    </a:cubicBezTo>
                    <a:cubicBezTo>
                      <a:pt x="132" y="36"/>
                      <a:pt x="132" y="35"/>
                      <a:pt x="131" y="33"/>
                    </a:cubicBezTo>
                    <a:cubicBezTo>
                      <a:pt x="130" y="32"/>
                      <a:pt x="128" y="31"/>
                      <a:pt x="127" y="32"/>
                    </a:cubicBezTo>
                    <a:moveTo>
                      <a:pt x="71" y="51"/>
                    </a:moveTo>
                    <a:cubicBezTo>
                      <a:pt x="71" y="51"/>
                      <a:pt x="71" y="51"/>
                      <a:pt x="71" y="51"/>
                    </a:cubicBezTo>
                    <a:cubicBezTo>
                      <a:pt x="72" y="50"/>
                      <a:pt x="72" y="50"/>
                      <a:pt x="72" y="50"/>
                    </a:cubicBezTo>
                    <a:cubicBezTo>
                      <a:pt x="72" y="49"/>
                      <a:pt x="72" y="49"/>
                      <a:pt x="71" y="49"/>
                    </a:cubicBezTo>
                    <a:cubicBezTo>
                      <a:pt x="70" y="49"/>
                      <a:pt x="70" y="49"/>
                      <a:pt x="70" y="49"/>
                    </a:cubicBezTo>
                    <a:cubicBezTo>
                      <a:pt x="70" y="51"/>
                      <a:pt x="70" y="51"/>
                      <a:pt x="70" y="51"/>
                    </a:cubicBezTo>
                    <a:lnTo>
                      <a:pt x="71" y="51"/>
                    </a:lnTo>
                    <a:close/>
                    <a:moveTo>
                      <a:pt x="98" y="48"/>
                    </a:moveTo>
                    <a:cubicBezTo>
                      <a:pt x="98" y="49"/>
                      <a:pt x="98" y="49"/>
                      <a:pt x="98" y="49"/>
                    </a:cubicBezTo>
                    <a:cubicBezTo>
                      <a:pt x="98" y="50"/>
                      <a:pt x="98" y="50"/>
                      <a:pt x="98" y="50"/>
                    </a:cubicBezTo>
                    <a:cubicBezTo>
                      <a:pt x="98" y="51"/>
                      <a:pt x="98" y="52"/>
                      <a:pt x="99" y="51"/>
                    </a:cubicBezTo>
                    <a:cubicBezTo>
                      <a:pt x="100" y="51"/>
                      <a:pt x="101" y="50"/>
                      <a:pt x="100" y="49"/>
                    </a:cubicBezTo>
                    <a:cubicBezTo>
                      <a:pt x="100" y="49"/>
                      <a:pt x="100" y="48"/>
                      <a:pt x="98" y="48"/>
                    </a:cubicBezTo>
                    <a:moveTo>
                      <a:pt x="83" y="48"/>
                    </a:moveTo>
                    <a:cubicBezTo>
                      <a:pt x="82" y="49"/>
                      <a:pt x="82" y="49"/>
                      <a:pt x="82" y="49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5" y="51"/>
                      <a:pt x="85" y="50"/>
                      <a:pt x="85" y="50"/>
                    </a:cubicBezTo>
                    <a:cubicBezTo>
                      <a:pt x="85" y="49"/>
                      <a:pt x="84" y="48"/>
                      <a:pt x="83" y="48"/>
                    </a:cubicBezTo>
                    <a:moveTo>
                      <a:pt x="26" y="38"/>
                    </a:moveTo>
                    <a:cubicBezTo>
                      <a:pt x="26" y="36"/>
                      <a:pt x="26" y="36"/>
                      <a:pt x="26" y="36"/>
                    </a:cubicBezTo>
                    <a:cubicBezTo>
                      <a:pt x="25" y="36"/>
                      <a:pt x="25" y="36"/>
                      <a:pt x="25" y="36"/>
                    </a:cubicBezTo>
                    <a:cubicBezTo>
                      <a:pt x="24" y="37"/>
                      <a:pt x="24" y="37"/>
                      <a:pt x="24" y="37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6" y="39"/>
                      <a:pt x="26" y="38"/>
                      <a:pt x="26" y="38"/>
                    </a:cubicBezTo>
                    <a:moveTo>
                      <a:pt x="70" y="52"/>
                    </a:moveTo>
                    <a:cubicBezTo>
                      <a:pt x="70" y="52"/>
                      <a:pt x="70" y="52"/>
                      <a:pt x="70" y="52"/>
                    </a:cubicBezTo>
                    <a:cubicBezTo>
                      <a:pt x="70" y="54"/>
                      <a:pt x="70" y="54"/>
                      <a:pt x="70" y="54"/>
                    </a:cubicBezTo>
                    <a:cubicBezTo>
                      <a:pt x="70" y="54"/>
                      <a:pt x="70" y="55"/>
                      <a:pt x="71" y="55"/>
                    </a:cubicBezTo>
                    <a:cubicBezTo>
                      <a:pt x="72" y="55"/>
                      <a:pt x="72" y="54"/>
                      <a:pt x="73" y="53"/>
                    </a:cubicBezTo>
                    <a:cubicBezTo>
                      <a:pt x="73" y="53"/>
                      <a:pt x="72" y="52"/>
                      <a:pt x="70" y="52"/>
                    </a:cubicBezTo>
                    <a:moveTo>
                      <a:pt x="98" y="48"/>
                    </a:moveTo>
                    <a:cubicBezTo>
                      <a:pt x="98" y="48"/>
                      <a:pt x="98" y="48"/>
                      <a:pt x="98" y="48"/>
                    </a:cubicBezTo>
                    <a:cubicBezTo>
                      <a:pt x="99" y="47"/>
                      <a:pt x="99" y="47"/>
                      <a:pt x="99" y="47"/>
                    </a:cubicBezTo>
                    <a:cubicBezTo>
                      <a:pt x="99" y="46"/>
                      <a:pt x="98" y="45"/>
                      <a:pt x="97" y="45"/>
                    </a:cubicBezTo>
                    <a:cubicBezTo>
                      <a:pt x="97" y="47"/>
                      <a:pt x="97" y="47"/>
                      <a:pt x="97" y="47"/>
                    </a:cubicBezTo>
                    <a:cubicBezTo>
                      <a:pt x="97" y="48"/>
                      <a:pt x="97" y="48"/>
                      <a:pt x="97" y="48"/>
                    </a:cubicBezTo>
                    <a:lnTo>
                      <a:pt x="98" y="48"/>
                    </a:lnTo>
                    <a:close/>
                    <a:moveTo>
                      <a:pt x="91" y="48"/>
                    </a:moveTo>
                    <a:cubicBezTo>
                      <a:pt x="91" y="48"/>
                      <a:pt x="91" y="48"/>
                      <a:pt x="91" y="48"/>
                    </a:cubicBezTo>
                    <a:cubicBezTo>
                      <a:pt x="90" y="48"/>
                      <a:pt x="90" y="48"/>
                      <a:pt x="90" y="48"/>
                    </a:cubicBezTo>
                    <a:cubicBezTo>
                      <a:pt x="90" y="50"/>
                      <a:pt x="90" y="50"/>
                      <a:pt x="90" y="50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0"/>
                      <a:pt x="92" y="50"/>
                      <a:pt x="92" y="50"/>
                    </a:cubicBezTo>
                    <a:lnTo>
                      <a:pt x="91" y="48"/>
                    </a:lnTo>
                    <a:close/>
                    <a:moveTo>
                      <a:pt x="11" y="21"/>
                    </a:moveTo>
                    <a:cubicBezTo>
                      <a:pt x="9" y="19"/>
                      <a:pt x="9" y="19"/>
                      <a:pt x="9" y="19"/>
                    </a:cubicBezTo>
                    <a:cubicBezTo>
                      <a:pt x="8" y="18"/>
                      <a:pt x="8" y="17"/>
                      <a:pt x="8" y="16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7" y="17"/>
                      <a:pt x="5" y="19"/>
                      <a:pt x="2" y="23"/>
                    </a:cubicBezTo>
                    <a:cubicBezTo>
                      <a:pt x="1" y="24"/>
                      <a:pt x="0" y="25"/>
                      <a:pt x="0" y="26"/>
                    </a:cubicBezTo>
                    <a:cubicBezTo>
                      <a:pt x="0" y="28"/>
                      <a:pt x="2" y="30"/>
                      <a:pt x="2" y="30"/>
                    </a:cubicBezTo>
                    <a:cubicBezTo>
                      <a:pt x="2" y="30"/>
                      <a:pt x="10" y="37"/>
                      <a:pt x="23" y="44"/>
                    </a:cubicBezTo>
                    <a:cubicBezTo>
                      <a:pt x="35" y="50"/>
                      <a:pt x="53" y="57"/>
                      <a:pt x="74" y="57"/>
                    </a:cubicBezTo>
                    <a:cubicBezTo>
                      <a:pt x="114" y="57"/>
                      <a:pt x="140" y="33"/>
                      <a:pt x="143" y="30"/>
                    </a:cubicBezTo>
                    <a:cubicBezTo>
                      <a:pt x="145" y="28"/>
                      <a:pt x="145" y="26"/>
                      <a:pt x="145" y="25"/>
                    </a:cubicBezTo>
                    <a:cubicBezTo>
                      <a:pt x="145" y="24"/>
                      <a:pt x="145" y="23"/>
                      <a:pt x="145" y="23"/>
                    </a:cubicBezTo>
                    <a:cubicBezTo>
                      <a:pt x="138" y="17"/>
                      <a:pt x="138" y="17"/>
                      <a:pt x="138" y="17"/>
                    </a:cubicBezTo>
                    <a:cubicBezTo>
                      <a:pt x="138" y="16"/>
                      <a:pt x="138" y="16"/>
                      <a:pt x="138" y="16"/>
                    </a:cubicBezTo>
                    <a:cubicBezTo>
                      <a:pt x="138" y="17"/>
                      <a:pt x="138" y="17"/>
                      <a:pt x="138" y="17"/>
                    </a:cubicBezTo>
                    <a:cubicBezTo>
                      <a:pt x="138" y="19"/>
                      <a:pt x="135" y="21"/>
                      <a:pt x="135" y="21"/>
                    </a:cubicBezTo>
                    <a:cubicBezTo>
                      <a:pt x="135" y="21"/>
                      <a:pt x="120" y="36"/>
                      <a:pt x="95" y="42"/>
                    </a:cubicBezTo>
                    <a:cubicBezTo>
                      <a:pt x="94" y="42"/>
                      <a:pt x="94" y="42"/>
                      <a:pt x="94" y="42"/>
                    </a:cubicBezTo>
                    <a:cubicBezTo>
                      <a:pt x="93" y="43"/>
                      <a:pt x="92" y="43"/>
                      <a:pt x="91" y="43"/>
                    </a:cubicBezTo>
                    <a:cubicBezTo>
                      <a:pt x="91" y="43"/>
                      <a:pt x="91" y="43"/>
                      <a:pt x="91" y="43"/>
                    </a:cubicBezTo>
                    <a:cubicBezTo>
                      <a:pt x="89" y="44"/>
                      <a:pt x="88" y="44"/>
                      <a:pt x="87" y="44"/>
                    </a:cubicBezTo>
                    <a:cubicBezTo>
                      <a:pt x="86" y="44"/>
                      <a:pt x="86" y="44"/>
                      <a:pt x="86" y="44"/>
                    </a:cubicBezTo>
                    <a:cubicBezTo>
                      <a:pt x="85" y="44"/>
                      <a:pt x="84" y="44"/>
                      <a:pt x="83" y="44"/>
                    </a:cubicBezTo>
                    <a:cubicBezTo>
                      <a:pt x="82" y="44"/>
                      <a:pt x="82" y="44"/>
                      <a:pt x="82" y="44"/>
                    </a:cubicBezTo>
                    <a:cubicBezTo>
                      <a:pt x="81" y="45"/>
                      <a:pt x="80" y="45"/>
                      <a:pt x="79" y="45"/>
                    </a:cubicBezTo>
                    <a:cubicBezTo>
                      <a:pt x="78" y="45"/>
                      <a:pt x="78" y="45"/>
                      <a:pt x="78" y="45"/>
                    </a:cubicBezTo>
                    <a:cubicBezTo>
                      <a:pt x="76" y="45"/>
                      <a:pt x="75" y="45"/>
                      <a:pt x="74" y="45"/>
                    </a:cubicBezTo>
                    <a:cubicBezTo>
                      <a:pt x="74" y="45"/>
                      <a:pt x="74" y="45"/>
                      <a:pt x="74" y="45"/>
                    </a:cubicBezTo>
                    <a:cubicBezTo>
                      <a:pt x="73" y="45"/>
                      <a:pt x="73" y="45"/>
                      <a:pt x="73" y="45"/>
                    </a:cubicBezTo>
                    <a:cubicBezTo>
                      <a:pt x="72" y="45"/>
                      <a:pt x="71" y="45"/>
                      <a:pt x="69" y="45"/>
                    </a:cubicBezTo>
                    <a:cubicBezTo>
                      <a:pt x="68" y="45"/>
                      <a:pt x="68" y="45"/>
                      <a:pt x="68" y="45"/>
                    </a:cubicBezTo>
                    <a:cubicBezTo>
                      <a:pt x="67" y="45"/>
                      <a:pt x="66" y="45"/>
                      <a:pt x="65" y="44"/>
                    </a:cubicBezTo>
                    <a:cubicBezTo>
                      <a:pt x="64" y="44"/>
                      <a:pt x="64" y="44"/>
                      <a:pt x="64" y="44"/>
                    </a:cubicBezTo>
                    <a:cubicBezTo>
                      <a:pt x="63" y="44"/>
                      <a:pt x="61" y="44"/>
                      <a:pt x="60" y="44"/>
                    </a:cubicBezTo>
                    <a:cubicBezTo>
                      <a:pt x="59" y="44"/>
                      <a:pt x="59" y="44"/>
                      <a:pt x="59" y="44"/>
                    </a:cubicBezTo>
                    <a:cubicBezTo>
                      <a:pt x="58" y="44"/>
                      <a:pt x="57" y="43"/>
                      <a:pt x="56" y="43"/>
                    </a:cubicBezTo>
                    <a:cubicBezTo>
                      <a:pt x="55" y="43"/>
                      <a:pt x="55" y="43"/>
                      <a:pt x="55" y="43"/>
                    </a:cubicBezTo>
                    <a:cubicBezTo>
                      <a:pt x="28" y="37"/>
                      <a:pt x="11" y="21"/>
                      <a:pt x="11" y="21"/>
                    </a:cubicBezTo>
                    <a:moveTo>
                      <a:pt x="11" y="34"/>
                    </a:moveTo>
                    <a:cubicBezTo>
                      <a:pt x="11" y="34"/>
                      <a:pt x="11" y="34"/>
                      <a:pt x="11" y="34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2" y="26"/>
                      <a:pt x="12" y="26"/>
                      <a:pt x="12" y="26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9"/>
                      <a:pt x="14" y="29"/>
                      <a:pt x="14" y="29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6" y="31"/>
                      <a:pt x="16" y="31"/>
                      <a:pt x="16" y="31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18" y="30"/>
                      <a:pt x="18" y="30"/>
                      <a:pt x="18" y="30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2" y="34"/>
                      <a:pt x="12" y="34"/>
                      <a:pt x="12" y="34"/>
                    </a:cubicBezTo>
                    <a:lnTo>
                      <a:pt x="11" y="34"/>
                    </a:lnTo>
                    <a:close/>
                    <a:moveTo>
                      <a:pt x="18" y="39"/>
                    </a:moveTo>
                    <a:cubicBezTo>
                      <a:pt x="17" y="38"/>
                      <a:pt x="17" y="38"/>
                      <a:pt x="16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6"/>
                      <a:pt x="16" y="37"/>
                      <a:pt x="16" y="36"/>
                    </a:cubicBezTo>
                    <a:cubicBezTo>
                      <a:pt x="19" y="32"/>
                      <a:pt x="19" y="32"/>
                      <a:pt x="19" y="32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9" y="31"/>
                      <a:pt x="19" y="31"/>
                      <a:pt x="19" y="31"/>
                    </a:cubicBezTo>
                    <a:cubicBezTo>
                      <a:pt x="19" y="31"/>
                      <a:pt x="20" y="31"/>
                      <a:pt x="21" y="32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2" y="34"/>
                      <a:pt x="22" y="34"/>
                      <a:pt x="22" y="34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2" y="34"/>
                      <a:pt x="23" y="34"/>
                      <a:pt x="21" y="33"/>
                    </a:cubicBezTo>
                    <a:cubicBezTo>
                      <a:pt x="20" y="32"/>
                      <a:pt x="20" y="32"/>
                      <a:pt x="20" y="33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20" y="35"/>
                      <a:pt x="20" y="35"/>
                      <a:pt x="20" y="35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0" y="35"/>
                      <a:pt x="20" y="35"/>
                      <a:pt x="20" y="35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8" y="35"/>
                      <a:pt x="18" y="35"/>
                      <a:pt x="18" y="35"/>
                    </a:cubicBezTo>
                    <a:cubicBezTo>
                      <a:pt x="17" y="37"/>
                      <a:pt x="17" y="37"/>
                      <a:pt x="17" y="37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20" y="39"/>
                      <a:pt x="20" y="38"/>
                      <a:pt x="21" y="38"/>
                    </a:cubicBezTo>
                    <a:cubicBezTo>
                      <a:pt x="21" y="38"/>
                      <a:pt x="21" y="38"/>
                      <a:pt x="21" y="38"/>
                    </a:cubicBezTo>
                    <a:lnTo>
                      <a:pt x="18" y="39"/>
                    </a:lnTo>
                    <a:close/>
                    <a:moveTo>
                      <a:pt x="26" y="42"/>
                    </a:moveTo>
                    <a:cubicBezTo>
                      <a:pt x="26" y="42"/>
                      <a:pt x="26" y="42"/>
                      <a:pt x="26" y="42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5" y="43"/>
                      <a:pt x="25" y="43"/>
                      <a:pt x="25" y="43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5" y="39"/>
                      <a:pt x="25" y="39"/>
                      <a:pt x="25" y="39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2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2" y="41"/>
                      <a:pt x="22" y="41"/>
                      <a:pt x="22" y="41"/>
                    </a:cubicBezTo>
                    <a:cubicBezTo>
                      <a:pt x="21" y="40"/>
                      <a:pt x="21" y="40"/>
                      <a:pt x="21" y="40"/>
                    </a:cubicBezTo>
                    <a:cubicBezTo>
                      <a:pt x="20" y="40"/>
                      <a:pt x="20" y="40"/>
                      <a:pt x="20" y="40"/>
                    </a:cubicBezTo>
                    <a:cubicBezTo>
                      <a:pt x="21" y="40"/>
                      <a:pt x="21" y="40"/>
                      <a:pt x="22" y="39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4" y="34"/>
                      <a:pt x="23" y="34"/>
                      <a:pt x="23" y="34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5" y="34"/>
                      <a:pt x="25" y="34"/>
                      <a:pt x="25" y="34"/>
                    </a:cubicBezTo>
                    <a:cubicBezTo>
                      <a:pt x="26" y="35"/>
                      <a:pt x="26" y="35"/>
                      <a:pt x="26" y="35"/>
                    </a:cubicBezTo>
                    <a:cubicBezTo>
                      <a:pt x="28" y="36"/>
                      <a:pt x="28" y="38"/>
                      <a:pt x="28" y="38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6" y="39"/>
                      <a:pt x="26" y="39"/>
                      <a:pt x="26" y="39"/>
                    </a:cubicBezTo>
                    <a:cubicBezTo>
                      <a:pt x="26" y="39"/>
                      <a:pt x="26" y="41"/>
                      <a:pt x="26" y="42"/>
                    </a:cubicBezTo>
                    <a:moveTo>
                      <a:pt x="31" y="39"/>
                    </a:move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44"/>
                      <a:pt x="30" y="45"/>
                      <a:pt x="30" y="45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28" y="44"/>
                      <a:pt x="28" y="44"/>
                      <a:pt x="28" y="44"/>
                    </a:cubicBezTo>
                    <a:cubicBezTo>
                      <a:pt x="27" y="44"/>
                      <a:pt x="27" y="44"/>
                      <a:pt x="27" y="44"/>
                    </a:cubicBezTo>
                    <a:cubicBezTo>
                      <a:pt x="27" y="44"/>
                      <a:pt x="27" y="44"/>
                      <a:pt x="27" y="44"/>
                    </a:cubicBezTo>
                    <a:cubicBezTo>
                      <a:pt x="28" y="43"/>
                      <a:pt x="28" y="43"/>
                      <a:pt x="28" y="43"/>
                    </a:cubicBezTo>
                    <a:cubicBezTo>
                      <a:pt x="30" y="39"/>
                      <a:pt x="30" y="39"/>
                      <a:pt x="30" y="39"/>
                    </a:cubicBezTo>
                    <a:cubicBezTo>
                      <a:pt x="30" y="37"/>
                      <a:pt x="30" y="37"/>
                      <a:pt x="30" y="37"/>
                    </a:cubicBezTo>
                    <a:cubicBezTo>
                      <a:pt x="30" y="37"/>
                      <a:pt x="30" y="37"/>
                      <a:pt x="30" y="37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2" y="39"/>
                      <a:pt x="32" y="38"/>
                      <a:pt x="31" y="39"/>
                    </a:cubicBezTo>
                    <a:moveTo>
                      <a:pt x="36" y="41"/>
                    </a:moveTo>
                    <a:cubicBezTo>
                      <a:pt x="35" y="46"/>
                      <a:pt x="35" y="46"/>
                      <a:pt x="35" y="46"/>
                    </a:cubicBezTo>
                    <a:cubicBezTo>
                      <a:pt x="34" y="47"/>
                      <a:pt x="35" y="47"/>
                      <a:pt x="35" y="47"/>
                    </a:cubicBezTo>
                    <a:cubicBezTo>
                      <a:pt x="35" y="47"/>
                      <a:pt x="35" y="47"/>
                      <a:pt x="35" y="47"/>
                    </a:cubicBezTo>
                    <a:cubicBezTo>
                      <a:pt x="33" y="47"/>
                      <a:pt x="33" y="47"/>
                      <a:pt x="33" y="47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5"/>
                      <a:pt x="33" y="46"/>
                      <a:pt x="33" y="45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4" y="40"/>
                      <a:pt x="34" y="40"/>
                      <a:pt x="34" y="40"/>
                    </a:cubicBezTo>
                    <a:cubicBezTo>
                      <a:pt x="33" y="40"/>
                      <a:pt x="33" y="41"/>
                      <a:pt x="33" y="41"/>
                    </a:cubicBezTo>
                    <a:cubicBezTo>
                      <a:pt x="33" y="40"/>
                      <a:pt x="33" y="40"/>
                      <a:pt x="33" y="40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4" y="39"/>
                      <a:pt x="35" y="40"/>
                      <a:pt x="36" y="40"/>
                    </a:cubicBezTo>
                    <a:cubicBezTo>
                      <a:pt x="38" y="41"/>
                      <a:pt x="38" y="41"/>
                      <a:pt x="39" y="41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9" y="42"/>
                      <a:pt x="38" y="42"/>
                    </a:cubicBezTo>
                    <a:cubicBezTo>
                      <a:pt x="37" y="41"/>
                      <a:pt x="37" y="41"/>
                      <a:pt x="37" y="41"/>
                    </a:cubicBezTo>
                    <a:lnTo>
                      <a:pt x="36" y="41"/>
                    </a:lnTo>
                    <a:close/>
                    <a:moveTo>
                      <a:pt x="44" y="50"/>
                    </a:moveTo>
                    <a:cubicBezTo>
                      <a:pt x="44" y="50"/>
                      <a:pt x="44" y="50"/>
                      <a:pt x="44" y="50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49"/>
                      <a:pt x="41" y="49"/>
                      <a:pt x="41" y="49"/>
                    </a:cubicBezTo>
                    <a:cubicBezTo>
                      <a:pt x="42" y="49"/>
                      <a:pt x="42" y="49"/>
                      <a:pt x="42" y="49"/>
                    </a:cubicBezTo>
                    <a:cubicBezTo>
                      <a:pt x="42" y="48"/>
                      <a:pt x="42" y="48"/>
                      <a:pt x="42" y="48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39" y="48"/>
                      <a:pt x="39" y="48"/>
                      <a:pt x="39" y="48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8" y="48"/>
                      <a:pt x="38" y="48"/>
                      <a:pt x="38" y="48"/>
                    </a:cubicBezTo>
                    <a:cubicBezTo>
                      <a:pt x="37" y="48"/>
                      <a:pt x="37" y="48"/>
                      <a:pt x="37" y="48"/>
                    </a:cubicBezTo>
                    <a:cubicBezTo>
                      <a:pt x="37" y="48"/>
                      <a:pt x="37" y="48"/>
                      <a:pt x="37" y="48"/>
                    </a:cubicBezTo>
                    <a:cubicBezTo>
                      <a:pt x="38" y="48"/>
                      <a:pt x="38" y="48"/>
                      <a:pt x="38" y="48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3" y="50"/>
                      <a:pt x="43" y="50"/>
                      <a:pt x="43" y="50"/>
                    </a:cubicBezTo>
                    <a:lnTo>
                      <a:pt x="44" y="50"/>
                    </a:lnTo>
                    <a:close/>
                    <a:moveTo>
                      <a:pt x="51" y="46"/>
                    </a:moveTo>
                    <a:cubicBezTo>
                      <a:pt x="50" y="47"/>
                      <a:pt x="50" y="47"/>
                      <a:pt x="50" y="47"/>
                    </a:cubicBezTo>
                    <a:cubicBezTo>
                      <a:pt x="50" y="47"/>
                      <a:pt x="50" y="47"/>
                      <a:pt x="50" y="47"/>
                    </a:cubicBezTo>
                    <a:cubicBezTo>
                      <a:pt x="50" y="47"/>
                      <a:pt x="50" y="45"/>
                      <a:pt x="49" y="45"/>
                    </a:cubicBezTo>
                    <a:cubicBezTo>
                      <a:pt x="47" y="46"/>
                      <a:pt x="47" y="46"/>
                      <a:pt x="47" y="46"/>
                    </a:cubicBezTo>
                    <a:cubicBezTo>
                      <a:pt x="47" y="46"/>
                      <a:pt x="48" y="47"/>
                      <a:pt x="49" y="47"/>
                    </a:cubicBezTo>
                    <a:cubicBezTo>
                      <a:pt x="50" y="48"/>
                      <a:pt x="50" y="49"/>
                      <a:pt x="50" y="50"/>
                    </a:cubicBezTo>
                    <a:cubicBezTo>
                      <a:pt x="49" y="51"/>
                      <a:pt x="48" y="52"/>
                      <a:pt x="47" y="51"/>
                    </a:cubicBezTo>
                    <a:cubicBezTo>
                      <a:pt x="46" y="51"/>
                      <a:pt x="46" y="51"/>
                      <a:pt x="46" y="51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5" y="49"/>
                      <a:pt x="45" y="49"/>
                      <a:pt x="45" y="49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9"/>
                      <a:pt x="46" y="49"/>
                      <a:pt x="46" y="49"/>
                    </a:cubicBezTo>
                    <a:cubicBezTo>
                      <a:pt x="46" y="50"/>
                      <a:pt x="46" y="51"/>
                      <a:pt x="47" y="51"/>
                    </a:cubicBezTo>
                    <a:cubicBezTo>
                      <a:pt x="49" y="50"/>
                      <a:pt x="49" y="50"/>
                      <a:pt x="49" y="50"/>
                    </a:cubicBezTo>
                    <a:cubicBezTo>
                      <a:pt x="49" y="49"/>
                      <a:pt x="49" y="49"/>
                      <a:pt x="47" y="48"/>
                    </a:cubicBezTo>
                    <a:cubicBezTo>
                      <a:pt x="47" y="47"/>
                      <a:pt x="46" y="47"/>
                      <a:pt x="46" y="46"/>
                    </a:cubicBezTo>
                    <a:cubicBezTo>
                      <a:pt x="47" y="45"/>
                      <a:pt x="48" y="44"/>
                      <a:pt x="49" y="45"/>
                    </a:cubicBezTo>
                    <a:cubicBezTo>
                      <a:pt x="50" y="45"/>
                      <a:pt x="50" y="45"/>
                      <a:pt x="50" y="45"/>
                    </a:cubicBezTo>
                    <a:cubicBezTo>
                      <a:pt x="51" y="45"/>
                      <a:pt x="51" y="45"/>
                      <a:pt x="51" y="45"/>
                    </a:cubicBezTo>
                    <a:lnTo>
                      <a:pt x="51" y="46"/>
                    </a:lnTo>
                    <a:close/>
                    <a:moveTo>
                      <a:pt x="55" y="49"/>
                    </a:moveTo>
                    <a:cubicBezTo>
                      <a:pt x="54" y="50"/>
                      <a:pt x="54" y="50"/>
                      <a:pt x="54" y="50"/>
                    </a:cubicBezTo>
                    <a:cubicBezTo>
                      <a:pt x="54" y="49"/>
                      <a:pt x="54" y="49"/>
                      <a:pt x="54" y="49"/>
                    </a:cubicBezTo>
                    <a:cubicBezTo>
                      <a:pt x="54" y="48"/>
                      <a:pt x="54" y="48"/>
                      <a:pt x="54" y="48"/>
                    </a:cubicBezTo>
                    <a:lnTo>
                      <a:pt x="55" y="49"/>
                    </a:lnTo>
                    <a:close/>
                    <a:moveTo>
                      <a:pt x="62" y="54"/>
                    </a:moveTo>
                    <a:cubicBezTo>
                      <a:pt x="60" y="54"/>
                      <a:pt x="59" y="54"/>
                      <a:pt x="59" y="54"/>
                    </a:cubicBezTo>
                    <a:cubicBezTo>
                      <a:pt x="58" y="54"/>
                      <a:pt x="58" y="54"/>
                      <a:pt x="58" y="54"/>
                    </a:cubicBezTo>
                    <a:cubicBezTo>
                      <a:pt x="58" y="54"/>
                      <a:pt x="58" y="54"/>
                      <a:pt x="58" y="54"/>
                    </a:cubicBezTo>
                    <a:cubicBezTo>
                      <a:pt x="58" y="53"/>
                      <a:pt x="58" y="54"/>
                      <a:pt x="58" y="53"/>
                    </a:cubicBezTo>
                    <a:cubicBezTo>
                      <a:pt x="59" y="48"/>
                      <a:pt x="59" y="48"/>
                      <a:pt x="59" y="48"/>
                    </a:cubicBezTo>
                    <a:cubicBezTo>
                      <a:pt x="58" y="47"/>
                      <a:pt x="58" y="47"/>
                      <a:pt x="58" y="47"/>
                    </a:cubicBezTo>
                    <a:cubicBezTo>
                      <a:pt x="59" y="47"/>
                      <a:pt x="59" y="47"/>
                      <a:pt x="59" y="47"/>
                    </a:cubicBezTo>
                    <a:cubicBezTo>
                      <a:pt x="60" y="47"/>
                      <a:pt x="60" y="47"/>
                      <a:pt x="60" y="47"/>
                    </a:cubicBezTo>
                    <a:cubicBezTo>
                      <a:pt x="61" y="47"/>
                      <a:pt x="61" y="47"/>
                      <a:pt x="61" y="47"/>
                    </a:cubicBezTo>
                    <a:cubicBezTo>
                      <a:pt x="61" y="47"/>
                      <a:pt x="61" y="47"/>
                      <a:pt x="61" y="47"/>
                    </a:cubicBezTo>
                    <a:cubicBezTo>
                      <a:pt x="60" y="48"/>
                      <a:pt x="60" y="48"/>
                      <a:pt x="60" y="48"/>
                    </a:cubicBezTo>
                    <a:cubicBezTo>
                      <a:pt x="60" y="53"/>
                      <a:pt x="60" y="53"/>
                      <a:pt x="60" y="53"/>
                    </a:cubicBezTo>
                    <a:cubicBezTo>
                      <a:pt x="60" y="54"/>
                      <a:pt x="60" y="54"/>
                      <a:pt x="60" y="54"/>
                    </a:cubicBezTo>
                    <a:cubicBezTo>
                      <a:pt x="63" y="54"/>
                      <a:pt x="63" y="53"/>
                      <a:pt x="63" y="53"/>
                    </a:cubicBezTo>
                    <a:cubicBezTo>
                      <a:pt x="63" y="53"/>
                      <a:pt x="63" y="53"/>
                      <a:pt x="63" y="53"/>
                    </a:cubicBezTo>
                    <a:lnTo>
                      <a:pt x="62" y="54"/>
                    </a:lnTo>
                    <a:close/>
                    <a:moveTo>
                      <a:pt x="66" y="49"/>
                    </a:moveTo>
                    <a:cubicBezTo>
                      <a:pt x="66" y="54"/>
                      <a:pt x="66" y="54"/>
                      <a:pt x="66" y="54"/>
                    </a:cubicBezTo>
                    <a:cubicBezTo>
                      <a:pt x="66" y="55"/>
                      <a:pt x="67" y="54"/>
                      <a:pt x="67" y="55"/>
                    </a:cubicBezTo>
                    <a:cubicBezTo>
                      <a:pt x="67" y="55"/>
                      <a:pt x="67" y="55"/>
                      <a:pt x="67" y="55"/>
                    </a:cubicBezTo>
                    <a:cubicBezTo>
                      <a:pt x="65" y="55"/>
                      <a:pt x="65" y="55"/>
                      <a:pt x="65" y="55"/>
                    </a:cubicBezTo>
                    <a:cubicBezTo>
                      <a:pt x="64" y="55"/>
                      <a:pt x="64" y="55"/>
                      <a:pt x="64" y="55"/>
                    </a:cubicBezTo>
                    <a:cubicBezTo>
                      <a:pt x="64" y="54"/>
                      <a:pt x="64" y="54"/>
                      <a:pt x="64" y="54"/>
                    </a:cubicBezTo>
                    <a:cubicBezTo>
                      <a:pt x="64" y="54"/>
                      <a:pt x="65" y="54"/>
                      <a:pt x="65" y="54"/>
                    </a:cubicBezTo>
                    <a:cubicBezTo>
                      <a:pt x="65" y="49"/>
                      <a:pt x="65" y="49"/>
                      <a:pt x="65" y="49"/>
                    </a:cubicBezTo>
                    <a:cubicBezTo>
                      <a:pt x="65" y="48"/>
                      <a:pt x="64" y="48"/>
                      <a:pt x="64" y="48"/>
                    </a:cubicBezTo>
                    <a:cubicBezTo>
                      <a:pt x="65" y="48"/>
                      <a:pt x="65" y="48"/>
                      <a:pt x="65" y="48"/>
                    </a:cubicBezTo>
                    <a:cubicBezTo>
                      <a:pt x="66" y="48"/>
                      <a:pt x="66" y="48"/>
                      <a:pt x="66" y="48"/>
                    </a:cubicBezTo>
                    <a:cubicBezTo>
                      <a:pt x="67" y="48"/>
                      <a:pt x="67" y="48"/>
                      <a:pt x="67" y="48"/>
                    </a:cubicBezTo>
                    <a:cubicBezTo>
                      <a:pt x="67" y="48"/>
                      <a:pt x="67" y="48"/>
                      <a:pt x="67" y="48"/>
                    </a:cubicBezTo>
                    <a:cubicBezTo>
                      <a:pt x="67" y="48"/>
                      <a:pt x="67" y="48"/>
                      <a:pt x="66" y="49"/>
                    </a:cubicBezTo>
                    <a:moveTo>
                      <a:pt x="71" y="55"/>
                    </a:moveTo>
                    <a:cubicBezTo>
                      <a:pt x="70" y="55"/>
                      <a:pt x="69" y="55"/>
                      <a:pt x="69" y="55"/>
                    </a:cubicBezTo>
                    <a:cubicBezTo>
                      <a:pt x="68" y="55"/>
                      <a:pt x="68" y="55"/>
                      <a:pt x="68" y="55"/>
                    </a:cubicBezTo>
                    <a:cubicBezTo>
                      <a:pt x="68" y="55"/>
                      <a:pt x="68" y="55"/>
                      <a:pt x="68" y="55"/>
                    </a:cubicBezTo>
                    <a:cubicBezTo>
                      <a:pt x="68" y="54"/>
                      <a:pt x="69" y="55"/>
                      <a:pt x="69" y="54"/>
                    </a:cubicBezTo>
                    <a:cubicBezTo>
                      <a:pt x="69" y="50"/>
                      <a:pt x="69" y="50"/>
                      <a:pt x="69" y="50"/>
                    </a:cubicBezTo>
                    <a:cubicBezTo>
                      <a:pt x="69" y="48"/>
                      <a:pt x="68" y="49"/>
                      <a:pt x="68" y="48"/>
                    </a:cubicBezTo>
                    <a:cubicBezTo>
                      <a:pt x="68" y="48"/>
                      <a:pt x="68" y="48"/>
                      <a:pt x="68" y="48"/>
                    </a:cubicBezTo>
                    <a:cubicBezTo>
                      <a:pt x="68" y="48"/>
                      <a:pt x="68" y="48"/>
                      <a:pt x="68" y="48"/>
                    </a:cubicBezTo>
                    <a:cubicBezTo>
                      <a:pt x="71" y="48"/>
                      <a:pt x="71" y="48"/>
                      <a:pt x="71" y="48"/>
                    </a:cubicBezTo>
                    <a:cubicBezTo>
                      <a:pt x="73" y="48"/>
                      <a:pt x="73" y="50"/>
                      <a:pt x="73" y="50"/>
                    </a:cubicBezTo>
                    <a:cubicBezTo>
                      <a:pt x="72" y="51"/>
                      <a:pt x="72" y="51"/>
                      <a:pt x="72" y="51"/>
                    </a:cubicBezTo>
                    <a:cubicBezTo>
                      <a:pt x="72" y="51"/>
                      <a:pt x="72" y="51"/>
                      <a:pt x="72" y="51"/>
                    </a:cubicBezTo>
                    <a:cubicBezTo>
                      <a:pt x="73" y="52"/>
                      <a:pt x="74" y="52"/>
                      <a:pt x="74" y="53"/>
                    </a:cubicBezTo>
                    <a:cubicBezTo>
                      <a:pt x="74" y="54"/>
                      <a:pt x="73" y="55"/>
                      <a:pt x="71" y="55"/>
                    </a:cubicBezTo>
                    <a:moveTo>
                      <a:pt x="79" y="55"/>
                    </a:moveTo>
                    <a:cubicBezTo>
                      <a:pt x="77" y="55"/>
                      <a:pt x="77" y="55"/>
                      <a:pt x="76" y="55"/>
                    </a:cubicBezTo>
                    <a:cubicBezTo>
                      <a:pt x="75" y="55"/>
                      <a:pt x="75" y="55"/>
                      <a:pt x="75" y="55"/>
                    </a:cubicBezTo>
                    <a:cubicBezTo>
                      <a:pt x="75" y="55"/>
                      <a:pt x="75" y="55"/>
                      <a:pt x="75" y="55"/>
                    </a:cubicBezTo>
                    <a:cubicBezTo>
                      <a:pt x="75" y="55"/>
                      <a:pt x="75" y="55"/>
                      <a:pt x="75" y="54"/>
                    </a:cubicBezTo>
                    <a:cubicBezTo>
                      <a:pt x="75" y="49"/>
                      <a:pt x="75" y="49"/>
                      <a:pt x="75" y="49"/>
                    </a:cubicBezTo>
                    <a:cubicBezTo>
                      <a:pt x="74" y="48"/>
                      <a:pt x="74" y="48"/>
                      <a:pt x="74" y="48"/>
                    </a:cubicBezTo>
                    <a:cubicBezTo>
                      <a:pt x="74" y="48"/>
                      <a:pt x="74" y="48"/>
                      <a:pt x="74" y="48"/>
                    </a:cubicBezTo>
                    <a:cubicBezTo>
                      <a:pt x="75" y="48"/>
                      <a:pt x="75" y="48"/>
                      <a:pt x="77" y="48"/>
                    </a:cubicBezTo>
                    <a:cubicBezTo>
                      <a:pt x="78" y="48"/>
                      <a:pt x="78" y="48"/>
                      <a:pt x="79" y="48"/>
                    </a:cubicBezTo>
                    <a:cubicBezTo>
                      <a:pt x="79" y="48"/>
                      <a:pt x="79" y="48"/>
                      <a:pt x="79" y="48"/>
                    </a:cubicBezTo>
                    <a:cubicBezTo>
                      <a:pt x="79" y="49"/>
                      <a:pt x="79" y="49"/>
                      <a:pt x="79" y="49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0"/>
                      <a:pt x="80" y="48"/>
                      <a:pt x="78" y="49"/>
                    </a:cubicBezTo>
                    <a:cubicBezTo>
                      <a:pt x="77" y="49"/>
                      <a:pt x="76" y="49"/>
                      <a:pt x="76" y="49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8" y="51"/>
                      <a:pt x="78" y="51"/>
                      <a:pt x="78" y="51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2"/>
                      <a:pt x="79" y="52"/>
                      <a:pt x="79" y="52"/>
                    </a:cubicBezTo>
                    <a:cubicBezTo>
                      <a:pt x="79" y="53"/>
                      <a:pt x="79" y="53"/>
                      <a:pt x="79" y="53"/>
                    </a:cubicBezTo>
                    <a:cubicBezTo>
                      <a:pt x="79" y="53"/>
                      <a:pt x="79" y="52"/>
                      <a:pt x="78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4"/>
                      <a:pt x="77" y="54"/>
                      <a:pt x="77" y="54"/>
                    </a:cubicBezTo>
                    <a:cubicBezTo>
                      <a:pt x="77" y="55"/>
                      <a:pt x="77" y="55"/>
                      <a:pt x="77" y="55"/>
                    </a:cubicBezTo>
                    <a:cubicBezTo>
                      <a:pt x="80" y="54"/>
                      <a:pt x="80" y="53"/>
                      <a:pt x="80" y="53"/>
                    </a:cubicBezTo>
                    <a:cubicBezTo>
                      <a:pt x="80" y="53"/>
                      <a:pt x="80" y="53"/>
                      <a:pt x="80" y="53"/>
                    </a:cubicBezTo>
                    <a:lnTo>
                      <a:pt x="79" y="55"/>
                    </a:lnTo>
                    <a:close/>
                    <a:moveTo>
                      <a:pt x="87" y="54"/>
                    </a:moveTo>
                    <a:cubicBezTo>
                      <a:pt x="85" y="53"/>
                      <a:pt x="85" y="53"/>
                      <a:pt x="85" y="53"/>
                    </a:cubicBezTo>
                    <a:cubicBezTo>
                      <a:pt x="84" y="52"/>
                      <a:pt x="84" y="52"/>
                      <a:pt x="84" y="52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3" y="52"/>
                      <a:pt x="83" y="52"/>
                      <a:pt x="83" y="52"/>
                    </a:cubicBezTo>
                    <a:cubicBezTo>
                      <a:pt x="83" y="54"/>
                      <a:pt x="83" y="54"/>
                      <a:pt x="83" y="54"/>
                    </a:cubicBezTo>
                    <a:cubicBezTo>
                      <a:pt x="83" y="55"/>
                      <a:pt x="84" y="54"/>
                      <a:pt x="84" y="54"/>
                    </a:cubicBezTo>
                    <a:cubicBezTo>
                      <a:pt x="84" y="55"/>
                      <a:pt x="84" y="55"/>
                      <a:pt x="84" y="55"/>
                    </a:cubicBezTo>
                    <a:cubicBezTo>
                      <a:pt x="83" y="55"/>
                      <a:pt x="83" y="55"/>
                      <a:pt x="83" y="55"/>
                    </a:cubicBezTo>
                    <a:cubicBezTo>
                      <a:pt x="81" y="55"/>
                      <a:pt x="81" y="55"/>
                      <a:pt x="81" y="55"/>
                    </a:cubicBezTo>
                    <a:cubicBezTo>
                      <a:pt x="81" y="55"/>
                      <a:pt x="81" y="55"/>
                      <a:pt x="81" y="55"/>
                    </a:cubicBezTo>
                    <a:cubicBezTo>
                      <a:pt x="81" y="54"/>
                      <a:pt x="82" y="55"/>
                      <a:pt x="82" y="53"/>
                    </a:cubicBezTo>
                    <a:cubicBezTo>
                      <a:pt x="81" y="49"/>
                      <a:pt x="81" y="49"/>
                      <a:pt x="81" y="49"/>
                    </a:cubicBezTo>
                    <a:cubicBezTo>
                      <a:pt x="81" y="48"/>
                      <a:pt x="80" y="48"/>
                      <a:pt x="80" y="48"/>
                    </a:cubicBezTo>
                    <a:cubicBezTo>
                      <a:pt x="80" y="48"/>
                      <a:pt x="80" y="48"/>
                      <a:pt x="80" y="48"/>
                    </a:cubicBezTo>
                    <a:cubicBezTo>
                      <a:pt x="81" y="48"/>
                      <a:pt x="81" y="48"/>
                      <a:pt x="81" y="48"/>
                    </a:cubicBezTo>
                    <a:cubicBezTo>
                      <a:pt x="83" y="48"/>
                      <a:pt x="83" y="48"/>
                      <a:pt x="83" y="48"/>
                    </a:cubicBezTo>
                    <a:cubicBezTo>
                      <a:pt x="86" y="47"/>
                      <a:pt x="86" y="49"/>
                      <a:pt x="86" y="49"/>
                    </a:cubicBezTo>
                    <a:cubicBezTo>
                      <a:pt x="85" y="50"/>
                      <a:pt x="85" y="50"/>
                      <a:pt x="85" y="50"/>
                    </a:cubicBezTo>
                    <a:cubicBezTo>
                      <a:pt x="85" y="51"/>
                      <a:pt x="85" y="51"/>
                      <a:pt x="85" y="51"/>
                    </a:cubicBezTo>
                    <a:cubicBezTo>
                      <a:pt x="85" y="51"/>
                      <a:pt x="86" y="52"/>
                      <a:pt x="87" y="54"/>
                    </a:cubicBezTo>
                    <a:cubicBezTo>
                      <a:pt x="87" y="54"/>
                      <a:pt x="87" y="54"/>
                      <a:pt x="87" y="54"/>
                    </a:cubicBezTo>
                    <a:cubicBezTo>
                      <a:pt x="87" y="54"/>
                      <a:pt x="87" y="54"/>
                      <a:pt x="87" y="54"/>
                    </a:cubicBezTo>
                    <a:cubicBezTo>
                      <a:pt x="88" y="54"/>
                      <a:pt x="88" y="54"/>
                      <a:pt x="88" y="54"/>
                    </a:cubicBezTo>
                    <a:lnTo>
                      <a:pt x="87" y="54"/>
                    </a:lnTo>
                    <a:close/>
                    <a:moveTo>
                      <a:pt x="95" y="53"/>
                    </a:moveTo>
                    <a:cubicBezTo>
                      <a:pt x="94" y="53"/>
                      <a:pt x="94" y="53"/>
                      <a:pt x="94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2" y="51"/>
                      <a:pt x="92" y="51"/>
                      <a:pt x="92" y="51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0" y="52"/>
                      <a:pt x="90" y="52"/>
                      <a:pt x="90" y="52"/>
                    </a:cubicBezTo>
                    <a:cubicBezTo>
                      <a:pt x="90" y="53"/>
                      <a:pt x="90" y="53"/>
                      <a:pt x="90" y="53"/>
                    </a:cubicBezTo>
                    <a:cubicBezTo>
                      <a:pt x="91" y="54"/>
                      <a:pt x="91" y="54"/>
                      <a:pt x="91" y="54"/>
                    </a:cubicBezTo>
                    <a:cubicBezTo>
                      <a:pt x="90" y="54"/>
                      <a:pt x="90" y="54"/>
                      <a:pt x="90" y="54"/>
                    </a:cubicBezTo>
                    <a:cubicBezTo>
                      <a:pt x="89" y="54"/>
                      <a:pt x="89" y="54"/>
                      <a:pt x="89" y="54"/>
                    </a:cubicBezTo>
                    <a:cubicBezTo>
                      <a:pt x="89" y="54"/>
                      <a:pt x="89" y="54"/>
                      <a:pt x="89" y="54"/>
                    </a:cubicBezTo>
                    <a:cubicBezTo>
                      <a:pt x="88" y="54"/>
                      <a:pt x="88" y="54"/>
                      <a:pt x="88" y="54"/>
                    </a:cubicBezTo>
                    <a:cubicBezTo>
                      <a:pt x="89" y="53"/>
                      <a:pt x="89" y="53"/>
                      <a:pt x="89" y="53"/>
                    </a:cubicBezTo>
                    <a:cubicBezTo>
                      <a:pt x="90" y="47"/>
                      <a:pt x="90" y="47"/>
                      <a:pt x="90" y="47"/>
                    </a:cubicBezTo>
                    <a:cubicBezTo>
                      <a:pt x="91" y="46"/>
                      <a:pt x="91" y="46"/>
                      <a:pt x="91" y="46"/>
                    </a:cubicBezTo>
                    <a:cubicBezTo>
                      <a:pt x="91" y="47"/>
                      <a:pt x="91" y="47"/>
                      <a:pt x="91" y="47"/>
                    </a:cubicBezTo>
                    <a:cubicBezTo>
                      <a:pt x="95" y="52"/>
                      <a:pt x="95" y="52"/>
                      <a:pt x="95" y="52"/>
                    </a:cubicBezTo>
                    <a:cubicBezTo>
                      <a:pt x="96" y="53"/>
                      <a:pt x="96" y="53"/>
                      <a:pt x="96" y="53"/>
                    </a:cubicBezTo>
                    <a:lnTo>
                      <a:pt x="95" y="53"/>
                    </a:lnTo>
                    <a:close/>
                    <a:moveTo>
                      <a:pt x="100" y="52"/>
                    </a:moveTo>
                    <a:cubicBezTo>
                      <a:pt x="98" y="52"/>
                      <a:pt x="98" y="52"/>
                      <a:pt x="97" y="52"/>
                    </a:cubicBezTo>
                    <a:cubicBezTo>
                      <a:pt x="97" y="52"/>
                      <a:pt x="97" y="52"/>
                      <a:pt x="97" y="52"/>
                    </a:cubicBezTo>
                    <a:cubicBezTo>
                      <a:pt x="96" y="52"/>
                      <a:pt x="96" y="52"/>
                      <a:pt x="96" y="52"/>
                    </a:cubicBezTo>
                    <a:cubicBezTo>
                      <a:pt x="96" y="52"/>
                      <a:pt x="97" y="52"/>
                      <a:pt x="97" y="51"/>
                    </a:cubicBezTo>
                    <a:cubicBezTo>
                      <a:pt x="96" y="47"/>
                      <a:pt x="96" y="47"/>
                      <a:pt x="96" y="47"/>
                    </a:cubicBezTo>
                    <a:cubicBezTo>
                      <a:pt x="95" y="46"/>
                      <a:pt x="94" y="46"/>
                      <a:pt x="94" y="46"/>
                    </a:cubicBezTo>
                    <a:cubicBezTo>
                      <a:pt x="94" y="46"/>
                      <a:pt x="94" y="46"/>
                      <a:pt x="94" y="46"/>
                    </a:cubicBezTo>
                    <a:cubicBezTo>
                      <a:pt x="95" y="46"/>
                      <a:pt x="95" y="46"/>
                      <a:pt x="95" y="46"/>
                    </a:cubicBezTo>
                    <a:cubicBezTo>
                      <a:pt x="97" y="45"/>
                      <a:pt x="97" y="45"/>
                      <a:pt x="97" y="45"/>
                    </a:cubicBezTo>
                    <a:cubicBezTo>
                      <a:pt x="100" y="44"/>
                      <a:pt x="100" y="46"/>
                      <a:pt x="100" y="46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101" y="48"/>
                      <a:pt x="101" y="48"/>
                      <a:pt x="101" y="49"/>
                    </a:cubicBezTo>
                    <a:cubicBezTo>
                      <a:pt x="102" y="50"/>
                      <a:pt x="101" y="51"/>
                      <a:pt x="100" y="52"/>
                    </a:cubicBezTo>
                    <a:moveTo>
                      <a:pt x="106" y="50"/>
                    </a:moveTo>
                    <a:cubicBezTo>
                      <a:pt x="104" y="50"/>
                      <a:pt x="104" y="50"/>
                      <a:pt x="104" y="50"/>
                    </a:cubicBezTo>
                    <a:cubicBezTo>
                      <a:pt x="103" y="50"/>
                      <a:pt x="103" y="50"/>
                      <a:pt x="103" y="50"/>
                    </a:cubicBezTo>
                    <a:cubicBezTo>
                      <a:pt x="103" y="50"/>
                      <a:pt x="103" y="50"/>
                      <a:pt x="103" y="50"/>
                    </a:cubicBezTo>
                    <a:cubicBezTo>
                      <a:pt x="103" y="49"/>
                      <a:pt x="103" y="49"/>
                      <a:pt x="103" y="49"/>
                    </a:cubicBezTo>
                    <a:cubicBezTo>
                      <a:pt x="102" y="45"/>
                      <a:pt x="102" y="45"/>
                      <a:pt x="102" y="45"/>
                    </a:cubicBezTo>
                    <a:cubicBezTo>
                      <a:pt x="101" y="44"/>
                      <a:pt x="101" y="44"/>
                      <a:pt x="101" y="44"/>
                    </a:cubicBezTo>
                    <a:cubicBezTo>
                      <a:pt x="101" y="44"/>
                      <a:pt x="101" y="44"/>
                      <a:pt x="101" y="44"/>
                    </a:cubicBezTo>
                    <a:cubicBezTo>
                      <a:pt x="102" y="44"/>
                      <a:pt x="102" y="44"/>
                      <a:pt x="102" y="44"/>
                    </a:cubicBezTo>
                    <a:cubicBezTo>
                      <a:pt x="103" y="43"/>
                      <a:pt x="103" y="43"/>
                      <a:pt x="103" y="43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3" y="44"/>
                      <a:pt x="103" y="44"/>
                      <a:pt x="103" y="44"/>
                    </a:cubicBezTo>
                    <a:cubicBezTo>
                      <a:pt x="105" y="49"/>
                      <a:pt x="105" y="49"/>
                      <a:pt x="105" y="49"/>
                    </a:cubicBezTo>
                    <a:cubicBezTo>
                      <a:pt x="105" y="50"/>
                      <a:pt x="106" y="49"/>
                      <a:pt x="106" y="49"/>
                    </a:cubicBezTo>
                    <a:lnTo>
                      <a:pt x="106" y="50"/>
                    </a:lnTo>
                    <a:close/>
                    <a:moveTo>
                      <a:pt x="111" y="48"/>
                    </a:moveTo>
                    <a:cubicBezTo>
                      <a:pt x="110" y="48"/>
                      <a:pt x="110" y="48"/>
                      <a:pt x="110" y="48"/>
                    </a:cubicBezTo>
                    <a:cubicBezTo>
                      <a:pt x="109" y="49"/>
                      <a:pt x="109" y="49"/>
                      <a:pt x="109" y="49"/>
                    </a:cubicBezTo>
                    <a:cubicBezTo>
                      <a:pt x="108" y="49"/>
                      <a:pt x="108" y="49"/>
                      <a:pt x="108" y="49"/>
                    </a:cubicBezTo>
                    <a:cubicBezTo>
                      <a:pt x="108" y="48"/>
                      <a:pt x="109" y="48"/>
                      <a:pt x="109" y="47"/>
                    </a:cubicBezTo>
                    <a:cubicBezTo>
                      <a:pt x="107" y="43"/>
                      <a:pt x="107" y="43"/>
                      <a:pt x="107" y="43"/>
                    </a:cubicBezTo>
                    <a:cubicBezTo>
                      <a:pt x="106" y="43"/>
                      <a:pt x="106" y="43"/>
                      <a:pt x="106" y="43"/>
                    </a:cubicBezTo>
                    <a:cubicBezTo>
                      <a:pt x="106" y="43"/>
                      <a:pt x="106" y="43"/>
                      <a:pt x="106" y="43"/>
                    </a:cubicBezTo>
                    <a:cubicBezTo>
                      <a:pt x="105" y="43"/>
                      <a:pt x="105" y="44"/>
                      <a:pt x="105" y="45"/>
                    </a:cubicBezTo>
                    <a:cubicBezTo>
                      <a:pt x="105" y="44"/>
                      <a:pt x="105" y="44"/>
                      <a:pt x="105" y="44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5" y="42"/>
                      <a:pt x="106" y="42"/>
                      <a:pt x="107" y="42"/>
                    </a:cubicBezTo>
                    <a:cubicBezTo>
                      <a:pt x="109" y="41"/>
                      <a:pt x="109" y="41"/>
                      <a:pt x="110" y="41"/>
                    </a:cubicBezTo>
                    <a:cubicBezTo>
                      <a:pt x="110" y="41"/>
                      <a:pt x="110" y="41"/>
                      <a:pt x="110" y="41"/>
                    </a:cubicBezTo>
                    <a:cubicBezTo>
                      <a:pt x="111" y="42"/>
                      <a:pt x="111" y="42"/>
                      <a:pt x="111" y="42"/>
                    </a:cubicBezTo>
                    <a:cubicBezTo>
                      <a:pt x="111" y="42"/>
                      <a:pt x="111" y="42"/>
                      <a:pt x="111" y="42"/>
                    </a:cubicBezTo>
                    <a:cubicBezTo>
                      <a:pt x="110" y="42"/>
                      <a:pt x="110" y="41"/>
                      <a:pt x="109" y="42"/>
                    </a:cubicBezTo>
                    <a:cubicBezTo>
                      <a:pt x="109" y="42"/>
                      <a:pt x="109" y="42"/>
                      <a:pt x="109" y="42"/>
                    </a:cubicBezTo>
                    <a:cubicBezTo>
                      <a:pt x="108" y="43"/>
                      <a:pt x="108" y="43"/>
                      <a:pt x="108" y="43"/>
                    </a:cubicBezTo>
                    <a:cubicBezTo>
                      <a:pt x="110" y="47"/>
                      <a:pt x="110" y="47"/>
                      <a:pt x="110" y="47"/>
                    </a:cubicBezTo>
                    <a:cubicBezTo>
                      <a:pt x="110" y="48"/>
                      <a:pt x="111" y="47"/>
                      <a:pt x="111" y="47"/>
                    </a:cubicBezTo>
                    <a:lnTo>
                      <a:pt x="111" y="48"/>
                    </a:lnTo>
                    <a:close/>
                    <a:moveTo>
                      <a:pt x="115" y="42"/>
                    </a:moveTo>
                    <a:cubicBezTo>
                      <a:pt x="114" y="42"/>
                      <a:pt x="114" y="42"/>
                      <a:pt x="114" y="42"/>
                    </a:cubicBezTo>
                    <a:cubicBezTo>
                      <a:pt x="115" y="41"/>
                      <a:pt x="115" y="41"/>
                      <a:pt x="115" y="41"/>
                    </a:cubicBezTo>
                    <a:cubicBezTo>
                      <a:pt x="116" y="41"/>
                      <a:pt x="116" y="41"/>
                      <a:pt x="116" y="41"/>
                    </a:cubicBezTo>
                    <a:lnTo>
                      <a:pt x="115" y="42"/>
                    </a:lnTo>
                    <a:close/>
                    <a:moveTo>
                      <a:pt x="126" y="40"/>
                    </a:moveTo>
                    <a:cubicBezTo>
                      <a:pt x="126" y="40"/>
                      <a:pt x="126" y="40"/>
                      <a:pt x="126" y="40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21" y="41"/>
                      <a:pt x="121" y="41"/>
                      <a:pt x="121" y="41"/>
                    </a:cubicBezTo>
                    <a:cubicBezTo>
                      <a:pt x="122" y="43"/>
                      <a:pt x="122" y="42"/>
                      <a:pt x="123" y="42"/>
                    </a:cubicBezTo>
                    <a:cubicBezTo>
                      <a:pt x="122" y="42"/>
                      <a:pt x="122" y="42"/>
                      <a:pt x="122" y="42"/>
                    </a:cubicBezTo>
                    <a:cubicBezTo>
                      <a:pt x="121" y="43"/>
                      <a:pt x="121" y="43"/>
                      <a:pt x="121" y="43"/>
                    </a:cubicBezTo>
                    <a:cubicBezTo>
                      <a:pt x="121" y="43"/>
                      <a:pt x="121" y="43"/>
                      <a:pt x="121" y="43"/>
                    </a:cubicBezTo>
                    <a:cubicBezTo>
                      <a:pt x="120" y="44"/>
                      <a:pt x="120" y="44"/>
                      <a:pt x="120" y="44"/>
                    </a:cubicBezTo>
                    <a:cubicBezTo>
                      <a:pt x="120" y="42"/>
                      <a:pt x="120" y="42"/>
                      <a:pt x="120" y="42"/>
                    </a:cubicBezTo>
                    <a:cubicBezTo>
                      <a:pt x="119" y="39"/>
                      <a:pt x="119" y="39"/>
                      <a:pt x="119" y="39"/>
                    </a:cubicBezTo>
                    <a:cubicBezTo>
                      <a:pt x="118" y="37"/>
                      <a:pt x="117" y="38"/>
                      <a:pt x="117" y="38"/>
                    </a:cubicBezTo>
                    <a:cubicBezTo>
                      <a:pt x="117" y="37"/>
                      <a:pt x="117" y="37"/>
                      <a:pt x="117" y="37"/>
                    </a:cubicBezTo>
                    <a:cubicBezTo>
                      <a:pt x="117" y="37"/>
                      <a:pt x="117" y="37"/>
                      <a:pt x="117" y="37"/>
                    </a:cubicBezTo>
                    <a:cubicBezTo>
                      <a:pt x="118" y="37"/>
                      <a:pt x="118" y="37"/>
                      <a:pt x="118" y="37"/>
                    </a:cubicBezTo>
                    <a:cubicBezTo>
                      <a:pt x="119" y="37"/>
                      <a:pt x="119" y="37"/>
                      <a:pt x="119" y="37"/>
                    </a:cubicBezTo>
                    <a:cubicBezTo>
                      <a:pt x="124" y="39"/>
                      <a:pt x="124" y="39"/>
                      <a:pt x="124" y="39"/>
                    </a:cubicBezTo>
                    <a:cubicBezTo>
                      <a:pt x="125" y="39"/>
                      <a:pt x="125" y="39"/>
                      <a:pt x="125" y="39"/>
                    </a:cubicBezTo>
                    <a:cubicBezTo>
                      <a:pt x="125" y="38"/>
                      <a:pt x="125" y="38"/>
                      <a:pt x="125" y="38"/>
                    </a:cubicBezTo>
                    <a:cubicBezTo>
                      <a:pt x="123" y="35"/>
                      <a:pt x="123" y="35"/>
                      <a:pt x="123" y="35"/>
                    </a:cubicBezTo>
                    <a:cubicBezTo>
                      <a:pt x="121" y="35"/>
                      <a:pt x="121" y="35"/>
                      <a:pt x="121" y="35"/>
                    </a:cubicBezTo>
                    <a:cubicBezTo>
                      <a:pt x="121" y="35"/>
                      <a:pt x="121" y="35"/>
                      <a:pt x="121" y="35"/>
                    </a:cubicBezTo>
                    <a:cubicBezTo>
                      <a:pt x="122" y="34"/>
                      <a:pt x="122" y="34"/>
                      <a:pt x="122" y="34"/>
                    </a:cubicBezTo>
                    <a:cubicBezTo>
                      <a:pt x="123" y="34"/>
                      <a:pt x="123" y="34"/>
                      <a:pt x="123" y="34"/>
                    </a:cubicBezTo>
                    <a:cubicBezTo>
                      <a:pt x="124" y="34"/>
                      <a:pt x="124" y="34"/>
                      <a:pt x="124" y="34"/>
                    </a:cubicBezTo>
                    <a:cubicBezTo>
                      <a:pt x="124" y="34"/>
                      <a:pt x="123" y="34"/>
                      <a:pt x="123" y="35"/>
                    </a:cubicBezTo>
                    <a:cubicBezTo>
                      <a:pt x="126" y="40"/>
                      <a:pt x="126" y="40"/>
                      <a:pt x="126" y="40"/>
                    </a:cubicBezTo>
                    <a:close/>
                    <a:moveTo>
                      <a:pt x="131" y="38"/>
                    </a:moveTo>
                    <a:cubicBezTo>
                      <a:pt x="129" y="39"/>
                      <a:pt x="127" y="38"/>
                      <a:pt x="126" y="37"/>
                    </a:cubicBezTo>
                    <a:cubicBezTo>
                      <a:pt x="125" y="35"/>
                      <a:pt x="125" y="33"/>
                      <a:pt x="127" y="31"/>
                    </a:cubicBezTo>
                    <a:cubicBezTo>
                      <a:pt x="128" y="30"/>
                      <a:pt x="130" y="31"/>
                      <a:pt x="132" y="32"/>
                    </a:cubicBezTo>
                    <a:cubicBezTo>
                      <a:pt x="132" y="33"/>
                      <a:pt x="133" y="36"/>
                      <a:pt x="131" y="38"/>
                    </a:cubicBezTo>
                    <a:moveTo>
                      <a:pt x="136" y="33"/>
                    </a:moveTo>
                    <a:cubicBezTo>
                      <a:pt x="135" y="34"/>
                      <a:pt x="135" y="34"/>
                      <a:pt x="135" y="34"/>
                    </a:cubicBezTo>
                    <a:cubicBezTo>
                      <a:pt x="134" y="34"/>
                      <a:pt x="134" y="34"/>
                      <a:pt x="134" y="34"/>
                    </a:cubicBezTo>
                    <a:cubicBezTo>
                      <a:pt x="133" y="33"/>
                      <a:pt x="133" y="33"/>
                      <a:pt x="133" y="33"/>
                    </a:cubicBezTo>
                    <a:cubicBezTo>
                      <a:pt x="133" y="33"/>
                      <a:pt x="133" y="33"/>
                      <a:pt x="133" y="33"/>
                    </a:cubicBezTo>
                    <a:cubicBezTo>
                      <a:pt x="134" y="33"/>
                      <a:pt x="134" y="33"/>
                      <a:pt x="134" y="33"/>
                    </a:cubicBezTo>
                    <a:cubicBezTo>
                      <a:pt x="136" y="33"/>
                      <a:pt x="136" y="33"/>
                      <a:pt x="136" y="33"/>
                    </a:cubicBezTo>
                    <a:cubicBezTo>
                      <a:pt x="137" y="31"/>
                      <a:pt x="137" y="31"/>
                      <a:pt x="137" y="31"/>
                    </a:cubicBezTo>
                    <a:cubicBezTo>
                      <a:pt x="136" y="30"/>
                      <a:pt x="135" y="31"/>
                      <a:pt x="134" y="31"/>
                    </a:cubicBezTo>
                    <a:cubicBezTo>
                      <a:pt x="132" y="31"/>
                      <a:pt x="132" y="31"/>
                      <a:pt x="132" y="31"/>
                    </a:cubicBezTo>
                    <a:cubicBezTo>
                      <a:pt x="131" y="30"/>
                      <a:pt x="131" y="29"/>
                      <a:pt x="132" y="28"/>
                    </a:cubicBezTo>
                    <a:cubicBezTo>
                      <a:pt x="133" y="27"/>
                      <a:pt x="133" y="27"/>
                      <a:pt x="133" y="27"/>
                    </a:cubicBezTo>
                    <a:cubicBezTo>
                      <a:pt x="134" y="27"/>
                      <a:pt x="134" y="27"/>
                      <a:pt x="134" y="27"/>
                    </a:cubicBezTo>
                    <a:cubicBezTo>
                      <a:pt x="134" y="27"/>
                      <a:pt x="134" y="27"/>
                      <a:pt x="134" y="27"/>
                    </a:cubicBezTo>
                    <a:cubicBezTo>
                      <a:pt x="135" y="28"/>
                      <a:pt x="135" y="28"/>
                      <a:pt x="135" y="28"/>
                    </a:cubicBezTo>
                    <a:cubicBezTo>
                      <a:pt x="135" y="28"/>
                      <a:pt x="135" y="28"/>
                      <a:pt x="135" y="28"/>
                    </a:cubicBezTo>
                    <a:cubicBezTo>
                      <a:pt x="135" y="29"/>
                      <a:pt x="133" y="27"/>
                      <a:pt x="132" y="28"/>
                    </a:cubicBezTo>
                    <a:cubicBezTo>
                      <a:pt x="132" y="30"/>
                      <a:pt x="132" y="30"/>
                      <a:pt x="132" y="30"/>
                    </a:cubicBezTo>
                    <a:cubicBezTo>
                      <a:pt x="132" y="30"/>
                      <a:pt x="133" y="30"/>
                      <a:pt x="134" y="30"/>
                    </a:cubicBezTo>
                    <a:cubicBezTo>
                      <a:pt x="135" y="29"/>
                      <a:pt x="136" y="29"/>
                      <a:pt x="137" y="30"/>
                    </a:cubicBezTo>
                    <a:cubicBezTo>
                      <a:pt x="138" y="31"/>
                      <a:pt x="138" y="33"/>
                      <a:pt x="136" y="3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0" name="Freeform 32">
                <a:extLst>
                  <a:ext uri="{FF2B5EF4-FFF2-40B4-BE49-F238E27FC236}">
                    <a16:creationId xmlns:a16="http://schemas.microsoft.com/office/drawing/2014/main" id="{6E10C40E-D65D-4FDF-B536-888A7296C8F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11875" y="2517775"/>
                <a:ext cx="104775" cy="215900"/>
              </a:xfrm>
              <a:custGeom>
                <a:avLst/>
                <a:gdLst>
                  <a:gd name="T0" fmla="*/ 44 w 49"/>
                  <a:gd name="T1" fmla="*/ 10 h 100"/>
                  <a:gd name="T2" fmla="*/ 38 w 49"/>
                  <a:gd name="T3" fmla="*/ 26 h 100"/>
                  <a:gd name="T4" fmla="*/ 33 w 49"/>
                  <a:gd name="T5" fmla="*/ 21 h 100"/>
                  <a:gd name="T6" fmla="*/ 20 w 49"/>
                  <a:gd name="T7" fmla="*/ 15 h 100"/>
                  <a:gd name="T8" fmla="*/ 3 w 49"/>
                  <a:gd name="T9" fmla="*/ 2 h 100"/>
                  <a:gd name="T10" fmla="*/ 2 w 49"/>
                  <a:gd name="T11" fmla="*/ 43 h 100"/>
                  <a:gd name="T12" fmla="*/ 7 w 49"/>
                  <a:gd name="T13" fmla="*/ 38 h 100"/>
                  <a:gd name="T14" fmla="*/ 6 w 49"/>
                  <a:gd name="T15" fmla="*/ 82 h 100"/>
                  <a:gd name="T16" fmla="*/ 11 w 49"/>
                  <a:gd name="T17" fmla="*/ 86 h 100"/>
                  <a:gd name="T18" fmla="*/ 34 w 49"/>
                  <a:gd name="T19" fmla="*/ 79 h 100"/>
                  <a:gd name="T20" fmla="*/ 29 w 49"/>
                  <a:gd name="T21" fmla="*/ 52 h 100"/>
                  <a:gd name="T22" fmla="*/ 40 w 49"/>
                  <a:gd name="T23" fmla="*/ 58 h 100"/>
                  <a:gd name="T24" fmla="*/ 40 w 49"/>
                  <a:gd name="T25" fmla="*/ 50 h 100"/>
                  <a:gd name="T26" fmla="*/ 44 w 49"/>
                  <a:gd name="T27" fmla="*/ 26 h 100"/>
                  <a:gd name="T28" fmla="*/ 35 w 49"/>
                  <a:gd name="T29" fmla="*/ 21 h 100"/>
                  <a:gd name="T30" fmla="*/ 42 w 49"/>
                  <a:gd name="T31" fmla="*/ 14 h 100"/>
                  <a:gd name="T32" fmla="*/ 29 w 49"/>
                  <a:gd name="T33" fmla="*/ 20 h 100"/>
                  <a:gd name="T34" fmla="*/ 29 w 49"/>
                  <a:gd name="T35" fmla="*/ 15 h 100"/>
                  <a:gd name="T36" fmla="*/ 25 w 49"/>
                  <a:gd name="T37" fmla="*/ 15 h 100"/>
                  <a:gd name="T38" fmla="*/ 35 w 49"/>
                  <a:gd name="T39" fmla="*/ 35 h 100"/>
                  <a:gd name="T40" fmla="*/ 20 w 49"/>
                  <a:gd name="T41" fmla="*/ 26 h 100"/>
                  <a:gd name="T42" fmla="*/ 19 w 49"/>
                  <a:gd name="T43" fmla="*/ 24 h 100"/>
                  <a:gd name="T44" fmla="*/ 13 w 49"/>
                  <a:gd name="T45" fmla="*/ 1 h 100"/>
                  <a:gd name="T46" fmla="*/ 25 w 49"/>
                  <a:gd name="T47" fmla="*/ 40 h 100"/>
                  <a:gd name="T48" fmla="*/ 20 w 49"/>
                  <a:gd name="T49" fmla="*/ 44 h 100"/>
                  <a:gd name="T50" fmla="*/ 14 w 49"/>
                  <a:gd name="T51" fmla="*/ 42 h 100"/>
                  <a:gd name="T52" fmla="*/ 18 w 49"/>
                  <a:gd name="T53" fmla="*/ 42 h 100"/>
                  <a:gd name="T54" fmla="*/ 11 w 49"/>
                  <a:gd name="T55" fmla="*/ 36 h 100"/>
                  <a:gd name="T56" fmla="*/ 7 w 49"/>
                  <a:gd name="T57" fmla="*/ 28 h 100"/>
                  <a:gd name="T58" fmla="*/ 3 w 49"/>
                  <a:gd name="T59" fmla="*/ 3 h 100"/>
                  <a:gd name="T60" fmla="*/ 6 w 49"/>
                  <a:gd name="T61" fmla="*/ 22 h 100"/>
                  <a:gd name="T62" fmla="*/ 4 w 49"/>
                  <a:gd name="T63" fmla="*/ 30 h 100"/>
                  <a:gd name="T64" fmla="*/ 2 w 49"/>
                  <a:gd name="T65" fmla="*/ 48 h 100"/>
                  <a:gd name="T66" fmla="*/ 2 w 49"/>
                  <a:gd name="T67" fmla="*/ 50 h 100"/>
                  <a:gd name="T68" fmla="*/ 11 w 49"/>
                  <a:gd name="T69" fmla="*/ 36 h 100"/>
                  <a:gd name="T70" fmla="*/ 32 w 49"/>
                  <a:gd name="T71" fmla="*/ 77 h 100"/>
                  <a:gd name="T72" fmla="*/ 27 w 49"/>
                  <a:gd name="T73" fmla="*/ 78 h 100"/>
                  <a:gd name="T74" fmla="*/ 20 w 49"/>
                  <a:gd name="T75" fmla="*/ 62 h 100"/>
                  <a:gd name="T76" fmla="*/ 18 w 49"/>
                  <a:gd name="T77" fmla="*/ 57 h 100"/>
                  <a:gd name="T78" fmla="*/ 13 w 49"/>
                  <a:gd name="T79" fmla="*/ 96 h 100"/>
                  <a:gd name="T80" fmla="*/ 7 w 49"/>
                  <a:gd name="T81" fmla="*/ 88 h 100"/>
                  <a:gd name="T82" fmla="*/ 9 w 49"/>
                  <a:gd name="T83" fmla="*/ 75 h 100"/>
                  <a:gd name="T84" fmla="*/ 10 w 49"/>
                  <a:gd name="T85" fmla="*/ 43 h 100"/>
                  <a:gd name="T86" fmla="*/ 27 w 49"/>
                  <a:gd name="T87" fmla="*/ 49 h 100"/>
                  <a:gd name="T88" fmla="*/ 41 w 49"/>
                  <a:gd name="T89" fmla="*/ 48 h 100"/>
                  <a:gd name="T90" fmla="*/ 40 w 49"/>
                  <a:gd name="T91" fmla="*/ 52 h 100"/>
                  <a:gd name="T92" fmla="*/ 34 w 49"/>
                  <a:gd name="T93" fmla="*/ 53 h 100"/>
                  <a:gd name="T94" fmla="*/ 27 w 49"/>
                  <a:gd name="T95" fmla="*/ 48 h 100"/>
                  <a:gd name="T96" fmla="*/ 18 w 49"/>
                  <a:gd name="T97" fmla="*/ 38 h 100"/>
                  <a:gd name="T98" fmla="*/ 11 w 49"/>
                  <a:gd name="T99" fmla="*/ 28 h 100"/>
                  <a:gd name="T100" fmla="*/ 13 w 49"/>
                  <a:gd name="T101" fmla="*/ 19 h 100"/>
                  <a:gd name="T102" fmla="*/ 31 w 49"/>
                  <a:gd name="T103" fmla="*/ 39 h 100"/>
                  <a:gd name="T104" fmla="*/ 36 w 49"/>
                  <a:gd name="T105" fmla="*/ 42 h 100"/>
                  <a:gd name="T106" fmla="*/ 42 w 49"/>
                  <a:gd name="T107" fmla="*/ 28 h 100"/>
                  <a:gd name="T108" fmla="*/ 46 w 49"/>
                  <a:gd name="T109" fmla="*/ 26 h 100"/>
                  <a:gd name="T110" fmla="*/ 43 w 49"/>
                  <a:gd name="T111" fmla="*/ 14 h 100"/>
                  <a:gd name="T112" fmla="*/ 48 w 49"/>
                  <a:gd name="T113" fmla="*/ 13 h 100"/>
                  <a:gd name="T114" fmla="*/ 8 w 49"/>
                  <a:gd name="T115" fmla="*/ 83 h 100"/>
                  <a:gd name="T116" fmla="*/ 19 w 49"/>
                  <a:gd name="T117" fmla="*/ 34 h 100"/>
                  <a:gd name="T118" fmla="*/ 14 w 49"/>
                  <a:gd name="T119" fmla="*/ 24 h 100"/>
                  <a:gd name="T120" fmla="*/ 25 w 49"/>
                  <a:gd name="T121" fmla="*/ 2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49" h="100">
                    <a:moveTo>
                      <a:pt x="11" y="71"/>
                    </a:moveTo>
                    <a:cubicBezTo>
                      <a:pt x="11" y="72"/>
                      <a:pt x="11" y="72"/>
                      <a:pt x="11" y="72"/>
                    </a:cubicBezTo>
                    <a:cubicBezTo>
                      <a:pt x="11" y="73"/>
                      <a:pt x="11" y="73"/>
                      <a:pt x="11" y="73"/>
                    </a:cubicBezTo>
                    <a:cubicBezTo>
                      <a:pt x="12" y="73"/>
                      <a:pt x="12" y="73"/>
                      <a:pt x="12" y="73"/>
                    </a:cubicBezTo>
                    <a:cubicBezTo>
                      <a:pt x="12" y="72"/>
                      <a:pt x="12" y="72"/>
                      <a:pt x="12" y="72"/>
                    </a:cubicBezTo>
                    <a:cubicBezTo>
                      <a:pt x="12" y="71"/>
                      <a:pt x="12" y="71"/>
                      <a:pt x="12" y="71"/>
                    </a:cubicBezTo>
                    <a:lnTo>
                      <a:pt x="11" y="71"/>
                    </a:lnTo>
                    <a:close/>
                    <a:moveTo>
                      <a:pt x="49" y="12"/>
                    </a:moveTo>
                    <a:cubicBezTo>
                      <a:pt x="49" y="12"/>
                      <a:pt x="49" y="12"/>
                      <a:pt x="49" y="12"/>
                    </a:cubicBezTo>
                    <a:cubicBezTo>
                      <a:pt x="49" y="12"/>
                      <a:pt x="49" y="12"/>
                      <a:pt x="49" y="12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6" y="13"/>
                      <a:pt x="46" y="13"/>
                      <a:pt x="46" y="13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2"/>
                      <a:pt x="45" y="12"/>
                      <a:pt x="45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1"/>
                      <a:pt x="45" y="10"/>
                      <a:pt x="45" y="10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4" y="10"/>
                      <a:pt x="44" y="10"/>
                      <a:pt x="44" y="10"/>
                    </a:cubicBezTo>
                    <a:cubicBezTo>
                      <a:pt x="43" y="10"/>
                      <a:pt x="43" y="11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2" y="11"/>
                      <a:pt x="42" y="11"/>
                      <a:pt x="42" y="11"/>
                    </a:cubicBezTo>
                    <a:cubicBezTo>
                      <a:pt x="41" y="13"/>
                      <a:pt x="41" y="13"/>
                      <a:pt x="41" y="13"/>
                    </a:cubicBezTo>
                    <a:cubicBezTo>
                      <a:pt x="41" y="13"/>
                      <a:pt x="41" y="13"/>
                      <a:pt x="41" y="13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1" y="16"/>
                      <a:pt x="42" y="17"/>
                      <a:pt x="42" y="17"/>
                    </a:cubicBezTo>
                    <a:cubicBezTo>
                      <a:pt x="43" y="18"/>
                      <a:pt x="43" y="19"/>
                      <a:pt x="43" y="20"/>
                    </a:cubicBezTo>
                    <a:cubicBezTo>
                      <a:pt x="43" y="21"/>
                      <a:pt x="43" y="21"/>
                      <a:pt x="43" y="21"/>
                    </a:cubicBezTo>
                    <a:cubicBezTo>
                      <a:pt x="43" y="22"/>
                      <a:pt x="42" y="24"/>
                      <a:pt x="42" y="25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40" y="26"/>
                      <a:pt x="39" y="25"/>
                      <a:pt x="39" y="25"/>
                    </a:cubicBezTo>
                    <a:cubicBezTo>
                      <a:pt x="38" y="25"/>
                      <a:pt x="38" y="25"/>
                      <a:pt x="38" y="25"/>
                    </a:cubicBezTo>
                    <a:cubicBezTo>
                      <a:pt x="38" y="26"/>
                      <a:pt x="38" y="26"/>
                      <a:pt x="38" y="26"/>
                    </a:cubicBezTo>
                    <a:cubicBezTo>
                      <a:pt x="38" y="26"/>
                      <a:pt x="38" y="26"/>
                      <a:pt x="38" y="26"/>
                    </a:cubicBezTo>
                    <a:cubicBezTo>
                      <a:pt x="38" y="27"/>
                      <a:pt x="38" y="28"/>
                      <a:pt x="38" y="29"/>
                    </a:cubicBezTo>
                    <a:cubicBezTo>
                      <a:pt x="38" y="30"/>
                      <a:pt x="38" y="30"/>
                      <a:pt x="37" y="31"/>
                    </a:cubicBezTo>
                    <a:cubicBezTo>
                      <a:pt x="36" y="33"/>
                      <a:pt x="36" y="33"/>
                      <a:pt x="36" y="33"/>
                    </a:cubicBezTo>
                    <a:cubicBezTo>
                      <a:pt x="35" y="32"/>
                      <a:pt x="35" y="31"/>
                      <a:pt x="34" y="30"/>
                    </a:cubicBezTo>
                    <a:cubicBezTo>
                      <a:pt x="33" y="28"/>
                      <a:pt x="31" y="27"/>
                      <a:pt x="30" y="26"/>
                    </a:cubicBezTo>
                    <a:cubicBezTo>
                      <a:pt x="28" y="25"/>
                      <a:pt x="27" y="24"/>
                      <a:pt x="27" y="23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9" y="22"/>
                      <a:pt x="29" y="22"/>
                      <a:pt x="29" y="22"/>
                    </a:cubicBezTo>
                    <a:cubicBezTo>
                      <a:pt x="29" y="22"/>
                      <a:pt x="29" y="22"/>
                      <a:pt x="29" y="22"/>
                    </a:cubicBezTo>
                    <a:cubicBezTo>
                      <a:pt x="30" y="22"/>
                      <a:pt x="31" y="23"/>
                      <a:pt x="32" y="23"/>
                    </a:cubicBezTo>
                    <a:cubicBezTo>
                      <a:pt x="32" y="23"/>
                      <a:pt x="32" y="23"/>
                      <a:pt x="32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4" y="21"/>
                      <a:pt x="34" y="21"/>
                      <a:pt x="34" y="21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1" y="19"/>
                      <a:pt x="31" y="19"/>
                      <a:pt x="31" y="19"/>
                    </a:cubicBezTo>
                    <a:cubicBezTo>
                      <a:pt x="32" y="19"/>
                      <a:pt x="32" y="19"/>
                      <a:pt x="32" y="19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4" y="19"/>
                      <a:pt x="34" y="19"/>
                      <a:pt x="34" y="19"/>
                    </a:cubicBezTo>
                    <a:cubicBezTo>
                      <a:pt x="35" y="19"/>
                      <a:pt x="35" y="19"/>
                      <a:pt x="35" y="19"/>
                    </a:cubicBezTo>
                    <a:cubicBezTo>
                      <a:pt x="35" y="19"/>
                      <a:pt x="35" y="19"/>
                      <a:pt x="35" y="19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35" y="17"/>
                      <a:pt x="35" y="14"/>
                      <a:pt x="32" y="14"/>
                    </a:cubicBezTo>
                    <a:cubicBezTo>
                      <a:pt x="29" y="14"/>
                      <a:pt x="29" y="14"/>
                      <a:pt x="29" y="14"/>
                    </a:cubicBezTo>
                    <a:cubicBezTo>
                      <a:pt x="29" y="14"/>
                      <a:pt x="29" y="13"/>
                      <a:pt x="27" y="13"/>
                    </a:cubicBezTo>
                    <a:cubicBezTo>
                      <a:pt x="26" y="13"/>
                      <a:pt x="26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1" y="13"/>
                      <a:pt x="21" y="13"/>
                      <a:pt x="21" y="13"/>
                    </a:cubicBezTo>
                    <a:cubicBezTo>
                      <a:pt x="20" y="12"/>
                      <a:pt x="20" y="12"/>
                      <a:pt x="20" y="12"/>
                    </a:cubicBezTo>
                    <a:cubicBezTo>
                      <a:pt x="20" y="13"/>
                      <a:pt x="20" y="13"/>
                      <a:pt x="20" y="13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19" y="16"/>
                      <a:pt x="19" y="16"/>
                      <a:pt x="19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19" y="17"/>
                      <a:pt x="19" y="19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7" y="17"/>
                      <a:pt x="17" y="16"/>
                      <a:pt x="17" y="16"/>
                    </a:cubicBezTo>
                    <a:cubicBezTo>
                      <a:pt x="17" y="15"/>
                      <a:pt x="17" y="15"/>
                      <a:pt x="17" y="15"/>
                    </a:cubicBezTo>
                    <a:cubicBezTo>
                      <a:pt x="16" y="15"/>
                      <a:pt x="16" y="15"/>
                      <a:pt x="16" y="15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5" y="14"/>
                      <a:pt x="15" y="11"/>
                      <a:pt x="15" y="11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13" y="11"/>
                      <a:pt x="13" y="9"/>
                      <a:pt x="13" y="8"/>
                    </a:cubicBezTo>
                    <a:cubicBezTo>
                      <a:pt x="13" y="4"/>
                      <a:pt x="14" y="0"/>
                      <a:pt x="14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1" y="0"/>
                      <a:pt x="9" y="6"/>
                      <a:pt x="9" y="9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8" y="10"/>
                      <a:pt x="6" y="8"/>
                      <a:pt x="5" y="6"/>
                    </a:cubicBezTo>
                    <a:cubicBezTo>
                      <a:pt x="4" y="4"/>
                      <a:pt x="3" y="2"/>
                      <a:pt x="3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1" y="4"/>
                      <a:pt x="1" y="5"/>
                    </a:cubicBezTo>
                    <a:cubicBezTo>
                      <a:pt x="1" y="9"/>
                      <a:pt x="4" y="13"/>
                      <a:pt x="5" y="15"/>
                    </a:cubicBezTo>
                    <a:cubicBezTo>
                      <a:pt x="4" y="14"/>
                      <a:pt x="2" y="12"/>
                      <a:pt x="2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" y="14"/>
                      <a:pt x="1" y="14"/>
                      <a:pt x="1" y="14"/>
                    </a:cubicBezTo>
                    <a:cubicBezTo>
                      <a:pt x="1" y="17"/>
                      <a:pt x="3" y="20"/>
                      <a:pt x="5" y="21"/>
                    </a:cubicBezTo>
                    <a:cubicBezTo>
                      <a:pt x="3" y="21"/>
                      <a:pt x="2" y="20"/>
                      <a:pt x="2" y="20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1" y="21"/>
                      <a:pt x="1" y="21"/>
                      <a:pt x="1" y="21"/>
                    </a:cubicBezTo>
                    <a:cubicBezTo>
                      <a:pt x="1" y="21"/>
                      <a:pt x="1" y="21"/>
                      <a:pt x="1" y="21"/>
                    </a:cubicBezTo>
                    <a:cubicBezTo>
                      <a:pt x="1" y="24"/>
                      <a:pt x="4" y="27"/>
                      <a:pt x="5" y="28"/>
                    </a:cubicBezTo>
                    <a:cubicBezTo>
                      <a:pt x="4" y="28"/>
                      <a:pt x="3" y="29"/>
                      <a:pt x="3" y="29"/>
                    </a:cubicBezTo>
                    <a:cubicBezTo>
                      <a:pt x="3" y="29"/>
                      <a:pt x="3" y="29"/>
                      <a:pt x="3" y="29"/>
                    </a:cubicBezTo>
                    <a:cubicBezTo>
                      <a:pt x="3" y="29"/>
                      <a:pt x="3" y="29"/>
                      <a:pt x="3" y="29"/>
                    </a:cubicBezTo>
                    <a:cubicBezTo>
                      <a:pt x="3" y="31"/>
                      <a:pt x="5" y="32"/>
                      <a:pt x="6" y="33"/>
                    </a:cubicBezTo>
                    <a:cubicBezTo>
                      <a:pt x="6" y="33"/>
                      <a:pt x="6" y="33"/>
                      <a:pt x="6" y="33"/>
                    </a:cubicBezTo>
                    <a:cubicBezTo>
                      <a:pt x="5" y="33"/>
                      <a:pt x="5" y="33"/>
                      <a:pt x="5" y="33"/>
                    </a:cubicBezTo>
                    <a:cubicBezTo>
                      <a:pt x="3" y="33"/>
                      <a:pt x="0" y="35"/>
                      <a:pt x="0" y="38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41"/>
                      <a:pt x="2" y="42"/>
                      <a:pt x="2" y="43"/>
                    </a:cubicBezTo>
                    <a:cubicBezTo>
                      <a:pt x="2" y="43"/>
                      <a:pt x="2" y="43"/>
                      <a:pt x="2" y="43"/>
                    </a:cubicBezTo>
                    <a:cubicBezTo>
                      <a:pt x="1" y="44"/>
                      <a:pt x="1" y="44"/>
                      <a:pt x="0" y="4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51"/>
                      <a:pt x="2" y="51"/>
                      <a:pt x="3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5" y="51"/>
                      <a:pt x="5" y="51"/>
                      <a:pt x="5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51"/>
                      <a:pt x="3" y="49"/>
                      <a:pt x="3" y="48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3" y="47"/>
                      <a:pt x="5" y="45"/>
                      <a:pt x="6" y="43"/>
                    </a:cubicBezTo>
                    <a:cubicBezTo>
                      <a:pt x="6" y="42"/>
                      <a:pt x="6" y="42"/>
                      <a:pt x="6" y="42"/>
                    </a:cubicBezTo>
                    <a:cubicBezTo>
                      <a:pt x="6" y="40"/>
                      <a:pt x="4" y="39"/>
                      <a:pt x="3" y="39"/>
                    </a:cubicBezTo>
                    <a:cubicBezTo>
                      <a:pt x="3" y="38"/>
                      <a:pt x="3" y="38"/>
                      <a:pt x="3" y="38"/>
                    </a:cubicBezTo>
                    <a:cubicBezTo>
                      <a:pt x="3" y="38"/>
                      <a:pt x="3" y="38"/>
                      <a:pt x="3" y="38"/>
                    </a:cubicBezTo>
                    <a:cubicBezTo>
                      <a:pt x="3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9" y="39"/>
                      <a:pt x="9" y="40"/>
                      <a:pt x="9" y="41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8"/>
                      <a:pt x="1" y="54"/>
                      <a:pt x="1" y="59"/>
                    </a:cubicBezTo>
                    <a:cubicBezTo>
                      <a:pt x="1" y="62"/>
                      <a:pt x="4" y="65"/>
                      <a:pt x="5" y="66"/>
                    </a:cubicBezTo>
                    <a:cubicBezTo>
                      <a:pt x="4" y="68"/>
                      <a:pt x="4" y="68"/>
                      <a:pt x="4" y="68"/>
                    </a:cubicBezTo>
                    <a:cubicBezTo>
                      <a:pt x="4" y="68"/>
                      <a:pt x="4" y="68"/>
                      <a:pt x="4" y="68"/>
                    </a:cubicBezTo>
                    <a:cubicBezTo>
                      <a:pt x="5" y="69"/>
                      <a:pt x="5" y="69"/>
                      <a:pt x="5" y="69"/>
                    </a:cubicBezTo>
                    <a:cubicBezTo>
                      <a:pt x="5" y="70"/>
                      <a:pt x="5" y="70"/>
                      <a:pt x="5" y="70"/>
                    </a:cubicBezTo>
                    <a:cubicBezTo>
                      <a:pt x="6" y="70"/>
                      <a:pt x="6" y="70"/>
                      <a:pt x="6" y="70"/>
                    </a:cubicBezTo>
                    <a:cubicBezTo>
                      <a:pt x="5" y="71"/>
                      <a:pt x="5" y="71"/>
                      <a:pt x="5" y="71"/>
                    </a:cubicBezTo>
                    <a:cubicBezTo>
                      <a:pt x="5" y="72"/>
                      <a:pt x="5" y="72"/>
                      <a:pt x="5" y="72"/>
                    </a:cubicBezTo>
                    <a:cubicBezTo>
                      <a:pt x="6" y="72"/>
                      <a:pt x="6" y="72"/>
                      <a:pt x="6" y="72"/>
                    </a:cubicBezTo>
                    <a:cubicBezTo>
                      <a:pt x="6" y="73"/>
                      <a:pt x="6" y="73"/>
                      <a:pt x="6" y="73"/>
                    </a:cubicBezTo>
                    <a:cubicBezTo>
                      <a:pt x="6" y="73"/>
                      <a:pt x="6" y="73"/>
                      <a:pt x="6" y="73"/>
                    </a:cubicBezTo>
                    <a:cubicBezTo>
                      <a:pt x="7" y="73"/>
                      <a:pt x="7" y="73"/>
                      <a:pt x="7" y="73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7" y="75"/>
                      <a:pt x="7" y="75"/>
                      <a:pt x="7" y="75"/>
                    </a:cubicBezTo>
                    <a:cubicBezTo>
                      <a:pt x="8" y="75"/>
                      <a:pt x="8" y="75"/>
                      <a:pt x="8" y="75"/>
                    </a:cubicBezTo>
                    <a:cubicBezTo>
                      <a:pt x="7" y="77"/>
                      <a:pt x="7" y="77"/>
                      <a:pt x="7" y="77"/>
                    </a:cubicBezTo>
                    <a:cubicBezTo>
                      <a:pt x="7" y="77"/>
                      <a:pt x="7" y="77"/>
                      <a:pt x="7" y="77"/>
                    </a:cubicBezTo>
                    <a:cubicBezTo>
                      <a:pt x="8" y="77"/>
                      <a:pt x="8" y="77"/>
                      <a:pt x="8" y="77"/>
                    </a:cubicBezTo>
                    <a:cubicBezTo>
                      <a:pt x="8" y="79"/>
                      <a:pt x="8" y="79"/>
                      <a:pt x="8" y="79"/>
                    </a:cubicBezTo>
                    <a:cubicBezTo>
                      <a:pt x="6" y="82"/>
                      <a:pt x="6" y="82"/>
                      <a:pt x="6" y="82"/>
                    </a:cubicBezTo>
                    <a:cubicBezTo>
                      <a:pt x="6" y="83"/>
                      <a:pt x="7" y="84"/>
                      <a:pt x="7" y="86"/>
                    </a:cubicBezTo>
                    <a:cubicBezTo>
                      <a:pt x="7" y="87"/>
                      <a:pt x="6" y="88"/>
                      <a:pt x="6" y="88"/>
                    </a:cubicBezTo>
                    <a:cubicBezTo>
                      <a:pt x="5" y="93"/>
                      <a:pt x="5" y="93"/>
                      <a:pt x="5" y="93"/>
                    </a:cubicBezTo>
                    <a:cubicBezTo>
                      <a:pt x="6" y="95"/>
                      <a:pt x="6" y="95"/>
                      <a:pt x="6" y="95"/>
                    </a:cubicBezTo>
                    <a:cubicBezTo>
                      <a:pt x="6" y="99"/>
                      <a:pt x="6" y="99"/>
                      <a:pt x="6" y="99"/>
                    </a:cubicBezTo>
                    <a:cubicBezTo>
                      <a:pt x="7" y="100"/>
                      <a:pt x="8" y="100"/>
                      <a:pt x="9" y="100"/>
                    </a:cubicBezTo>
                    <a:cubicBezTo>
                      <a:pt x="10" y="100"/>
                      <a:pt x="10" y="100"/>
                      <a:pt x="10" y="100"/>
                    </a:cubicBezTo>
                    <a:cubicBezTo>
                      <a:pt x="11" y="100"/>
                      <a:pt x="12" y="100"/>
                      <a:pt x="13" y="100"/>
                    </a:cubicBezTo>
                    <a:cubicBezTo>
                      <a:pt x="15" y="100"/>
                      <a:pt x="16" y="99"/>
                      <a:pt x="17" y="98"/>
                    </a:cubicBezTo>
                    <a:cubicBezTo>
                      <a:pt x="19" y="97"/>
                      <a:pt x="19" y="97"/>
                      <a:pt x="19" y="97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7" y="95"/>
                      <a:pt x="17" y="95"/>
                      <a:pt x="17" y="95"/>
                    </a:cubicBezTo>
                    <a:cubicBezTo>
                      <a:pt x="15" y="95"/>
                      <a:pt x="15" y="95"/>
                      <a:pt x="15" y="95"/>
                    </a:cubicBezTo>
                    <a:cubicBezTo>
                      <a:pt x="15" y="95"/>
                      <a:pt x="15" y="95"/>
                      <a:pt x="15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3" y="95"/>
                      <a:pt x="12" y="96"/>
                      <a:pt x="11" y="96"/>
                    </a:cubicBezTo>
                    <a:cubicBezTo>
                      <a:pt x="11" y="96"/>
                      <a:pt x="11" y="96"/>
                      <a:pt x="11" y="96"/>
                    </a:cubicBezTo>
                    <a:cubicBezTo>
                      <a:pt x="10" y="96"/>
                      <a:pt x="10" y="94"/>
                      <a:pt x="10" y="93"/>
                    </a:cubicBezTo>
                    <a:cubicBezTo>
                      <a:pt x="10" y="92"/>
                      <a:pt x="10" y="92"/>
                      <a:pt x="10" y="92"/>
                    </a:cubicBezTo>
                    <a:cubicBezTo>
                      <a:pt x="10" y="91"/>
                      <a:pt x="10" y="91"/>
                      <a:pt x="10" y="90"/>
                    </a:cubicBezTo>
                    <a:cubicBezTo>
                      <a:pt x="11" y="89"/>
                      <a:pt x="11" y="88"/>
                      <a:pt x="11" y="87"/>
                    </a:cubicBezTo>
                    <a:cubicBezTo>
                      <a:pt x="11" y="86"/>
                      <a:pt x="11" y="86"/>
                      <a:pt x="11" y="86"/>
                    </a:cubicBezTo>
                    <a:cubicBezTo>
                      <a:pt x="11" y="85"/>
                      <a:pt x="11" y="85"/>
                      <a:pt x="12" y="84"/>
                    </a:cubicBezTo>
                    <a:cubicBezTo>
                      <a:pt x="13" y="83"/>
                      <a:pt x="12" y="82"/>
                      <a:pt x="13" y="81"/>
                    </a:cubicBezTo>
                    <a:cubicBezTo>
                      <a:pt x="13" y="80"/>
                      <a:pt x="13" y="79"/>
                      <a:pt x="14" y="78"/>
                    </a:cubicBezTo>
                    <a:cubicBezTo>
                      <a:pt x="15" y="77"/>
                      <a:pt x="16" y="75"/>
                      <a:pt x="17" y="74"/>
                    </a:cubicBezTo>
                    <a:cubicBezTo>
                      <a:pt x="17" y="72"/>
                      <a:pt x="17" y="72"/>
                      <a:pt x="17" y="72"/>
                    </a:cubicBezTo>
                    <a:cubicBezTo>
                      <a:pt x="18" y="70"/>
                      <a:pt x="18" y="70"/>
                      <a:pt x="18" y="70"/>
                    </a:cubicBezTo>
                    <a:cubicBezTo>
                      <a:pt x="19" y="70"/>
                      <a:pt x="19" y="70"/>
                      <a:pt x="19" y="70"/>
                    </a:cubicBezTo>
                    <a:cubicBezTo>
                      <a:pt x="19" y="69"/>
                      <a:pt x="20" y="69"/>
                      <a:pt x="20" y="68"/>
                    </a:cubicBezTo>
                    <a:cubicBezTo>
                      <a:pt x="22" y="67"/>
                      <a:pt x="22" y="67"/>
                      <a:pt x="22" y="67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1" y="69"/>
                      <a:pt x="21" y="69"/>
                      <a:pt x="21" y="69"/>
                    </a:cubicBezTo>
                    <a:cubicBezTo>
                      <a:pt x="20" y="71"/>
                      <a:pt x="20" y="71"/>
                      <a:pt x="20" y="71"/>
                    </a:cubicBezTo>
                    <a:cubicBezTo>
                      <a:pt x="20" y="72"/>
                      <a:pt x="20" y="72"/>
                      <a:pt x="20" y="72"/>
                    </a:cubicBezTo>
                    <a:cubicBezTo>
                      <a:pt x="20" y="74"/>
                      <a:pt x="20" y="74"/>
                      <a:pt x="20" y="74"/>
                    </a:cubicBezTo>
                    <a:cubicBezTo>
                      <a:pt x="22" y="75"/>
                      <a:pt x="22" y="75"/>
                      <a:pt x="22" y="75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5" y="78"/>
                      <a:pt x="25" y="78"/>
                      <a:pt x="25" y="78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8" y="81"/>
                      <a:pt x="28" y="81"/>
                      <a:pt x="28" y="81"/>
                    </a:cubicBezTo>
                    <a:cubicBezTo>
                      <a:pt x="28" y="82"/>
                      <a:pt x="29" y="83"/>
                      <a:pt x="31" y="83"/>
                    </a:cubicBezTo>
                    <a:cubicBezTo>
                      <a:pt x="32" y="83"/>
                      <a:pt x="34" y="80"/>
                      <a:pt x="34" y="79"/>
                    </a:cubicBezTo>
                    <a:cubicBezTo>
                      <a:pt x="35" y="78"/>
                      <a:pt x="36" y="76"/>
                      <a:pt x="36" y="75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4" y="73"/>
                      <a:pt x="34" y="73"/>
                      <a:pt x="34" y="73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1" y="75"/>
                      <a:pt x="31" y="75"/>
                      <a:pt x="31" y="75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0" y="76"/>
                      <a:pt x="30" y="76"/>
                      <a:pt x="30" y="76"/>
                    </a:cubicBezTo>
                    <a:cubicBezTo>
                      <a:pt x="29" y="76"/>
                      <a:pt x="27" y="74"/>
                      <a:pt x="27" y="73"/>
                    </a:cubicBezTo>
                    <a:cubicBezTo>
                      <a:pt x="26" y="72"/>
                      <a:pt x="25" y="71"/>
                      <a:pt x="25" y="70"/>
                    </a:cubicBezTo>
                    <a:cubicBezTo>
                      <a:pt x="26" y="69"/>
                      <a:pt x="26" y="69"/>
                      <a:pt x="26" y="69"/>
                    </a:cubicBezTo>
                    <a:cubicBezTo>
                      <a:pt x="27" y="68"/>
                      <a:pt x="29" y="66"/>
                      <a:pt x="30" y="65"/>
                    </a:cubicBezTo>
                    <a:cubicBezTo>
                      <a:pt x="31" y="64"/>
                      <a:pt x="31" y="64"/>
                      <a:pt x="31" y="64"/>
                    </a:cubicBezTo>
                    <a:cubicBezTo>
                      <a:pt x="31" y="63"/>
                      <a:pt x="31" y="63"/>
                      <a:pt x="31" y="63"/>
                    </a:cubicBezTo>
                    <a:cubicBezTo>
                      <a:pt x="31" y="62"/>
                      <a:pt x="32" y="61"/>
                      <a:pt x="32" y="61"/>
                    </a:cubicBezTo>
                    <a:cubicBezTo>
                      <a:pt x="31" y="57"/>
                      <a:pt x="29" y="56"/>
                      <a:pt x="27" y="56"/>
                    </a:cubicBezTo>
                    <a:cubicBezTo>
                      <a:pt x="25" y="56"/>
                      <a:pt x="25" y="56"/>
                      <a:pt x="25" y="56"/>
                    </a:cubicBezTo>
                    <a:cubicBezTo>
                      <a:pt x="25" y="56"/>
                      <a:pt x="25" y="56"/>
                      <a:pt x="25" y="56"/>
                    </a:cubicBezTo>
                    <a:cubicBezTo>
                      <a:pt x="27" y="54"/>
                      <a:pt x="27" y="54"/>
                      <a:pt x="27" y="54"/>
                    </a:cubicBezTo>
                    <a:cubicBezTo>
                      <a:pt x="28" y="53"/>
                      <a:pt x="28" y="53"/>
                      <a:pt x="28" y="53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1"/>
                      <a:pt x="29" y="51"/>
                      <a:pt x="29" y="51"/>
                    </a:cubicBezTo>
                    <a:cubicBezTo>
                      <a:pt x="31" y="52"/>
                      <a:pt x="32" y="56"/>
                      <a:pt x="32" y="56"/>
                    </a:cubicBezTo>
                    <a:cubicBezTo>
                      <a:pt x="32" y="57"/>
                      <a:pt x="32" y="57"/>
                      <a:pt x="32" y="57"/>
                    </a:cubicBezTo>
                    <a:cubicBezTo>
                      <a:pt x="33" y="56"/>
                      <a:pt x="33" y="56"/>
                      <a:pt x="33" y="56"/>
                    </a:cubicBezTo>
                    <a:cubicBezTo>
                      <a:pt x="33" y="55"/>
                      <a:pt x="34" y="54"/>
                      <a:pt x="34" y="53"/>
                    </a:cubicBezTo>
                    <a:cubicBezTo>
                      <a:pt x="35" y="54"/>
                      <a:pt x="35" y="54"/>
                      <a:pt x="35" y="54"/>
                    </a:cubicBezTo>
                    <a:cubicBezTo>
                      <a:pt x="36" y="54"/>
                      <a:pt x="37" y="54"/>
                      <a:pt x="38" y="55"/>
                    </a:cubicBezTo>
                    <a:cubicBezTo>
                      <a:pt x="39" y="55"/>
                      <a:pt x="39" y="55"/>
                      <a:pt x="39" y="56"/>
                    </a:cubicBezTo>
                    <a:cubicBezTo>
                      <a:pt x="39" y="57"/>
                      <a:pt x="39" y="57"/>
                      <a:pt x="39" y="57"/>
                    </a:cubicBezTo>
                    <a:cubicBezTo>
                      <a:pt x="38" y="58"/>
                      <a:pt x="38" y="58"/>
                      <a:pt x="38" y="58"/>
                    </a:cubicBezTo>
                    <a:cubicBezTo>
                      <a:pt x="37" y="60"/>
                      <a:pt x="37" y="60"/>
                      <a:pt x="37" y="60"/>
                    </a:cubicBezTo>
                    <a:cubicBezTo>
                      <a:pt x="37" y="60"/>
                      <a:pt x="37" y="60"/>
                      <a:pt x="37" y="60"/>
                    </a:cubicBezTo>
                    <a:cubicBezTo>
                      <a:pt x="37" y="61"/>
                      <a:pt x="37" y="61"/>
                      <a:pt x="37" y="61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3"/>
                      <a:pt x="38" y="63"/>
                      <a:pt x="38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40" y="61"/>
                      <a:pt x="40" y="61"/>
                      <a:pt x="40" y="61"/>
                    </a:cubicBezTo>
                    <a:cubicBezTo>
                      <a:pt x="40" y="58"/>
                      <a:pt x="40" y="58"/>
                      <a:pt x="40" y="58"/>
                    </a:cubicBezTo>
                    <a:cubicBezTo>
                      <a:pt x="41" y="55"/>
                      <a:pt x="41" y="55"/>
                      <a:pt x="41" y="55"/>
                    </a:cubicBezTo>
                    <a:cubicBezTo>
                      <a:pt x="42" y="54"/>
                      <a:pt x="43" y="52"/>
                      <a:pt x="43" y="52"/>
                    </a:cubicBezTo>
                    <a:cubicBezTo>
                      <a:pt x="43" y="49"/>
                      <a:pt x="43" y="49"/>
                      <a:pt x="43" y="49"/>
                    </a:cubicBezTo>
                    <a:cubicBezTo>
                      <a:pt x="44" y="47"/>
                      <a:pt x="44" y="47"/>
                      <a:pt x="44" y="47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5" y="46"/>
                      <a:pt x="45" y="46"/>
                      <a:pt x="45" y="46"/>
                    </a:cubicBezTo>
                    <a:cubicBezTo>
                      <a:pt x="44" y="45"/>
                      <a:pt x="44" y="45"/>
                      <a:pt x="44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1" y="45"/>
                      <a:pt x="41" y="45"/>
                      <a:pt x="41" y="45"/>
                    </a:cubicBezTo>
                    <a:cubicBezTo>
                      <a:pt x="41" y="45"/>
                      <a:pt x="41" y="45"/>
                      <a:pt x="41" y="45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39" y="48"/>
                      <a:pt x="39" y="48"/>
                      <a:pt x="39" y="48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8" y="52"/>
                      <a:pt x="38" y="52"/>
                      <a:pt x="38" y="52"/>
                    </a:cubicBezTo>
                    <a:cubicBezTo>
                      <a:pt x="38" y="52"/>
                      <a:pt x="36" y="51"/>
                      <a:pt x="35" y="50"/>
                    </a:cubicBezTo>
                    <a:cubicBezTo>
                      <a:pt x="35" y="49"/>
                      <a:pt x="35" y="49"/>
                      <a:pt x="35" y="49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7" y="47"/>
                      <a:pt x="37" y="47"/>
                      <a:pt x="37" y="47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5" y="47"/>
                      <a:pt x="34" y="47"/>
                      <a:pt x="33" y="47"/>
                    </a:cubicBezTo>
                    <a:cubicBezTo>
                      <a:pt x="34" y="46"/>
                      <a:pt x="35" y="45"/>
                      <a:pt x="36" y="43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41" y="38"/>
                      <a:pt x="41" y="37"/>
                      <a:pt x="41" y="36"/>
                    </a:cubicBezTo>
                    <a:cubicBezTo>
                      <a:pt x="41" y="35"/>
                      <a:pt x="41" y="33"/>
                      <a:pt x="42" y="33"/>
                    </a:cubicBezTo>
                    <a:cubicBezTo>
                      <a:pt x="43" y="32"/>
                      <a:pt x="43" y="32"/>
                      <a:pt x="43" y="32"/>
                    </a:cubicBezTo>
                    <a:cubicBezTo>
                      <a:pt x="44" y="32"/>
                      <a:pt x="45" y="34"/>
                      <a:pt x="45" y="34"/>
                    </a:cubicBezTo>
                    <a:cubicBezTo>
                      <a:pt x="45" y="34"/>
                      <a:pt x="45" y="34"/>
                      <a:pt x="45" y="34"/>
                    </a:cubicBezTo>
                    <a:cubicBezTo>
                      <a:pt x="45" y="31"/>
                      <a:pt x="44" y="30"/>
                      <a:pt x="43" y="30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3" y="28"/>
                      <a:pt x="44" y="27"/>
                      <a:pt x="44" y="26"/>
                    </a:cubicBezTo>
                    <a:cubicBezTo>
                      <a:pt x="45" y="24"/>
                      <a:pt x="45" y="24"/>
                      <a:pt x="45" y="24"/>
                    </a:cubicBezTo>
                    <a:cubicBezTo>
                      <a:pt x="45" y="24"/>
                      <a:pt x="45" y="24"/>
                      <a:pt x="45" y="24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6" y="28"/>
                      <a:pt x="46" y="28"/>
                      <a:pt x="46" y="28"/>
                    </a:cubicBezTo>
                    <a:cubicBezTo>
                      <a:pt x="46" y="28"/>
                      <a:pt x="46" y="28"/>
                      <a:pt x="46" y="28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7"/>
                      <a:pt x="48" y="27"/>
                      <a:pt x="48" y="27"/>
                    </a:cubicBezTo>
                    <a:cubicBezTo>
                      <a:pt x="48" y="27"/>
                      <a:pt x="48" y="27"/>
                      <a:pt x="48" y="27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46" y="21"/>
                      <a:pt x="46" y="21"/>
                      <a:pt x="46" y="21"/>
                    </a:cubicBezTo>
                    <a:cubicBezTo>
                      <a:pt x="46" y="20"/>
                      <a:pt x="46" y="20"/>
                      <a:pt x="46" y="20"/>
                    </a:cubicBezTo>
                    <a:cubicBezTo>
                      <a:pt x="46" y="19"/>
                      <a:pt x="47" y="18"/>
                      <a:pt x="47" y="18"/>
                    </a:cubicBezTo>
                    <a:cubicBezTo>
                      <a:pt x="48" y="15"/>
                      <a:pt x="48" y="15"/>
                      <a:pt x="48" y="15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3"/>
                      <a:pt x="48" y="13"/>
                      <a:pt x="48" y="13"/>
                    </a:cubicBezTo>
                    <a:cubicBezTo>
                      <a:pt x="48" y="13"/>
                      <a:pt x="48" y="13"/>
                      <a:pt x="48" y="13"/>
                    </a:cubicBezTo>
                    <a:lnTo>
                      <a:pt x="49" y="12"/>
                    </a:lnTo>
                    <a:close/>
                    <a:moveTo>
                      <a:pt x="35" y="21"/>
                    </a:move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2"/>
                      <a:pt x="35" y="22"/>
                      <a:pt x="35" y="22"/>
                    </a:cubicBezTo>
                    <a:lnTo>
                      <a:pt x="35" y="21"/>
                    </a:lnTo>
                    <a:close/>
                    <a:moveTo>
                      <a:pt x="44" y="10"/>
                    </a:moveTo>
                    <a:cubicBezTo>
                      <a:pt x="45" y="10"/>
                      <a:pt x="45" y="10"/>
                      <a:pt x="45" y="10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lnTo>
                      <a:pt x="44" y="10"/>
                    </a:lnTo>
                    <a:close/>
                    <a:moveTo>
                      <a:pt x="42" y="12"/>
                    </a:moveTo>
                    <a:cubicBezTo>
                      <a:pt x="42" y="12"/>
                      <a:pt x="42" y="12"/>
                      <a:pt x="42" y="12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1" y="13"/>
                      <a:pt x="41" y="13"/>
                      <a:pt x="41" y="13"/>
                    </a:cubicBezTo>
                    <a:lnTo>
                      <a:pt x="42" y="12"/>
                    </a:lnTo>
                    <a:close/>
                    <a:moveTo>
                      <a:pt x="43" y="17"/>
                    </a:moveTo>
                    <a:cubicBezTo>
                      <a:pt x="42" y="16"/>
                      <a:pt x="41" y="15"/>
                      <a:pt x="41" y="15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5"/>
                      <a:pt x="43" y="15"/>
                      <a:pt x="43" y="16"/>
                    </a:cubicBezTo>
                    <a:cubicBezTo>
                      <a:pt x="43" y="18"/>
                      <a:pt x="43" y="18"/>
                      <a:pt x="43" y="18"/>
                    </a:cubicBezTo>
                    <a:cubicBezTo>
                      <a:pt x="43" y="18"/>
                      <a:pt x="43" y="18"/>
                      <a:pt x="43" y="18"/>
                    </a:cubicBezTo>
                    <a:lnTo>
                      <a:pt x="43" y="17"/>
                    </a:lnTo>
                    <a:close/>
                    <a:moveTo>
                      <a:pt x="29" y="21"/>
                    </a:moveTo>
                    <a:cubicBezTo>
                      <a:pt x="29" y="21"/>
                      <a:pt x="29" y="21"/>
                      <a:pt x="29" y="21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9" y="21"/>
                      <a:pt x="29" y="21"/>
                      <a:pt x="29" y="21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31" y="22"/>
                      <a:pt x="31" y="22"/>
                      <a:pt x="31" y="22"/>
                    </a:cubicBezTo>
                    <a:lnTo>
                      <a:pt x="29" y="21"/>
                    </a:lnTo>
                    <a:close/>
                    <a:moveTo>
                      <a:pt x="27" y="20"/>
                    </a:moveTo>
                    <a:cubicBezTo>
                      <a:pt x="27" y="20"/>
                      <a:pt x="27" y="20"/>
                      <a:pt x="27" y="20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29" y="19"/>
                      <a:pt x="29" y="19"/>
                      <a:pt x="29" y="19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7" y="20"/>
                      <a:pt x="27" y="20"/>
                      <a:pt x="27" y="20"/>
                    </a:cubicBezTo>
                    <a:close/>
                    <a:moveTo>
                      <a:pt x="32" y="21"/>
                    </a:moveTo>
                    <a:cubicBezTo>
                      <a:pt x="34" y="22"/>
                      <a:pt x="34" y="22"/>
                      <a:pt x="34" y="22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1" y="21"/>
                      <a:pt x="31" y="21"/>
                      <a:pt x="31" y="21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1" y="20"/>
                      <a:pt x="31" y="20"/>
                      <a:pt x="31" y="20"/>
                    </a:cubicBezTo>
                    <a:cubicBezTo>
                      <a:pt x="31" y="20"/>
                      <a:pt x="31" y="20"/>
                      <a:pt x="31" y="20"/>
                    </a:cubicBezTo>
                    <a:lnTo>
                      <a:pt x="32" y="21"/>
                    </a:lnTo>
                    <a:close/>
                    <a:moveTo>
                      <a:pt x="32" y="15"/>
                    </a:moveTo>
                    <a:cubicBezTo>
                      <a:pt x="33" y="15"/>
                      <a:pt x="34" y="15"/>
                      <a:pt x="34" y="16"/>
                    </a:cubicBezTo>
                    <a:cubicBezTo>
                      <a:pt x="34" y="18"/>
                      <a:pt x="34" y="18"/>
                      <a:pt x="34" y="18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9"/>
                      <a:pt x="31" y="19"/>
                      <a:pt x="31" y="19"/>
                    </a:cubicBezTo>
                    <a:cubicBezTo>
                      <a:pt x="29" y="19"/>
                      <a:pt x="29" y="19"/>
                      <a:pt x="29" y="19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9" y="15"/>
                      <a:pt x="29" y="15"/>
                      <a:pt x="29" y="15"/>
                    </a:cubicBezTo>
                    <a:lnTo>
                      <a:pt x="32" y="15"/>
                    </a:lnTo>
                    <a:close/>
                    <a:moveTo>
                      <a:pt x="28" y="15"/>
                    </a:moveTo>
                    <a:cubicBezTo>
                      <a:pt x="28" y="15"/>
                      <a:pt x="28" y="15"/>
                      <a:pt x="28" y="15"/>
                    </a:cubicBezTo>
                    <a:cubicBezTo>
                      <a:pt x="28" y="15"/>
                      <a:pt x="28" y="15"/>
                      <a:pt x="28" y="15"/>
                    </a:cubicBezTo>
                    <a:close/>
                    <a:moveTo>
                      <a:pt x="22" y="13"/>
                    </a:moveTo>
                    <a:cubicBezTo>
                      <a:pt x="23" y="14"/>
                      <a:pt x="23" y="14"/>
                      <a:pt x="23" y="14"/>
                    </a:cubicBezTo>
                    <a:cubicBezTo>
                      <a:pt x="22" y="14"/>
                      <a:pt x="22" y="14"/>
                      <a:pt x="22" y="14"/>
                    </a:cubicBezTo>
                    <a:lnTo>
                      <a:pt x="22" y="13"/>
                    </a:lnTo>
                    <a:close/>
                    <a:moveTo>
                      <a:pt x="21" y="16"/>
                    </a:moveTo>
                    <a:cubicBezTo>
                      <a:pt x="21" y="16"/>
                      <a:pt x="21" y="16"/>
                      <a:pt x="21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26" y="14"/>
                      <a:pt x="26" y="13"/>
                      <a:pt x="27" y="13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6" y="17"/>
                      <a:pt x="26" y="17"/>
                      <a:pt x="26" y="17"/>
                    </a:cubicBezTo>
                    <a:cubicBezTo>
                      <a:pt x="27" y="18"/>
                      <a:pt x="27" y="18"/>
                      <a:pt x="27" y="18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4"/>
                      <a:pt x="28" y="25"/>
                      <a:pt x="29" y="26"/>
                    </a:cubicBezTo>
                    <a:cubicBezTo>
                      <a:pt x="31" y="27"/>
                      <a:pt x="32" y="29"/>
                      <a:pt x="34" y="30"/>
                    </a:cubicBezTo>
                    <a:cubicBezTo>
                      <a:pt x="35" y="32"/>
                      <a:pt x="35" y="34"/>
                      <a:pt x="36" y="35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4" y="34"/>
                      <a:pt x="33" y="34"/>
                      <a:pt x="33" y="34"/>
                    </a:cubicBezTo>
                    <a:cubicBezTo>
                      <a:pt x="31" y="35"/>
                      <a:pt x="31" y="35"/>
                      <a:pt x="31" y="35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2"/>
                      <a:pt x="21" y="32"/>
                      <a:pt x="21" y="31"/>
                    </a:cubicBezTo>
                    <a:cubicBezTo>
                      <a:pt x="21" y="30"/>
                      <a:pt x="21" y="30"/>
                      <a:pt x="21" y="30"/>
                    </a:cubicBezTo>
                    <a:cubicBezTo>
                      <a:pt x="21" y="29"/>
                      <a:pt x="20" y="28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5"/>
                      <a:pt x="19" y="25"/>
                      <a:pt x="19" y="25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9" y="18"/>
                      <a:pt x="20" y="17"/>
                      <a:pt x="21" y="16"/>
                    </a:cubicBezTo>
                    <a:moveTo>
                      <a:pt x="20" y="31"/>
                    </a:moveTo>
                    <a:cubicBezTo>
                      <a:pt x="20" y="32"/>
                      <a:pt x="20" y="32"/>
                      <a:pt x="20" y="32"/>
                    </a:cubicBezTo>
                    <a:cubicBezTo>
                      <a:pt x="20" y="32"/>
                      <a:pt x="20" y="32"/>
                      <a:pt x="20" y="32"/>
                    </a:cubicBezTo>
                    <a:cubicBezTo>
                      <a:pt x="17" y="32"/>
                      <a:pt x="17" y="31"/>
                      <a:pt x="17" y="29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8" y="28"/>
                      <a:pt x="19" y="27"/>
                      <a:pt x="19" y="27"/>
                    </a:cubicBezTo>
                    <a:cubicBezTo>
                      <a:pt x="20" y="28"/>
                      <a:pt x="20" y="30"/>
                      <a:pt x="20" y="30"/>
                    </a:cubicBezTo>
                    <a:lnTo>
                      <a:pt x="20" y="31"/>
                    </a:lnTo>
                    <a:close/>
                    <a:moveTo>
                      <a:pt x="16" y="18"/>
                    </a:moveTo>
                    <a:cubicBezTo>
                      <a:pt x="16" y="18"/>
                      <a:pt x="16" y="18"/>
                      <a:pt x="16" y="18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7" y="19"/>
                      <a:pt x="18" y="20"/>
                      <a:pt x="18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5" y="20"/>
                      <a:pt x="15" y="20"/>
                      <a:pt x="15" y="20"/>
                    </a:cubicBezTo>
                    <a:lnTo>
                      <a:pt x="16" y="18"/>
                    </a:lnTo>
                    <a:close/>
                    <a:moveTo>
                      <a:pt x="13" y="13"/>
                    </a:moveTo>
                    <a:cubicBezTo>
                      <a:pt x="14" y="13"/>
                      <a:pt x="14" y="13"/>
                      <a:pt x="14" y="13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5" y="12"/>
                      <a:pt x="15" y="16"/>
                      <a:pt x="15" y="17"/>
                    </a:cubicBezTo>
                    <a:cubicBezTo>
                      <a:pt x="15" y="18"/>
                      <a:pt x="15" y="19"/>
                      <a:pt x="15" y="20"/>
                    </a:cubicBezTo>
                    <a:cubicBezTo>
                      <a:pt x="15" y="20"/>
                      <a:pt x="15" y="20"/>
                      <a:pt x="15" y="20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5"/>
                      <a:pt x="13" y="14"/>
                      <a:pt x="13" y="13"/>
                    </a:cubicBezTo>
                    <a:moveTo>
                      <a:pt x="13" y="1"/>
                    </a:moveTo>
                    <a:cubicBezTo>
                      <a:pt x="13" y="2"/>
                      <a:pt x="13" y="5"/>
                      <a:pt x="13" y="8"/>
                    </a:cubicBezTo>
                    <a:cubicBezTo>
                      <a:pt x="13" y="9"/>
                      <a:pt x="13" y="11"/>
                      <a:pt x="13" y="12"/>
                    </a:cubicBezTo>
                    <a:cubicBezTo>
                      <a:pt x="13" y="12"/>
                      <a:pt x="13" y="13"/>
                      <a:pt x="13" y="14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2" y="14"/>
                      <a:pt x="11" y="10"/>
                      <a:pt x="11" y="7"/>
                    </a:cubicBezTo>
                    <a:cubicBezTo>
                      <a:pt x="11" y="5"/>
                      <a:pt x="11" y="3"/>
                      <a:pt x="13" y="1"/>
                    </a:cubicBezTo>
                    <a:moveTo>
                      <a:pt x="12" y="2"/>
                    </a:moveTo>
                    <a:cubicBezTo>
                      <a:pt x="11" y="4"/>
                      <a:pt x="10" y="5"/>
                      <a:pt x="10" y="7"/>
                    </a:cubicBezTo>
                    <a:cubicBezTo>
                      <a:pt x="10" y="11"/>
                      <a:pt x="12" y="15"/>
                      <a:pt x="12" y="15"/>
                    </a:cubicBezTo>
                    <a:cubicBezTo>
                      <a:pt x="12" y="15"/>
                      <a:pt x="12" y="15"/>
                      <a:pt x="12" y="15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7"/>
                      <a:pt x="10" y="4"/>
                      <a:pt x="12" y="2"/>
                    </a:cubicBezTo>
                    <a:moveTo>
                      <a:pt x="9" y="12"/>
                    </a:moveTo>
                    <a:cubicBezTo>
                      <a:pt x="9" y="11"/>
                      <a:pt x="9" y="11"/>
                      <a:pt x="9" y="11"/>
                    </a:cubicBezTo>
                    <a:cubicBezTo>
                      <a:pt x="9" y="13"/>
                      <a:pt x="11" y="16"/>
                      <a:pt x="12" y="17"/>
                    </a:cubicBezTo>
                    <a:cubicBezTo>
                      <a:pt x="11" y="18"/>
                      <a:pt x="11" y="18"/>
                      <a:pt x="11" y="18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0" y="20"/>
                      <a:pt x="9" y="16"/>
                      <a:pt x="9" y="12"/>
                    </a:cubicBezTo>
                    <a:close/>
                    <a:moveTo>
                      <a:pt x="22" y="44"/>
                    </a:moveTo>
                    <a:cubicBezTo>
                      <a:pt x="22" y="41"/>
                      <a:pt x="22" y="41"/>
                      <a:pt x="22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5" y="42"/>
                      <a:pt x="24" y="43"/>
                      <a:pt x="22" y="44"/>
                    </a:cubicBezTo>
                    <a:moveTo>
                      <a:pt x="22" y="44"/>
                    </a:moveTo>
                    <a:cubicBezTo>
                      <a:pt x="19" y="48"/>
                      <a:pt x="19" y="48"/>
                      <a:pt x="19" y="48"/>
                    </a:cubicBezTo>
                    <a:cubicBezTo>
                      <a:pt x="20" y="47"/>
                      <a:pt x="20" y="47"/>
                      <a:pt x="20" y="47"/>
                    </a:cubicBezTo>
                    <a:cubicBezTo>
                      <a:pt x="20" y="46"/>
                      <a:pt x="20" y="45"/>
                      <a:pt x="20" y="44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21" y="44"/>
                      <a:pt x="21" y="44"/>
                      <a:pt x="21" y="44"/>
                    </a:cubicBezTo>
                    <a:lnTo>
                      <a:pt x="22" y="44"/>
                    </a:lnTo>
                    <a:close/>
                    <a:moveTo>
                      <a:pt x="21" y="44"/>
                    </a:move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22" y="41"/>
                      <a:pt x="22" y="41"/>
                      <a:pt x="22" y="41"/>
                    </a:cubicBezTo>
                    <a:lnTo>
                      <a:pt x="21" y="44"/>
                    </a:lnTo>
                    <a:close/>
                    <a:moveTo>
                      <a:pt x="20" y="44"/>
                    </a:moveTo>
                    <a:cubicBezTo>
                      <a:pt x="20" y="44"/>
                      <a:pt x="20" y="44"/>
                      <a:pt x="20" y="44"/>
                    </a:cubicBezTo>
                    <a:cubicBezTo>
                      <a:pt x="20" y="44"/>
                      <a:pt x="18" y="45"/>
                      <a:pt x="16" y="45"/>
                    </a:cubicBezTo>
                    <a:cubicBezTo>
                      <a:pt x="18" y="45"/>
                      <a:pt x="18" y="43"/>
                      <a:pt x="18" y="42"/>
                    </a:cubicBezTo>
                    <a:cubicBezTo>
                      <a:pt x="20" y="42"/>
                      <a:pt x="20" y="42"/>
                      <a:pt x="20" y="42"/>
                    </a:cubicBezTo>
                    <a:lnTo>
                      <a:pt x="20" y="44"/>
                    </a:lnTo>
                    <a:close/>
                    <a:moveTo>
                      <a:pt x="11" y="34"/>
                    </a:move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lose/>
                    <a:moveTo>
                      <a:pt x="11" y="38"/>
                    </a:moveTo>
                    <a:cubicBezTo>
                      <a:pt x="12" y="39"/>
                      <a:pt x="13" y="39"/>
                      <a:pt x="14" y="39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1"/>
                      <a:pt x="11" y="39"/>
                      <a:pt x="11" y="38"/>
                    </a:cubicBezTo>
                    <a:moveTo>
                      <a:pt x="14" y="40"/>
                    </a:moveTo>
                    <a:cubicBezTo>
                      <a:pt x="15" y="41"/>
                      <a:pt x="15" y="42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6" y="42"/>
                      <a:pt x="17" y="42"/>
                      <a:pt x="18" y="42"/>
                    </a:cubicBezTo>
                    <a:cubicBezTo>
                      <a:pt x="18" y="43"/>
                      <a:pt x="17" y="45"/>
                      <a:pt x="15" y="45"/>
                    </a:cubicBezTo>
                    <a:cubicBezTo>
                      <a:pt x="15" y="45"/>
                      <a:pt x="15" y="43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3" y="43"/>
                      <a:pt x="13" y="43"/>
                      <a:pt x="13" y="43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3" y="42"/>
                      <a:pt x="14" y="40"/>
                      <a:pt x="14" y="40"/>
                    </a:cubicBezTo>
                    <a:moveTo>
                      <a:pt x="12" y="44"/>
                    </a:moveTo>
                    <a:cubicBezTo>
                      <a:pt x="12" y="43"/>
                      <a:pt x="12" y="43"/>
                      <a:pt x="12" y="43"/>
                    </a:cubicBezTo>
                    <a:cubicBezTo>
                      <a:pt x="13" y="43"/>
                      <a:pt x="13" y="43"/>
                      <a:pt x="13" y="43"/>
                    </a:cubicBezTo>
                    <a:cubicBezTo>
                      <a:pt x="14" y="43"/>
                      <a:pt x="14" y="43"/>
                      <a:pt x="14" y="43"/>
                    </a:cubicBezTo>
                    <a:cubicBezTo>
                      <a:pt x="14" y="44"/>
                      <a:pt x="14" y="45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5" y="46"/>
                      <a:pt x="15" y="46"/>
                      <a:pt x="15" y="46"/>
                    </a:cubicBezTo>
                    <a:cubicBezTo>
                      <a:pt x="16" y="46"/>
                      <a:pt x="16" y="46"/>
                      <a:pt x="16" y="46"/>
                    </a:cubicBezTo>
                    <a:cubicBezTo>
                      <a:pt x="16" y="47"/>
                      <a:pt x="16" y="47"/>
                      <a:pt x="16" y="47"/>
                    </a:cubicBezTo>
                    <a:cubicBezTo>
                      <a:pt x="16" y="48"/>
                      <a:pt x="16" y="48"/>
                      <a:pt x="15" y="50"/>
                    </a:cubicBezTo>
                    <a:cubicBezTo>
                      <a:pt x="15" y="52"/>
                      <a:pt x="12" y="54"/>
                      <a:pt x="11" y="55"/>
                    </a:cubicBezTo>
                    <a:cubicBezTo>
                      <a:pt x="9" y="57"/>
                      <a:pt x="9" y="58"/>
                      <a:pt x="8" y="60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5" y="61"/>
                      <a:pt x="5" y="59"/>
                      <a:pt x="5" y="59"/>
                    </a:cubicBezTo>
                    <a:cubicBezTo>
                      <a:pt x="5" y="58"/>
                      <a:pt x="5" y="58"/>
                      <a:pt x="5" y="58"/>
                    </a:cubicBezTo>
                    <a:cubicBezTo>
                      <a:pt x="5" y="54"/>
                      <a:pt x="10" y="52"/>
                      <a:pt x="12" y="44"/>
                    </a:cubicBezTo>
                    <a:moveTo>
                      <a:pt x="18" y="42"/>
                    </a:moveTo>
                    <a:cubicBezTo>
                      <a:pt x="16" y="42"/>
                      <a:pt x="16" y="42"/>
                      <a:pt x="16" y="42"/>
                    </a:cubicBezTo>
                    <a:cubicBezTo>
                      <a:pt x="17" y="41"/>
                      <a:pt x="18" y="40"/>
                      <a:pt x="18" y="39"/>
                    </a:cubicBezTo>
                    <a:cubicBezTo>
                      <a:pt x="18" y="40"/>
                      <a:pt x="18" y="40"/>
                      <a:pt x="18" y="40"/>
                    </a:cubicBezTo>
                    <a:cubicBezTo>
                      <a:pt x="19" y="42"/>
                      <a:pt x="19" y="42"/>
                      <a:pt x="19" y="42"/>
                    </a:cubicBezTo>
                    <a:lnTo>
                      <a:pt x="18" y="42"/>
                    </a:lnTo>
                    <a:close/>
                    <a:moveTo>
                      <a:pt x="15" y="41"/>
                    </a:move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3" y="39"/>
                      <a:pt x="12" y="38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5" y="38"/>
                      <a:pt x="16" y="38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39"/>
                      <a:pt x="17" y="41"/>
                      <a:pt x="15" y="41"/>
                    </a:cubicBezTo>
                    <a:moveTo>
                      <a:pt x="14" y="35"/>
                    </a:moveTo>
                    <a:cubicBezTo>
                      <a:pt x="14" y="35"/>
                      <a:pt x="14" y="35"/>
                      <a:pt x="14" y="35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2" y="37"/>
                      <a:pt x="11" y="38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5"/>
                      <a:pt x="12" y="35"/>
                      <a:pt x="12" y="35"/>
                    </a:cubicBezTo>
                    <a:cubicBezTo>
                      <a:pt x="12" y="35"/>
                      <a:pt x="12" y="35"/>
                      <a:pt x="12" y="35"/>
                    </a:cubicBezTo>
                    <a:cubicBezTo>
                      <a:pt x="13" y="35"/>
                      <a:pt x="13" y="35"/>
                      <a:pt x="13" y="35"/>
                    </a:cubicBezTo>
                    <a:cubicBezTo>
                      <a:pt x="14" y="35"/>
                      <a:pt x="14" y="35"/>
                      <a:pt x="14" y="35"/>
                    </a:cubicBezTo>
                    <a:close/>
                    <a:moveTo>
                      <a:pt x="9" y="34"/>
                    </a:moveTo>
                    <a:cubicBezTo>
                      <a:pt x="9" y="32"/>
                      <a:pt x="9" y="32"/>
                      <a:pt x="9" y="32"/>
                    </a:cubicBezTo>
                    <a:cubicBezTo>
                      <a:pt x="10" y="31"/>
                      <a:pt x="10" y="31"/>
                      <a:pt x="10" y="31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29"/>
                      <a:pt x="10" y="30"/>
                      <a:pt x="10" y="30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2" y="32"/>
                      <a:pt x="12" y="32"/>
                      <a:pt x="12" y="32"/>
                    </a:cubicBezTo>
                    <a:lnTo>
                      <a:pt x="9" y="34"/>
                    </a:lnTo>
                    <a:close/>
                    <a:moveTo>
                      <a:pt x="10" y="27"/>
                    </a:moveTo>
                    <a:cubicBezTo>
                      <a:pt x="10" y="27"/>
                      <a:pt x="8" y="27"/>
                      <a:pt x="7" y="28"/>
                    </a:cubicBezTo>
                    <a:cubicBezTo>
                      <a:pt x="8" y="27"/>
                      <a:pt x="8" y="27"/>
                      <a:pt x="8" y="27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10" y="27"/>
                      <a:pt x="10" y="27"/>
                      <a:pt x="10" y="27"/>
                    </a:cubicBezTo>
                    <a:close/>
                    <a:moveTo>
                      <a:pt x="9" y="25"/>
                    </a:move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8" y="25"/>
                      <a:pt x="7" y="24"/>
                      <a:pt x="7" y="23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9" y="25"/>
                      <a:pt x="9" y="25"/>
                      <a:pt x="9" y="25"/>
                    </a:cubicBezTo>
                    <a:close/>
                    <a:moveTo>
                      <a:pt x="10" y="23"/>
                    </a:moveTo>
                    <a:cubicBezTo>
                      <a:pt x="10" y="22"/>
                      <a:pt x="9" y="22"/>
                      <a:pt x="8" y="22"/>
                    </a:cubicBezTo>
                    <a:cubicBezTo>
                      <a:pt x="10" y="21"/>
                      <a:pt x="10" y="21"/>
                      <a:pt x="10" y="21"/>
                    </a:cubicBezTo>
                    <a:cubicBezTo>
                      <a:pt x="10" y="21"/>
                      <a:pt x="10" y="21"/>
                      <a:pt x="10" y="21"/>
                    </a:cubicBezTo>
                    <a:lnTo>
                      <a:pt x="10" y="23"/>
                    </a:lnTo>
                    <a:close/>
                    <a:moveTo>
                      <a:pt x="3" y="3"/>
                    </a:moveTo>
                    <a:cubicBezTo>
                      <a:pt x="4" y="5"/>
                      <a:pt x="7" y="10"/>
                      <a:pt x="8" y="12"/>
                    </a:cubicBezTo>
                    <a:cubicBezTo>
                      <a:pt x="8" y="13"/>
                      <a:pt x="8" y="14"/>
                      <a:pt x="8" y="15"/>
                    </a:cubicBezTo>
                    <a:cubicBezTo>
                      <a:pt x="7" y="13"/>
                      <a:pt x="3" y="7"/>
                      <a:pt x="3" y="3"/>
                    </a:cubicBezTo>
                    <a:close/>
                    <a:moveTo>
                      <a:pt x="2" y="2"/>
                    </a:moveTo>
                    <a:cubicBezTo>
                      <a:pt x="3" y="3"/>
                      <a:pt x="3" y="3"/>
                      <a:pt x="3" y="3"/>
                    </a:cubicBezTo>
                    <a:cubicBezTo>
                      <a:pt x="2" y="2"/>
                      <a:pt x="2" y="2"/>
                      <a:pt x="2" y="2"/>
                    </a:cubicBezTo>
                    <a:close/>
                    <a:moveTo>
                      <a:pt x="2" y="5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9"/>
                      <a:pt x="9" y="16"/>
                      <a:pt x="9" y="16"/>
                    </a:cubicBezTo>
                    <a:cubicBezTo>
                      <a:pt x="9" y="17"/>
                      <a:pt x="9" y="19"/>
                      <a:pt x="10" y="20"/>
                    </a:cubicBezTo>
                    <a:cubicBezTo>
                      <a:pt x="9" y="19"/>
                      <a:pt x="8" y="18"/>
                      <a:pt x="7" y="16"/>
                    </a:cubicBezTo>
                    <a:cubicBezTo>
                      <a:pt x="6" y="16"/>
                      <a:pt x="6" y="16"/>
                      <a:pt x="6" y="16"/>
                    </a:cubicBezTo>
                    <a:cubicBezTo>
                      <a:pt x="6" y="16"/>
                      <a:pt x="2" y="10"/>
                      <a:pt x="2" y="5"/>
                    </a:cubicBezTo>
                    <a:moveTo>
                      <a:pt x="6" y="16"/>
                    </a:moveTo>
                    <a:cubicBezTo>
                      <a:pt x="7" y="18"/>
                      <a:pt x="9" y="20"/>
                      <a:pt x="10" y="20"/>
                    </a:cubicBezTo>
                    <a:cubicBezTo>
                      <a:pt x="9" y="21"/>
                      <a:pt x="9" y="21"/>
                      <a:pt x="9" y="21"/>
                    </a:cubicBezTo>
                    <a:cubicBezTo>
                      <a:pt x="8" y="21"/>
                      <a:pt x="7" y="19"/>
                      <a:pt x="6" y="18"/>
                    </a:cubicBezTo>
                    <a:cubicBezTo>
                      <a:pt x="4" y="17"/>
                      <a:pt x="3" y="15"/>
                      <a:pt x="2" y="13"/>
                    </a:cubicBezTo>
                    <a:cubicBezTo>
                      <a:pt x="3" y="14"/>
                      <a:pt x="5" y="16"/>
                      <a:pt x="6" y="16"/>
                    </a:cubicBezTo>
                    <a:moveTo>
                      <a:pt x="6" y="22"/>
                    </a:moveTo>
                    <a:cubicBezTo>
                      <a:pt x="6" y="22"/>
                      <a:pt x="6" y="22"/>
                      <a:pt x="6" y="22"/>
                    </a:cubicBezTo>
                    <a:cubicBezTo>
                      <a:pt x="6" y="22"/>
                      <a:pt x="1" y="18"/>
                      <a:pt x="1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3" y="17"/>
                      <a:pt x="7" y="20"/>
                      <a:pt x="8" y="2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4"/>
                      <a:pt x="8" y="25"/>
                      <a:pt x="8" y="25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5"/>
                      <a:pt x="6" y="25"/>
                      <a:pt x="5" y="24"/>
                    </a:cubicBezTo>
                    <a:cubicBezTo>
                      <a:pt x="4" y="23"/>
                      <a:pt x="3" y="22"/>
                      <a:pt x="2" y="21"/>
                    </a:cubicBezTo>
                    <a:cubicBezTo>
                      <a:pt x="3" y="21"/>
                      <a:pt x="5" y="21"/>
                      <a:pt x="6" y="22"/>
                    </a:cubicBezTo>
                    <a:moveTo>
                      <a:pt x="4" y="26"/>
                    </a:moveTo>
                    <a:cubicBezTo>
                      <a:pt x="3" y="25"/>
                      <a:pt x="2" y="23"/>
                      <a:pt x="2" y="22"/>
                    </a:cubicBezTo>
                    <a:cubicBezTo>
                      <a:pt x="3" y="24"/>
                      <a:pt x="7" y="26"/>
                      <a:pt x="8" y="26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8"/>
                      <a:pt x="5" y="27"/>
                      <a:pt x="4" y="26"/>
                    </a:cubicBezTo>
                    <a:moveTo>
                      <a:pt x="4" y="29"/>
                    </a:moveTo>
                    <a:cubicBezTo>
                      <a:pt x="4" y="29"/>
                      <a:pt x="5" y="28"/>
                      <a:pt x="6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7" y="29"/>
                      <a:pt x="7" y="29"/>
                      <a:pt x="7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5" y="30"/>
                      <a:pt x="4" y="29"/>
                      <a:pt x="4" y="29"/>
                    </a:cubicBezTo>
                    <a:close/>
                    <a:moveTo>
                      <a:pt x="4" y="30"/>
                    </a:moveTo>
                    <a:cubicBezTo>
                      <a:pt x="5" y="31"/>
                      <a:pt x="8" y="31"/>
                      <a:pt x="9" y="31"/>
                    </a:cubicBezTo>
                    <a:cubicBezTo>
                      <a:pt x="9" y="32"/>
                      <a:pt x="9" y="32"/>
                      <a:pt x="9" y="32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7" y="33"/>
                      <a:pt x="7" y="33"/>
                      <a:pt x="7" y="33"/>
                    </a:cubicBezTo>
                    <a:cubicBezTo>
                      <a:pt x="6" y="33"/>
                      <a:pt x="5" y="32"/>
                      <a:pt x="4" y="30"/>
                    </a:cubicBezTo>
                    <a:moveTo>
                      <a:pt x="6" y="35"/>
                    </a:moveTo>
                    <a:cubicBezTo>
                      <a:pt x="5" y="35"/>
                      <a:pt x="5" y="35"/>
                      <a:pt x="5" y="35"/>
                    </a:cubicBezTo>
                    <a:cubicBezTo>
                      <a:pt x="5" y="35"/>
                      <a:pt x="5" y="35"/>
                      <a:pt x="5" y="35"/>
                    </a:cubicBezTo>
                    <a:cubicBezTo>
                      <a:pt x="5" y="35"/>
                      <a:pt x="5" y="35"/>
                      <a:pt x="5" y="35"/>
                    </a:cubicBezTo>
                    <a:cubicBezTo>
                      <a:pt x="4" y="35"/>
                      <a:pt x="2" y="36"/>
                      <a:pt x="2" y="38"/>
                    </a:cubicBezTo>
                    <a:cubicBezTo>
                      <a:pt x="2" y="38"/>
                      <a:pt x="2" y="38"/>
                      <a:pt x="2" y="38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6" y="40"/>
                      <a:pt x="6" y="42"/>
                    </a:cubicBezTo>
                    <a:cubicBezTo>
                      <a:pt x="6" y="43"/>
                      <a:pt x="6" y="43"/>
                      <a:pt x="6" y="43"/>
                    </a:cubicBezTo>
                    <a:cubicBezTo>
                      <a:pt x="5" y="45"/>
                      <a:pt x="3" y="46"/>
                      <a:pt x="3" y="48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3" y="49"/>
                      <a:pt x="3" y="50"/>
                      <a:pt x="4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3" y="51"/>
                      <a:pt x="3" y="51"/>
                      <a:pt x="3" y="51"/>
                    </a:cubicBezTo>
                    <a:cubicBezTo>
                      <a:pt x="3" y="51"/>
                      <a:pt x="3" y="50"/>
                      <a:pt x="3" y="49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3" y="46"/>
                      <a:pt x="3" y="46"/>
                      <a:pt x="3" y="46"/>
                    </a:cubicBezTo>
                    <a:cubicBezTo>
                      <a:pt x="3" y="45"/>
                      <a:pt x="4" y="44"/>
                      <a:pt x="5" y="43"/>
                    </a:cubicBezTo>
                    <a:cubicBezTo>
                      <a:pt x="5" y="42"/>
                      <a:pt x="5" y="42"/>
                      <a:pt x="5" y="42"/>
                    </a:cubicBezTo>
                    <a:cubicBezTo>
                      <a:pt x="5" y="41"/>
                      <a:pt x="3" y="40"/>
                      <a:pt x="3" y="40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4" y="41"/>
                      <a:pt x="4" y="42"/>
                    </a:cubicBezTo>
                    <a:cubicBezTo>
                      <a:pt x="4" y="43"/>
                      <a:pt x="4" y="43"/>
                      <a:pt x="4" y="43"/>
                    </a:cubicBezTo>
                    <a:cubicBezTo>
                      <a:pt x="4" y="44"/>
                      <a:pt x="3" y="45"/>
                      <a:pt x="2" y="46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2" y="49"/>
                      <a:pt x="2" y="49"/>
                      <a:pt x="2" y="48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2" y="47"/>
                      <a:pt x="3" y="43"/>
                      <a:pt x="3" y="43"/>
                    </a:cubicBezTo>
                    <a:cubicBezTo>
                      <a:pt x="3" y="42"/>
                      <a:pt x="3" y="42"/>
                      <a:pt x="3" y="42"/>
                    </a:cubicBezTo>
                    <a:cubicBezTo>
                      <a:pt x="3" y="41"/>
                      <a:pt x="2" y="40"/>
                      <a:pt x="2" y="40"/>
                    </a:cubicBezTo>
                    <a:cubicBezTo>
                      <a:pt x="1" y="41"/>
                      <a:pt x="1" y="41"/>
                      <a:pt x="1" y="41"/>
                    </a:cubicBezTo>
                    <a:cubicBezTo>
                      <a:pt x="2" y="41"/>
                      <a:pt x="2" y="41"/>
                      <a:pt x="2" y="41"/>
                    </a:cubicBezTo>
                    <a:cubicBezTo>
                      <a:pt x="3" y="42"/>
                      <a:pt x="3" y="42"/>
                      <a:pt x="3" y="42"/>
                    </a:cubicBezTo>
                    <a:cubicBezTo>
                      <a:pt x="3" y="43"/>
                      <a:pt x="3" y="43"/>
                      <a:pt x="3" y="43"/>
                    </a:cubicBezTo>
                    <a:cubicBezTo>
                      <a:pt x="2" y="43"/>
                      <a:pt x="1" y="46"/>
                      <a:pt x="1" y="48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3" y="51"/>
                      <a:pt x="3" y="51"/>
                      <a:pt x="3" y="51"/>
                    </a:cubicBezTo>
                    <a:cubicBezTo>
                      <a:pt x="2" y="51"/>
                      <a:pt x="1" y="50"/>
                      <a:pt x="1" y="49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2" y="44"/>
                      <a:pt x="2" y="44"/>
                      <a:pt x="2" y="43"/>
                    </a:cubicBezTo>
                    <a:cubicBezTo>
                      <a:pt x="2" y="43"/>
                      <a:pt x="2" y="43"/>
                      <a:pt x="2" y="43"/>
                    </a:cubicBezTo>
                    <a:cubicBezTo>
                      <a:pt x="2" y="42"/>
                      <a:pt x="1" y="41"/>
                      <a:pt x="1" y="38"/>
                    </a:cubicBezTo>
                    <a:cubicBezTo>
                      <a:pt x="1" y="38"/>
                      <a:pt x="1" y="38"/>
                      <a:pt x="1" y="38"/>
                    </a:cubicBezTo>
                    <a:cubicBezTo>
                      <a:pt x="1" y="35"/>
                      <a:pt x="3" y="34"/>
                      <a:pt x="5" y="34"/>
                    </a:cubicBezTo>
                    <a:cubicBezTo>
                      <a:pt x="6" y="34"/>
                      <a:pt x="6" y="34"/>
                      <a:pt x="6" y="34"/>
                    </a:cubicBezTo>
                    <a:cubicBezTo>
                      <a:pt x="7" y="34"/>
                      <a:pt x="7" y="34"/>
                      <a:pt x="7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7" y="35"/>
                      <a:pt x="7" y="35"/>
                      <a:pt x="7" y="35"/>
                    </a:cubicBezTo>
                    <a:lnTo>
                      <a:pt x="6" y="35"/>
                    </a:lnTo>
                    <a:close/>
                    <a:moveTo>
                      <a:pt x="9" y="34"/>
                    </a:moveTo>
                    <a:cubicBezTo>
                      <a:pt x="9" y="34"/>
                      <a:pt x="9" y="34"/>
                      <a:pt x="9" y="34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9" y="35"/>
                      <a:pt x="9" y="35"/>
                      <a:pt x="9" y="35"/>
                    </a:cubicBezTo>
                    <a:cubicBezTo>
                      <a:pt x="10" y="35"/>
                      <a:pt x="10" y="35"/>
                      <a:pt x="10" y="35"/>
                    </a:cubicBezTo>
                    <a:cubicBezTo>
                      <a:pt x="8" y="37"/>
                      <a:pt x="8" y="37"/>
                      <a:pt x="8" y="37"/>
                    </a:cubicBezTo>
                    <a:lnTo>
                      <a:pt x="9" y="34"/>
                    </a:lnTo>
                    <a:close/>
                    <a:moveTo>
                      <a:pt x="8" y="37"/>
                    </a:moveTo>
                    <a:cubicBezTo>
                      <a:pt x="9" y="37"/>
                      <a:pt x="10" y="36"/>
                      <a:pt x="11" y="35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0" y="38"/>
                      <a:pt x="9" y="37"/>
                      <a:pt x="8" y="37"/>
                    </a:cubicBezTo>
                    <a:moveTo>
                      <a:pt x="27" y="57"/>
                    </a:moveTo>
                    <a:cubicBezTo>
                      <a:pt x="29" y="57"/>
                      <a:pt x="31" y="57"/>
                      <a:pt x="31" y="61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4"/>
                      <a:pt x="30" y="64"/>
                      <a:pt x="30" y="64"/>
                    </a:cubicBezTo>
                    <a:cubicBezTo>
                      <a:pt x="30" y="64"/>
                      <a:pt x="30" y="64"/>
                      <a:pt x="30" y="64"/>
                    </a:cubicBezTo>
                    <a:cubicBezTo>
                      <a:pt x="30" y="65"/>
                      <a:pt x="30" y="65"/>
                      <a:pt x="30" y="65"/>
                    </a:cubicBezTo>
                    <a:cubicBezTo>
                      <a:pt x="29" y="66"/>
                      <a:pt x="27" y="68"/>
                      <a:pt x="25" y="69"/>
                    </a:cubicBezTo>
                    <a:cubicBezTo>
                      <a:pt x="25" y="70"/>
                      <a:pt x="25" y="70"/>
                      <a:pt x="25" y="70"/>
                    </a:cubicBezTo>
                    <a:cubicBezTo>
                      <a:pt x="25" y="71"/>
                      <a:pt x="26" y="72"/>
                      <a:pt x="26" y="73"/>
                    </a:cubicBezTo>
                    <a:cubicBezTo>
                      <a:pt x="27" y="74"/>
                      <a:pt x="28" y="76"/>
                      <a:pt x="29" y="77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80"/>
                      <a:pt x="30" y="80"/>
                      <a:pt x="30" y="80"/>
                    </a:cubicBezTo>
                    <a:cubicBezTo>
                      <a:pt x="30" y="80"/>
                      <a:pt x="30" y="80"/>
                      <a:pt x="30" y="80"/>
                    </a:cubicBezTo>
                    <a:cubicBezTo>
                      <a:pt x="31" y="79"/>
                      <a:pt x="31" y="79"/>
                      <a:pt x="31" y="79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2" y="77"/>
                      <a:pt x="32" y="77"/>
                      <a:pt x="32" y="77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4" y="76"/>
                      <a:pt x="34" y="76"/>
                      <a:pt x="34" y="76"/>
                    </a:cubicBezTo>
                    <a:cubicBezTo>
                      <a:pt x="34" y="76"/>
                      <a:pt x="34" y="76"/>
                      <a:pt x="34" y="76"/>
                    </a:cubicBezTo>
                    <a:cubicBezTo>
                      <a:pt x="35" y="76"/>
                      <a:pt x="35" y="76"/>
                      <a:pt x="35" y="76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2" y="76"/>
                      <a:pt x="32" y="76"/>
                      <a:pt x="32" y="76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2" y="75"/>
                      <a:pt x="32" y="75"/>
                      <a:pt x="32" y="75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5" y="75"/>
                      <a:pt x="35" y="75"/>
                      <a:pt x="35" y="75"/>
                    </a:cubicBezTo>
                    <a:cubicBezTo>
                      <a:pt x="35" y="74"/>
                      <a:pt x="35" y="74"/>
                      <a:pt x="35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4" y="73"/>
                      <a:pt x="34" y="73"/>
                      <a:pt x="34" y="73"/>
                    </a:cubicBezTo>
                    <a:cubicBezTo>
                      <a:pt x="35" y="73"/>
                      <a:pt x="35" y="73"/>
                      <a:pt x="35" y="73"/>
                    </a:cubicBezTo>
                    <a:cubicBezTo>
                      <a:pt x="35" y="75"/>
                      <a:pt x="35" y="75"/>
                      <a:pt x="35" y="75"/>
                    </a:cubicBezTo>
                    <a:cubicBezTo>
                      <a:pt x="34" y="79"/>
                      <a:pt x="34" y="79"/>
                      <a:pt x="34" y="79"/>
                    </a:cubicBezTo>
                    <a:cubicBezTo>
                      <a:pt x="33" y="80"/>
                      <a:pt x="31" y="82"/>
                      <a:pt x="31" y="82"/>
                    </a:cubicBezTo>
                    <a:cubicBezTo>
                      <a:pt x="29" y="82"/>
                      <a:pt x="29" y="82"/>
                      <a:pt x="28" y="81"/>
                    </a:cubicBezTo>
                    <a:cubicBezTo>
                      <a:pt x="28" y="80"/>
                      <a:pt x="27" y="78"/>
                      <a:pt x="27" y="78"/>
                    </a:cubicBezTo>
                    <a:cubicBezTo>
                      <a:pt x="27" y="78"/>
                      <a:pt x="27" y="78"/>
                      <a:pt x="27" y="78"/>
                    </a:cubicBezTo>
                    <a:cubicBezTo>
                      <a:pt x="27" y="78"/>
                      <a:pt x="27" y="78"/>
                      <a:pt x="27" y="78"/>
                    </a:cubicBezTo>
                    <a:cubicBezTo>
                      <a:pt x="26" y="78"/>
                      <a:pt x="26" y="78"/>
                      <a:pt x="26" y="78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4" y="75"/>
                      <a:pt x="23" y="75"/>
                      <a:pt x="22" y="74"/>
                    </a:cubicBezTo>
                    <a:cubicBezTo>
                      <a:pt x="21" y="73"/>
                      <a:pt x="21" y="73"/>
                      <a:pt x="21" y="73"/>
                    </a:cubicBezTo>
                    <a:cubicBezTo>
                      <a:pt x="21" y="72"/>
                      <a:pt x="21" y="72"/>
                      <a:pt x="21" y="72"/>
                    </a:cubicBezTo>
                    <a:cubicBezTo>
                      <a:pt x="21" y="72"/>
                      <a:pt x="21" y="72"/>
                      <a:pt x="21" y="72"/>
                    </a:cubicBezTo>
                    <a:cubicBezTo>
                      <a:pt x="22" y="69"/>
                      <a:pt x="22" y="69"/>
                      <a:pt x="22" y="69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7"/>
                      <a:pt x="22" y="67"/>
                      <a:pt x="22" y="67"/>
                    </a:cubicBezTo>
                    <a:cubicBezTo>
                      <a:pt x="22" y="65"/>
                      <a:pt x="23" y="64"/>
                      <a:pt x="23" y="63"/>
                    </a:cubicBezTo>
                    <a:cubicBezTo>
                      <a:pt x="23" y="62"/>
                      <a:pt x="25" y="62"/>
                      <a:pt x="25" y="62"/>
                    </a:cubicBezTo>
                    <a:cubicBezTo>
                      <a:pt x="25" y="61"/>
                      <a:pt x="25" y="61"/>
                      <a:pt x="25" y="61"/>
                    </a:cubicBezTo>
                    <a:cubicBezTo>
                      <a:pt x="24" y="61"/>
                      <a:pt x="24" y="61"/>
                      <a:pt x="24" y="61"/>
                    </a:cubicBezTo>
                    <a:cubicBezTo>
                      <a:pt x="24" y="62"/>
                      <a:pt x="24" y="62"/>
                      <a:pt x="24" y="62"/>
                    </a:cubicBezTo>
                    <a:cubicBezTo>
                      <a:pt x="23" y="63"/>
                      <a:pt x="23" y="63"/>
                      <a:pt x="23" y="63"/>
                    </a:cubicBezTo>
                    <a:cubicBezTo>
                      <a:pt x="22" y="64"/>
                      <a:pt x="22" y="65"/>
                      <a:pt x="22" y="67"/>
                    </a:cubicBezTo>
                    <a:cubicBezTo>
                      <a:pt x="20" y="68"/>
                      <a:pt x="20" y="68"/>
                      <a:pt x="20" y="68"/>
                    </a:cubicBezTo>
                    <a:cubicBezTo>
                      <a:pt x="19" y="69"/>
                      <a:pt x="19" y="69"/>
                      <a:pt x="19" y="69"/>
                    </a:cubicBezTo>
                    <a:cubicBezTo>
                      <a:pt x="20" y="67"/>
                      <a:pt x="20" y="65"/>
                      <a:pt x="20" y="64"/>
                    </a:cubicBezTo>
                    <a:cubicBezTo>
                      <a:pt x="20" y="64"/>
                      <a:pt x="20" y="64"/>
                      <a:pt x="20" y="64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2"/>
                      <a:pt x="21" y="61"/>
                      <a:pt x="21" y="61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4" y="59"/>
                      <a:pt x="24" y="59"/>
                      <a:pt x="24" y="59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5" y="57"/>
                      <a:pt x="26" y="57"/>
                      <a:pt x="27" y="57"/>
                    </a:cubicBezTo>
                    <a:moveTo>
                      <a:pt x="28" y="52"/>
                    </a:moveTo>
                    <a:cubicBezTo>
                      <a:pt x="28" y="52"/>
                      <a:pt x="28" y="52"/>
                      <a:pt x="28" y="52"/>
                    </a:cubicBezTo>
                    <a:cubicBezTo>
                      <a:pt x="28" y="53"/>
                      <a:pt x="25" y="54"/>
                      <a:pt x="25" y="55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3" y="59"/>
                      <a:pt x="23" y="59"/>
                      <a:pt x="23" y="59"/>
                    </a:cubicBezTo>
                    <a:cubicBezTo>
                      <a:pt x="23" y="59"/>
                      <a:pt x="23" y="59"/>
                      <a:pt x="23" y="59"/>
                    </a:cubicBezTo>
                    <a:cubicBezTo>
                      <a:pt x="21" y="60"/>
                      <a:pt x="21" y="60"/>
                      <a:pt x="21" y="60"/>
                    </a:cubicBezTo>
                    <a:cubicBezTo>
                      <a:pt x="19" y="62"/>
                      <a:pt x="19" y="62"/>
                      <a:pt x="19" y="62"/>
                    </a:cubicBezTo>
                    <a:cubicBezTo>
                      <a:pt x="19" y="61"/>
                      <a:pt x="18" y="60"/>
                      <a:pt x="18" y="60"/>
                    </a:cubicBezTo>
                    <a:cubicBezTo>
                      <a:pt x="18" y="59"/>
                      <a:pt x="18" y="59"/>
                      <a:pt x="18" y="59"/>
                    </a:cubicBezTo>
                    <a:cubicBezTo>
                      <a:pt x="19" y="57"/>
                      <a:pt x="19" y="57"/>
                      <a:pt x="19" y="57"/>
                    </a:cubicBezTo>
                    <a:cubicBezTo>
                      <a:pt x="18" y="57"/>
                      <a:pt x="18" y="57"/>
                      <a:pt x="18" y="57"/>
                    </a:cubicBezTo>
                    <a:cubicBezTo>
                      <a:pt x="18" y="57"/>
                      <a:pt x="18" y="58"/>
                      <a:pt x="18" y="59"/>
                    </a:cubicBezTo>
                    <a:cubicBezTo>
                      <a:pt x="18" y="60"/>
                      <a:pt x="18" y="60"/>
                      <a:pt x="18" y="60"/>
                    </a:cubicBezTo>
                    <a:cubicBezTo>
                      <a:pt x="18" y="60"/>
                      <a:pt x="19" y="61"/>
                      <a:pt x="19" y="62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9" y="66"/>
                      <a:pt x="19" y="68"/>
                      <a:pt x="18" y="70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6" y="74"/>
                      <a:pt x="15" y="77"/>
                      <a:pt x="14" y="78"/>
                    </a:cubicBezTo>
                    <a:cubicBezTo>
                      <a:pt x="12" y="79"/>
                      <a:pt x="12" y="80"/>
                      <a:pt x="12" y="81"/>
                    </a:cubicBezTo>
                    <a:cubicBezTo>
                      <a:pt x="12" y="82"/>
                      <a:pt x="12" y="83"/>
                      <a:pt x="11" y="83"/>
                    </a:cubicBezTo>
                    <a:cubicBezTo>
                      <a:pt x="11" y="85"/>
                      <a:pt x="10" y="85"/>
                      <a:pt x="10" y="86"/>
                    </a:cubicBezTo>
                    <a:cubicBezTo>
                      <a:pt x="10" y="87"/>
                      <a:pt x="10" y="87"/>
                      <a:pt x="10" y="87"/>
                    </a:cubicBezTo>
                    <a:cubicBezTo>
                      <a:pt x="10" y="88"/>
                      <a:pt x="10" y="88"/>
                      <a:pt x="10" y="89"/>
                    </a:cubicBezTo>
                    <a:cubicBezTo>
                      <a:pt x="9" y="90"/>
                      <a:pt x="9" y="91"/>
                      <a:pt x="9" y="92"/>
                    </a:cubicBezTo>
                    <a:cubicBezTo>
                      <a:pt x="9" y="93"/>
                      <a:pt x="9" y="93"/>
                      <a:pt x="9" y="93"/>
                    </a:cubicBezTo>
                    <a:cubicBezTo>
                      <a:pt x="9" y="94"/>
                      <a:pt x="9" y="96"/>
                      <a:pt x="11" y="96"/>
                    </a:cubicBezTo>
                    <a:cubicBezTo>
                      <a:pt x="11" y="96"/>
                      <a:pt x="11" y="96"/>
                      <a:pt x="11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4" y="97"/>
                      <a:pt x="14" y="97"/>
                      <a:pt x="14" y="97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7"/>
                      <a:pt x="15" y="97"/>
                      <a:pt x="15" y="97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4" y="96"/>
                      <a:pt x="14" y="96"/>
                      <a:pt x="14" y="96"/>
                    </a:cubicBezTo>
                    <a:cubicBezTo>
                      <a:pt x="15" y="96"/>
                      <a:pt x="15" y="96"/>
                      <a:pt x="15" y="96"/>
                    </a:cubicBezTo>
                    <a:cubicBezTo>
                      <a:pt x="16" y="96"/>
                      <a:pt x="16" y="96"/>
                      <a:pt x="16" y="96"/>
                    </a:cubicBezTo>
                    <a:cubicBezTo>
                      <a:pt x="17" y="97"/>
                      <a:pt x="17" y="97"/>
                      <a:pt x="17" y="97"/>
                    </a:cubicBezTo>
                    <a:cubicBezTo>
                      <a:pt x="17" y="97"/>
                      <a:pt x="17" y="97"/>
                      <a:pt x="17" y="97"/>
                    </a:cubicBezTo>
                    <a:cubicBezTo>
                      <a:pt x="17" y="96"/>
                      <a:pt x="17" y="96"/>
                      <a:pt x="17" y="96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7" y="98"/>
                      <a:pt x="17" y="98"/>
                      <a:pt x="17" y="98"/>
                    </a:cubicBezTo>
                    <a:cubicBezTo>
                      <a:pt x="16" y="99"/>
                      <a:pt x="14" y="99"/>
                      <a:pt x="13" y="100"/>
                    </a:cubicBezTo>
                    <a:cubicBezTo>
                      <a:pt x="12" y="100"/>
                      <a:pt x="11" y="100"/>
                      <a:pt x="10" y="100"/>
                    </a:cubicBezTo>
                    <a:cubicBezTo>
                      <a:pt x="9" y="100"/>
                      <a:pt x="9" y="100"/>
                      <a:pt x="9" y="100"/>
                    </a:cubicBezTo>
                    <a:cubicBezTo>
                      <a:pt x="7" y="98"/>
                      <a:pt x="7" y="98"/>
                      <a:pt x="7" y="98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6" y="93"/>
                      <a:pt x="6" y="93"/>
                      <a:pt x="6" y="93"/>
                    </a:cubicBezTo>
                    <a:cubicBezTo>
                      <a:pt x="7" y="88"/>
                      <a:pt x="7" y="88"/>
                      <a:pt x="7" y="88"/>
                    </a:cubicBezTo>
                    <a:cubicBezTo>
                      <a:pt x="7" y="88"/>
                      <a:pt x="7" y="87"/>
                      <a:pt x="7" y="86"/>
                    </a:cubicBezTo>
                    <a:cubicBezTo>
                      <a:pt x="7" y="84"/>
                      <a:pt x="7" y="83"/>
                      <a:pt x="7" y="82"/>
                    </a:cubicBezTo>
                    <a:cubicBezTo>
                      <a:pt x="8" y="79"/>
                      <a:pt x="8" y="79"/>
                      <a:pt x="8" y="79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8"/>
                      <a:pt x="9" y="78"/>
                      <a:pt x="9" y="78"/>
                    </a:cubicBezTo>
                    <a:cubicBezTo>
                      <a:pt x="10" y="77"/>
                      <a:pt x="10" y="77"/>
                      <a:pt x="10" y="77"/>
                    </a:cubicBezTo>
                    <a:cubicBezTo>
                      <a:pt x="11" y="75"/>
                      <a:pt x="11" y="75"/>
                      <a:pt x="11" y="75"/>
                    </a:cubicBezTo>
                    <a:cubicBezTo>
                      <a:pt x="11" y="75"/>
                      <a:pt x="11" y="75"/>
                      <a:pt x="11" y="75"/>
                    </a:cubicBezTo>
                    <a:cubicBezTo>
                      <a:pt x="11" y="74"/>
                      <a:pt x="10" y="73"/>
                      <a:pt x="9" y="72"/>
                    </a:cubicBezTo>
                    <a:cubicBezTo>
                      <a:pt x="9" y="70"/>
                      <a:pt x="8" y="67"/>
                      <a:pt x="7" y="66"/>
                    </a:cubicBezTo>
                    <a:cubicBezTo>
                      <a:pt x="7" y="66"/>
                      <a:pt x="7" y="66"/>
                      <a:pt x="7" y="66"/>
                    </a:cubicBezTo>
                    <a:cubicBezTo>
                      <a:pt x="7" y="65"/>
                      <a:pt x="9" y="62"/>
                      <a:pt x="9" y="62"/>
                    </a:cubicBezTo>
                    <a:cubicBezTo>
                      <a:pt x="8" y="62"/>
                      <a:pt x="8" y="62"/>
                      <a:pt x="8" y="62"/>
                    </a:cubicBezTo>
                    <a:cubicBezTo>
                      <a:pt x="8" y="62"/>
                      <a:pt x="7" y="64"/>
                      <a:pt x="7" y="66"/>
                    </a:cubicBezTo>
                    <a:cubicBezTo>
                      <a:pt x="7" y="66"/>
                      <a:pt x="7" y="66"/>
                      <a:pt x="7" y="66"/>
                    </a:cubicBezTo>
                    <a:cubicBezTo>
                      <a:pt x="7" y="67"/>
                      <a:pt x="8" y="71"/>
                      <a:pt x="9" y="72"/>
                    </a:cubicBezTo>
                    <a:cubicBezTo>
                      <a:pt x="10" y="73"/>
                      <a:pt x="10" y="75"/>
                      <a:pt x="10" y="75"/>
                    </a:cubicBezTo>
                    <a:cubicBezTo>
                      <a:pt x="10" y="75"/>
                      <a:pt x="10" y="75"/>
                      <a:pt x="10" y="75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8" y="76"/>
                      <a:pt x="8" y="76"/>
                      <a:pt x="8" y="76"/>
                    </a:cubicBezTo>
                    <a:cubicBezTo>
                      <a:pt x="8" y="76"/>
                      <a:pt x="8" y="76"/>
                      <a:pt x="8" y="76"/>
                    </a:cubicBezTo>
                    <a:cubicBezTo>
                      <a:pt x="9" y="75"/>
                      <a:pt x="9" y="75"/>
                      <a:pt x="9" y="75"/>
                    </a:cubicBezTo>
                    <a:cubicBezTo>
                      <a:pt x="10" y="74"/>
                      <a:pt x="10" y="74"/>
                      <a:pt x="10" y="74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8" y="73"/>
                      <a:pt x="8" y="73"/>
                      <a:pt x="8" y="73"/>
                    </a:cubicBezTo>
                    <a:cubicBezTo>
                      <a:pt x="8" y="72"/>
                      <a:pt x="8" y="72"/>
                      <a:pt x="8" y="72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6" y="71"/>
                      <a:pt x="6" y="71"/>
                      <a:pt x="6" y="71"/>
                    </a:cubicBezTo>
                    <a:cubicBezTo>
                      <a:pt x="6" y="70"/>
                      <a:pt x="6" y="70"/>
                      <a:pt x="6" y="70"/>
                    </a:cubicBezTo>
                    <a:cubicBezTo>
                      <a:pt x="7" y="69"/>
                      <a:pt x="7" y="69"/>
                      <a:pt x="7" y="69"/>
                    </a:cubicBezTo>
                    <a:cubicBezTo>
                      <a:pt x="5" y="70"/>
                      <a:pt x="5" y="70"/>
                      <a:pt x="5" y="70"/>
                    </a:cubicBezTo>
                    <a:cubicBezTo>
                      <a:pt x="6" y="68"/>
                      <a:pt x="6" y="68"/>
                      <a:pt x="6" y="68"/>
                    </a:cubicBezTo>
                    <a:cubicBezTo>
                      <a:pt x="6" y="68"/>
                      <a:pt x="6" y="68"/>
                      <a:pt x="6" y="68"/>
                    </a:cubicBezTo>
                    <a:cubicBezTo>
                      <a:pt x="5" y="68"/>
                      <a:pt x="5" y="68"/>
                      <a:pt x="5" y="68"/>
                    </a:cubicBezTo>
                    <a:cubicBezTo>
                      <a:pt x="6" y="66"/>
                      <a:pt x="6" y="66"/>
                      <a:pt x="6" y="66"/>
                    </a:cubicBezTo>
                    <a:cubicBezTo>
                      <a:pt x="6" y="66"/>
                      <a:pt x="6" y="66"/>
                      <a:pt x="6" y="66"/>
                    </a:cubicBezTo>
                    <a:cubicBezTo>
                      <a:pt x="6" y="65"/>
                      <a:pt x="6" y="65"/>
                      <a:pt x="6" y="65"/>
                    </a:cubicBezTo>
                    <a:cubicBezTo>
                      <a:pt x="6" y="65"/>
                      <a:pt x="2" y="62"/>
                      <a:pt x="2" y="59"/>
                    </a:cubicBezTo>
                    <a:cubicBezTo>
                      <a:pt x="2" y="55"/>
                      <a:pt x="9" y="48"/>
                      <a:pt x="9" y="41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0"/>
                      <a:pt x="9" y="39"/>
                      <a:pt x="9" y="38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0" y="40"/>
                      <a:pt x="10" y="42"/>
                      <a:pt x="10" y="42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1" y="43"/>
                      <a:pt x="11" y="43"/>
                      <a:pt x="11" y="43"/>
                    </a:cubicBezTo>
                    <a:cubicBezTo>
                      <a:pt x="11" y="44"/>
                      <a:pt x="11" y="44"/>
                      <a:pt x="11" y="44"/>
                    </a:cubicBezTo>
                    <a:cubicBezTo>
                      <a:pt x="9" y="51"/>
                      <a:pt x="4" y="53"/>
                      <a:pt x="4" y="58"/>
                    </a:cubicBezTo>
                    <a:cubicBezTo>
                      <a:pt x="4" y="59"/>
                      <a:pt x="4" y="59"/>
                      <a:pt x="4" y="59"/>
                    </a:cubicBezTo>
                    <a:cubicBezTo>
                      <a:pt x="4" y="59"/>
                      <a:pt x="5" y="62"/>
                      <a:pt x="6" y="62"/>
                    </a:cubicBezTo>
                    <a:cubicBezTo>
                      <a:pt x="7" y="62"/>
                      <a:pt x="7" y="62"/>
                      <a:pt x="7" y="62"/>
                    </a:cubicBezTo>
                    <a:cubicBezTo>
                      <a:pt x="7" y="62"/>
                      <a:pt x="7" y="62"/>
                      <a:pt x="7" y="62"/>
                    </a:cubicBezTo>
                    <a:cubicBezTo>
                      <a:pt x="8" y="61"/>
                      <a:pt x="8" y="61"/>
                      <a:pt x="8" y="61"/>
                    </a:cubicBezTo>
                    <a:cubicBezTo>
                      <a:pt x="9" y="60"/>
                      <a:pt x="9" y="60"/>
                      <a:pt x="9" y="60"/>
                    </a:cubicBezTo>
                    <a:cubicBezTo>
                      <a:pt x="9" y="58"/>
                      <a:pt x="10" y="57"/>
                      <a:pt x="11" y="56"/>
                    </a:cubicBezTo>
                    <a:cubicBezTo>
                      <a:pt x="13" y="54"/>
                      <a:pt x="15" y="52"/>
                      <a:pt x="16" y="50"/>
                    </a:cubicBezTo>
                    <a:cubicBezTo>
                      <a:pt x="17" y="49"/>
                      <a:pt x="17" y="48"/>
                      <a:pt x="17" y="47"/>
                    </a:cubicBezTo>
                    <a:cubicBezTo>
                      <a:pt x="17" y="46"/>
                      <a:pt x="17" y="46"/>
                      <a:pt x="17" y="46"/>
                    </a:cubicBezTo>
                    <a:cubicBezTo>
                      <a:pt x="18" y="46"/>
                      <a:pt x="19" y="45"/>
                      <a:pt x="19" y="45"/>
                    </a:cubicBezTo>
                    <a:cubicBezTo>
                      <a:pt x="19" y="47"/>
                      <a:pt x="19" y="49"/>
                      <a:pt x="19" y="49"/>
                    </a:cubicBezTo>
                    <a:cubicBezTo>
                      <a:pt x="19" y="49"/>
                      <a:pt x="19" y="49"/>
                      <a:pt x="19" y="49"/>
                    </a:cubicBezTo>
                    <a:cubicBezTo>
                      <a:pt x="19" y="49"/>
                      <a:pt x="19" y="49"/>
                      <a:pt x="19" y="49"/>
                    </a:cubicBezTo>
                    <a:cubicBezTo>
                      <a:pt x="22" y="49"/>
                      <a:pt x="24" y="46"/>
                      <a:pt x="25" y="46"/>
                    </a:cubicBezTo>
                    <a:cubicBezTo>
                      <a:pt x="25" y="46"/>
                      <a:pt x="25" y="46"/>
                      <a:pt x="25" y="46"/>
                    </a:cubicBezTo>
                    <a:cubicBezTo>
                      <a:pt x="27" y="49"/>
                      <a:pt x="27" y="49"/>
                      <a:pt x="27" y="49"/>
                    </a:cubicBezTo>
                    <a:cubicBezTo>
                      <a:pt x="28" y="51"/>
                      <a:pt x="28" y="51"/>
                      <a:pt x="28" y="51"/>
                    </a:cubicBezTo>
                    <a:cubicBezTo>
                      <a:pt x="28" y="51"/>
                      <a:pt x="28" y="51"/>
                      <a:pt x="28" y="51"/>
                    </a:cubicBezTo>
                    <a:cubicBezTo>
                      <a:pt x="28" y="51"/>
                      <a:pt x="28" y="51"/>
                      <a:pt x="28" y="51"/>
                    </a:cubicBezTo>
                    <a:lnTo>
                      <a:pt x="28" y="52"/>
                    </a:lnTo>
                    <a:close/>
                    <a:moveTo>
                      <a:pt x="39" y="62"/>
                    </a:move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39" y="62"/>
                      <a:pt x="39" y="62"/>
                      <a:pt x="39" y="62"/>
                    </a:cubicBezTo>
                    <a:close/>
                    <a:moveTo>
                      <a:pt x="44" y="45"/>
                    </a:move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3" y="45"/>
                      <a:pt x="43" y="45"/>
                      <a:pt x="43" y="45"/>
                    </a:cubicBezTo>
                    <a:lnTo>
                      <a:pt x="44" y="45"/>
                    </a:lnTo>
                    <a:close/>
                    <a:moveTo>
                      <a:pt x="40" y="48"/>
                    </a:move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1" y="46"/>
                      <a:pt x="41" y="46"/>
                      <a:pt x="41" y="46"/>
                    </a:cubicBezTo>
                    <a:cubicBezTo>
                      <a:pt x="41" y="46"/>
                      <a:pt x="41" y="46"/>
                      <a:pt x="41" y="46"/>
                    </a:cubicBezTo>
                    <a:cubicBezTo>
                      <a:pt x="41" y="48"/>
                      <a:pt x="41" y="48"/>
                      <a:pt x="41" y="48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lose/>
                    <a:moveTo>
                      <a:pt x="40" y="49"/>
                    </a:moveTo>
                    <a:cubicBezTo>
                      <a:pt x="40" y="49"/>
                      <a:pt x="40" y="49"/>
                      <a:pt x="40" y="49"/>
                    </a:cubicBezTo>
                    <a:cubicBezTo>
                      <a:pt x="40" y="49"/>
                      <a:pt x="40" y="49"/>
                      <a:pt x="40" y="49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0"/>
                      <a:pt x="40" y="50"/>
                      <a:pt x="40" y="50"/>
                    </a:cubicBezTo>
                    <a:lnTo>
                      <a:pt x="40" y="49"/>
                    </a:lnTo>
                    <a:close/>
                    <a:moveTo>
                      <a:pt x="36" y="51"/>
                    </a:moveTo>
                    <a:cubicBezTo>
                      <a:pt x="35" y="51"/>
                      <a:pt x="35" y="51"/>
                      <a:pt x="35" y="51"/>
                    </a:cubicBezTo>
                    <a:cubicBezTo>
                      <a:pt x="36" y="52"/>
                      <a:pt x="37" y="52"/>
                      <a:pt x="38" y="52"/>
                    </a:cubicBezTo>
                    <a:cubicBezTo>
                      <a:pt x="39" y="53"/>
                      <a:pt x="39" y="53"/>
                      <a:pt x="39" y="53"/>
                    </a:cubicBezTo>
                    <a:cubicBezTo>
                      <a:pt x="39" y="53"/>
                      <a:pt x="39" y="53"/>
                      <a:pt x="39" y="53"/>
                    </a:cubicBezTo>
                    <a:cubicBezTo>
                      <a:pt x="40" y="53"/>
                      <a:pt x="40" y="53"/>
                      <a:pt x="40" y="53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41" y="52"/>
                      <a:pt x="41" y="52"/>
                      <a:pt x="41" y="52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2" y="48"/>
                      <a:pt x="42" y="48"/>
                      <a:pt x="42" y="48"/>
                    </a:cubicBezTo>
                    <a:cubicBezTo>
                      <a:pt x="42" y="46"/>
                      <a:pt x="42" y="46"/>
                      <a:pt x="42" y="46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3" y="49"/>
                      <a:pt x="43" y="49"/>
                      <a:pt x="43" y="49"/>
                    </a:cubicBezTo>
                    <a:cubicBezTo>
                      <a:pt x="42" y="52"/>
                      <a:pt x="42" y="52"/>
                      <a:pt x="42" y="52"/>
                    </a:cubicBezTo>
                    <a:cubicBezTo>
                      <a:pt x="41" y="55"/>
                      <a:pt x="41" y="55"/>
                      <a:pt x="41" y="55"/>
                    </a:cubicBezTo>
                    <a:cubicBezTo>
                      <a:pt x="40" y="56"/>
                      <a:pt x="40" y="57"/>
                      <a:pt x="40" y="58"/>
                    </a:cubicBezTo>
                    <a:cubicBezTo>
                      <a:pt x="39" y="60"/>
                      <a:pt x="39" y="60"/>
                      <a:pt x="39" y="60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38" y="60"/>
                      <a:pt x="38" y="60"/>
                      <a:pt x="38" y="60"/>
                    </a:cubicBezTo>
                    <a:cubicBezTo>
                      <a:pt x="38" y="60"/>
                      <a:pt x="38" y="60"/>
                      <a:pt x="38" y="60"/>
                    </a:cubicBezTo>
                    <a:cubicBezTo>
                      <a:pt x="38" y="59"/>
                      <a:pt x="38" y="59"/>
                      <a:pt x="38" y="59"/>
                    </a:cubicBezTo>
                    <a:cubicBezTo>
                      <a:pt x="39" y="57"/>
                      <a:pt x="39" y="57"/>
                      <a:pt x="39" y="57"/>
                    </a:cubicBezTo>
                    <a:cubicBezTo>
                      <a:pt x="40" y="56"/>
                      <a:pt x="40" y="56"/>
                      <a:pt x="40" y="56"/>
                    </a:cubicBezTo>
                    <a:cubicBezTo>
                      <a:pt x="40" y="55"/>
                      <a:pt x="40" y="55"/>
                      <a:pt x="40" y="55"/>
                    </a:cubicBezTo>
                    <a:cubicBezTo>
                      <a:pt x="39" y="55"/>
                      <a:pt x="39" y="55"/>
                      <a:pt x="38" y="54"/>
                    </a:cubicBezTo>
                    <a:cubicBezTo>
                      <a:pt x="37" y="54"/>
                      <a:pt x="36" y="53"/>
                      <a:pt x="36" y="53"/>
                    </a:cubicBezTo>
                    <a:cubicBezTo>
                      <a:pt x="34" y="53"/>
                      <a:pt x="34" y="53"/>
                      <a:pt x="34" y="53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4" y="52"/>
                      <a:pt x="34" y="52"/>
                      <a:pt x="34" y="52"/>
                    </a:cubicBezTo>
                    <a:lnTo>
                      <a:pt x="36" y="51"/>
                    </a:lnTo>
                    <a:close/>
                    <a:moveTo>
                      <a:pt x="36" y="47"/>
                    </a:moveTo>
                    <a:cubicBezTo>
                      <a:pt x="34" y="49"/>
                      <a:pt x="34" y="49"/>
                      <a:pt x="34" y="49"/>
                    </a:cubicBezTo>
                    <a:cubicBezTo>
                      <a:pt x="34" y="49"/>
                      <a:pt x="34" y="49"/>
                      <a:pt x="34" y="49"/>
                    </a:cubicBezTo>
                    <a:cubicBezTo>
                      <a:pt x="34" y="49"/>
                      <a:pt x="34" y="49"/>
                      <a:pt x="34" y="49"/>
                    </a:cubicBezTo>
                    <a:cubicBezTo>
                      <a:pt x="35" y="51"/>
                      <a:pt x="35" y="51"/>
                      <a:pt x="35" y="51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3"/>
                      <a:pt x="33" y="54"/>
                      <a:pt x="33" y="55"/>
                    </a:cubicBezTo>
                    <a:cubicBezTo>
                      <a:pt x="32" y="54"/>
                      <a:pt x="31" y="51"/>
                      <a:pt x="28" y="50"/>
                    </a:cubicBezTo>
                    <a:cubicBezTo>
                      <a:pt x="28" y="50"/>
                      <a:pt x="28" y="50"/>
                      <a:pt x="28" y="50"/>
                    </a:cubicBezTo>
                    <a:cubicBezTo>
                      <a:pt x="28" y="50"/>
                      <a:pt x="28" y="50"/>
                      <a:pt x="28" y="50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28" y="47"/>
                      <a:pt x="28" y="47"/>
                      <a:pt x="28" y="47"/>
                    </a:cubicBezTo>
                    <a:cubicBezTo>
                      <a:pt x="27" y="45"/>
                      <a:pt x="27" y="45"/>
                      <a:pt x="27" y="45"/>
                    </a:cubicBezTo>
                    <a:cubicBezTo>
                      <a:pt x="27" y="45"/>
                      <a:pt x="27" y="45"/>
                      <a:pt x="27" y="45"/>
                    </a:cubicBezTo>
                    <a:cubicBezTo>
                      <a:pt x="27" y="47"/>
                      <a:pt x="27" y="47"/>
                      <a:pt x="27" y="47"/>
                    </a:cubicBezTo>
                    <a:cubicBezTo>
                      <a:pt x="27" y="48"/>
                      <a:pt x="27" y="48"/>
                      <a:pt x="27" y="48"/>
                    </a:cubicBezTo>
                    <a:cubicBezTo>
                      <a:pt x="26" y="46"/>
                      <a:pt x="26" y="46"/>
                      <a:pt x="26" y="46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2" y="47"/>
                      <a:pt x="20" y="48"/>
                    </a:cubicBezTo>
                    <a:cubicBezTo>
                      <a:pt x="23" y="44"/>
                      <a:pt x="23" y="44"/>
                      <a:pt x="23" y="44"/>
                    </a:cubicBezTo>
                    <a:cubicBezTo>
                      <a:pt x="25" y="43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2" y="41"/>
                      <a:pt x="21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19" y="40"/>
                      <a:pt x="19" y="40"/>
                      <a:pt x="19" y="40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7" y="38"/>
                      <a:pt x="17" y="38"/>
                      <a:pt x="17" y="38"/>
                    </a:cubicBezTo>
                    <a:cubicBezTo>
                      <a:pt x="16" y="38"/>
                      <a:pt x="16" y="38"/>
                      <a:pt x="16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5" y="35"/>
                      <a:pt x="15" y="35"/>
                      <a:pt x="15" y="35"/>
                    </a:cubicBezTo>
                    <a:cubicBezTo>
                      <a:pt x="15" y="35"/>
                      <a:pt x="15" y="35"/>
                      <a:pt x="15" y="35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13" y="34"/>
                      <a:pt x="13" y="34"/>
                      <a:pt x="13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3" y="32"/>
                      <a:pt x="13" y="32"/>
                      <a:pt x="13" y="32"/>
                    </a:cubicBezTo>
                    <a:cubicBezTo>
                      <a:pt x="13" y="32"/>
                      <a:pt x="13" y="32"/>
                      <a:pt x="13" y="32"/>
                    </a:cubicBezTo>
                    <a:cubicBezTo>
                      <a:pt x="13" y="31"/>
                      <a:pt x="13" y="31"/>
                      <a:pt x="13" y="31"/>
                    </a:cubicBezTo>
                    <a:cubicBezTo>
                      <a:pt x="12" y="31"/>
                      <a:pt x="12" y="31"/>
                      <a:pt x="12" y="31"/>
                    </a:cubicBezTo>
                    <a:cubicBezTo>
                      <a:pt x="12" y="31"/>
                      <a:pt x="12" y="31"/>
                      <a:pt x="12" y="31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1" y="28"/>
                      <a:pt x="11" y="28"/>
                      <a:pt x="11" y="28"/>
                    </a:cubicBezTo>
                    <a:cubicBezTo>
                      <a:pt x="11" y="28"/>
                      <a:pt x="11" y="28"/>
                      <a:pt x="11" y="28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1" y="26"/>
                      <a:pt x="11" y="26"/>
                      <a:pt x="11" y="26"/>
                    </a:cubicBezTo>
                    <a:cubicBezTo>
                      <a:pt x="11" y="26"/>
                      <a:pt x="11" y="26"/>
                      <a:pt x="11" y="26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2" y="23"/>
                      <a:pt x="12" y="23"/>
                      <a:pt x="12" y="23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0" y="21"/>
                      <a:pt x="10" y="21"/>
                      <a:pt x="10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2" y="20"/>
                      <a:pt x="12" y="19"/>
                      <a:pt x="12" y="18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2" y="17"/>
                      <a:pt x="13" y="18"/>
                      <a:pt x="13" y="19"/>
                    </a:cubicBezTo>
                    <a:cubicBezTo>
                      <a:pt x="14" y="20"/>
                      <a:pt x="14" y="21"/>
                      <a:pt x="16" y="22"/>
                    </a:cubicBezTo>
                    <a:cubicBezTo>
                      <a:pt x="17" y="23"/>
                      <a:pt x="18" y="24"/>
                      <a:pt x="19" y="25"/>
                    </a:cubicBezTo>
                    <a:cubicBezTo>
                      <a:pt x="19" y="25"/>
                      <a:pt x="19" y="25"/>
                      <a:pt x="19" y="25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18" y="28"/>
                      <a:pt x="17" y="28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6" y="28"/>
                      <a:pt x="16" y="28"/>
                      <a:pt x="16" y="28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16" y="31"/>
                      <a:pt x="17" y="33"/>
                      <a:pt x="19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3"/>
                      <a:pt x="22" y="35"/>
                      <a:pt x="23" y="35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5" y="34"/>
                      <a:pt x="25" y="34"/>
                      <a:pt x="25" y="34"/>
                    </a:cubicBezTo>
                    <a:cubicBezTo>
                      <a:pt x="27" y="36"/>
                      <a:pt x="27" y="36"/>
                      <a:pt x="27" y="36"/>
                    </a:cubicBezTo>
                    <a:cubicBezTo>
                      <a:pt x="27" y="36"/>
                      <a:pt x="27" y="36"/>
                      <a:pt x="27" y="36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5"/>
                      <a:pt x="29" y="35"/>
                      <a:pt x="29" y="35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41"/>
                      <a:pt x="31" y="43"/>
                      <a:pt x="30" y="44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30" y="46"/>
                      <a:pt x="32" y="48"/>
                      <a:pt x="32" y="48"/>
                    </a:cubicBezTo>
                    <a:cubicBezTo>
                      <a:pt x="32" y="49"/>
                      <a:pt x="32" y="49"/>
                      <a:pt x="32" y="49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33" y="48"/>
                      <a:pt x="34" y="48"/>
                      <a:pt x="36" y="47"/>
                    </a:cubicBezTo>
                    <a:moveTo>
                      <a:pt x="11" y="27"/>
                    </a:moveTo>
                    <a:cubicBezTo>
                      <a:pt x="11" y="27"/>
                      <a:pt x="11" y="27"/>
                      <a:pt x="11" y="27"/>
                    </a:cubicBezTo>
                    <a:cubicBezTo>
                      <a:pt x="11" y="27"/>
                      <a:pt x="11" y="27"/>
                      <a:pt x="11" y="27"/>
                    </a:cubicBezTo>
                    <a:close/>
                    <a:moveTo>
                      <a:pt x="36" y="42"/>
                    </a:moveTo>
                    <a:cubicBezTo>
                      <a:pt x="34" y="45"/>
                      <a:pt x="33" y="47"/>
                      <a:pt x="32" y="48"/>
                    </a:cubicBezTo>
                    <a:cubicBezTo>
                      <a:pt x="32" y="47"/>
                      <a:pt x="31" y="46"/>
                      <a:pt x="31" y="45"/>
                    </a:cubicBezTo>
                    <a:cubicBezTo>
                      <a:pt x="31" y="44"/>
                      <a:pt x="31" y="44"/>
                      <a:pt x="31" y="44"/>
                    </a:cubicBezTo>
                    <a:cubicBezTo>
                      <a:pt x="31" y="43"/>
                      <a:pt x="32" y="41"/>
                      <a:pt x="32" y="39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1" y="37"/>
                      <a:pt x="31" y="37"/>
                      <a:pt x="31" y="37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2" y="35"/>
                      <a:pt x="32" y="35"/>
                      <a:pt x="32" y="35"/>
                    </a:cubicBezTo>
                    <a:cubicBezTo>
                      <a:pt x="33" y="34"/>
                      <a:pt x="33" y="34"/>
                      <a:pt x="33" y="34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6" y="37"/>
                      <a:pt x="36" y="37"/>
                      <a:pt x="36" y="37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40"/>
                      <a:pt x="36" y="41"/>
                      <a:pt x="36" y="42"/>
                    </a:cubicBezTo>
                    <a:moveTo>
                      <a:pt x="44" y="32"/>
                    </a:moveTo>
                    <a:cubicBezTo>
                      <a:pt x="43" y="32"/>
                      <a:pt x="43" y="32"/>
                      <a:pt x="43" y="32"/>
                    </a:cubicBezTo>
                    <a:cubicBezTo>
                      <a:pt x="42" y="32"/>
                      <a:pt x="42" y="32"/>
                      <a:pt x="42" y="32"/>
                    </a:cubicBezTo>
                    <a:cubicBezTo>
                      <a:pt x="41" y="33"/>
                      <a:pt x="40" y="35"/>
                      <a:pt x="40" y="36"/>
                    </a:cubicBezTo>
                    <a:cubicBezTo>
                      <a:pt x="40" y="37"/>
                      <a:pt x="40" y="37"/>
                      <a:pt x="40" y="37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37"/>
                      <a:pt x="37" y="37"/>
                      <a:pt x="37" y="37"/>
                    </a:cubicBezTo>
                    <a:cubicBezTo>
                      <a:pt x="37" y="37"/>
                      <a:pt x="37" y="37"/>
                      <a:pt x="37" y="37"/>
                    </a:cubicBezTo>
                    <a:cubicBezTo>
                      <a:pt x="38" y="37"/>
                      <a:pt x="38" y="37"/>
                      <a:pt x="38" y="37"/>
                    </a:cubicBezTo>
                    <a:cubicBezTo>
                      <a:pt x="38" y="37"/>
                      <a:pt x="38" y="37"/>
                      <a:pt x="38" y="37"/>
                    </a:cubicBezTo>
                    <a:cubicBezTo>
                      <a:pt x="39" y="37"/>
                      <a:pt x="39" y="37"/>
                      <a:pt x="39" y="37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7" y="31"/>
                      <a:pt x="37" y="31"/>
                      <a:pt x="37" y="31"/>
                    </a:cubicBezTo>
                    <a:cubicBezTo>
                      <a:pt x="38" y="31"/>
                      <a:pt x="38" y="30"/>
                      <a:pt x="38" y="29"/>
                    </a:cubicBezTo>
                    <a:cubicBezTo>
                      <a:pt x="39" y="28"/>
                      <a:pt x="39" y="27"/>
                      <a:pt x="39" y="26"/>
                    </a:cubicBezTo>
                    <a:cubicBezTo>
                      <a:pt x="39" y="27"/>
                      <a:pt x="40" y="28"/>
                      <a:pt x="40" y="29"/>
                    </a:cubicBezTo>
                    <a:cubicBezTo>
                      <a:pt x="40" y="29"/>
                      <a:pt x="40" y="29"/>
                      <a:pt x="40" y="29"/>
                    </a:cubicBezTo>
                    <a:cubicBezTo>
                      <a:pt x="40" y="30"/>
                      <a:pt x="40" y="30"/>
                      <a:pt x="40" y="30"/>
                    </a:cubicBezTo>
                    <a:cubicBezTo>
                      <a:pt x="41" y="29"/>
                      <a:pt x="41" y="29"/>
                      <a:pt x="41" y="29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2" y="31"/>
                      <a:pt x="42" y="31"/>
                      <a:pt x="42" y="31"/>
                    </a:cubicBezTo>
                    <a:cubicBezTo>
                      <a:pt x="42" y="31"/>
                      <a:pt x="42" y="31"/>
                      <a:pt x="42" y="31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43" y="30"/>
                      <a:pt x="44" y="31"/>
                      <a:pt x="44" y="32"/>
                    </a:cubicBezTo>
                    <a:moveTo>
                      <a:pt x="48" y="29"/>
                    </a:move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lnTo>
                      <a:pt x="48" y="29"/>
                    </a:lnTo>
                    <a:close/>
                    <a:moveTo>
                      <a:pt x="47" y="15"/>
                    </a:moveTo>
                    <a:cubicBezTo>
                      <a:pt x="46" y="18"/>
                      <a:pt x="46" y="18"/>
                      <a:pt x="46" y="18"/>
                    </a:cubicBezTo>
                    <a:cubicBezTo>
                      <a:pt x="46" y="18"/>
                      <a:pt x="46" y="19"/>
                      <a:pt x="46" y="20"/>
                    </a:cubicBezTo>
                    <a:cubicBezTo>
                      <a:pt x="46" y="21"/>
                      <a:pt x="46" y="21"/>
                      <a:pt x="46" y="21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6" y="27"/>
                      <a:pt x="46" y="27"/>
                      <a:pt x="46" y="27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6" y="24"/>
                      <a:pt x="46" y="24"/>
                      <a:pt x="46" y="24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2"/>
                      <a:pt x="45" y="22"/>
                      <a:pt x="45" y="22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4" y="25"/>
                      <a:pt x="44" y="26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42" y="26"/>
                      <a:pt x="42" y="26"/>
                      <a:pt x="42" y="26"/>
                    </a:cubicBezTo>
                    <a:cubicBezTo>
                      <a:pt x="43" y="24"/>
                      <a:pt x="43" y="22"/>
                      <a:pt x="43" y="21"/>
                    </a:cubicBezTo>
                    <a:cubicBezTo>
                      <a:pt x="43" y="20"/>
                      <a:pt x="43" y="20"/>
                      <a:pt x="43" y="20"/>
                    </a:cubicBezTo>
                    <a:cubicBezTo>
                      <a:pt x="43" y="18"/>
                      <a:pt x="43" y="18"/>
                      <a:pt x="43" y="18"/>
                    </a:cubicBezTo>
                    <a:cubicBezTo>
                      <a:pt x="44" y="19"/>
                      <a:pt x="44" y="19"/>
                      <a:pt x="44" y="19"/>
                    </a:cubicBezTo>
                    <a:cubicBezTo>
                      <a:pt x="44" y="18"/>
                      <a:pt x="44" y="18"/>
                      <a:pt x="44" y="18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5"/>
                      <a:pt x="43" y="14"/>
                      <a:pt x="43" y="14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3" y="13"/>
                      <a:pt x="43" y="13"/>
                      <a:pt x="43" y="13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7"/>
                      <a:pt x="44" y="17"/>
                      <a:pt x="44" y="17"/>
                    </a:cubicBezTo>
                    <a:cubicBezTo>
                      <a:pt x="44" y="19"/>
                      <a:pt x="44" y="19"/>
                      <a:pt x="44" y="19"/>
                    </a:cubicBezTo>
                    <a:cubicBezTo>
                      <a:pt x="45" y="19"/>
                      <a:pt x="45" y="19"/>
                      <a:pt x="45" y="19"/>
                    </a:cubicBezTo>
                    <a:cubicBezTo>
                      <a:pt x="45" y="17"/>
                      <a:pt x="45" y="17"/>
                      <a:pt x="45" y="17"/>
                    </a:cubicBezTo>
                    <a:cubicBezTo>
                      <a:pt x="45" y="16"/>
                      <a:pt x="45" y="16"/>
                      <a:pt x="45" y="16"/>
                    </a:cubicBezTo>
                    <a:cubicBezTo>
                      <a:pt x="45" y="16"/>
                      <a:pt x="45" y="16"/>
                      <a:pt x="45" y="16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8" y="14"/>
                      <a:pt x="48" y="14"/>
                      <a:pt x="48" y="14"/>
                    </a:cubicBezTo>
                    <a:lnTo>
                      <a:pt x="47" y="15"/>
                    </a:lnTo>
                    <a:close/>
                    <a:moveTo>
                      <a:pt x="48" y="13"/>
                    </a:move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8" y="12"/>
                      <a:pt x="48" y="12"/>
                      <a:pt x="48" y="12"/>
                    </a:cubicBezTo>
                    <a:lnTo>
                      <a:pt x="48" y="13"/>
                    </a:lnTo>
                    <a:close/>
                    <a:moveTo>
                      <a:pt x="11" y="78"/>
                    </a:moveTo>
                    <a:cubicBezTo>
                      <a:pt x="11" y="79"/>
                      <a:pt x="11" y="79"/>
                      <a:pt x="11" y="79"/>
                    </a:cubicBezTo>
                    <a:cubicBezTo>
                      <a:pt x="10" y="80"/>
                      <a:pt x="10" y="80"/>
                      <a:pt x="10" y="80"/>
                    </a:cubicBezTo>
                    <a:cubicBezTo>
                      <a:pt x="10" y="81"/>
                      <a:pt x="10" y="81"/>
                      <a:pt x="10" y="81"/>
                    </a:cubicBezTo>
                    <a:cubicBezTo>
                      <a:pt x="11" y="81"/>
                      <a:pt x="11" y="81"/>
                      <a:pt x="11" y="81"/>
                    </a:cubicBezTo>
                    <a:cubicBezTo>
                      <a:pt x="11" y="80"/>
                      <a:pt x="11" y="80"/>
                      <a:pt x="11" y="80"/>
                    </a:cubicBezTo>
                    <a:cubicBezTo>
                      <a:pt x="11" y="80"/>
                      <a:pt x="11" y="80"/>
                      <a:pt x="11" y="80"/>
                    </a:cubicBezTo>
                    <a:cubicBezTo>
                      <a:pt x="12" y="78"/>
                      <a:pt x="12" y="78"/>
                      <a:pt x="12" y="78"/>
                    </a:cubicBezTo>
                    <a:lnTo>
                      <a:pt x="11" y="78"/>
                    </a:lnTo>
                    <a:close/>
                    <a:moveTo>
                      <a:pt x="26" y="52"/>
                    </a:moveTo>
                    <a:cubicBezTo>
                      <a:pt x="26" y="52"/>
                      <a:pt x="24" y="53"/>
                      <a:pt x="23" y="54"/>
                    </a:cubicBezTo>
                    <a:cubicBezTo>
                      <a:pt x="21" y="55"/>
                      <a:pt x="20" y="55"/>
                      <a:pt x="20" y="56"/>
                    </a:cubicBezTo>
                    <a:cubicBezTo>
                      <a:pt x="19" y="57"/>
                      <a:pt x="19" y="57"/>
                      <a:pt x="19" y="57"/>
                    </a:cubicBezTo>
                    <a:cubicBezTo>
                      <a:pt x="20" y="57"/>
                      <a:pt x="20" y="57"/>
                      <a:pt x="20" y="57"/>
                    </a:cubicBezTo>
                    <a:cubicBezTo>
                      <a:pt x="20" y="56"/>
                      <a:pt x="20" y="56"/>
                      <a:pt x="20" y="56"/>
                    </a:cubicBezTo>
                    <a:cubicBezTo>
                      <a:pt x="20" y="55"/>
                      <a:pt x="21" y="55"/>
                      <a:pt x="23" y="54"/>
                    </a:cubicBezTo>
                    <a:cubicBezTo>
                      <a:pt x="25" y="54"/>
                      <a:pt x="26" y="52"/>
                      <a:pt x="26" y="52"/>
                    </a:cubicBezTo>
                    <a:close/>
                    <a:moveTo>
                      <a:pt x="8" y="82"/>
                    </a:moveTo>
                    <a:cubicBezTo>
                      <a:pt x="8" y="83"/>
                      <a:pt x="8" y="83"/>
                      <a:pt x="8" y="83"/>
                    </a:cubicBezTo>
                    <a:cubicBezTo>
                      <a:pt x="8" y="83"/>
                      <a:pt x="8" y="83"/>
                      <a:pt x="8" y="83"/>
                    </a:cubicBezTo>
                    <a:cubicBezTo>
                      <a:pt x="8" y="83"/>
                      <a:pt x="8" y="83"/>
                      <a:pt x="8" y="83"/>
                    </a:cubicBezTo>
                    <a:cubicBezTo>
                      <a:pt x="9" y="84"/>
                      <a:pt x="9" y="84"/>
                      <a:pt x="9" y="84"/>
                    </a:cubicBezTo>
                    <a:cubicBezTo>
                      <a:pt x="9" y="85"/>
                      <a:pt x="9" y="85"/>
                      <a:pt x="9" y="85"/>
                    </a:cubicBezTo>
                    <a:cubicBezTo>
                      <a:pt x="8" y="85"/>
                      <a:pt x="9" y="86"/>
                      <a:pt x="8" y="86"/>
                    </a:cubicBezTo>
                    <a:cubicBezTo>
                      <a:pt x="7" y="88"/>
                      <a:pt x="7" y="88"/>
                      <a:pt x="7" y="88"/>
                    </a:cubicBezTo>
                    <a:cubicBezTo>
                      <a:pt x="7" y="89"/>
                      <a:pt x="7" y="89"/>
                      <a:pt x="7" y="89"/>
                    </a:cubicBezTo>
                    <a:cubicBezTo>
                      <a:pt x="7" y="90"/>
                      <a:pt x="7" y="91"/>
                      <a:pt x="7" y="92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8" y="96"/>
                      <a:pt x="8" y="96"/>
                      <a:pt x="8" y="96"/>
                    </a:cubicBezTo>
                    <a:cubicBezTo>
                      <a:pt x="8" y="96"/>
                      <a:pt x="8" y="96"/>
                      <a:pt x="8" y="96"/>
                    </a:cubicBezTo>
                    <a:cubicBezTo>
                      <a:pt x="8" y="95"/>
                      <a:pt x="8" y="95"/>
                      <a:pt x="8" y="95"/>
                    </a:cubicBezTo>
                    <a:cubicBezTo>
                      <a:pt x="8" y="95"/>
                      <a:pt x="8" y="95"/>
                      <a:pt x="8" y="95"/>
                    </a:cubicBezTo>
                    <a:cubicBezTo>
                      <a:pt x="8" y="92"/>
                      <a:pt x="8" y="92"/>
                      <a:pt x="8" y="92"/>
                    </a:cubicBezTo>
                    <a:cubicBezTo>
                      <a:pt x="8" y="91"/>
                      <a:pt x="8" y="90"/>
                      <a:pt x="8" y="89"/>
                    </a:cubicBezTo>
                    <a:cubicBezTo>
                      <a:pt x="8" y="89"/>
                      <a:pt x="8" y="89"/>
                      <a:pt x="8" y="89"/>
                    </a:cubicBezTo>
                    <a:cubicBezTo>
                      <a:pt x="9" y="87"/>
                      <a:pt x="9" y="87"/>
                      <a:pt x="9" y="87"/>
                    </a:cubicBezTo>
                    <a:cubicBezTo>
                      <a:pt x="9" y="85"/>
                      <a:pt x="9" y="85"/>
                      <a:pt x="9" y="85"/>
                    </a:cubicBezTo>
                    <a:cubicBezTo>
                      <a:pt x="9" y="84"/>
                      <a:pt x="9" y="84"/>
                      <a:pt x="9" y="84"/>
                    </a:cubicBezTo>
                    <a:cubicBezTo>
                      <a:pt x="9" y="83"/>
                      <a:pt x="8" y="83"/>
                      <a:pt x="8" y="82"/>
                    </a:cubicBezTo>
                    <a:close/>
                    <a:moveTo>
                      <a:pt x="21" y="34"/>
                    </a:moveTo>
                    <a:cubicBezTo>
                      <a:pt x="20" y="34"/>
                      <a:pt x="20" y="34"/>
                      <a:pt x="20" y="34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18" y="33"/>
                      <a:pt x="18" y="33"/>
                      <a:pt x="18" y="33"/>
                    </a:cubicBezTo>
                    <a:cubicBezTo>
                      <a:pt x="18" y="32"/>
                      <a:pt x="17" y="32"/>
                      <a:pt x="16" y="32"/>
                    </a:cubicBezTo>
                    <a:cubicBezTo>
                      <a:pt x="15" y="31"/>
                      <a:pt x="15" y="31"/>
                      <a:pt x="15" y="30"/>
                    </a:cubicBezTo>
                    <a:cubicBezTo>
                      <a:pt x="15" y="30"/>
                      <a:pt x="15" y="30"/>
                      <a:pt x="15" y="30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7"/>
                      <a:pt x="15" y="27"/>
                      <a:pt x="15" y="27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5" y="25"/>
                      <a:pt x="15" y="25"/>
                      <a:pt x="15" y="25"/>
                    </a:cubicBezTo>
                    <a:cubicBezTo>
                      <a:pt x="15" y="25"/>
                      <a:pt x="15" y="25"/>
                      <a:pt x="15" y="25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14" y="31"/>
                      <a:pt x="14" y="31"/>
                      <a:pt x="14" y="31"/>
                    </a:cubicBezTo>
                    <a:cubicBezTo>
                      <a:pt x="14" y="31"/>
                      <a:pt x="14" y="32"/>
                      <a:pt x="16" y="32"/>
                    </a:cubicBezTo>
                    <a:cubicBezTo>
                      <a:pt x="17" y="33"/>
                      <a:pt x="18" y="33"/>
                      <a:pt x="18" y="33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1" y="35"/>
                      <a:pt x="22" y="36"/>
                      <a:pt x="22" y="37"/>
                    </a:cubicBezTo>
                    <a:cubicBezTo>
                      <a:pt x="22" y="37"/>
                      <a:pt x="22" y="37"/>
                      <a:pt x="22" y="37"/>
                    </a:cubicBezTo>
                    <a:cubicBezTo>
                      <a:pt x="23" y="37"/>
                      <a:pt x="23" y="37"/>
                      <a:pt x="23" y="37"/>
                    </a:cubicBezTo>
                    <a:cubicBezTo>
                      <a:pt x="23" y="37"/>
                      <a:pt x="23" y="37"/>
                      <a:pt x="23" y="37"/>
                    </a:cubicBezTo>
                    <a:cubicBezTo>
                      <a:pt x="23" y="36"/>
                      <a:pt x="22" y="34"/>
                      <a:pt x="21" y="34"/>
                    </a:cubicBezTo>
                    <a:moveTo>
                      <a:pt x="26" y="23"/>
                    </a:moveTo>
                    <a:cubicBezTo>
                      <a:pt x="26" y="20"/>
                      <a:pt x="26" y="20"/>
                      <a:pt x="26" y="20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6" y="19"/>
                      <a:pt x="26" y="19"/>
                      <a:pt x="26" y="19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22"/>
                      <a:pt x="25" y="22"/>
                      <a:pt x="25" y="22"/>
                    </a:cubicBezTo>
                    <a:lnTo>
                      <a:pt x="26" y="23"/>
                    </a:lnTo>
                    <a:close/>
                    <a:moveTo>
                      <a:pt x="23" y="73"/>
                    </a:moveTo>
                    <a:cubicBezTo>
                      <a:pt x="23" y="73"/>
                      <a:pt x="23" y="73"/>
                      <a:pt x="23" y="73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5" y="75"/>
                      <a:pt x="25" y="75"/>
                      <a:pt x="25" y="75"/>
                    </a:cubicBezTo>
                    <a:cubicBezTo>
                      <a:pt x="25" y="75"/>
                      <a:pt x="26" y="77"/>
                      <a:pt x="27" y="78"/>
                    </a:cubicBezTo>
                    <a:cubicBezTo>
                      <a:pt x="28" y="79"/>
                      <a:pt x="28" y="79"/>
                      <a:pt x="28" y="79"/>
                    </a:cubicBezTo>
                    <a:cubicBezTo>
                      <a:pt x="28" y="79"/>
                      <a:pt x="28" y="79"/>
                      <a:pt x="28" y="79"/>
                    </a:cubicBezTo>
                    <a:cubicBezTo>
                      <a:pt x="29" y="79"/>
                      <a:pt x="29" y="79"/>
                      <a:pt x="29" y="79"/>
                    </a:cubicBezTo>
                    <a:cubicBezTo>
                      <a:pt x="28" y="78"/>
                      <a:pt x="28" y="78"/>
                      <a:pt x="28" y="78"/>
                    </a:cubicBezTo>
                    <a:cubicBezTo>
                      <a:pt x="27" y="77"/>
                      <a:pt x="27" y="77"/>
                      <a:pt x="27" y="77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25" y="72"/>
                      <a:pt x="25" y="72"/>
                      <a:pt x="25" y="72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4" y="72"/>
                      <a:pt x="23" y="7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1" name="Freeform 33">
                <a:extLst>
                  <a:ext uri="{FF2B5EF4-FFF2-40B4-BE49-F238E27FC236}">
                    <a16:creationId xmlns:a16="http://schemas.microsoft.com/office/drawing/2014/main" id="{A2F2A63F-3645-455C-A196-604BE806128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88088" y="2517775"/>
                <a:ext cx="104775" cy="215900"/>
              </a:xfrm>
              <a:custGeom>
                <a:avLst/>
                <a:gdLst>
                  <a:gd name="T0" fmla="*/ 4 w 48"/>
                  <a:gd name="T1" fmla="*/ 10 h 100"/>
                  <a:gd name="T2" fmla="*/ 10 w 48"/>
                  <a:gd name="T3" fmla="*/ 26 h 100"/>
                  <a:gd name="T4" fmla="*/ 14 w 48"/>
                  <a:gd name="T5" fmla="*/ 21 h 100"/>
                  <a:gd name="T6" fmla="*/ 28 w 48"/>
                  <a:gd name="T7" fmla="*/ 13 h 100"/>
                  <a:gd name="T8" fmla="*/ 43 w 48"/>
                  <a:gd name="T9" fmla="*/ 6 h 100"/>
                  <a:gd name="T10" fmla="*/ 47 w 48"/>
                  <a:gd name="T11" fmla="*/ 43 h 100"/>
                  <a:gd name="T12" fmla="*/ 42 w 48"/>
                  <a:gd name="T13" fmla="*/ 38 h 100"/>
                  <a:gd name="T14" fmla="*/ 41 w 48"/>
                  <a:gd name="T15" fmla="*/ 79 h 100"/>
                  <a:gd name="T16" fmla="*/ 38 w 48"/>
                  <a:gd name="T17" fmla="*/ 87 h 100"/>
                  <a:gd name="T18" fmla="*/ 18 w 48"/>
                  <a:gd name="T19" fmla="*/ 83 h 100"/>
                  <a:gd name="T20" fmla="*/ 20 w 48"/>
                  <a:gd name="T21" fmla="*/ 52 h 100"/>
                  <a:gd name="T22" fmla="*/ 10 w 48"/>
                  <a:gd name="T23" fmla="*/ 61 h 100"/>
                  <a:gd name="T24" fmla="*/ 9 w 48"/>
                  <a:gd name="T25" fmla="*/ 49 h 100"/>
                  <a:gd name="T26" fmla="*/ 5 w 48"/>
                  <a:gd name="T27" fmla="*/ 30 h 100"/>
                  <a:gd name="T28" fmla="*/ 0 w 48"/>
                  <a:gd name="T29" fmla="*/ 12 h 100"/>
                  <a:gd name="T30" fmla="*/ 6 w 48"/>
                  <a:gd name="T31" fmla="*/ 13 h 100"/>
                  <a:gd name="T32" fmla="*/ 19 w 48"/>
                  <a:gd name="T33" fmla="*/ 20 h 100"/>
                  <a:gd name="T34" fmla="*/ 21 w 48"/>
                  <a:gd name="T35" fmla="*/ 19 h 100"/>
                  <a:gd name="T36" fmla="*/ 22 w 48"/>
                  <a:gd name="T37" fmla="*/ 14 h 100"/>
                  <a:gd name="T38" fmla="*/ 11 w 48"/>
                  <a:gd name="T39" fmla="*/ 36 h 100"/>
                  <a:gd name="T40" fmla="*/ 29 w 48"/>
                  <a:gd name="T41" fmla="*/ 26 h 100"/>
                  <a:gd name="T42" fmla="*/ 30 w 48"/>
                  <a:gd name="T43" fmla="*/ 22 h 100"/>
                  <a:gd name="T44" fmla="*/ 38 w 48"/>
                  <a:gd name="T45" fmla="*/ 7 h 100"/>
                  <a:gd name="T46" fmla="*/ 26 w 48"/>
                  <a:gd name="T47" fmla="*/ 41 h 100"/>
                  <a:gd name="T48" fmla="*/ 29 w 48"/>
                  <a:gd name="T49" fmla="*/ 42 h 100"/>
                  <a:gd name="T50" fmla="*/ 34 w 48"/>
                  <a:gd name="T51" fmla="*/ 42 h 100"/>
                  <a:gd name="T52" fmla="*/ 37 w 48"/>
                  <a:gd name="T53" fmla="*/ 44 h 100"/>
                  <a:gd name="T54" fmla="*/ 37 w 48"/>
                  <a:gd name="T55" fmla="*/ 38 h 100"/>
                  <a:gd name="T56" fmla="*/ 39 w 48"/>
                  <a:gd name="T57" fmla="*/ 34 h 100"/>
                  <a:gd name="T58" fmla="*/ 38 w 48"/>
                  <a:gd name="T59" fmla="*/ 23 h 100"/>
                  <a:gd name="T60" fmla="*/ 47 w 48"/>
                  <a:gd name="T61" fmla="*/ 14 h 100"/>
                  <a:gd name="T62" fmla="*/ 42 w 48"/>
                  <a:gd name="T63" fmla="*/ 29 h 100"/>
                  <a:gd name="T64" fmla="*/ 45 w 48"/>
                  <a:gd name="T65" fmla="*/ 51 h 100"/>
                  <a:gd name="T66" fmla="*/ 46 w 48"/>
                  <a:gd name="T67" fmla="*/ 43 h 100"/>
                  <a:gd name="T68" fmla="*/ 40 w 48"/>
                  <a:gd name="T69" fmla="*/ 34 h 100"/>
                  <a:gd name="T70" fmla="*/ 18 w 48"/>
                  <a:gd name="T71" fmla="*/ 78 h 100"/>
                  <a:gd name="T72" fmla="*/ 18 w 48"/>
                  <a:gd name="T73" fmla="*/ 82 h 100"/>
                  <a:gd name="T74" fmla="*/ 29 w 48"/>
                  <a:gd name="T75" fmla="*/ 64 h 100"/>
                  <a:gd name="T76" fmla="*/ 30 w 48"/>
                  <a:gd name="T77" fmla="*/ 59 h 100"/>
                  <a:gd name="T78" fmla="*/ 37 w 48"/>
                  <a:gd name="T79" fmla="*/ 96 h 100"/>
                  <a:gd name="T80" fmla="*/ 42 w 48"/>
                  <a:gd name="T81" fmla="*/ 98 h 100"/>
                  <a:gd name="T82" fmla="*/ 40 w 48"/>
                  <a:gd name="T83" fmla="*/ 77 h 100"/>
                  <a:gd name="T84" fmla="*/ 40 w 48"/>
                  <a:gd name="T85" fmla="*/ 38 h 100"/>
                  <a:gd name="T86" fmla="*/ 29 w 48"/>
                  <a:gd name="T87" fmla="*/ 49 h 100"/>
                  <a:gd name="T88" fmla="*/ 8 w 48"/>
                  <a:gd name="T89" fmla="*/ 47 h 100"/>
                  <a:gd name="T90" fmla="*/ 11 w 48"/>
                  <a:gd name="T91" fmla="*/ 52 h 100"/>
                  <a:gd name="T92" fmla="*/ 9 w 48"/>
                  <a:gd name="T93" fmla="*/ 57 h 100"/>
                  <a:gd name="T94" fmla="*/ 20 w 48"/>
                  <a:gd name="T95" fmla="*/ 48 h 100"/>
                  <a:gd name="T96" fmla="*/ 28 w 48"/>
                  <a:gd name="T97" fmla="*/ 41 h 100"/>
                  <a:gd name="T98" fmla="*/ 36 w 48"/>
                  <a:gd name="T99" fmla="*/ 31 h 100"/>
                  <a:gd name="T100" fmla="*/ 36 w 48"/>
                  <a:gd name="T101" fmla="*/ 20 h 100"/>
                  <a:gd name="T102" fmla="*/ 20 w 48"/>
                  <a:gd name="T103" fmla="*/ 34 h 100"/>
                  <a:gd name="T104" fmla="*/ 17 w 48"/>
                  <a:gd name="T105" fmla="*/ 35 h 100"/>
                  <a:gd name="T106" fmla="*/ 10 w 48"/>
                  <a:gd name="T107" fmla="*/ 26 h 100"/>
                  <a:gd name="T108" fmla="*/ 1 w 48"/>
                  <a:gd name="T109" fmla="*/ 27 h 100"/>
                  <a:gd name="T110" fmla="*/ 5 w 48"/>
                  <a:gd name="T111" fmla="*/ 18 h 100"/>
                  <a:gd name="T112" fmla="*/ 2 w 48"/>
                  <a:gd name="T113" fmla="*/ 13 h 100"/>
                  <a:gd name="T114" fmla="*/ 28 w 48"/>
                  <a:gd name="T115" fmla="*/ 56 h 100"/>
                  <a:gd name="T116" fmla="*/ 39 w 48"/>
                  <a:gd name="T117" fmla="*/ 85 h 100"/>
                  <a:gd name="T118" fmla="*/ 33 w 48"/>
                  <a:gd name="T119" fmla="*/ 23 h 100"/>
                  <a:gd name="T120" fmla="*/ 23 w 48"/>
                  <a:gd name="T121" fmla="*/ 23 h 100"/>
                  <a:gd name="T122" fmla="*/ 24 w 48"/>
                  <a:gd name="T123" fmla="*/ 74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48" h="100">
                    <a:moveTo>
                      <a:pt x="35" y="22"/>
                    </a:moveTo>
                    <a:cubicBezTo>
                      <a:pt x="35" y="22"/>
                      <a:pt x="35" y="22"/>
                      <a:pt x="35" y="22"/>
                    </a:cubicBezTo>
                    <a:close/>
                    <a:moveTo>
                      <a:pt x="37" y="71"/>
                    </a:moveTo>
                    <a:cubicBezTo>
                      <a:pt x="37" y="72"/>
                      <a:pt x="37" y="72"/>
                      <a:pt x="37" y="72"/>
                    </a:cubicBezTo>
                    <a:cubicBezTo>
                      <a:pt x="37" y="73"/>
                      <a:pt x="37" y="73"/>
                      <a:pt x="37" y="73"/>
                    </a:cubicBezTo>
                    <a:cubicBezTo>
                      <a:pt x="37" y="73"/>
                      <a:pt x="37" y="73"/>
                      <a:pt x="37" y="73"/>
                    </a:cubicBezTo>
                    <a:cubicBezTo>
                      <a:pt x="37" y="72"/>
                      <a:pt x="37" y="72"/>
                      <a:pt x="37" y="72"/>
                    </a:cubicBezTo>
                    <a:cubicBezTo>
                      <a:pt x="37" y="71"/>
                      <a:pt x="37" y="71"/>
                      <a:pt x="37" y="71"/>
                    </a:cubicBezTo>
                    <a:close/>
                    <a:moveTo>
                      <a:pt x="0" y="12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1"/>
                      <a:pt x="3" y="10"/>
                      <a:pt x="3" y="10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5" y="10"/>
                      <a:pt x="5" y="11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16"/>
                      <a:pt x="7" y="17"/>
                      <a:pt x="6" y="17"/>
                    </a:cubicBezTo>
                    <a:cubicBezTo>
                      <a:pt x="6" y="18"/>
                      <a:pt x="6" y="19"/>
                      <a:pt x="6" y="20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6" y="22"/>
                      <a:pt x="6" y="24"/>
                      <a:pt x="7" y="25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26"/>
                      <a:pt x="10" y="25"/>
                      <a:pt x="10" y="25"/>
                    </a:cubicBezTo>
                    <a:cubicBezTo>
                      <a:pt x="10" y="25"/>
                      <a:pt x="10" y="25"/>
                      <a:pt x="10" y="25"/>
                    </a:cubicBezTo>
                    <a:cubicBezTo>
                      <a:pt x="10" y="26"/>
                      <a:pt x="10" y="26"/>
                      <a:pt x="10" y="26"/>
                    </a:cubicBezTo>
                    <a:cubicBezTo>
                      <a:pt x="10" y="26"/>
                      <a:pt x="10" y="26"/>
                      <a:pt x="10" y="26"/>
                    </a:cubicBezTo>
                    <a:cubicBezTo>
                      <a:pt x="10" y="27"/>
                      <a:pt x="11" y="28"/>
                      <a:pt x="11" y="29"/>
                    </a:cubicBezTo>
                    <a:cubicBezTo>
                      <a:pt x="11" y="30"/>
                      <a:pt x="11" y="30"/>
                      <a:pt x="12" y="31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2"/>
                      <a:pt x="14" y="31"/>
                      <a:pt x="14" y="30"/>
                    </a:cubicBezTo>
                    <a:cubicBezTo>
                      <a:pt x="16" y="28"/>
                      <a:pt x="18" y="27"/>
                      <a:pt x="19" y="26"/>
                    </a:cubicBezTo>
                    <a:cubicBezTo>
                      <a:pt x="20" y="25"/>
                      <a:pt x="21" y="24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20" y="22"/>
                      <a:pt x="20" y="22"/>
                      <a:pt x="20" y="22"/>
                    </a:cubicBezTo>
                    <a:cubicBezTo>
                      <a:pt x="19" y="22"/>
                      <a:pt x="19" y="22"/>
                      <a:pt x="19" y="22"/>
                    </a:cubicBezTo>
                    <a:cubicBezTo>
                      <a:pt x="19" y="22"/>
                      <a:pt x="18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3" y="22"/>
                      <a:pt x="13" y="22"/>
                      <a:pt x="13" y="22"/>
                    </a:cubicBezTo>
                    <a:cubicBezTo>
                      <a:pt x="13" y="21"/>
                      <a:pt x="13" y="21"/>
                      <a:pt x="13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4" y="17"/>
                      <a:pt x="14" y="14"/>
                      <a:pt x="16" y="14"/>
                    </a:cubicBezTo>
                    <a:cubicBezTo>
                      <a:pt x="19" y="14"/>
                      <a:pt x="19" y="14"/>
                      <a:pt x="19" y="14"/>
                    </a:cubicBezTo>
                    <a:cubicBezTo>
                      <a:pt x="19" y="14"/>
                      <a:pt x="20" y="13"/>
                      <a:pt x="21" y="13"/>
                    </a:cubicBezTo>
                    <a:cubicBezTo>
                      <a:pt x="22" y="13"/>
                      <a:pt x="23" y="13"/>
                      <a:pt x="24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8" y="13"/>
                      <a:pt x="28" y="13"/>
                      <a:pt x="28" y="13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28" y="13"/>
                      <a:pt x="28" y="13"/>
                      <a:pt x="28" y="13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9" y="17"/>
                      <a:pt x="30" y="19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7"/>
                      <a:pt x="32" y="16"/>
                      <a:pt x="32" y="16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3" y="14"/>
                      <a:pt x="34" y="11"/>
                      <a:pt x="34" y="11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5" y="12"/>
                      <a:pt x="35" y="12"/>
                      <a:pt x="35" y="12"/>
                    </a:cubicBezTo>
                    <a:cubicBezTo>
                      <a:pt x="35" y="11"/>
                      <a:pt x="35" y="9"/>
                      <a:pt x="35" y="8"/>
                    </a:cubicBezTo>
                    <a:cubicBezTo>
                      <a:pt x="35" y="4"/>
                      <a:pt x="35" y="0"/>
                      <a:pt x="3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8" y="0"/>
                      <a:pt x="40" y="6"/>
                      <a:pt x="40" y="9"/>
                    </a:cubicBezTo>
                    <a:cubicBezTo>
                      <a:pt x="40" y="9"/>
                      <a:pt x="40" y="9"/>
                      <a:pt x="40" y="9"/>
                    </a:cubicBezTo>
                    <a:cubicBezTo>
                      <a:pt x="40" y="10"/>
                      <a:pt x="40" y="10"/>
                      <a:pt x="40" y="10"/>
                    </a:cubicBezTo>
                    <a:cubicBezTo>
                      <a:pt x="40" y="11"/>
                      <a:pt x="40" y="11"/>
                      <a:pt x="40" y="11"/>
                    </a:cubicBezTo>
                    <a:cubicBezTo>
                      <a:pt x="41" y="10"/>
                      <a:pt x="42" y="8"/>
                      <a:pt x="43" y="6"/>
                    </a:cubicBezTo>
                    <a:cubicBezTo>
                      <a:pt x="45" y="4"/>
                      <a:pt x="46" y="2"/>
                      <a:pt x="46" y="2"/>
                    </a:cubicBezTo>
                    <a:cubicBezTo>
                      <a:pt x="46" y="1"/>
                      <a:pt x="46" y="1"/>
                      <a:pt x="46" y="1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7" y="3"/>
                      <a:pt x="48" y="4"/>
                      <a:pt x="48" y="5"/>
                    </a:cubicBezTo>
                    <a:cubicBezTo>
                      <a:pt x="47" y="9"/>
                      <a:pt x="45" y="13"/>
                      <a:pt x="44" y="15"/>
                    </a:cubicBezTo>
                    <a:cubicBezTo>
                      <a:pt x="45" y="14"/>
                      <a:pt x="47" y="12"/>
                      <a:pt x="47" y="12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7"/>
                      <a:pt x="45" y="20"/>
                      <a:pt x="44" y="21"/>
                    </a:cubicBezTo>
                    <a:cubicBezTo>
                      <a:pt x="45" y="21"/>
                      <a:pt x="47" y="20"/>
                      <a:pt x="47" y="20"/>
                    </a:cubicBezTo>
                    <a:cubicBezTo>
                      <a:pt x="47" y="20"/>
                      <a:pt x="47" y="20"/>
                      <a:pt x="47" y="20"/>
                    </a:cubicBezTo>
                    <a:cubicBezTo>
                      <a:pt x="47" y="21"/>
                      <a:pt x="47" y="21"/>
                      <a:pt x="47" y="21"/>
                    </a:cubicBezTo>
                    <a:cubicBezTo>
                      <a:pt x="47" y="21"/>
                      <a:pt x="47" y="21"/>
                      <a:pt x="47" y="21"/>
                    </a:cubicBezTo>
                    <a:cubicBezTo>
                      <a:pt x="47" y="24"/>
                      <a:pt x="44" y="27"/>
                      <a:pt x="43" y="28"/>
                    </a:cubicBezTo>
                    <a:cubicBezTo>
                      <a:pt x="45" y="28"/>
                      <a:pt x="46" y="29"/>
                      <a:pt x="46" y="29"/>
                    </a:cubicBezTo>
                    <a:cubicBezTo>
                      <a:pt x="46" y="29"/>
                      <a:pt x="46" y="29"/>
                      <a:pt x="46" y="29"/>
                    </a:cubicBezTo>
                    <a:cubicBezTo>
                      <a:pt x="46" y="29"/>
                      <a:pt x="46" y="29"/>
                      <a:pt x="46" y="29"/>
                    </a:cubicBezTo>
                    <a:cubicBezTo>
                      <a:pt x="45" y="31"/>
                      <a:pt x="44" y="32"/>
                      <a:pt x="43" y="33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6" y="33"/>
                      <a:pt x="48" y="35"/>
                      <a:pt x="48" y="38"/>
                    </a:cubicBezTo>
                    <a:cubicBezTo>
                      <a:pt x="48" y="38"/>
                      <a:pt x="48" y="38"/>
                      <a:pt x="48" y="38"/>
                    </a:cubicBezTo>
                    <a:cubicBezTo>
                      <a:pt x="48" y="41"/>
                      <a:pt x="47" y="42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4"/>
                      <a:pt x="48" y="44"/>
                      <a:pt x="48" y="48"/>
                    </a:cubicBezTo>
                    <a:cubicBezTo>
                      <a:pt x="48" y="49"/>
                      <a:pt x="48" y="49"/>
                      <a:pt x="48" y="49"/>
                    </a:cubicBezTo>
                    <a:cubicBezTo>
                      <a:pt x="48" y="51"/>
                      <a:pt x="46" y="51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5" y="51"/>
                      <a:pt x="45" y="49"/>
                      <a:pt x="45" y="48"/>
                    </a:cubicBezTo>
                    <a:cubicBezTo>
                      <a:pt x="45" y="48"/>
                      <a:pt x="45" y="48"/>
                      <a:pt x="45" y="48"/>
                    </a:cubicBezTo>
                    <a:cubicBezTo>
                      <a:pt x="46" y="47"/>
                      <a:pt x="43" y="45"/>
                      <a:pt x="43" y="43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0"/>
                      <a:pt x="45" y="39"/>
                      <a:pt x="45" y="39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36"/>
                      <a:pt x="44" y="36"/>
                      <a:pt x="44" y="36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1" y="36"/>
                      <a:pt x="41" y="36"/>
                      <a:pt x="41" y="36"/>
                    </a:cubicBezTo>
                    <a:cubicBezTo>
                      <a:pt x="42" y="37"/>
                      <a:pt x="42" y="37"/>
                      <a:pt x="42" y="37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41" y="38"/>
                      <a:pt x="41" y="38"/>
                      <a:pt x="41" y="38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40" y="39"/>
                      <a:pt x="40" y="40"/>
                      <a:pt x="40" y="41"/>
                    </a:cubicBezTo>
                    <a:cubicBezTo>
                      <a:pt x="40" y="41"/>
                      <a:pt x="40" y="41"/>
                      <a:pt x="40" y="41"/>
                    </a:cubicBezTo>
                    <a:cubicBezTo>
                      <a:pt x="40" y="48"/>
                      <a:pt x="47" y="54"/>
                      <a:pt x="47" y="59"/>
                    </a:cubicBezTo>
                    <a:cubicBezTo>
                      <a:pt x="47" y="62"/>
                      <a:pt x="44" y="65"/>
                      <a:pt x="43" y="66"/>
                    </a:cubicBezTo>
                    <a:cubicBezTo>
                      <a:pt x="44" y="68"/>
                      <a:pt x="44" y="68"/>
                      <a:pt x="44" y="68"/>
                    </a:cubicBezTo>
                    <a:cubicBezTo>
                      <a:pt x="45" y="68"/>
                      <a:pt x="45" y="68"/>
                      <a:pt x="45" y="68"/>
                    </a:cubicBezTo>
                    <a:cubicBezTo>
                      <a:pt x="43" y="69"/>
                      <a:pt x="43" y="69"/>
                      <a:pt x="43" y="69"/>
                    </a:cubicBezTo>
                    <a:cubicBezTo>
                      <a:pt x="44" y="70"/>
                      <a:pt x="44" y="70"/>
                      <a:pt x="44" y="70"/>
                    </a:cubicBezTo>
                    <a:cubicBezTo>
                      <a:pt x="43" y="70"/>
                      <a:pt x="43" y="70"/>
                      <a:pt x="43" y="70"/>
                    </a:cubicBezTo>
                    <a:cubicBezTo>
                      <a:pt x="43" y="71"/>
                      <a:pt x="43" y="71"/>
                      <a:pt x="43" y="71"/>
                    </a:cubicBezTo>
                    <a:cubicBezTo>
                      <a:pt x="43" y="72"/>
                      <a:pt x="43" y="72"/>
                      <a:pt x="43" y="72"/>
                    </a:cubicBezTo>
                    <a:cubicBezTo>
                      <a:pt x="42" y="72"/>
                      <a:pt x="42" y="72"/>
                      <a:pt x="42" y="72"/>
                    </a:cubicBezTo>
                    <a:cubicBezTo>
                      <a:pt x="43" y="73"/>
                      <a:pt x="43" y="73"/>
                      <a:pt x="43" y="73"/>
                    </a:cubicBezTo>
                    <a:cubicBezTo>
                      <a:pt x="43" y="73"/>
                      <a:pt x="43" y="73"/>
                      <a:pt x="43" y="73"/>
                    </a:cubicBezTo>
                    <a:cubicBezTo>
                      <a:pt x="42" y="73"/>
                      <a:pt x="42" y="73"/>
                      <a:pt x="42" y="73"/>
                    </a:cubicBezTo>
                    <a:cubicBezTo>
                      <a:pt x="42" y="74"/>
                      <a:pt x="42" y="74"/>
                      <a:pt x="42" y="74"/>
                    </a:cubicBezTo>
                    <a:cubicBezTo>
                      <a:pt x="42" y="75"/>
                      <a:pt x="42" y="75"/>
                      <a:pt x="42" y="75"/>
                    </a:cubicBezTo>
                    <a:cubicBezTo>
                      <a:pt x="41" y="75"/>
                      <a:pt x="41" y="75"/>
                      <a:pt x="41" y="75"/>
                    </a:cubicBezTo>
                    <a:cubicBezTo>
                      <a:pt x="41" y="77"/>
                      <a:pt x="41" y="77"/>
                      <a:pt x="41" y="77"/>
                    </a:cubicBezTo>
                    <a:cubicBezTo>
                      <a:pt x="42" y="77"/>
                      <a:pt x="42" y="77"/>
                      <a:pt x="42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1" y="79"/>
                      <a:pt x="41" y="79"/>
                      <a:pt x="41" y="79"/>
                    </a:cubicBezTo>
                    <a:cubicBezTo>
                      <a:pt x="43" y="82"/>
                      <a:pt x="43" y="82"/>
                      <a:pt x="43" y="82"/>
                    </a:cubicBezTo>
                    <a:cubicBezTo>
                      <a:pt x="43" y="83"/>
                      <a:pt x="42" y="84"/>
                      <a:pt x="42" y="86"/>
                    </a:cubicBezTo>
                    <a:cubicBezTo>
                      <a:pt x="42" y="87"/>
                      <a:pt x="42" y="88"/>
                      <a:pt x="42" y="88"/>
                    </a:cubicBezTo>
                    <a:cubicBezTo>
                      <a:pt x="43" y="93"/>
                      <a:pt x="43" y="93"/>
                      <a:pt x="43" y="93"/>
                    </a:cubicBezTo>
                    <a:cubicBezTo>
                      <a:pt x="43" y="95"/>
                      <a:pt x="43" y="95"/>
                      <a:pt x="43" y="95"/>
                    </a:cubicBezTo>
                    <a:cubicBezTo>
                      <a:pt x="42" y="99"/>
                      <a:pt x="42" y="99"/>
                      <a:pt x="42" y="99"/>
                    </a:cubicBezTo>
                    <a:cubicBezTo>
                      <a:pt x="42" y="100"/>
                      <a:pt x="41" y="100"/>
                      <a:pt x="40" y="100"/>
                    </a:cubicBezTo>
                    <a:cubicBezTo>
                      <a:pt x="39" y="100"/>
                      <a:pt x="39" y="100"/>
                      <a:pt x="39" y="100"/>
                    </a:cubicBezTo>
                    <a:cubicBezTo>
                      <a:pt x="38" y="100"/>
                      <a:pt x="36" y="100"/>
                      <a:pt x="35" y="100"/>
                    </a:cubicBezTo>
                    <a:cubicBezTo>
                      <a:pt x="34" y="100"/>
                      <a:pt x="32" y="99"/>
                      <a:pt x="31" y="98"/>
                    </a:cubicBezTo>
                    <a:cubicBezTo>
                      <a:pt x="30" y="97"/>
                      <a:pt x="30" y="97"/>
                      <a:pt x="30" y="97"/>
                    </a:cubicBezTo>
                    <a:cubicBezTo>
                      <a:pt x="30" y="97"/>
                      <a:pt x="30" y="97"/>
                      <a:pt x="30" y="97"/>
                    </a:cubicBezTo>
                    <a:cubicBezTo>
                      <a:pt x="32" y="95"/>
                      <a:pt x="32" y="95"/>
                      <a:pt x="32" y="95"/>
                    </a:cubicBezTo>
                    <a:cubicBezTo>
                      <a:pt x="33" y="95"/>
                      <a:pt x="33" y="95"/>
                      <a:pt x="33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5" y="95"/>
                      <a:pt x="35" y="95"/>
                      <a:pt x="35" y="95"/>
                    </a:cubicBezTo>
                    <a:cubicBezTo>
                      <a:pt x="36" y="95"/>
                      <a:pt x="36" y="96"/>
                      <a:pt x="37" y="96"/>
                    </a:cubicBezTo>
                    <a:cubicBezTo>
                      <a:pt x="37" y="96"/>
                      <a:pt x="37" y="96"/>
                      <a:pt x="37" y="96"/>
                    </a:cubicBezTo>
                    <a:cubicBezTo>
                      <a:pt x="39" y="96"/>
                      <a:pt x="39" y="94"/>
                      <a:pt x="39" y="93"/>
                    </a:cubicBezTo>
                    <a:cubicBezTo>
                      <a:pt x="39" y="92"/>
                      <a:pt x="39" y="92"/>
                      <a:pt x="39" y="92"/>
                    </a:cubicBezTo>
                    <a:cubicBezTo>
                      <a:pt x="39" y="91"/>
                      <a:pt x="39" y="91"/>
                      <a:pt x="38" y="90"/>
                    </a:cubicBezTo>
                    <a:cubicBezTo>
                      <a:pt x="38" y="89"/>
                      <a:pt x="38" y="88"/>
                      <a:pt x="38" y="87"/>
                    </a:cubicBezTo>
                    <a:cubicBezTo>
                      <a:pt x="38" y="86"/>
                      <a:pt x="38" y="86"/>
                      <a:pt x="38" y="86"/>
                    </a:cubicBezTo>
                    <a:cubicBezTo>
                      <a:pt x="38" y="85"/>
                      <a:pt x="38" y="85"/>
                      <a:pt x="37" y="84"/>
                    </a:cubicBezTo>
                    <a:cubicBezTo>
                      <a:pt x="36" y="83"/>
                      <a:pt x="36" y="82"/>
                      <a:pt x="36" y="81"/>
                    </a:cubicBezTo>
                    <a:cubicBezTo>
                      <a:pt x="36" y="80"/>
                      <a:pt x="36" y="79"/>
                      <a:pt x="35" y="78"/>
                    </a:cubicBezTo>
                    <a:cubicBezTo>
                      <a:pt x="33" y="77"/>
                      <a:pt x="32" y="75"/>
                      <a:pt x="32" y="74"/>
                    </a:cubicBezTo>
                    <a:cubicBezTo>
                      <a:pt x="31" y="72"/>
                      <a:pt x="31" y="72"/>
                      <a:pt x="31" y="72"/>
                    </a:cubicBezTo>
                    <a:cubicBezTo>
                      <a:pt x="30" y="70"/>
                      <a:pt x="30" y="70"/>
                      <a:pt x="30" y="70"/>
                    </a:cubicBezTo>
                    <a:cubicBezTo>
                      <a:pt x="30" y="70"/>
                      <a:pt x="30" y="70"/>
                      <a:pt x="30" y="70"/>
                    </a:cubicBezTo>
                    <a:cubicBezTo>
                      <a:pt x="29" y="69"/>
                      <a:pt x="29" y="69"/>
                      <a:pt x="28" y="68"/>
                    </a:cubicBezTo>
                    <a:cubicBezTo>
                      <a:pt x="27" y="67"/>
                      <a:pt x="27" y="67"/>
                      <a:pt x="27" y="67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8" y="71"/>
                      <a:pt x="28" y="71"/>
                      <a:pt x="28" y="71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8" y="74"/>
                      <a:pt x="28" y="74"/>
                      <a:pt x="28" y="74"/>
                    </a:cubicBezTo>
                    <a:cubicBezTo>
                      <a:pt x="26" y="75"/>
                      <a:pt x="26" y="75"/>
                      <a:pt x="26" y="75"/>
                    </a:cubicBezTo>
                    <a:cubicBezTo>
                      <a:pt x="25" y="76"/>
                      <a:pt x="25" y="76"/>
                      <a:pt x="25" y="76"/>
                    </a:cubicBezTo>
                    <a:cubicBezTo>
                      <a:pt x="23" y="78"/>
                      <a:pt x="23" y="78"/>
                      <a:pt x="23" y="78"/>
                    </a:cubicBezTo>
                    <a:cubicBezTo>
                      <a:pt x="22" y="79"/>
                      <a:pt x="22" y="79"/>
                      <a:pt x="22" y="79"/>
                    </a:cubicBezTo>
                    <a:cubicBezTo>
                      <a:pt x="21" y="81"/>
                      <a:pt x="21" y="81"/>
                      <a:pt x="21" y="81"/>
                    </a:cubicBezTo>
                    <a:cubicBezTo>
                      <a:pt x="20" y="82"/>
                      <a:pt x="19" y="83"/>
                      <a:pt x="18" y="83"/>
                    </a:cubicBezTo>
                    <a:cubicBezTo>
                      <a:pt x="16" y="83"/>
                      <a:pt x="15" y="80"/>
                      <a:pt x="14" y="79"/>
                    </a:cubicBezTo>
                    <a:cubicBezTo>
                      <a:pt x="14" y="78"/>
                      <a:pt x="13" y="76"/>
                      <a:pt x="13" y="75"/>
                    </a:cubicBezTo>
                    <a:cubicBezTo>
                      <a:pt x="13" y="72"/>
                      <a:pt x="13" y="72"/>
                      <a:pt x="13" y="72"/>
                    </a:cubicBezTo>
                    <a:cubicBezTo>
                      <a:pt x="13" y="72"/>
                      <a:pt x="13" y="72"/>
                      <a:pt x="13" y="72"/>
                    </a:cubicBezTo>
                    <a:cubicBezTo>
                      <a:pt x="14" y="72"/>
                      <a:pt x="14" y="72"/>
                      <a:pt x="14" y="72"/>
                    </a:cubicBezTo>
                    <a:cubicBezTo>
                      <a:pt x="15" y="73"/>
                      <a:pt x="15" y="73"/>
                      <a:pt x="15" y="73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7" y="75"/>
                      <a:pt x="17" y="75"/>
                      <a:pt x="17" y="75"/>
                    </a:cubicBezTo>
                    <a:cubicBezTo>
                      <a:pt x="18" y="77"/>
                      <a:pt x="18" y="77"/>
                      <a:pt x="18" y="77"/>
                    </a:cubicBezTo>
                    <a:cubicBezTo>
                      <a:pt x="18" y="77"/>
                      <a:pt x="18" y="77"/>
                      <a:pt x="18" y="77"/>
                    </a:cubicBezTo>
                    <a:cubicBezTo>
                      <a:pt x="19" y="76"/>
                      <a:pt x="19" y="76"/>
                      <a:pt x="19" y="76"/>
                    </a:cubicBezTo>
                    <a:cubicBezTo>
                      <a:pt x="20" y="76"/>
                      <a:pt x="21" y="74"/>
                      <a:pt x="22" y="73"/>
                    </a:cubicBezTo>
                    <a:cubicBezTo>
                      <a:pt x="22" y="72"/>
                      <a:pt x="23" y="71"/>
                      <a:pt x="23" y="70"/>
                    </a:cubicBezTo>
                    <a:cubicBezTo>
                      <a:pt x="23" y="69"/>
                      <a:pt x="23" y="69"/>
                      <a:pt x="23" y="69"/>
                    </a:cubicBezTo>
                    <a:cubicBezTo>
                      <a:pt x="22" y="68"/>
                      <a:pt x="19" y="66"/>
                      <a:pt x="18" y="65"/>
                    </a:cubicBezTo>
                    <a:cubicBezTo>
                      <a:pt x="18" y="64"/>
                      <a:pt x="18" y="64"/>
                      <a:pt x="18" y="64"/>
                    </a:cubicBezTo>
                    <a:cubicBezTo>
                      <a:pt x="18" y="63"/>
                      <a:pt x="18" y="63"/>
                      <a:pt x="18" y="63"/>
                    </a:cubicBezTo>
                    <a:cubicBezTo>
                      <a:pt x="17" y="62"/>
                      <a:pt x="17" y="61"/>
                      <a:pt x="17" y="61"/>
                    </a:cubicBezTo>
                    <a:cubicBezTo>
                      <a:pt x="17" y="57"/>
                      <a:pt x="20" y="56"/>
                      <a:pt x="22" y="56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3" y="56"/>
                      <a:pt x="23" y="56"/>
                      <a:pt x="23" y="56"/>
                    </a:cubicBezTo>
                    <a:cubicBezTo>
                      <a:pt x="22" y="54"/>
                      <a:pt x="22" y="54"/>
                      <a:pt x="22" y="54"/>
                    </a:cubicBezTo>
                    <a:cubicBezTo>
                      <a:pt x="20" y="53"/>
                      <a:pt x="20" y="53"/>
                      <a:pt x="20" y="53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1"/>
                      <a:pt x="20" y="51"/>
                      <a:pt x="20" y="51"/>
                    </a:cubicBezTo>
                    <a:cubicBezTo>
                      <a:pt x="17" y="52"/>
                      <a:pt x="16" y="56"/>
                      <a:pt x="16" y="56"/>
                    </a:cubicBezTo>
                    <a:cubicBezTo>
                      <a:pt x="16" y="57"/>
                      <a:pt x="16" y="57"/>
                      <a:pt x="16" y="57"/>
                    </a:cubicBezTo>
                    <a:cubicBezTo>
                      <a:pt x="16" y="56"/>
                      <a:pt x="16" y="56"/>
                      <a:pt x="16" y="56"/>
                    </a:cubicBezTo>
                    <a:cubicBezTo>
                      <a:pt x="15" y="55"/>
                      <a:pt x="15" y="54"/>
                      <a:pt x="15" y="53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12" y="54"/>
                      <a:pt x="12" y="54"/>
                      <a:pt x="11" y="55"/>
                    </a:cubicBezTo>
                    <a:cubicBezTo>
                      <a:pt x="10" y="55"/>
                      <a:pt x="10" y="55"/>
                      <a:pt x="9" y="56"/>
                    </a:cubicBezTo>
                    <a:cubicBezTo>
                      <a:pt x="9" y="56"/>
                      <a:pt x="9" y="56"/>
                      <a:pt x="9" y="56"/>
                    </a:cubicBezTo>
                    <a:cubicBezTo>
                      <a:pt x="10" y="57"/>
                      <a:pt x="10" y="57"/>
                      <a:pt x="10" y="57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12" y="60"/>
                      <a:pt x="12" y="60"/>
                      <a:pt x="12" y="60"/>
                    </a:cubicBezTo>
                    <a:cubicBezTo>
                      <a:pt x="12" y="60"/>
                      <a:pt x="12" y="60"/>
                      <a:pt x="12" y="60"/>
                    </a:cubicBezTo>
                    <a:cubicBezTo>
                      <a:pt x="11" y="61"/>
                      <a:pt x="11" y="61"/>
                      <a:pt x="11" y="61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0" y="63"/>
                      <a:pt x="10" y="63"/>
                      <a:pt x="10" y="63"/>
                    </a:cubicBezTo>
                    <a:cubicBezTo>
                      <a:pt x="9" y="63"/>
                      <a:pt x="9" y="63"/>
                      <a:pt x="9" y="63"/>
                    </a:cubicBezTo>
                    <a:cubicBezTo>
                      <a:pt x="9" y="63"/>
                      <a:pt x="9" y="63"/>
                      <a:pt x="9" y="63"/>
                    </a:cubicBezTo>
                    <a:cubicBezTo>
                      <a:pt x="9" y="62"/>
                      <a:pt x="9" y="62"/>
                      <a:pt x="9" y="62"/>
                    </a:cubicBezTo>
                    <a:cubicBezTo>
                      <a:pt x="10" y="62"/>
                      <a:pt x="10" y="62"/>
                      <a:pt x="10" y="62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9" y="61"/>
                      <a:pt x="9" y="61"/>
                      <a:pt x="9" y="61"/>
                    </a:cubicBezTo>
                    <a:cubicBezTo>
                      <a:pt x="8" y="58"/>
                      <a:pt x="8" y="58"/>
                      <a:pt x="8" y="58"/>
                    </a:cubicBezTo>
                    <a:cubicBezTo>
                      <a:pt x="7" y="55"/>
                      <a:pt x="7" y="55"/>
                      <a:pt x="7" y="55"/>
                    </a:cubicBezTo>
                    <a:cubicBezTo>
                      <a:pt x="6" y="54"/>
                      <a:pt x="6" y="52"/>
                      <a:pt x="6" y="52"/>
                    </a:cubicBezTo>
                    <a:cubicBezTo>
                      <a:pt x="5" y="49"/>
                      <a:pt x="5" y="49"/>
                      <a:pt x="5" y="49"/>
                    </a:cubicBezTo>
                    <a:cubicBezTo>
                      <a:pt x="4" y="47"/>
                      <a:pt x="4" y="47"/>
                      <a:pt x="4" y="47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7" y="45"/>
                      <a:pt x="7" y="45"/>
                      <a:pt x="7" y="45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10" y="48"/>
                      <a:pt x="10" y="48"/>
                      <a:pt x="10" y="48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50"/>
                      <a:pt x="9" y="50"/>
                      <a:pt x="9" y="50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11" y="52"/>
                      <a:pt x="11" y="52"/>
                      <a:pt x="11" y="52"/>
                    </a:cubicBezTo>
                    <a:cubicBezTo>
                      <a:pt x="11" y="52"/>
                      <a:pt x="13" y="51"/>
                      <a:pt x="14" y="50"/>
                    </a:cubicBezTo>
                    <a:cubicBezTo>
                      <a:pt x="14" y="49"/>
                      <a:pt x="14" y="49"/>
                      <a:pt x="14" y="49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3" y="47"/>
                      <a:pt x="13" y="47"/>
                      <a:pt x="13" y="47"/>
                    </a:cubicBezTo>
                    <a:cubicBezTo>
                      <a:pt x="14" y="47"/>
                      <a:pt x="15" y="47"/>
                      <a:pt x="16" y="47"/>
                    </a:cubicBezTo>
                    <a:cubicBezTo>
                      <a:pt x="15" y="46"/>
                      <a:pt x="14" y="45"/>
                      <a:pt x="12" y="43"/>
                    </a:cubicBezTo>
                    <a:cubicBezTo>
                      <a:pt x="11" y="40"/>
                      <a:pt x="11" y="40"/>
                      <a:pt x="11" y="40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8" y="38"/>
                      <a:pt x="8" y="37"/>
                      <a:pt x="8" y="36"/>
                    </a:cubicBezTo>
                    <a:cubicBezTo>
                      <a:pt x="8" y="35"/>
                      <a:pt x="7" y="33"/>
                      <a:pt x="6" y="33"/>
                    </a:cubicBezTo>
                    <a:cubicBezTo>
                      <a:pt x="5" y="32"/>
                      <a:pt x="5" y="32"/>
                      <a:pt x="5" y="32"/>
                    </a:cubicBezTo>
                    <a:cubicBezTo>
                      <a:pt x="4" y="32"/>
                      <a:pt x="4" y="34"/>
                      <a:pt x="4" y="34"/>
                    </a:cubicBezTo>
                    <a:cubicBezTo>
                      <a:pt x="3" y="34"/>
                      <a:pt x="3" y="34"/>
                      <a:pt x="3" y="34"/>
                    </a:cubicBezTo>
                    <a:cubicBezTo>
                      <a:pt x="4" y="31"/>
                      <a:pt x="5" y="30"/>
                      <a:pt x="5" y="30"/>
                    </a:cubicBezTo>
                    <a:cubicBezTo>
                      <a:pt x="5" y="29"/>
                      <a:pt x="5" y="29"/>
                      <a:pt x="5" y="29"/>
                    </a:cubicBezTo>
                    <a:cubicBezTo>
                      <a:pt x="5" y="28"/>
                      <a:pt x="4" y="27"/>
                      <a:pt x="4" y="26"/>
                    </a:cubicBezTo>
                    <a:cubicBezTo>
                      <a:pt x="4" y="24"/>
                      <a:pt x="4" y="24"/>
                      <a:pt x="4" y="24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3" y="26"/>
                      <a:pt x="3" y="26"/>
                      <a:pt x="3" y="26"/>
                    </a:cubicBezTo>
                    <a:cubicBezTo>
                      <a:pt x="3" y="28"/>
                      <a:pt x="3" y="28"/>
                      <a:pt x="3" y="28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5"/>
                      <a:pt x="1" y="25"/>
                      <a:pt x="1" y="25"/>
                    </a:cubicBezTo>
                    <a:cubicBezTo>
                      <a:pt x="2" y="21"/>
                      <a:pt x="2" y="21"/>
                      <a:pt x="2" y="21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2" y="19"/>
                      <a:pt x="2" y="18"/>
                      <a:pt x="2" y="18"/>
                    </a:cubicBezTo>
                    <a:cubicBezTo>
                      <a:pt x="1" y="15"/>
                      <a:pt x="1" y="15"/>
                      <a:pt x="1" y="15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3"/>
                      <a:pt x="1" y="13"/>
                      <a:pt x="1" y="13"/>
                    </a:cubicBezTo>
                    <a:lnTo>
                      <a:pt x="0" y="12"/>
                    </a:lnTo>
                    <a:close/>
                    <a:moveTo>
                      <a:pt x="13" y="21"/>
                    </a:moveTo>
                    <a:cubicBezTo>
                      <a:pt x="13" y="21"/>
                      <a:pt x="13" y="21"/>
                      <a:pt x="13" y="21"/>
                    </a:cubicBezTo>
                    <a:cubicBezTo>
                      <a:pt x="14" y="22"/>
                      <a:pt x="14" y="22"/>
                      <a:pt x="14" y="22"/>
                    </a:cubicBezTo>
                    <a:lnTo>
                      <a:pt x="13" y="21"/>
                    </a:lnTo>
                    <a:close/>
                    <a:moveTo>
                      <a:pt x="4" y="10"/>
                    </a:moveTo>
                    <a:cubicBezTo>
                      <a:pt x="4" y="10"/>
                      <a:pt x="4" y="10"/>
                      <a:pt x="4" y="10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lnTo>
                      <a:pt x="4" y="10"/>
                    </a:lnTo>
                    <a:close/>
                    <a:moveTo>
                      <a:pt x="6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lnTo>
                      <a:pt x="6" y="12"/>
                    </a:lnTo>
                    <a:close/>
                    <a:moveTo>
                      <a:pt x="6" y="17"/>
                    </a:moveTo>
                    <a:cubicBezTo>
                      <a:pt x="7" y="16"/>
                      <a:pt x="7" y="15"/>
                      <a:pt x="7" y="15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5"/>
                      <a:pt x="6" y="15"/>
                      <a:pt x="5" y="16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8"/>
                      <a:pt x="5" y="18"/>
                      <a:pt x="5" y="18"/>
                    </a:cubicBezTo>
                    <a:lnTo>
                      <a:pt x="6" y="17"/>
                    </a:lnTo>
                    <a:close/>
                    <a:moveTo>
                      <a:pt x="19" y="21"/>
                    </a:moveTo>
                    <a:cubicBezTo>
                      <a:pt x="20" y="21"/>
                      <a:pt x="20" y="21"/>
                      <a:pt x="20" y="21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21" y="21"/>
                      <a:pt x="21" y="21"/>
                      <a:pt x="21" y="21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7" y="22"/>
                      <a:pt x="17" y="22"/>
                      <a:pt x="17" y="22"/>
                    </a:cubicBezTo>
                    <a:lnTo>
                      <a:pt x="19" y="21"/>
                    </a:lnTo>
                    <a:close/>
                    <a:moveTo>
                      <a:pt x="21" y="20"/>
                    </a:move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1" y="20"/>
                      <a:pt x="21" y="20"/>
                      <a:pt x="21" y="20"/>
                    </a:cubicBezTo>
                    <a:close/>
                    <a:moveTo>
                      <a:pt x="16" y="21"/>
                    </a:move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5" y="22"/>
                      <a:pt x="15" y="22"/>
                      <a:pt x="15" y="22"/>
                    </a:cubicBezTo>
                    <a:cubicBezTo>
                      <a:pt x="15" y="22"/>
                      <a:pt x="15" y="22"/>
                      <a:pt x="15" y="22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7" y="20"/>
                      <a:pt x="17" y="20"/>
                      <a:pt x="17" y="20"/>
                    </a:cubicBezTo>
                    <a:lnTo>
                      <a:pt x="16" y="21"/>
                    </a:lnTo>
                    <a:close/>
                    <a:moveTo>
                      <a:pt x="16" y="15"/>
                    </a:moveTo>
                    <a:cubicBezTo>
                      <a:pt x="15" y="15"/>
                      <a:pt x="15" y="15"/>
                      <a:pt x="15" y="16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7"/>
                      <a:pt x="20" y="17"/>
                      <a:pt x="20" y="17"/>
                    </a:cubicBezTo>
                    <a:cubicBezTo>
                      <a:pt x="19" y="15"/>
                      <a:pt x="19" y="15"/>
                      <a:pt x="19" y="15"/>
                    </a:cubicBezTo>
                    <a:lnTo>
                      <a:pt x="16" y="15"/>
                    </a:lnTo>
                    <a:close/>
                    <a:moveTo>
                      <a:pt x="20" y="15"/>
                    </a:moveTo>
                    <a:cubicBezTo>
                      <a:pt x="20" y="15"/>
                      <a:pt x="20" y="15"/>
                      <a:pt x="20" y="15"/>
                    </a:cubicBezTo>
                    <a:cubicBezTo>
                      <a:pt x="20" y="15"/>
                      <a:pt x="20" y="15"/>
                      <a:pt x="20" y="15"/>
                    </a:cubicBezTo>
                    <a:close/>
                    <a:moveTo>
                      <a:pt x="26" y="13"/>
                    </a:moveTo>
                    <a:cubicBezTo>
                      <a:pt x="26" y="14"/>
                      <a:pt x="26" y="14"/>
                      <a:pt x="26" y="14"/>
                    </a:cubicBezTo>
                    <a:cubicBezTo>
                      <a:pt x="26" y="14"/>
                      <a:pt x="26" y="14"/>
                      <a:pt x="26" y="14"/>
                    </a:cubicBezTo>
                    <a:lnTo>
                      <a:pt x="26" y="13"/>
                    </a:lnTo>
                    <a:close/>
                    <a:moveTo>
                      <a:pt x="28" y="16"/>
                    </a:move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22" y="14"/>
                      <a:pt x="22" y="13"/>
                      <a:pt x="21" y="13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3" y="14"/>
                      <a:pt x="23" y="14"/>
                      <a:pt x="23" y="14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23" y="17"/>
                      <a:pt x="23" y="17"/>
                      <a:pt x="23" y="17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1" y="17"/>
                      <a:pt x="21" y="17"/>
                      <a:pt x="21" y="17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4"/>
                      <a:pt x="21" y="25"/>
                      <a:pt x="19" y="26"/>
                    </a:cubicBezTo>
                    <a:cubicBezTo>
                      <a:pt x="18" y="27"/>
                      <a:pt x="16" y="29"/>
                      <a:pt x="15" y="30"/>
                    </a:cubicBezTo>
                    <a:cubicBezTo>
                      <a:pt x="13" y="32"/>
                      <a:pt x="13" y="34"/>
                      <a:pt x="13" y="35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6" y="34"/>
                      <a:pt x="16" y="34"/>
                      <a:pt x="16" y="34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8" y="36"/>
                      <a:pt x="18" y="36"/>
                      <a:pt x="18" y="36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1" y="34"/>
                      <a:pt x="21" y="34"/>
                      <a:pt x="21" y="34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8" y="33"/>
                      <a:pt x="28" y="33"/>
                      <a:pt x="28" y="33"/>
                    </a:cubicBezTo>
                    <a:cubicBezTo>
                      <a:pt x="28" y="32"/>
                      <a:pt x="28" y="32"/>
                      <a:pt x="28" y="31"/>
                    </a:cubicBezTo>
                    <a:cubicBezTo>
                      <a:pt x="28" y="30"/>
                      <a:pt x="28" y="30"/>
                      <a:pt x="28" y="30"/>
                    </a:cubicBezTo>
                    <a:cubicBezTo>
                      <a:pt x="28" y="29"/>
                      <a:pt x="29" y="28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30" y="23"/>
                      <a:pt x="30" y="23"/>
                      <a:pt x="30" y="23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18"/>
                      <a:pt x="28" y="17"/>
                      <a:pt x="28" y="16"/>
                    </a:cubicBezTo>
                    <a:moveTo>
                      <a:pt x="29" y="31"/>
                    </a:moveTo>
                    <a:cubicBezTo>
                      <a:pt x="29" y="32"/>
                      <a:pt x="29" y="32"/>
                      <a:pt x="29" y="32"/>
                    </a:cubicBezTo>
                    <a:cubicBezTo>
                      <a:pt x="29" y="32"/>
                      <a:pt x="29" y="32"/>
                      <a:pt x="29" y="32"/>
                    </a:cubicBezTo>
                    <a:cubicBezTo>
                      <a:pt x="31" y="32"/>
                      <a:pt x="32" y="31"/>
                      <a:pt x="32" y="29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1" y="28"/>
                      <a:pt x="30" y="27"/>
                      <a:pt x="29" y="27"/>
                    </a:cubicBezTo>
                    <a:cubicBezTo>
                      <a:pt x="29" y="28"/>
                      <a:pt x="29" y="30"/>
                      <a:pt x="29" y="30"/>
                    </a:cubicBezTo>
                    <a:lnTo>
                      <a:pt x="29" y="31"/>
                    </a:lnTo>
                    <a:close/>
                    <a:moveTo>
                      <a:pt x="33" y="18"/>
                    </a:move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2" y="16"/>
                      <a:pt x="32" y="16"/>
                      <a:pt x="32" y="16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9"/>
                      <a:pt x="31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30" y="23"/>
                      <a:pt x="30" y="23"/>
                      <a:pt x="30" y="23"/>
                    </a:cubicBezTo>
                    <a:cubicBezTo>
                      <a:pt x="30" y="24"/>
                      <a:pt x="30" y="24"/>
                      <a:pt x="30" y="24"/>
                    </a:cubicBezTo>
                    <a:cubicBezTo>
                      <a:pt x="32" y="22"/>
                      <a:pt x="32" y="22"/>
                      <a:pt x="32" y="22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3" y="20"/>
                      <a:pt x="33" y="20"/>
                      <a:pt x="33" y="20"/>
                    </a:cubicBezTo>
                    <a:lnTo>
                      <a:pt x="33" y="18"/>
                    </a:lnTo>
                    <a:close/>
                    <a:moveTo>
                      <a:pt x="35" y="13"/>
                    </a:moveTo>
                    <a:cubicBezTo>
                      <a:pt x="35" y="13"/>
                      <a:pt x="35" y="13"/>
                      <a:pt x="35" y="13"/>
                    </a:cubicBezTo>
                    <a:cubicBezTo>
                      <a:pt x="35" y="13"/>
                      <a:pt x="35" y="13"/>
                      <a:pt x="35" y="13"/>
                    </a:cubicBezTo>
                    <a:cubicBezTo>
                      <a:pt x="34" y="11"/>
                      <a:pt x="34" y="11"/>
                      <a:pt x="34" y="11"/>
                    </a:cubicBezTo>
                    <a:cubicBezTo>
                      <a:pt x="34" y="12"/>
                      <a:pt x="34" y="16"/>
                      <a:pt x="33" y="17"/>
                    </a:cubicBezTo>
                    <a:cubicBezTo>
                      <a:pt x="33" y="18"/>
                      <a:pt x="34" y="19"/>
                      <a:pt x="34" y="20"/>
                    </a:cubicBezTo>
                    <a:cubicBezTo>
                      <a:pt x="34" y="20"/>
                      <a:pt x="34" y="20"/>
                      <a:pt x="34" y="20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5"/>
                      <a:pt x="35" y="14"/>
                      <a:pt x="35" y="13"/>
                    </a:cubicBezTo>
                    <a:moveTo>
                      <a:pt x="36" y="1"/>
                    </a:moveTo>
                    <a:cubicBezTo>
                      <a:pt x="36" y="2"/>
                      <a:pt x="36" y="5"/>
                      <a:pt x="36" y="8"/>
                    </a:cubicBezTo>
                    <a:cubicBezTo>
                      <a:pt x="36" y="9"/>
                      <a:pt x="36" y="11"/>
                      <a:pt x="35" y="12"/>
                    </a:cubicBezTo>
                    <a:cubicBezTo>
                      <a:pt x="35" y="12"/>
                      <a:pt x="36" y="13"/>
                      <a:pt x="36" y="14"/>
                    </a:cubicBezTo>
                    <a:cubicBezTo>
                      <a:pt x="36" y="14"/>
                      <a:pt x="38" y="10"/>
                      <a:pt x="38" y="7"/>
                    </a:cubicBezTo>
                    <a:cubicBezTo>
                      <a:pt x="38" y="5"/>
                      <a:pt x="37" y="3"/>
                      <a:pt x="36" y="1"/>
                    </a:cubicBezTo>
                    <a:moveTo>
                      <a:pt x="37" y="2"/>
                    </a:moveTo>
                    <a:cubicBezTo>
                      <a:pt x="38" y="4"/>
                      <a:pt x="38" y="5"/>
                      <a:pt x="38" y="7"/>
                    </a:cubicBezTo>
                    <a:cubicBezTo>
                      <a:pt x="38" y="11"/>
                      <a:pt x="36" y="15"/>
                      <a:pt x="36" y="15"/>
                    </a:cubicBezTo>
                    <a:cubicBezTo>
                      <a:pt x="36" y="15"/>
                      <a:pt x="36" y="15"/>
                      <a:pt x="36" y="15"/>
                    </a:cubicBezTo>
                    <a:cubicBezTo>
                      <a:pt x="37" y="16"/>
                      <a:pt x="37" y="16"/>
                      <a:pt x="37" y="16"/>
                    </a:cubicBezTo>
                    <a:cubicBezTo>
                      <a:pt x="37" y="15"/>
                      <a:pt x="37" y="15"/>
                      <a:pt x="37" y="15"/>
                    </a:cubicBezTo>
                    <a:cubicBezTo>
                      <a:pt x="39" y="12"/>
                      <a:pt x="39" y="12"/>
                      <a:pt x="39" y="12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9"/>
                      <a:pt x="39" y="9"/>
                      <a:pt x="39" y="9"/>
                    </a:cubicBezTo>
                    <a:cubicBezTo>
                      <a:pt x="39" y="7"/>
                      <a:pt x="38" y="4"/>
                      <a:pt x="37" y="2"/>
                    </a:cubicBezTo>
                    <a:moveTo>
                      <a:pt x="40" y="12"/>
                    </a:moveTo>
                    <a:cubicBezTo>
                      <a:pt x="40" y="11"/>
                      <a:pt x="40" y="11"/>
                      <a:pt x="40" y="11"/>
                    </a:cubicBezTo>
                    <a:cubicBezTo>
                      <a:pt x="39" y="13"/>
                      <a:pt x="37" y="16"/>
                      <a:pt x="37" y="17"/>
                    </a:cubicBezTo>
                    <a:cubicBezTo>
                      <a:pt x="37" y="18"/>
                      <a:pt x="37" y="18"/>
                      <a:pt x="37" y="18"/>
                    </a:cubicBezTo>
                    <a:cubicBezTo>
                      <a:pt x="37" y="20"/>
                      <a:pt x="37" y="20"/>
                      <a:pt x="37" y="20"/>
                    </a:cubicBezTo>
                    <a:cubicBezTo>
                      <a:pt x="38" y="20"/>
                      <a:pt x="38" y="20"/>
                      <a:pt x="38" y="20"/>
                    </a:cubicBezTo>
                    <a:cubicBezTo>
                      <a:pt x="38" y="20"/>
                      <a:pt x="40" y="16"/>
                      <a:pt x="40" y="12"/>
                    </a:cubicBezTo>
                    <a:close/>
                    <a:moveTo>
                      <a:pt x="27" y="44"/>
                    </a:move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2"/>
                      <a:pt x="25" y="43"/>
                      <a:pt x="27" y="44"/>
                    </a:cubicBezTo>
                    <a:moveTo>
                      <a:pt x="27" y="44"/>
                    </a:moveTo>
                    <a:cubicBezTo>
                      <a:pt x="29" y="48"/>
                      <a:pt x="29" y="48"/>
                      <a:pt x="29" y="48"/>
                    </a:cubicBezTo>
                    <a:cubicBezTo>
                      <a:pt x="29" y="47"/>
                      <a:pt x="29" y="47"/>
                      <a:pt x="29" y="47"/>
                    </a:cubicBezTo>
                    <a:cubicBezTo>
                      <a:pt x="29" y="46"/>
                      <a:pt x="28" y="45"/>
                      <a:pt x="28" y="44"/>
                    </a:cubicBezTo>
                    <a:cubicBezTo>
                      <a:pt x="28" y="44"/>
                      <a:pt x="28" y="44"/>
                      <a:pt x="28" y="44"/>
                    </a:cubicBezTo>
                    <a:cubicBezTo>
                      <a:pt x="28" y="44"/>
                      <a:pt x="28" y="44"/>
                      <a:pt x="28" y="44"/>
                    </a:cubicBezTo>
                    <a:lnTo>
                      <a:pt x="27" y="44"/>
                    </a:lnTo>
                    <a:close/>
                    <a:moveTo>
                      <a:pt x="28" y="44"/>
                    </a:moveTo>
                    <a:cubicBezTo>
                      <a:pt x="28" y="42"/>
                      <a:pt x="28" y="42"/>
                      <a:pt x="28" y="42"/>
                    </a:cubicBezTo>
                    <a:cubicBezTo>
                      <a:pt x="28" y="42"/>
                      <a:pt x="28" y="42"/>
                      <a:pt x="28" y="42"/>
                    </a:cubicBezTo>
                    <a:cubicBezTo>
                      <a:pt x="27" y="41"/>
                      <a:pt x="27" y="41"/>
                      <a:pt x="27" y="41"/>
                    </a:cubicBezTo>
                    <a:lnTo>
                      <a:pt x="28" y="44"/>
                    </a:lnTo>
                    <a:close/>
                    <a:moveTo>
                      <a:pt x="28" y="44"/>
                    </a:moveTo>
                    <a:cubicBezTo>
                      <a:pt x="28" y="44"/>
                      <a:pt x="28" y="44"/>
                      <a:pt x="28" y="44"/>
                    </a:cubicBezTo>
                    <a:cubicBezTo>
                      <a:pt x="29" y="44"/>
                      <a:pt x="30" y="45"/>
                      <a:pt x="33" y="45"/>
                    </a:cubicBezTo>
                    <a:cubicBezTo>
                      <a:pt x="31" y="45"/>
                      <a:pt x="30" y="43"/>
                      <a:pt x="30" y="42"/>
                    </a:cubicBezTo>
                    <a:cubicBezTo>
                      <a:pt x="29" y="42"/>
                      <a:pt x="29" y="42"/>
                      <a:pt x="29" y="42"/>
                    </a:cubicBezTo>
                    <a:lnTo>
                      <a:pt x="28" y="44"/>
                    </a:lnTo>
                    <a:close/>
                    <a:moveTo>
                      <a:pt x="37" y="34"/>
                    </a:move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9" y="34"/>
                      <a:pt x="39" y="34"/>
                      <a:pt x="39" y="34"/>
                    </a:cubicBezTo>
                    <a:cubicBezTo>
                      <a:pt x="37" y="32"/>
                      <a:pt x="37" y="32"/>
                      <a:pt x="37" y="32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lose/>
                    <a:moveTo>
                      <a:pt x="37" y="38"/>
                    </a:moveTo>
                    <a:cubicBezTo>
                      <a:pt x="36" y="39"/>
                      <a:pt x="35" y="39"/>
                      <a:pt x="35" y="39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8" y="42"/>
                      <a:pt x="38" y="42"/>
                      <a:pt x="38" y="42"/>
                    </a:cubicBezTo>
                    <a:cubicBezTo>
                      <a:pt x="38" y="41"/>
                      <a:pt x="38" y="39"/>
                      <a:pt x="37" y="38"/>
                    </a:cubicBezTo>
                    <a:moveTo>
                      <a:pt x="34" y="40"/>
                    </a:moveTo>
                    <a:cubicBezTo>
                      <a:pt x="34" y="41"/>
                      <a:pt x="34" y="42"/>
                      <a:pt x="34" y="42"/>
                    </a:cubicBezTo>
                    <a:cubicBezTo>
                      <a:pt x="33" y="42"/>
                      <a:pt x="33" y="42"/>
                      <a:pt x="33" y="42"/>
                    </a:cubicBezTo>
                    <a:cubicBezTo>
                      <a:pt x="33" y="42"/>
                      <a:pt x="33" y="42"/>
                      <a:pt x="33" y="42"/>
                    </a:cubicBezTo>
                    <a:cubicBezTo>
                      <a:pt x="32" y="42"/>
                      <a:pt x="31" y="42"/>
                      <a:pt x="31" y="42"/>
                    </a:cubicBezTo>
                    <a:cubicBezTo>
                      <a:pt x="31" y="43"/>
                      <a:pt x="32" y="45"/>
                      <a:pt x="34" y="45"/>
                    </a:cubicBezTo>
                    <a:cubicBezTo>
                      <a:pt x="34" y="45"/>
                      <a:pt x="34" y="43"/>
                      <a:pt x="33" y="42"/>
                    </a:cubicBezTo>
                    <a:cubicBezTo>
                      <a:pt x="34" y="42"/>
                      <a:pt x="34" y="42"/>
                      <a:pt x="34" y="42"/>
                    </a:cubicBezTo>
                    <a:cubicBezTo>
                      <a:pt x="34" y="42"/>
                      <a:pt x="34" y="42"/>
                      <a:pt x="34" y="42"/>
                    </a:cubicBezTo>
                    <a:cubicBezTo>
                      <a:pt x="36" y="43"/>
                      <a:pt x="36" y="43"/>
                      <a:pt x="36" y="43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6" y="42"/>
                      <a:pt x="35" y="40"/>
                      <a:pt x="34" y="40"/>
                    </a:cubicBezTo>
                    <a:moveTo>
                      <a:pt x="37" y="44"/>
                    </a:moveTo>
                    <a:cubicBezTo>
                      <a:pt x="37" y="43"/>
                      <a:pt x="37" y="43"/>
                      <a:pt x="37" y="43"/>
                    </a:cubicBezTo>
                    <a:cubicBezTo>
                      <a:pt x="36" y="43"/>
                      <a:pt x="36" y="43"/>
                      <a:pt x="36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4"/>
                      <a:pt x="35" y="45"/>
                      <a:pt x="35" y="46"/>
                    </a:cubicBezTo>
                    <a:cubicBezTo>
                      <a:pt x="35" y="46"/>
                      <a:pt x="35" y="46"/>
                      <a:pt x="35" y="46"/>
                    </a:cubicBezTo>
                    <a:cubicBezTo>
                      <a:pt x="34" y="46"/>
                      <a:pt x="34" y="46"/>
                      <a:pt x="34" y="46"/>
                    </a:cubicBezTo>
                    <a:cubicBezTo>
                      <a:pt x="34" y="46"/>
                      <a:pt x="34" y="46"/>
                      <a:pt x="34" y="46"/>
                    </a:cubicBezTo>
                    <a:cubicBezTo>
                      <a:pt x="33" y="46"/>
                      <a:pt x="33" y="46"/>
                      <a:pt x="33" y="46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7"/>
                      <a:pt x="32" y="47"/>
                      <a:pt x="32" y="47"/>
                    </a:cubicBezTo>
                    <a:cubicBezTo>
                      <a:pt x="32" y="48"/>
                      <a:pt x="33" y="48"/>
                      <a:pt x="33" y="50"/>
                    </a:cubicBezTo>
                    <a:cubicBezTo>
                      <a:pt x="34" y="52"/>
                      <a:pt x="36" y="54"/>
                      <a:pt x="38" y="55"/>
                    </a:cubicBezTo>
                    <a:cubicBezTo>
                      <a:pt x="39" y="57"/>
                      <a:pt x="40" y="58"/>
                      <a:pt x="41" y="60"/>
                    </a:cubicBezTo>
                    <a:cubicBezTo>
                      <a:pt x="41" y="61"/>
                      <a:pt x="41" y="61"/>
                      <a:pt x="41" y="61"/>
                    </a:cubicBezTo>
                    <a:cubicBezTo>
                      <a:pt x="42" y="61"/>
                      <a:pt x="42" y="61"/>
                      <a:pt x="42" y="61"/>
                    </a:cubicBezTo>
                    <a:cubicBezTo>
                      <a:pt x="42" y="61"/>
                      <a:pt x="42" y="61"/>
                      <a:pt x="42" y="61"/>
                    </a:cubicBezTo>
                    <a:cubicBezTo>
                      <a:pt x="43" y="61"/>
                      <a:pt x="44" y="59"/>
                      <a:pt x="44" y="59"/>
                    </a:cubicBezTo>
                    <a:cubicBezTo>
                      <a:pt x="44" y="58"/>
                      <a:pt x="44" y="58"/>
                      <a:pt x="44" y="58"/>
                    </a:cubicBezTo>
                    <a:cubicBezTo>
                      <a:pt x="44" y="54"/>
                      <a:pt x="39" y="52"/>
                      <a:pt x="37" y="44"/>
                    </a:cubicBezTo>
                    <a:moveTo>
                      <a:pt x="31" y="42"/>
                    </a:moveTo>
                    <a:cubicBezTo>
                      <a:pt x="32" y="42"/>
                      <a:pt x="32" y="42"/>
                      <a:pt x="32" y="42"/>
                    </a:cubicBezTo>
                    <a:cubicBezTo>
                      <a:pt x="31" y="41"/>
                      <a:pt x="31" y="40"/>
                      <a:pt x="31" y="39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29" y="42"/>
                      <a:pt x="29" y="42"/>
                      <a:pt x="29" y="42"/>
                    </a:cubicBezTo>
                    <a:lnTo>
                      <a:pt x="31" y="42"/>
                    </a:lnTo>
                    <a:close/>
                    <a:moveTo>
                      <a:pt x="33" y="41"/>
                    </a:move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5" y="39"/>
                      <a:pt x="37" y="38"/>
                    </a:cubicBezTo>
                    <a:cubicBezTo>
                      <a:pt x="36" y="38"/>
                      <a:pt x="35" y="37"/>
                      <a:pt x="35" y="36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3" y="38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39"/>
                      <a:pt x="32" y="41"/>
                      <a:pt x="33" y="41"/>
                    </a:cubicBezTo>
                    <a:moveTo>
                      <a:pt x="35" y="35"/>
                    </a:moveTo>
                    <a:cubicBezTo>
                      <a:pt x="35" y="35"/>
                      <a:pt x="35" y="35"/>
                      <a:pt x="35" y="35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5" y="36"/>
                      <a:pt x="36" y="37"/>
                      <a:pt x="37" y="38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5"/>
                      <a:pt x="37" y="35"/>
                      <a:pt x="37" y="35"/>
                    </a:cubicBezTo>
                    <a:cubicBezTo>
                      <a:pt x="37" y="35"/>
                      <a:pt x="37" y="35"/>
                      <a:pt x="37" y="35"/>
                    </a:cubicBezTo>
                    <a:cubicBezTo>
                      <a:pt x="36" y="35"/>
                      <a:pt x="36" y="35"/>
                      <a:pt x="36" y="35"/>
                    </a:cubicBezTo>
                    <a:cubicBezTo>
                      <a:pt x="35" y="35"/>
                      <a:pt x="35" y="35"/>
                      <a:pt x="35" y="35"/>
                    </a:cubicBezTo>
                    <a:close/>
                    <a:moveTo>
                      <a:pt x="39" y="34"/>
                    </a:moveTo>
                    <a:cubicBezTo>
                      <a:pt x="39" y="32"/>
                      <a:pt x="39" y="32"/>
                      <a:pt x="39" y="32"/>
                    </a:cubicBezTo>
                    <a:cubicBezTo>
                      <a:pt x="39" y="31"/>
                      <a:pt x="39" y="31"/>
                      <a:pt x="39" y="31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9" y="29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7" y="32"/>
                      <a:pt x="37" y="32"/>
                      <a:pt x="37" y="32"/>
                    </a:cubicBezTo>
                    <a:lnTo>
                      <a:pt x="39" y="34"/>
                    </a:lnTo>
                    <a:close/>
                    <a:moveTo>
                      <a:pt x="38" y="27"/>
                    </a:moveTo>
                    <a:cubicBezTo>
                      <a:pt x="39" y="27"/>
                      <a:pt x="40" y="27"/>
                      <a:pt x="41" y="28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38" y="27"/>
                      <a:pt x="38" y="27"/>
                      <a:pt x="38" y="27"/>
                    </a:cubicBezTo>
                    <a:close/>
                    <a:moveTo>
                      <a:pt x="40" y="25"/>
                    </a:move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1" y="24"/>
                      <a:pt x="41" y="23"/>
                    </a:cubicBezTo>
                    <a:cubicBezTo>
                      <a:pt x="41" y="23"/>
                      <a:pt x="41" y="23"/>
                      <a:pt x="41" y="23"/>
                    </a:cubicBezTo>
                    <a:cubicBezTo>
                      <a:pt x="39" y="23"/>
                      <a:pt x="39" y="23"/>
                      <a:pt x="39" y="23"/>
                    </a:cubicBezTo>
                    <a:cubicBezTo>
                      <a:pt x="38" y="23"/>
                      <a:pt x="38" y="23"/>
                      <a:pt x="38" y="23"/>
                    </a:cubicBezTo>
                    <a:cubicBezTo>
                      <a:pt x="39" y="25"/>
                      <a:pt x="39" y="25"/>
                      <a:pt x="39" y="25"/>
                    </a:cubicBezTo>
                    <a:lnTo>
                      <a:pt x="40" y="25"/>
                    </a:lnTo>
                    <a:close/>
                    <a:moveTo>
                      <a:pt x="38" y="23"/>
                    </a:moveTo>
                    <a:cubicBezTo>
                      <a:pt x="39" y="22"/>
                      <a:pt x="40" y="22"/>
                      <a:pt x="41" y="22"/>
                    </a:cubicBezTo>
                    <a:cubicBezTo>
                      <a:pt x="39" y="21"/>
                      <a:pt x="39" y="21"/>
                      <a:pt x="39" y="21"/>
                    </a:cubicBezTo>
                    <a:cubicBezTo>
                      <a:pt x="39" y="21"/>
                      <a:pt x="39" y="21"/>
                      <a:pt x="39" y="21"/>
                    </a:cubicBezTo>
                    <a:lnTo>
                      <a:pt x="38" y="23"/>
                    </a:lnTo>
                    <a:close/>
                    <a:moveTo>
                      <a:pt x="46" y="3"/>
                    </a:moveTo>
                    <a:cubicBezTo>
                      <a:pt x="45" y="5"/>
                      <a:pt x="42" y="10"/>
                      <a:pt x="40" y="12"/>
                    </a:cubicBezTo>
                    <a:cubicBezTo>
                      <a:pt x="40" y="13"/>
                      <a:pt x="40" y="14"/>
                      <a:pt x="40" y="15"/>
                    </a:cubicBezTo>
                    <a:cubicBezTo>
                      <a:pt x="42" y="13"/>
                      <a:pt x="46" y="7"/>
                      <a:pt x="46" y="3"/>
                    </a:cubicBezTo>
                    <a:close/>
                    <a:moveTo>
                      <a:pt x="46" y="2"/>
                    </a:moveTo>
                    <a:cubicBezTo>
                      <a:pt x="46" y="3"/>
                      <a:pt x="46" y="3"/>
                      <a:pt x="46" y="3"/>
                    </a:cubicBezTo>
                    <a:cubicBezTo>
                      <a:pt x="46" y="2"/>
                      <a:pt x="46" y="2"/>
                      <a:pt x="46" y="2"/>
                    </a:cubicBezTo>
                    <a:close/>
                    <a:moveTo>
                      <a:pt x="47" y="5"/>
                    </a:moveTo>
                    <a:cubicBezTo>
                      <a:pt x="47" y="3"/>
                      <a:pt x="47" y="3"/>
                      <a:pt x="47" y="3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7" y="9"/>
                      <a:pt x="40" y="16"/>
                      <a:pt x="40" y="16"/>
                    </a:cubicBezTo>
                    <a:cubicBezTo>
                      <a:pt x="40" y="17"/>
                      <a:pt x="39" y="19"/>
                      <a:pt x="39" y="20"/>
                    </a:cubicBezTo>
                    <a:cubicBezTo>
                      <a:pt x="40" y="19"/>
                      <a:pt x="41" y="18"/>
                      <a:pt x="42" y="16"/>
                    </a:cubicBezTo>
                    <a:cubicBezTo>
                      <a:pt x="42" y="16"/>
                      <a:pt x="42" y="16"/>
                      <a:pt x="42" y="16"/>
                    </a:cubicBezTo>
                    <a:cubicBezTo>
                      <a:pt x="42" y="16"/>
                      <a:pt x="47" y="10"/>
                      <a:pt x="47" y="5"/>
                    </a:cubicBezTo>
                    <a:moveTo>
                      <a:pt x="43" y="16"/>
                    </a:moveTo>
                    <a:cubicBezTo>
                      <a:pt x="41" y="18"/>
                      <a:pt x="39" y="20"/>
                      <a:pt x="39" y="20"/>
                    </a:cubicBezTo>
                    <a:cubicBezTo>
                      <a:pt x="40" y="21"/>
                      <a:pt x="40" y="21"/>
                      <a:pt x="40" y="21"/>
                    </a:cubicBezTo>
                    <a:cubicBezTo>
                      <a:pt x="40" y="21"/>
                      <a:pt x="42" y="19"/>
                      <a:pt x="43" y="18"/>
                    </a:cubicBezTo>
                    <a:cubicBezTo>
                      <a:pt x="44" y="17"/>
                      <a:pt x="46" y="15"/>
                      <a:pt x="47" y="13"/>
                    </a:cubicBezTo>
                    <a:cubicBezTo>
                      <a:pt x="46" y="14"/>
                      <a:pt x="44" y="16"/>
                      <a:pt x="43" y="16"/>
                    </a:cubicBezTo>
                    <a:moveTo>
                      <a:pt x="43" y="22"/>
                    </a:move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7" y="18"/>
                      <a:pt x="47" y="14"/>
                    </a:cubicBezTo>
                    <a:cubicBezTo>
                      <a:pt x="47" y="14"/>
                      <a:pt x="47" y="14"/>
                      <a:pt x="47" y="14"/>
                    </a:cubicBezTo>
                    <a:cubicBezTo>
                      <a:pt x="46" y="17"/>
                      <a:pt x="41" y="20"/>
                      <a:pt x="40" y="21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4"/>
                      <a:pt x="41" y="25"/>
                      <a:pt x="40" y="25"/>
                    </a:cubicBezTo>
                    <a:cubicBezTo>
                      <a:pt x="41" y="26"/>
                      <a:pt x="41" y="26"/>
                      <a:pt x="41" y="26"/>
                    </a:cubicBezTo>
                    <a:cubicBezTo>
                      <a:pt x="41" y="25"/>
                      <a:pt x="42" y="25"/>
                      <a:pt x="43" y="24"/>
                    </a:cubicBezTo>
                    <a:cubicBezTo>
                      <a:pt x="45" y="23"/>
                      <a:pt x="46" y="22"/>
                      <a:pt x="46" y="21"/>
                    </a:cubicBezTo>
                    <a:cubicBezTo>
                      <a:pt x="45" y="21"/>
                      <a:pt x="44" y="21"/>
                      <a:pt x="43" y="22"/>
                    </a:cubicBezTo>
                    <a:moveTo>
                      <a:pt x="44" y="26"/>
                    </a:moveTo>
                    <a:cubicBezTo>
                      <a:pt x="45" y="25"/>
                      <a:pt x="46" y="23"/>
                      <a:pt x="47" y="22"/>
                    </a:cubicBezTo>
                    <a:cubicBezTo>
                      <a:pt x="45" y="24"/>
                      <a:pt x="42" y="26"/>
                      <a:pt x="41" y="26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3" y="28"/>
                      <a:pt x="44" y="27"/>
                      <a:pt x="44" y="26"/>
                    </a:cubicBezTo>
                    <a:moveTo>
                      <a:pt x="45" y="29"/>
                    </a:moveTo>
                    <a:cubicBezTo>
                      <a:pt x="44" y="29"/>
                      <a:pt x="44" y="28"/>
                      <a:pt x="43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0" y="30"/>
                      <a:pt x="40" y="30"/>
                      <a:pt x="40" y="30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3" y="30"/>
                      <a:pt x="45" y="29"/>
                      <a:pt x="45" y="29"/>
                    </a:cubicBezTo>
                    <a:close/>
                    <a:moveTo>
                      <a:pt x="45" y="30"/>
                    </a:moveTo>
                    <a:cubicBezTo>
                      <a:pt x="43" y="31"/>
                      <a:pt x="41" y="31"/>
                      <a:pt x="40" y="31"/>
                    </a:cubicBezTo>
                    <a:cubicBezTo>
                      <a:pt x="40" y="32"/>
                      <a:pt x="40" y="32"/>
                      <a:pt x="40" y="32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1" y="33"/>
                      <a:pt x="41" y="33"/>
                      <a:pt x="41" y="33"/>
                    </a:cubicBezTo>
                    <a:cubicBezTo>
                      <a:pt x="42" y="33"/>
                      <a:pt x="44" y="32"/>
                      <a:pt x="45" y="30"/>
                    </a:cubicBezTo>
                    <a:moveTo>
                      <a:pt x="43" y="35"/>
                    </a:moveTo>
                    <a:cubicBezTo>
                      <a:pt x="43" y="35"/>
                      <a:pt x="43" y="35"/>
                      <a:pt x="43" y="35"/>
                    </a:cubicBezTo>
                    <a:cubicBezTo>
                      <a:pt x="44" y="35"/>
                      <a:pt x="44" y="35"/>
                      <a:pt x="44" y="35"/>
                    </a:cubicBezTo>
                    <a:cubicBezTo>
                      <a:pt x="44" y="35"/>
                      <a:pt x="46" y="36"/>
                      <a:pt x="46" y="38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40"/>
                      <a:pt x="46" y="40"/>
                      <a:pt x="46" y="40"/>
                    </a:cubicBezTo>
                    <a:cubicBezTo>
                      <a:pt x="45" y="40"/>
                      <a:pt x="45" y="40"/>
                      <a:pt x="45" y="40"/>
                    </a:cubicBezTo>
                    <a:cubicBezTo>
                      <a:pt x="45" y="40"/>
                      <a:pt x="43" y="40"/>
                      <a:pt x="43" y="42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4" y="45"/>
                      <a:pt x="46" y="46"/>
                      <a:pt x="46" y="48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9"/>
                      <a:pt x="45" y="50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5" y="51"/>
                      <a:pt x="46" y="50"/>
                      <a:pt x="46" y="49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6"/>
                      <a:pt x="46" y="46"/>
                      <a:pt x="46" y="46"/>
                    </a:cubicBezTo>
                    <a:cubicBezTo>
                      <a:pt x="45" y="45"/>
                      <a:pt x="44" y="44"/>
                      <a:pt x="44" y="43"/>
                    </a:cubicBezTo>
                    <a:cubicBezTo>
                      <a:pt x="44" y="42"/>
                      <a:pt x="44" y="42"/>
                      <a:pt x="44" y="42"/>
                    </a:cubicBezTo>
                    <a:cubicBezTo>
                      <a:pt x="44" y="41"/>
                      <a:pt x="46" y="40"/>
                      <a:pt x="46" y="40"/>
                    </a:cubicBezTo>
                    <a:cubicBezTo>
                      <a:pt x="46" y="40"/>
                      <a:pt x="46" y="40"/>
                      <a:pt x="46" y="40"/>
                    </a:cubicBezTo>
                    <a:cubicBezTo>
                      <a:pt x="46" y="40"/>
                      <a:pt x="45" y="41"/>
                      <a:pt x="45" y="42"/>
                    </a:cubicBezTo>
                    <a:cubicBezTo>
                      <a:pt x="45" y="43"/>
                      <a:pt x="45" y="43"/>
                      <a:pt x="45" y="43"/>
                    </a:cubicBezTo>
                    <a:cubicBezTo>
                      <a:pt x="45" y="44"/>
                      <a:pt x="46" y="45"/>
                      <a:pt x="46" y="46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49"/>
                      <a:pt x="47" y="49"/>
                      <a:pt x="47" y="49"/>
                    </a:cubicBezTo>
                    <a:cubicBezTo>
                      <a:pt x="46" y="50"/>
                      <a:pt x="46" y="50"/>
                      <a:pt x="46" y="50"/>
                    </a:cubicBezTo>
                    <a:cubicBezTo>
                      <a:pt x="47" y="49"/>
                      <a:pt x="47" y="49"/>
                      <a:pt x="47" y="49"/>
                    </a:cubicBezTo>
                    <a:cubicBezTo>
                      <a:pt x="47" y="49"/>
                      <a:pt x="47" y="49"/>
                      <a:pt x="47" y="48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47"/>
                      <a:pt x="46" y="43"/>
                      <a:pt x="45" y="43"/>
                    </a:cubicBezTo>
                    <a:cubicBezTo>
                      <a:pt x="45" y="42"/>
                      <a:pt x="45" y="42"/>
                      <a:pt x="45" y="42"/>
                    </a:cubicBezTo>
                    <a:cubicBezTo>
                      <a:pt x="45" y="41"/>
                      <a:pt x="47" y="40"/>
                      <a:pt x="47" y="40"/>
                    </a:cubicBezTo>
                    <a:cubicBezTo>
                      <a:pt x="47" y="41"/>
                      <a:pt x="47" y="41"/>
                      <a:pt x="47" y="41"/>
                    </a:cubicBezTo>
                    <a:cubicBezTo>
                      <a:pt x="47" y="41"/>
                      <a:pt x="47" y="41"/>
                      <a:pt x="47" y="41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6" y="43"/>
                      <a:pt x="47" y="46"/>
                      <a:pt x="47" y="48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50"/>
                      <a:pt x="47" y="50"/>
                      <a:pt x="47" y="50"/>
                    </a:cubicBezTo>
                    <a:cubicBezTo>
                      <a:pt x="46" y="51"/>
                      <a:pt x="46" y="51"/>
                      <a:pt x="46" y="51"/>
                    </a:cubicBezTo>
                    <a:cubicBezTo>
                      <a:pt x="47" y="51"/>
                      <a:pt x="48" y="50"/>
                      <a:pt x="48" y="49"/>
                    </a:cubicBezTo>
                    <a:cubicBezTo>
                      <a:pt x="48" y="48"/>
                      <a:pt x="48" y="48"/>
                      <a:pt x="48" y="48"/>
                    </a:cubicBezTo>
                    <a:cubicBezTo>
                      <a:pt x="47" y="44"/>
                      <a:pt x="47" y="44"/>
                      <a:pt x="46" y="43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7" y="42"/>
                      <a:pt x="48" y="41"/>
                      <a:pt x="48" y="38"/>
                    </a:cubicBezTo>
                    <a:cubicBezTo>
                      <a:pt x="48" y="38"/>
                      <a:pt x="48" y="38"/>
                      <a:pt x="48" y="38"/>
                    </a:cubicBezTo>
                    <a:cubicBezTo>
                      <a:pt x="48" y="35"/>
                      <a:pt x="46" y="34"/>
                      <a:pt x="43" y="34"/>
                    </a:cubicBezTo>
                    <a:cubicBezTo>
                      <a:pt x="43" y="34"/>
                      <a:pt x="43" y="34"/>
                      <a:pt x="43" y="34"/>
                    </a:cubicBezTo>
                    <a:cubicBezTo>
                      <a:pt x="41" y="34"/>
                      <a:pt x="41" y="34"/>
                      <a:pt x="41" y="34"/>
                    </a:cubicBezTo>
                    <a:cubicBezTo>
                      <a:pt x="41" y="34"/>
                      <a:pt x="41" y="34"/>
                      <a:pt x="41" y="34"/>
                    </a:cubicBezTo>
                    <a:cubicBezTo>
                      <a:pt x="41" y="35"/>
                      <a:pt x="41" y="35"/>
                      <a:pt x="41" y="35"/>
                    </a:cubicBezTo>
                    <a:lnTo>
                      <a:pt x="43" y="35"/>
                    </a:lnTo>
                    <a:close/>
                    <a:moveTo>
                      <a:pt x="40" y="34"/>
                    </a:move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5"/>
                      <a:pt x="40" y="35"/>
                      <a:pt x="40" y="35"/>
                    </a:cubicBezTo>
                    <a:cubicBezTo>
                      <a:pt x="38" y="35"/>
                      <a:pt x="38" y="35"/>
                      <a:pt x="38" y="35"/>
                    </a:cubicBezTo>
                    <a:cubicBezTo>
                      <a:pt x="41" y="37"/>
                      <a:pt x="41" y="37"/>
                      <a:pt x="41" y="37"/>
                    </a:cubicBezTo>
                    <a:lnTo>
                      <a:pt x="40" y="34"/>
                    </a:lnTo>
                    <a:close/>
                    <a:moveTo>
                      <a:pt x="41" y="37"/>
                    </a:moveTo>
                    <a:cubicBezTo>
                      <a:pt x="40" y="37"/>
                      <a:pt x="38" y="36"/>
                      <a:pt x="38" y="35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8" y="38"/>
                      <a:pt x="38" y="38"/>
                      <a:pt x="38" y="38"/>
                    </a:cubicBezTo>
                    <a:cubicBezTo>
                      <a:pt x="38" y="38"/>
                      <a:pt x="40" y="37"/>
                      <a:pt x="41" y="37"/>
                    </a:cubicBezTo>
                    <a:moveTo>
                      <a:pt x="22" y="57"/>
                    </a:moveTo>
                    <a:cubicBezTo>
                      <a:pt x="20" y="57"/>
                      <a:pt x="18" y="57"/>
                      <a:pt x="17" y="61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8" y="64"/>
                      <a:pt x="18" y="64"/>
                      <a:pt x="18" y="64"/>
                    </a:cubicBezTo>
                    <a:cubicBezTo>
                      <a:pt x="19" y="65"/>
                      <a:pt x="19" y="65"/>
                      <a:pt x="19" y="65"/>
                    </a:cubicBezTo>
                    <a:cubicBezTo>
                      <a:pt x="20" y="66"/>
                      <a:pt x="22" y="68"/>
                      <a:pt x="23" y="69"/>
                    </a:cubicBezTo>
                    <a:cubicBezTo>
                      <a:pt x="24" y="70"/>
                      <a:pt x="24" y="70"/>
                      <a:pt x="24" y="70"/>
                    </a:cubicBezTo>
                    <a:cubicBezTo>
                      <a:pt x="24" y="71"/>
                      <a:pt x="23" y="72"/>
                      <a:pt x="22" y="73"/>
                    </a:cubicBezTo>
                    <a:cubicBezTo>
                      <a:pt x="22" y="74"/>
                      <a:pt x="20" y="76"/>
                      <a:pt x="19" y="77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9" y="80"/>
                      <a:pt x="19" y="80"/>
                      <a:pt x="19" y="80"/>
                    </a:cubicBezTo>
                    <a:cubicBezTo>
                      <a:pt x="18" y="80"/>
                      <a:pt x="18" y="80"/>
                      <a:pt x="18" y="80"/>
                    </a:cubicBezTo>
                    <a:cubicBezTo>
                      <a:pt x="18" y="79"/>
                      <a:pt x="18" y="79"/>
                      <a:pt x="18" y="79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7" y="78"/>
                      <a:pt x="17" y="78"/>
                      <a:pt x="17" y="78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15" y="76"/>
                      <a:pt x="15" y="76"/>
                      <a:pt x="15" y="76"/>
                    </a:cubicBezTo>
                    <a:cubicBezTo>
                      <a:pt x="14" y="76"/>
                      <a:pt x="14" y="76"/>
                      <a:pt x="14" y="76"/>
                    </a:cubicBezTo>
                    <a:cubicBezTo>
                      <a:pt x="14" y="76"/>
                      <a:pt x="14" y="76"/>
                      <a:pt x="14" y="76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7" y="76"/>
                      <a:pt x="17" y="76"/>
                      <a:pt x="17" y="76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17" y="75"/>
                      <a:pt x="17" y="75"/>
                      <a:pt x="17" y="75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4" y="75"/>
                      <a:pt x="14" y="75"/>
                      <a:pt x="14" y="75"/>
                    </a:cubicBezTo>
                    <a:cubicBezTo>
                      <a:pt x="14" y="74"/>
                      <a:pt x="14" y="74"/>
                      <a:pt x="14" y="74"/>
                    </a:cubicBezTo>
                    <a:cubicBezTo>
                      <a:pt x="14" y="74"/>
                      <a:pt x="14" y="74"/>
                      <a:pt x="14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4" y="73"/>
                      <a:pt x="14" y="73"/>
                      <a:pt x="14" y="73"/>
                    </a:cubicBezTo>
                    <a:cubicBezTo>
                      <a:pt x="14" y="73"/>
                      <a:pt x="14" y="73"/>
                      <a:pt x="14" y="73"/>
                    </a:cubicBezTo>
                    <a:cubicBezTo>
                      <a:pt x="14" y="75"/>
                      <a:pt x="14" y="75"/>
                      <a:pt x="14" y="75"/>
                    </a:cubicBezTo>
                    <a:cubicBezTo>
                      <a:pt x="15" y="79"/>
                      <a:pt x="15" y="79"/>
                      <a:pt x="15" y="79"/>
                    </a:cubicBezTo>
                    <a:cubicBezTo>
                      <a:pt x="15" y="80"/>
                      <a:pt x="17" y="82"/>
                      <a:pt x="18" y="82"/>
                    </a:cubicBezTo>
                    <a:cubicBezTo>
                      <a:pt x="19" y="82"/>
                      <a:pt x="20" y="82"/>
                      <a:pt x="20" y="81"/>
                    </a:cubicBezTo>
                    <a:cubicBezTo>
                      <a:pt x="21" y="80"/>
                      <a:pt x="21" y="78"/>
                      <a:pt x="21" y="78"/>
                    </a:cubicBezTo>
                    <a:cubicBezTo>
                      <a:pt x="21" y="78"/>
                      <a:pt x="21" y="78"/>
                      <a:pt x="21" y="78"/>
                    </a:cubicBezTo>
                    <a:cubicBezTo>
                      <a:pt x="22" y="78"/>
                      <a:pt x="22" y="78"/>
                      <a:pt x="22" y="78"/>
                    </a:cubicBezTo>
                    <a:cubicBezTo>
                      <a:pt x="23" y="78"/>
                      <a:pt x="23" y="78"/>
                      <a:pt x="23" y="78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8" y="73"/>
                      <a:pt x="28" y="73"/>
                      <a:pt x="28" y="73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26" y="67"/>
                      <a:pt x="26" y="67"/>
                      <a:pt x="26" y="67"/>
                    </a:cubicBezTo>
                    <a:cubicBezTo>
                      <a:pt x="26" y="65"/>
                      <a:pt x="26" y="64"/>
                      <a:pt x="25" y="63"/>
                    </a:cubicBezTo>
                    <a:cubicBezTo>
                      <a:pt x="25" y="62"/>
                      <a:pt x="23" y="62"/>
                      <a:pt x="23" y="62"/>
                    </a:cubicBezTo>
                    <a:cubicBezTo>
                      <a:pt x="24" y="61"/>
                      <a:pt x="24" y="61"/>
                      <a:pt x="24" y="61"/>
                    </a:cubicBezTo>
                    <a:cubicBezTo>
                      <a:pt x="25" y="61"/>
                      <a:pt x="25" y="61"/>
                      <a:pt x="25" y="61"/>
                    </a:cubicBezTo>
                    <a:cubicBezTo>
                      <a:pt x="25" y="62"/>
                      <a:pt x="25" y="62"/>
                      <a:pt x="25" y="62"/>
                    </a:cubicBezTo>
                    <a:cubicBezTo>
                      <a:pt x="26" y="63"/>
                      <a:pt x="26" y="63"/>
                      <a:pt x="26" y="63"/>
                    </a:cubicBezTo>
                    <a:cubicBezTo>
                      <a:pt x="26" y="64"/>
                      <a:pt x="27" y="65"/>
                      <a:pt x="27" y="67"/>
                    </a:cubicBezTo>
                    <a:cubicBezTo>
                      <a:pt x="28" y="68"/>
                      <a:pt x="28" y="68"/>
                      <a:pt x="28" y="68"/>
                    </a:cubicBezTo>
                    <a:cubicBezTo>
                      <a:pt x="30" y="69"/>
                      <a:pt x="30" y="69"/>
                      <a:pt x="30" y="69"/>
                    </a:cubicBezTo>
                    <a:cubicBezTo>
                      <a:pt x="29" y="67"/>
                      <a:pt x="29" y="65"/>
                      <a:pt x="29" y="64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29" y="62"/>
                      <a:pt x="28" y="61"/>
                      <a:pt x="27" y="61"/>
                    </a:cubicBezTo>
                    <a:cubicBezTo>
                      <a:pt x="26" y="60"/>
                      <a:pt x="26" y="60"/>
                      <a:pt x="26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5" y="59"/>
                      <a:pt x="25" y="59"/>
                      <a:pt x="25" y="59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4" y="57"/>
                      <a:pt x="23" y="57"/>
                      <a:pt x="22" y="57"/>
                    </a:cubicBezTo>
                    <a:moveTo>
                      <a:pt x="21" y="52"/>
                    </a:moveTo>
                    <a:cubicBezTo>
                      <a:pt x="21" y="52"/>
                      <a:pt x="21" y="52"/>
                      <a:pt x="21" y="52"/>
                    </a:cubicBezTo>
                    <a:cubicBezTo>
                      <a:pt x="21" y="53"/>
                      <a:pt x="23" y="54"/>
                      <a:pt x="24" y="55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6" y="59"/>
                      <a:pt x="26" y="59"/>
                      <a:pt x="26" y="59"/>
                    </a:cubicBezTo>
                    <a:cubicBezTo>
                      <a:pt x="26" y="59"/>
                      <a:pt x="26" y="59"/>
                      <a:pt x="26" y="59"/>
                    </a:cubicBezTo>
                    <a:cubicBezTo>
                      <a:pt x="28" y="60"/>
                      <a:pt x="28" y="60"/>
                      <a:pt x="28" y="60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30" y="61"/>
                      <a:pt x="30" y="60"/>
                      <a:pt x="30" y="60"/>
                    </a:cubicBezTo>
                    <a:cubicBezTo>
                      <a:pt x="30" y="59"/>
                      <a:pt x="30" y="59"/>
                      <a:pt x="30" y="59"/>
                    </a:cubicBezTo>
                    <a:cubicBezTo>
                      <a:pt x="30" y="57"/>
                      <a:pt x="30" y="57"/>
                      <a:pt x="30" y="57"/>
                    </a:cubicBezTo>
                    <a:cubicBezTo>
                      <a:pt x="30" y="57"/>
                      <a:pt x="30" y="57"/>
                      <a:pt x="30" y="57"/>
                    </a:cubicBezTo>
                    <a:cubicBezTo>
                      <a:pt x="30" y="57"/>
                      <a:pt x="31" y="58"/>
                      <a:pt x="31" y="59"/>
                    </a:cubicBezTo>
                    <a:cubicBezTo>
                      <a:pt x="31" y="60"/>
                      <a:pt x="31" y="60"/>
                      <a:pt x="31" y="60"/>
                    </a:cubicBezTo>
                    <a:cubicBezTo>
                      <a:pt x="31" y="60"/>
                      <a:pt x="30" y="61"/>
                      <a:pt x="30" y="62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30" y="66"/>
                      <a:pt x="30" y="68"/>
                      <a:pt x="31" y="70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4"/>
                      <a:pt x="32" y="74"/>
                      <a:pt x="32" y="74"/>
                    </a:cubicBezTo>
                    <a:cubicBezTo>
                      <a:pt x="33" y="74"/>
                      <a:pt x="34" y="77"/>
                      <a:pt x="35" y="78"/>
                    </a:cubicBezTo>
                    <a:cubicBezTo>
                      <a:pt x="36" y="79"/>
                      <a:pt x="36" y="80"/>
                      <a:pt x="37" y="81"/>
                    </a:cubicBezTo>
                    <a:cubicBezTo>
                      <a:pt x="37" y="82"/>
                      <a:pt x="36" y="83"/>
                      <a:pt x="37" y="83"/>
                    </a:cubicBezTo>
                    <a:cubicBezTo>
                      <a:pt x="38" y="85"/>
                      <a:pt x="38" y="85"/>
                      <a:pt x="38" y="86"/>
                    </a:cubicBezTo>
                    <a:cubicBezTo>
                      <a:pt x="38" y="87"/>
                      <a:pt x="38" y="87"/>
                      <a:pt x="38" y="87"/>
                    </a:cubicBezTo>
                    <a:cubicBezTo>
                      <a:pt x="38" y="88"/>
                      <a:pt x="38" y="88"/>
                      <a:pt x="39" y="89"/>
                    </a:cubicBezTo>
                    <a:cubicBezTo>
                      <a:pt x="39" y="90"/>
                      <a:pt x="40" y="91"/>
                      <a:pt x="40" y="92"/>
                    </a:cubicBezTo>
                    <a:cubicBezTo>
                      <a:pt x="39" y="93"/>
                      <a:pt x="39" y="93"/>
                      <a:pt x="39" y="93"/>
                    </a:cubicBezTo>
                    <a:cubicBezTo>
                      <a:pt x="39" y="94"/>
                      <a:pt x="39" y="96"/>
                      <a:pt x="38" y="96"/>
                    </a:cubicBezTo>
                    <a:cubicBezTo>
                      <a:pt x="37" y="96"/>
                      <a:pt x="37" y="96"/>
                      <a:pt x="37" y="96"/>
                    </a:cubicBezTo>
                    <a:cubicBezTo>
                      <a:pt x="36" y="96"/>
                      <a:pt x="36" y="96"/>
                      <a:pt x="36" y="96"/>
                    </a:cubicBezTo>
                    <a:cubicBezTo>
                      <a:pt x="36" y="96"/>
                      <a:pt x="36" y="96"/>
                      <a:pt x="36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4" y="97"/>
                      <a:pt x="34" y="97"/>
                      <a:pt x="34" y="97"/>
                    </a:cubicBezTo>
                    <a:cubicBezTo>
                      <a:pt x="34" y="98"/>
                      <a:pt x="34" y="98"/>
                      <a:pt x="34" y="98"/>
                    </a:cubicBezTo>
                    <a:cubicBezTo>
                      <a:pt x="34" y="98"/>
                      <a:pt x="34" y="98"/>
                      <a:pt x="34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4" y="97"/>
                      <a:pt x="34" y="97"/>
                      <a:pt x="34" y="97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4" y="96"/>
                      <a:pt x="34" y="96"/>
                      <a:pt x="34" y="96"/>
                    </a:cubicBezTo>
                    <a:cubicBezTo>
                      <a:pt x="33" y="96"/>
                      <a:pt x="33" y="96"/>
                      <a:pt x="33" y="96"/>
                    </a:cubicBezTo>
                    <a:cubicBezTo>
                      <a:pt x="32" y="97"/>
                      <a:pt x="32" y="97"/>
                      <a:pt x="32" y="97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2" y="96"/>
                      <a:pt x="32" y="96"/>
                      <a:pt x="32" y="96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2" y="98"/>
                      <a:pt x="32" y="98"/>
                      <a:pt x="32" y="98"/>
                    </a:cubicBezTo>
                    <a:cubicBezTo>
                      <a:pt x="33" y="99"/>
                      <a:pt x="34" y="99"/>
                      <a:pt x="35" y="100"/>
                    </a:cubicBezTo>
                    <a:cubicBezTo>
                      <a:pt x="36" y="100"/>
                      <a:pt x="38" y="100"/>
                      <a:pt x="39" y="100"/>
                    </a:cubicBezTo>
                    <a:cubicBezTo>
                      <a:pt x="40" y="100"/>
                      <a:pt x="40" y="100"/>
                      <a:pt x="40" y="100"/>
                    </a:cubicBezTo>
                    <a:cubicBezTo>
                      <a:pt x="42" y="98"/>
                      <a:pt x="42" y="98"/>
                      <a:pt x="42" y="98"/>
                    </a:cubicBezTo>
                    <a:cubicBezTo>
                      <a:pt x="42" y="95"/>
                      <a:pt x="42" y="95"/>
                      <a:pt x="42" y="95"/>
                    </a:cubicBezTo>
                    <a:cubicBezTo>
                      <a:pt x="43" y="93"/>
                      <a:pt x="43" y="93"/>
                      <a:pt x="43" y="93"/>
                    </a:cubicBezTo>
                    <a:cubicBezTo>
                      <a:pt x="42" y="88"/>
                      <a:pt x="42" y="88"/>
                      <a:pt x="42" y="88"/>
                    </a:cubicBezTo>
                    <a:cubicBezTo>
                      <a:pt x="42" y="88"/>
                      <a:pt x="41" y="87"/>
                      <a:pt x="41" y="86"/>
                    </a:cubicBezTo>
                    <a:cubicBezTo>
                      <a:pt x="41" y="84"/>
                      <a:pt x="42" y="83"/>
                      <a:pt x="42" y="82"/>
                    </a:cubicBezTo>
                    <a:cubicBezTo>
                      <a:pt x="40" y="79"/>
                      <a:pt x="40" y="79"/>
                      <a:pt x="40" y="79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0" y="78"/>
                      <a:pt x="40" y="78"/>
                      <a:pt x="40" y="78"/>
                    </a:cubicBezTo>
                    <a:cubicBezTo>
                      <a:pt x="39" y="77"/>
                      <a:pt x="39" y="77"/>
                      <a:pt x="39" y="77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8" y="74"/>
                      <a:pt x="38" y="73"/>
                      <a:pt x="39" y="72"/>
                    </a:cubicBezTo>
                    <a:cubicBezTo>
                      <a:pt x="40" y="70"/>
                      <a:pt x="41" y="67"/>
                      <a:pt x="41" y="66"/>
                    </a:cubicBezTo>
                    <a:cubicBezTo>
                      <a:pt x="41" y="66"/>
                      <a:pt x="41" y="66"/>
                      <a:pt x="41" y="66"/>
                    </a:cubicBezTo>
                    <a:cubicBezTo>
                      <a:pt x="41" y="65"/>
                      <a:pt x="40" y="62"/>
                      <a:pt x="40" y="62"/>
                    </a:cubicBezTo>
                    <a:cubicBezTo>
                      <a:pt x="40" y="62"/>
                      <a:pt x="40" y="62"/>
                      <a:pt x="40" y="62"/>
                    </a:cubicBezTo>
                    <a:cubicBezTo>
                      <a:pt x="40" y="62"/>
                      <a:pt x="42" y="64"/>
                      <a:pt x="42" y="66"/>
                    </a:cubicBezTo>
                    <a:cubicBezTo>
                      <a:pt x="42" y="66"/>
                      <a:pt x="42" y="66"/>
                      <a:pt x="42" y="66"/>
                    </a:cubicBezTo>
                    <a:cubicBezTo>
                      <a:pt x="41" y="67"/>
                      <a:pt x="40" y="71"/>
                      <a:pt x="40" y="72"/>
                    </a:cubicBezTo>
                    <a:cubicBezTo>
                      <a:pt x="39" y="73"/>
                      <a:pt x="38" y="75"/>
                      <a:pt x="38" y="75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9" y="77"/>
                      <a:pt x="39" y="77"/>
                      <a:pt x="39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1" y="76"/>
                      <a:pt x="41" y="76"/>
                      <a:pt x="41" y="76"/>
                    </a:cubicBezTo>
                    <a:cubicBezTo>
                      <a:pt x="40" y="76"/>
                      <a:pt x="40" y="76"/>
                      <a:pt x="40" y="76"/>
                    </a:cubicBezTo>
                    <a:cubicBezTo>
                      <a:pt x="40" y="75"/>
                      <a:pt x="40" y="75"/>
                      <a:pt x="40" y="75"/>
                    </a:cubicBezTo>
                    <a:cubicBezTo>
                      <a:pt x="39" y="74"/>
                      <a:pt x="39" y="74"/>
                      <a:pt x="39" y="74"/>
                    </a:cubicBezTo>
                    <a:cubicBezTo>
                      <a:pt x="41" y="74"/>
                      <a:pt x="41" y="74"/>
                      <a:pt x="41" y="74"/>
                    </a:cubicBezTo>
                    <a:cubicBezTo>
                      <a:pt x="41" y="73"/>
                      <a:pt x="41" y="73"/>
                      <a:pt x="41" y="73"/>
                    </a:cubicBezTo>
                    <a:cubicBezTo>
                      <a:pt x="41" y="72"/>
                      <a:pt x="41" y="72"/>
                      <a:pt x="41" y="72"/>
                    </a:cubicBezTo>
                    <a:cubicBezTo>
                      <a:pt x="42" y="72"/>
                      <a:pt x="42" y="72"/>
                      <a:pt x="42" y="72"/>
                    </a:cubicBezTo>
                    <a:cubicBezTo>
                      <a:pt x="42" y="71"/>
                      <a:pt x="42" y="71"/>
                      <a:pt x="42" y="71"/>
                    </a:cubicBezTo>
                    <a:cubicBezTo>
                      <a:pt x="42" y="71"/>
                      <a:pt x="42" y="71"/>
                      <a:pt x="42" y="71"/>
                    </a:cubicBezTo>
                    <a:cubicBezTo>
                      <a:pt x="43" y="71"/>
                      <a:pt x="43" y="71"/>
                      <a:pt x="43" y="71"/>
                    </a:cubicBezTo>
                    <a:cubicBezTo>
                      <a:pt x="42" y="70"/>
                      <a:pt x="42" y="70"/>
                      <a:pt x="42" y="70"/>
                    </a:cubicBezTo>
                    <a:cubicBezTo>
                      <a:pt x="42" y="69"/>
                      <a:pt x="42" y="69"/>
                      <a:pt x="42" y="69"/>
                    </a:cubicBezTo>
                    <a:cubicBezTo>
                      <a:pt x="43" y="70"/>
                      <a:pt x="43" y="70"/>
                      <a:pt x="43" y="70"/>
                    </a:cubicBezTo>
                    <a:cubicBezTo>
                      <a:pt x="43" y="68"/>
                      <a:pt x="43" y="68"/>
                      <a:pt x="43" y="68"/>
                    </a:cubicBezTo>
                    <a:cubicBezTo>
                      <a:pt x="43" y="68"/>
                      <a:pt x="43" y="68"/>
                      <a:pt x="43" y="68"/>
                    </a:cubicBezTo>
                    <a:cubicBezTo>
                      <a:pt x="44" y="68"/>
                      <a:pt x="44" y="68"/>
                      <a:pt x="44" y="68"/>
                    </a:cubicBezTo>
                    <a:cubicBezTo>
                      <a:pt x="43" y="66"/>
                      <a:pt x="43" y="66"/>
                      <a:pt x="43" y="66"/>
                    </a:cubicBezTo>
                    <a:cubicBezTo>
                      <a:pt x="43" y="66"/>
                      <a:pt x="43" y="66"/>
                      <a:pt x="43" y="66"/>
                    </a:cubicBezTo>
                    <a:cubicBezTo>
                      <a:pt x="43" y="65"/>
                      <a:pt x="43" y="65"/>
                      <a:pt x="43" y="65"/>
                    </a:cubicBezTo>
                    <a:cubicBezTo>
                      <a:pt x="43" y="65"/>
                      <a:pt x="47" y="62"/>
                      <a:pt x="47" y="59"/>
                    </a:cubicBezTo>
                    <a:cubicBezTo>
                      <a:pt x="47" y="55"/>
                      <a:pt x="39" y="48"/>
                      <a:pt x="39" y="41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0"/>
                      <a:pt x="39" y="39"/>
                      <a:pt x="40" y="38"/>
                    </a:cubicBezTo>
                    <a:cubicBezTo>
                      <a:pt x="38" y="38"/>
                      <a:pt x="38" y="38"/>
                      <a:pt x="38" y="38"/>
                    </a:cubicBezTo>
                    <a:cubicBezTo>
                      <a:pt x="38" y="40"/>
                      <a:pt x="38" y="42"/>
                      <a:pt x="38" y="42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7" y="43"/>
                      <a:pt x="37" y="43"/>
                      <a:pt x="37" y="43"/>
                    </a:cubicBezTo>
                    <a:cubicBezTo>
                      <a:pt x="38" y="44"/>
                      <a:pt x="38" y="44"/>
                      <a:pt x="38" y="44"/>
                    </a:cubicBezTo>
                    <a:cubicBezTo>
                      <a:pt x="39" y="51"/>
                      <a:pt x="45" y="53"/>
                      <a:pt x="45" y="58"/>
                    </a:cubicBezTo>
                    <a:cubicBezTo>
                      <a:pt x="45" y="59"/>
                      <a:pt x="45" y="59"/>
                      <a:pt x="45" y="59"/>
                    </a:cubicBezTo>
                    <a:cubicBezTo>
                      <a:pt x="45" y="59"/>
                      <a:pt x="44" y="62"/>
                      <a:pt x="42" y="62"/>
                    </a:cubicBezTo>
                    <a:cubicBezTo>
                      <a:pt x="42" y="62"/>
                      <a:pt x="42" y="62"/>
                      <a:pt x="42" y="62"/>
                    </a:cubicBezTo>
                    <a:cubicBezTo>
                      <a:pt x="42" y="62"/>
                      <a:pt x="42" y="62"/>
                      <a:pt x="42" y="62"/>
                    </a:cubicBezTo>
                    <a:cubicBezTo>
                      <a:pt x="41" y="61"/>
                      <a:pt x="41" y="61"/>
                      <a:pt x="41" y="61"/>
                    </a:cubicBezTo>
                    <a:cubicBezTo>
                      <a:pt x="40" y="60"/>
                      <a:pt x="40" y="60"/>
                      <a:pt x="40" y="60"/>
                    </a:cubicBezTo>
                    <a:cubicBezTo>
                      <a:pt x="39" y="58"/>
                      <a:pt x="39" y="57"/>
                      <a:pt x="37" y="56"/>
                    </a:cubicBezTo>
                    <a:cubicBezTo>
                      <a:pt x="36" y="54"/>
                      <a:pt x="33" y="52"/>
                      <a:pt x="33" y="50"/>
                    </a:cubicBezTo>
                    <a:cubicBezTo>
                      <a:pt x="32" y="49"/>
                      <a:pt x="31" y="48"/>
                      <a:pt x="31" y="47"/>
                    </a:cubicBezTo>
                    <a:cubicBezTo>
                      <a:pt x="31" y="46"/>
                      <a:pt x="31" y="46"/>
                      <a:pt x="31" y="46"/>
                    </a:cubicBezTo>
                    <a:cubicBezTo>
                      <a:pt x="30" y="46"/>
                      <a:pt x="30" y="45"/>
                      <a:pt x="29" y="45"/>
                    </a:cubicBezTo>
                    <a:cubicBezTo>
                      <a:pt x="30" y="47"/>
                      <a:pt x="30" y="49"/>
                      <a:pt x="30" y="49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29" y="49"/>
                      <a:pt x="29" y="49"/>
                      <a:pt x="29" y="49"/>
                    </a:cubicBezTo>
                    <a:cubicBezTo>
                      <a:pt x="27" y="49"/>
                      <a:pt x="25" y="46"/>
                      <a:pt x="24" y="46"/>
                    </a:cubicBezTo>
                    <a:cubicBezTo>
                      <a:pt x="24" y="46"/>
                      <a:pt x="24" y="46"/>
                      <a:pt x="24" y="46"/>
                    </a:cubicBezTo>
                    <a:cubicBezTo>
                      <a:pt x="21" y="49"/>
                      <a:pt x="21" y="49"/>
                      <a:pt x="21" y="49"/>
                    </a:cubicBezTo>
                    <a:cubicBezTo>
                      <a:pt x="21" y="51"/>
                      <a:pt x="21" y="51"/>
                      <a:pt x="21" y="51"/>
                    </a:cubicBezTo>
                    <a:cubicBezTo>
                      <a:pt x="21" y="51"/>
                      <a:pt x="21" y="51"/>
                      <a:pt x="21" y="51"/>
                    </a:cubicBezTo>
                    <a:cubicBezTo>
                      <a:pt x="20" y="51"/>
                      <a:pt x="20" y="51"/>
                      <a:pt x="20" y="51"/>
                    </a:cubicBezTo>
                    <a:lnTo>
                      <a:pt x="21" y="52"/>
                    </a:lnTo>
                    <a:close/>
                    <a:moveTo>
                      <a:pt x="9" y="62"/>
                    </a:moveTo>
                    <a:cubicBezTo>
                      <a:pt x="10" y="62"/>
                      <a:pt x="10" y="62"/>
                      <a:pt x="10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10" y="62"/>
                      <a:pt x="10" y="62"/>
                      <a:pt x="10" y="62"/>
                    </a:cubicBezTo>
                    <a:lnTo>
                      <a:pt x="9" y="62"/>
                    </a:lnTo>
                    <a:close/>
                    <a:moveTo>
                      <a:pt x="5" y="45"/>
                    </a:moveTo>
                    <a:cubicBezTo>
                      <a:pt x="4" y="46"/>
                      <a:pt x="4" y="46"/>
                      <a:pt x="4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5"/>
                      <a:pt x="5" y="45"/>
                      <a:pt x="5" y="45"/>
                    </a:cubicBezTo>
                    <a:close/>
                    <a:moveTo>
                      <a:pt x="8" y="48"/>
                    </a:moveTo>
                    <a:cubicBezTo>
                      <a:pt x="8" y="47"/>
                      <a:pt x="8" y="47"/>
                      <a:pt x="8" y="47"/>
                    </a:cubicBezTo>
                    <a:cubicBezTo>
                      <a:pt x="8" y="47"/>
                      <a:pt x="8" y="47"/>
                      <a:pt x="8" y="47"/>
                    </a:cubicBezTo>
                    <a:cubicBezTo>
                      <a:pt x="8" y="47"/>
                      <a:pt x="8" y="47"/>
                      <a:pt x="8" y="47"/>
                    </a:cubicBezTo>
                    <a:cubicBezTo>
                      <a:pt x="8" y="46"/>
                      <a:pt x="8" y="46"/>
                      <a:pt x="8" y="46"/>
                    </a:cubicBezTo>
                    <a:cubicBezTo>
                      <a:pt x="7" y="46"/>
                      <a:pt x="7" y="46"/>
                      <a:pt x="7" y="46"/>
                    </a:cubicBezTo>
                    <a:cubicBezTo>
                      <a:pt x="8" y="48"/>
                      <a:pt x="8" y="48"/>
                      <a:pt x="8" y="48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48"/>
                      <a:pt x="8" y="48"/>
                      <a:pt x="8" y="48"/>
                    </a:cubicBezTo>
                    <a:cubicBezTo>
                      <a:pt x="8" y="48"/>
                      <a:pt x="8" y="48"/>
                      <a:pt x="8" y="48"/>
                    </a:cubicBezTo>
                    <a:close/>
                    <a:moveTo>
                      <a:pt x="9" y="49"/>
                    </a:move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9" y="50"/>
                      <a:pt x="9" y="50"/>
                      <a:pt x="9" y="50"/>
                    </a:cubicBezTo>
                    <a:lnTo>
                      <a:pt x="9" y="49"/>
                    </a:lnTo>
                    <a:close/>
                    <a:moveTo>
                      <a:pt x="13" y="51"/>
                    </a:moveTo>
                    <a:cubicBezTo>
                      <a:pt x="13" y="51"/>
                      <a:pt x="13" y="51"/>
                      <a:pt x="13" y="51"/>
                    </a:cubicBezTo>
                    <a:cubicBezTo>
                      <a:pt x="12" y="52"/>
                      <a:pt x="11" y="52"/>
                      <a:pt x="11" y="52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7" y="50"/>
                      <a:pt x="7" y="50"/>
                      <a:pt x="7" y="50"/>
                    </a:cubicBezTo>
                    <a:cubicBezTo>
                      <a:pt x="7" y="50"/>
                      <a:pt x="7" y="50"/>
                      <a:pt x="7" y="50"/>
                    </a:cubicBezTo>
                    <a:cubicBezTo>
                      <a:pt x="7" y="48"/>
                      <a:pt x="7" y="48"/>
                      <a:pt x="7" y="48"/>
                    </a:cubicBezTo>
                    <a:cubicBezTo>
                      <a:pt x="7" y="46"/>
                      <a:pt x="7" y="46"/>
                      <a:pt x="7" y="46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6" y="49"/>
                      <a:pt x="6" y="49"/>
                      <a:pt x="6" y="49"/>
                    </a:cubicBezTo>
                    <a:cubicBezTo>
                      <a:pt x="7" y="52"/>
                      <a:pt x="7" y="52"/>
                      <a:pt x="7" y="52"/>
                    </a:cubicBezTo>
                    <a:cubicBezTo>
                      <a:pt x="8" y="55"/>
                      <a:pt x="8" y="55"/>
                      <a:pt x="8" y="55"/>
                    </a:cubicBezTo>
                    <a:cubicBezTo>
                      <a:pt x="8" y="56"/>
                      <a:pt x="9" y="57"/>
                      <a:pt x="9" y="58"/>
                    </a:cubicBezTo>
                    <a:cubicBezTo>
                      <a:pt x="9" y="60"/>
                      <a:pt x="9" y="60"/>
                      <a:pt x="9" y="60"/>
                    </a:cubicBezTo>
                    <a:cubicBezTo>
                      <a:pt x="11" y="61"/>
                      <a:pt x="11" y="61"/>
                      <a:pt x="11" y="61"/>
                    </a:cubicBezTo>
                    <a:cubicBezTo>
                      <a:pt x="11" y="60"/>
                      <a:pt x="11" y="60"/>
                      <a:pt x="11" y="60"/>
                    </a:cubicBezTo>
                    <a:cubicBezTo>
                      <a:pt x="11" y="60"/>
                      <a:pt x="11" y="60"/>
                      <a:pt x="11" y="60"/>
                    </a:cubicBezTo>
                    <a:cubicBezTo>
                      <a:pt x="11" y="59"/>
                      <a:pt x="11" y="59"/>
                      <a:pt x="11" y="59"/>
                    </a:cubicBezTo>
                    <a:cubicBezTo>
                      <a:pt x="9" y="57"/>
                      <a:pt x="9" y="57"/>
                      <a:pt x="9" y="57"/>
                    </a:cubicBezTo>
                    <a:cubicBezTo>
                      <a:pt x="9" y="56"/>
                      <a:pt x="9" y="56"/>
                      <a:pt x="9" y="56"/>
                    </a:cubicBezTo>
                    <a:cubicBezTo>
                      <a:pt x="9" y="55"/>
                      <a:pt x="9" y="55"/>
                      <a:pt x="9" y="55"/>
                    </a:cubicBezTo>
                    <a:cubicBezTo>
                      <a:pt x="9" y="55"/>
                      <a:pt x="10" y="55"/>
                      <a:pt x="11" y="54"/>
                    </a:cubicBezTo>
                    <a:cubicBezTo>
                      <a:pt x="12" y="54"/>
                      <a:pt x="12" y="53"/>
                      <a:pt x="13" y="53"/>
                    </a:cubicBezTo>
                    <a:cubicBezTo>
                      <a:pt x="15" y="53"/>
                      <a:pt x="15" y="53"/>
                      <a:pt x="15" y="53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4" y="52"/>
                      <a:pt x="14" y="52"/>
                      <a:pt x="14" y="52"/>
                    </a:cubicBezTo>
                    <a:lnTo>
                      <a:pt x="13" y="51"/>
                    </a:lnTo>
                    <a:close/>
                    <a:moveTo>
                      <a:pt x="13" y="47"/>
                    </a:moveTo>
                    <a:cubicBezTo>
                      <a:pt x="14" y="49"/>
                      <a:pt x="14" y="49"/>
                      <a:pt x="14" y="49"/>
                    </a:cubicBezTo>
                    <a:cubicBezTo>
                      <a:pt x="15" y="49"/>
                      <a:pt x="15" y="49"/>
                      <a:pt x="15" y="49"/>
                    </a:cubicBezTo>
                    <a:cubicBezTo>
                      <a:pt x="14" y="49"/>
                      <a:pt x="14" y="49"/>
                      <a:pt x="14" y="49"/>
                    </a:cubicBezTo>
                    <a:cubicBezTo>
                      <a:pt x="14" y="51"/>
                      <a:pt x="14" y="51"/>
                      <a:pt x="14" y="51"/>
                    </a:cubicBezTo>
                    <a:cubicBezTo>
                      <a:pt x="14" y="52"/>
                      <a:pt x="14" y="52"/>
                      <a:pt x="14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3"/>
                      <a:pt x="15" y="54"/>
                      <a:pt x="16" y="55"/>
                    </a:cubicBezTo>
                    <a:cubicBezTo>
                      <a:pt x="16" y="54"/>
                      <a:pt x="18" y="51"/>
                      <a:pt x="20" y="50"/>
                    </a:cubicBezTo>
                    <a:cubicBezTo>
                      <a:pt x="20" y="50"/>
                      <a:pt x="20" y="50"/>
                      <a:pt x="20" y="50"/>
                    </a:cubicBezTo>
                    <a:cubicBezTo>
                      <a:pt x="20" y="50"/>
                      <a:pt x="20" y="50"/>
                      <a:pt x="20" y="50"/>
                    </a:cubicBezTo>
                    <a:cubicBezTo>
                      <a:pt x="20" y="48"/>
                      <a:pt x="20" y="48"/>
                      <a:pt x="20" y="48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1" y="45"/>
                      <a:pt x="21" y="45"/>
                      <a:pt x="21" y="45"/>
                    </a:cubicBezTo>
                    <a:cubicBezTo>
                      <a:pt x="22" y="45"/>
                      <a:pt x="22" y="45"/>
                      <a:pt x="22" y="45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1" y="48"/>
                      <a:pt x="21" y="48"/>
                      <a:pt x="21" y="48"/>
                    </a:cubicBezTo>
                    <a:cubicBezTo>
                      <a:pt x="23" y="46"/>
                      <a:pt x="23" y="46"/>
                      <a:pt x="23" y="46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6" y="47"/>
                      <a:pt x="29" y="48"/>
                    </a:cubicBezTo>
                    <a:cubicBezTo>
                      <a:pt x="26" y="44"/>
                      <a:pt x="26" y="44"/>
                      <a:pt x="26" y="44"/>
                    </a:cubicBezTo>
                    <a:cubicBezTo>
                      <a:pt x="23" y="43"/>
                      <a:pt x="22" y="41"/>
                      <a:pt x="22" y="41"/>
                    </a:cubicBezTo>
                    <a:cubicBezTo>
                      <a:pt x="22" y="41"/>
                      <a:pt x="22" y="41"/>
                      <a:pt x="22" y="41"/>
                    </a:cubicBezTo>
                    <a:cubicBezTo>
                      <a:pt x="21" y="41"/>
                      <a:pt x="21" y="41"/>
                      <a:pt x="21" y="41"/>
                    </a:cubicBezTo>
                    <a:cubicBezTo>
                      <a:pt x="21" y="41"/>
                      <a:pt x="21" y="41"/>
                      <a:pt x="21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7" y="41"/>
                      <a:pt x="28" y="41"/>
                      <a:pt x="28" y="41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38"/>
                      <a:pt x="30" y="38"/>
                      <a:pt x="30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5" y="32"/>
                      <a:pt x="35" y="32"/>
                      <a:pt x="35" y="32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8" y="30"/>
                      <a:pt x="38" y="30"/>
                      <a:pt x="38" y="30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7" y="28"/>
                      <a:pt x="37" y="28"/>
                      <a:pt x="37" y="28"/>
                    </a:cubicBezTo>
                    <a:cubicBezTo>
                      <a:pt x="36" y="28"/>
                      <a:pt x="36" y="28"/>
                      <a:pt x="36" y="28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8" y="27"/>
                      <a:pt x="38" y="27"/>
                      <a:pt x="38" y="27"/>
                    </a:cubicBezTo>
                    <a:cubicBezTo>
                      <a:pt x="39" y="25"/>
                      <a:pt x="39" y="25"/>
                      <a:pt x="39" y="25"/>
                    </a:cubicBezTo>
                    <a:cubicBezTo>
                      <a:pt x="38" y="24"/>
                      <a:pt x="38" y="24"/>
                      <a:pt x="38" y="24"/>
                    </a:cubicBezTo>
                    <a:cubicBezTo>
                      <a:pt x="37" y="24"/>
                      <a:pt x="37" y="24"/>
                      <a:pt x="37" y="24"/>
                    </a:cubicBezTo>
                    <a:cubicBezTo>
                      <a:pt x="37" y="25"/>
                      <a:pt x="37" y="25"/>
                      <a:pt x="37" y="25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36" y="20"/>
                      <a:pt x="37" y="19"/>
                      <a:pt x="37" y="18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7"/>
                      <a:pt x="36" y="18"/>
                      <a:pt x="35" y="19"/>
                    </a:cubicBezTo>
                    <a:cubicBezTo>
                      <a:pt x="35" y="20"/>
                      <a:pt x="34" y="21"/>
                      <a:pt x="32" y="22"/>
                    </a:cubicBezTo>
                    <a:cubicBezTo>
                      <a:pt x="31" y="23"/>
                      <a:pt x="30" y="24"/>
                      <a:pt x="30" y="25"/>
                    </a:cubicBezTo>
                    <a:cubicBezTo>
                      <a:pt x="30" y="25"/>
                      <a:pt x="30" y="25"/>
                      <a:pt x="30" y="25"/>
                    </a:cubicBezTo>
                    <a:cubicBezTo>
                      <a:pt x="30" y="26"/>
                      <a:pt x="30" y="26"/>
                      <a:pt x="30" y="26"/>
                    </a:cubicBezTo>
                    <a:cubicBezTo>
                      <a:pt x="30" y="26"/>
                      <a:pt x="31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2" y="31"/>
                      <a:pt x="32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6" y="35"/>
                      <a:pt x="25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2" y="36"/>
                      <a:pt x="22" y="36"/>
                      <a:pt x="22" y="36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21" y="34"/>
                      <a:pt x="21" y="34"/>
                      <a:pt x="21" y="34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8" y="36"/>
                      <a:pt x="18" y="36"/>
                      <a:pt x="18" y="36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41"/>
                      <a:pt x="18" y="43"/>
                      <a:pt x="18" y="44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6"/>
                      <a:pt x="17" y="48"/>
                      <a:pt x="17" y="48"/>
                    </a:cubicBezTo>
                    <a:cubicBezTo>
                      <a:pt x="17" y="49"/>
                      <a:pt x="17" y="49"/>
                      <a:pt x="17" y="49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6" y="48"/>
                      <a:pt x="15" y="48"/>
                      <a:pt x="13" y="47"/>
                    </a:cubicBezTo>
                    <a:moveTo>
                      <a:pt x="37" y="27"/>
                    </a:moveTo>
                    <a:cubicBezTo>
                      <a:pt x="37" y="27"/>
                      <a:pt x="37" y="27"/>
                      <a:pt x="37" y="27"/>
                    </a:cubicBezTo>
                    <a:cubicBezTo>
                      <a:pt x="37" y="27"/>
                      <a:pt x="37" y="27"/>
                      <a:pt x="37" y="27"/>
                    </a:cubicBezTo>
                    <a:close/>
                    <a:moveTo>
                      <a:pt x="13" y="42"/>
                    </a:moveTo>
                    <a:cubicBezTo>
                      <a:pt x="14" y="45"/>
                      <a:pt x="16" y="47"/>
                      <a:pt x="17" y="48"/>
                    </a:cubicBezTo>
                    <a:cubicBezTo>
                      <a:pt x="17" y="47"/>
                      <a:pt x="18" y="46"/>
                      <a:pt x="18" y="45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3"/>
                      <a:pt x="17" y="41"/>
                      <a:pt x="17" y="39"/>
                    </a:cubicBezTo>
                    <a:cubicBezTo>
                      <a:pt x="17" y="38"/>
                      <a:pt x="17" y="38"/>
                      <a:pt x="17" y="38"/>
                    </a:cubicBezTo>
                    <a:cubicBezTo>
                      <a:pt x="17" y="37"/>
                      <a:pt x="17" y="37"/>
                      <a:pt x="17" y="37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6" y="34"/>
                      <a:pt x="16" y="34"/>
                      <a:pt x="16" y="34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2" y="39"/>
                      <a:pt x="12" y="39"/>
                      <a:pt x="12" y="39"/>
                    </a:cubicBezTo>
                    <a:cubicBezTo>
                      <a:pt x="12" y="40"/>
                      <a:pt x="12" y="41"/>
                      <a:pt x="13" y="42"/>
                    </a:cubicBezTo>
                    <a:moveTo>
                      <a:pt x="4" y="32"/>
                    </a:moveTo>
                    <a:cubicBezTo>
                      <a:pt x="5" y="32"/>
                      <a:pt x="5" y="32"/>
                      <a:pt x="5" y="32"/>
                    </a:cubicBezTo>
                    <a:cubicBezTo>
                      <a:pt x="7" y="32"/>
                      <a:pt x="7" y="32"/>
                      <a:pt x="7" y="32"/>
                    </a:cubicBezTo>
                    <a:cubicBezTo>
                      <a:pt x="8" y="33"/>
                      <a:pt x="8" y="35"/>
                      <a:pt x="8" y="36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9" y="38"/>
                      <a:pt x="9" y="38"/>
                      <a:pt x="9" y="38"/>
                    </a:cubicBezTo>
                    <a:cubicBezTo>
                      <a:pt x="11" y="39"/>
                      <a:pt x="11" y="39"/>
                      <a:pt x="11" y="39"/>
                    </a:cubicBezTo>
                    <a:cubicBezTo>
                      <a:pt x="11" y="39"/>
                      <a:pt x="11" y="39"/>
                      <a:pt x="11" y="39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1" y="37"/>
                      <a:pt x="11" y="37"/>
                      <a:pt x="11" y="37"/>
                    </a:cubicBezTo>
                    <a:cubicBezTo>
                      <a:pt x="11" y="37"/>
                      <a:pt x="11" y="37"/>
                      <a:pt x="11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6"/>
                      <a:pt x="10" y="36"/>
                      <a:pt x="10" y="36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1" y="31"/>
                      <a:pt x="11" y="31"/>
                      <a:pt x="11" y="31"/>
                    </a:cubicBezTo>
                    <a:cubicBezTo>
                      <a:pt x="11" y="31"/>
                      <a:pt x="10" y="30"/>
                      <a:pt x="10" y="29"/>
                    </a:cubicBezTo>
                    <a:cubicBezTo>
                      <a:pt x="10" y="28"/>
                      <a:pt x="10" y="27"/>
                      <a:pt x="10" y="26"/>
                    </a:cubicBezTo>
                    <a:cubicBezTo>
                      <a:pt x="9" y="27"/>
                      <a:pt x="8" y="28"/>
                      <a:pt x="8" y="29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8" y="30"/>
                      <a:pt x="8" y="30"/>
                      <a:pt x="8" y="30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1"/>
                      <a:pt x="7" y="31"/>
                      <a:pt x="7" y="31"/>
                    </a:cubicBezTo>
                    <a:cubicBezTo>
                      <a:pt x="6" y="31"/>
                      <a:pt x="6" y="31"/>
                      <a:pt x="6" y="31"/>
                    </a:cubicBezTo>
                    <a:cubicBezTo>
                      <a:pt x="5" y="30"/>
                      <a:pt x="5" y="30"/>
                      <a:pt x="5" y="30"/>
                    </a:cubicBezTo>
                    <a:cubicBezTo>
                      <a:pt x="5" y="30"/>
                      <a:pt x="5" y="31"/>
                      <a:pt x="4" y="32"/>
                    </a:cubicBezTo>
                    <a:moveTo>
                      <a:pt x="1" y="29"/>
                    </a:moveTo>
                    <a:cubicBezTo>
                      <a:pt x="1" y="29"/>
                      <a:pt x="1" y="29"/>
                      <a:pt x="1" y="29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1" y="28"/>
                      <a:pt x="1" y="28"/>
                      <a:pt x="1" y="28"/>
                    </a:cubicBezTo>
                    <a:lnTo>
                      <a:pt x="1" y="29"/>
                    </a:lnTo>
                    <a:close/>
                    <a:moveTo>
                      <a:pt x="1" y="15"/>
                    </a:moveTo>
                    <a:cubicBezTo>
                      <a:pt x="3" y="18"/>
                      <a:pt x="3" y="18"/>
                      <a:pt x="3" y="18"/>
                    </a:cubicBezTo>
                    <a:cubicBezTo>
                      <a:pt x="3" y="18"/>
                      <a:pt x="3" y="19"/>
                      <a:pt x="3" y="20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2" y="27"/>
                      <a:pt x="2" y="27"/>
                      <a:pt x="2" y="27"/>
                    </a:cubicBezTo>
                    <a:cubicBezTo>
                      <a:pt x="3" y="26"/>
                      <a:pt x="3" y="26"/>
                      <a:pt x="3" y="26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2"/>
                      <a:pt x="3" y="22"/>
                      <a:pt x="3" y="22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5" y="25"/>
                      <a:pt x="5" y="26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30"/>
                      <a:pt x="6" y="30"/>
                      <a:pt x="6" y="30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6" y="24"/>
                      <a:pt x="5" y="22"/>
                      <a:pt x="5" y="21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15"/>
                      <a:pt x="6" y="14"/>
                      <a:pt x="6" y="14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4"/>
                      <a:pt x="1" y="14"/>
                      <a:pt x="1" y="14"/>
                    </a:cubicBezTo>
                    <a:lnTo>
                      <a:pt x="1" y="15"/>
                    </a:lnTo>
                    <a:close/>
                    <a:moveTo>
                      <a:pt x="1" y="13"/>
                    </a:moveTo>
                    <a:cubicBezTo>
                      <a:pt x="1" y="13"/>
                      <a:pt x="1" y="13"/>
                      <a:pt x="1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0" y="12"/>
                      <a:pt x="0" y="12"/>
                      <a:pt x="0" y="12"/>
                    </a:cubicBezTo>
                    <a:lnTo>
                      <a:pt x="1" y="13"/>
                    </a:lnTo>
                    <a:close/>
                    <a:moveTo>
                      <a:pt x="37" y="78"/>
                    </a:moveTo>
                    <a:cubicBezTo>
                      <a:pt x="38" y="79"/>
                      <a:pt x="38" y="79"/>
                      <a:pt x="38" y="79"/>
                    </a:cubicBezTo>
                    <a:cubicBezTo>
                      <a:pt x="38" y="80"/>
                      <a:pt x="38" y="80"/>
                      <a:pt x="38" y="80"/>
                    </a:cubicBezTo>
                    <a:cubicBezTo>
                      <a:pt x="38" y="81"/>
                      <a:pt x="38" y="81"/>
                      <a:pt x="38" y="81"/>
                    </a:cubicBezTo>
                    <a:cubicBezTo>
                      <a:pt x="38" y="81"/>
                      <a:pt x="38" y="81"/>
                      <a:pt x="38" y="81"/>
                    </a:cubicBezTo>
                    <a:cubicBezTo>
                      <a:pt x="38" y="80"/>
                      <a:pt x="38" y="80"/>
                      <a:pt x="38" y="80"/>
                    </a:cubicBezTo>
                    <a:cubicBezTo>
                      <a:pt x="37" y="80"/>
                      <a:pt x="37" y="80"/>
                      <a:pt x="37" y="80"/>
                    </a:cubicBezTo>
                    <a:cubicBezTo>
                      <a:pt x="37" y="78"/>
                      <a:pt x="37" y="78"/>
                      <a:pt x="37" y="78"/>
                    </a:cubicBezTo>
                    <a:close/>
                    <a:moveTo>
                      <a:pt x="23" y="52"/>
                    </a:moveTo>
                    <a:cubicBezTo>
                      <a:pt x="23" y="52"/>
                      <a:pt x="24" y="53"/>
                      <a:pt x="26" y="54"/>
                    </a:cubicBezTo>
                    <a:cubicBezTo>
                      <a:pt x="28" y="55"/>
                      <a:pt x="29" y="55"/>
                      <a:pt x="29" y="56"/>
                    </a:cubicBezTo>
                    <a:cubicBezTo>
                      <a:pt x="29" y="57"/>
                      <a:pt x="29" y="57"/>
                      <a:pt x="29" y="57"/>
                    </a:cubicBezTo>
                    <a:cubicBezTo>
                      <a:pt x="29" y="57"/>
                      <a:pt x="29" y="57"/>
                      <a:pt x="29" y="57"/>
                    </a:cubicBezTo>
                    <a:cubicBezTo>
                      <a:pt x="28" y="56"/>
                      <a:pt x="28" y="56"/>
                      <a:pt x="28" y="56"/>
                    </a:cubicBezTo>
                    <a:cubicBezTo>
                      <a:pt x="28" y="55"/>
                      <a:pt x="28" y="55"/>
                      <a:pt x="26" y="54"/>
                    </a:cubicBezTo>
                    <a:cubicBezTo>
                      <a:pt x="24" y="54"/>
                      <a:pt x="22" y="52"/>
                      <a:pt x="22" y="52"/>
                    </a:cubicBezTo>
                    <a:lnTo>
                      <a:pt x="23" y="52"/>
                    </a:lnTo>
                    <a:close/>
                    <a:moveTo>
                      <a:pt x="41" y="82"/>
                    </a:moveTo>
                    <a:cubicBezTo>
                      <a:pt x="41" y="83"/>
                      <a:pt x="41" y="83"/>
                      <a:pt x="41" y="83"/>
                    </a:cubicBezTo>
                    <a:cubicBezTo>
                      <a:pt x="41" y="83"/>
                      <a:pt x="41" y="83"/>
                      <a:pt x="41" y="83"/>
                    </a:cubicBezTo>
                    <a:cubicBezTo>
                      <a:pt x="41" y="83"/>
                      <a:pt x="41" y="83"/>
                      <a:pt x="41" y="83"/>
                    </a:cubicBezTo>
                    <a:cubicBezTo>
                      <a:pt x="40" y="84"/>
                      <a:pt x="40" y="84"/>
                      <a:pt x="40" y="84"/>
                    </a:cubicBezTo>
                    <a:cubicBezTo>
                      <a:pt x="40" y="85"/>
                      <a:pt x="40" y="85"/>
                      <a:pt x="40" y="85"/>
                    </a:cubicBezTo>
                    <a:cubicBezTo>
                      <a:pt x="40" y="85"/>
                      <a:pt x="40" y="86"/>
                      <a:pt x="40" y="86"/>
                    </a:cubicBezTo>
                    <a:cubicBezTo>
                      <a:pt x="41" y="88"/>
                      <a:pt x="41" y="88"/>
                      <a:pt x="41" y="88"/>
                    </a:cubicBezTo>
                    <a:cubicBezTo>
                      <a:pt x="42" y="89"/>
                      <a:pt x="42" y="89"/>
                      <a:pt x="42" y="89"/>
                    </a:cubicBezTo>
                    <a:cubicBezTo>
                      <a:pt x="42" y="90"/>
                      <a:pt x="41" y="91"/>
                      <a:pt x="41" y="92"/>
                    </a:cubicBezTo>
                    <a:cubicBezTo>
                      <a:pt x="42" y="95"/>
                      <a:pt x="42" y="95"/>
                      <a:pt x="42" y="95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6"/>
                      <a:pt x="41" y="96"/>
                      <a:pt x="41" y="96"/>
                    </a:cubicBezTo>
                    <a:cubicBezTo>
                      <a:pt x="40" y="96"/>
                      <a:pt x="40" y="96"/>
                      <a:pt x="40" y="96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2"/>
                      <a:pt x="41" y="92"/>
                      <a:pt x="41" y="92"/>
                    </a:cubicBezTo>
                    <a:cubicBezTo>
                      <a:pt x="41" y="91"/>
                      <a:pt x="41" y="90"/>
                      <a:pt x="41" y="89"/>
                    </a:cubicBezTo>
                    <a:cubicBezTo>
                      <a:pt x="41" y="89"/>
                      <a:pt x="41" y="89"/>
                      <a:pt x="41" y="89"/>
                    </a:cubicBezTo>
                    <a:cubicBezTo>
                      <a:pt x="40" y="87"/>
                      <a:pt x="40" y="87"/>
                      <a:pt x="40" y="87"/>
                    </a:cubicBezTo>
                    <a:cubicBezTo>
                      <a:pt x="39" y="85"/>
                      <a:pt x="39" y="85"/>
                      <a:pt x="39" y="85"/>
                    </a:cubicBezTo>
                    <a:cubicBezTo>
                      <a:pt x="39" y="84"/>
                      <a:pt x="39" y="84"/>
                      <a:pt x="39" y="84"/>
                    </a:cubicBezTo>
                    <a:cubicBezTo>
                      <a:pt x="39" y="83"/>
                      <a:pt x="40" y="83"/>
                      <a:pt x="40" y="82"/>
                    </a:cubicBezTo>
                    <a:lnTo>
                      <a:pt x="41" y="82"/>
                    </a:lnTo>
                    <a:close/>
                    <a:moveTo>
                      <a:pt x="28" y="34"/>
                    </a:moveTo>
                    <a:cubicBezTo>
                      <a:pt x="29" y="34"/>
                      <a:pt x="29" y="34"/>
                      <a:pt x="29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3"/>
                      <a:pt x="30" y="33"/>
                      <a:pt x="30" y="33"/>
                    </a:cubicBezTo>
                    <a:cubicBezTo>
                      <a:pt x="31" y="32"/>
                      <a:pt x="31" y="32"/>
                      <a:pt x="33" y="32"/>
                    </a:cubicBezTo>
                    <a:cubicBezTo>
                      <a:pt x="34" y="31"/>
                      <a:pt x="34" y="31"/>
                      <a:pt x="34" y="30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4" y="25"/>
                      <a:pt x="34" y="25"/>
                      <a:pt x="34" y="25"/>
                    </a:cubicBezTo>
                    <a:cubicBezTo>
                      <a:pt x="34" y="26"/>
                      <a:pt x="34" y="26"/>
                      <a:pt x="34" y="26"/>
                    </a:cubicBezTo>
                    <a:cubicBezTo>
                      <a:pt x="33" y="26"/>
                      <a:pt x="33" y="26"/>
                      <a:pt x="33" y="26"/>
                    </a:cubicBezTo>
                    <a:cubicBezTo>
                      <a:pt x="32" y="25"/>
                      <a:pt x="32" y="25"/>
                      <a:pt x="32" y="25"/>
                    </a:cubicBezTo>
                    <a:cubicBezTo>
                      <a:pt x="32" y="25"/>
                      <a:pt x="32" y="25"/>
                      <a:pt x="32" y="25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4" y="23"/>
                      <a:pt x="34" y="23"/>
                      <a:pt x="34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4" y="25"/>
                      <a:pt x="34" y="25"/>
                      <a:pt x="34" y="25"/>
                    </a:cubicBezTo>
                    <a:cubicBezTo>
                      <a:pt x="35" y="24"/>
                      <a:pt x="35" y="24"/>
                      <a:pt x="35" y="24"/>
                    </a:cubicBezTo>
                    <a:cubicBezTo>
                      <a:pt x="35" y="25"/>
                      <a:pt x="35" y="25"/>
                      <a:pt x="35" y="25"/>
                    </a:cubicBezTo>
                    <a:cubicBezTo>
                      <a:pt x="35" y="27"/>
                      <a:pt x="35" y="27"/>
                      <a:pt x="35" y="27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31"/>
                      <a:pt x="34" y="31"/>
                      <a:pt x="34" y="31"/>
                    </a:cubicBezTo>
                    <a:cubicBezTo>
                      <a:pt x="34" y="31"/>
                      <a:pt x="34" y="32"/>
                      <a:pt x="33" y="3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29" y="34"/>
                      <a:pt x="29" y="34"/>
                      <a:pt x="29" y="34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7" y="35"/>
                      <a:pt x="26" y="36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6"/>
                      <a:pt x="27" y="34"/>
                      <a:pt x="28" y="34"/>
                    </a:cubicBezTo>
                    <a:moveTo>
                      <a:pt x="23" y="23"/>
                    </a:moveTo>
                    <a:cubicBezTo>
                      <a:pt x="23" y="20"/>
                      <a:pt x="23" y="20"/>
                      <a:pt x="23" y="20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2"/>
                      <a:pt x="23" y="22"/>
                      <a:pt x="23" y="22"/>
                    </a:cubicBezTo>
                    <a:lnTo>
                      <a:pt x="23" y="23"/>
                    </a:lnTo>
                    <a:close/>
                    <a:moveTo>
                      <a:pt x="26" y="73"/>
                    </a:moveTo>
                    <a:cubicBezTo>
                      <a:pt x="26" y="73"/>
                      <a:pt x="26" y="73"/>
                      <a:pt x="26" y="73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4" y="75"/>
                      <a:pt x="24" y="75"/>
                      <a:pt x="24" y="75"/>
                    </a:cubicBezTo>
                    <a:cubicBezTo>
                      <a:pt x="23" y="75"/>
                      <a:pt x="23" y="77"/>
                      <a:pt x="22" y="78"/>
                    </a:cubicBezTo>
                    <a:cubicBezTo>
                      <a:pt x="21" y="78"/>
                      <a:pt x="21" y="79"/>
                      <a:pt x="20" y="79"/>
                    </a:cubicBezTo>
                    <a:cubicBezTo>
                      <a:pt x="20" y="79"/>
                      <a:pt x="20" y="79"/>
                      <a:pt x="20" y="79"/>
                    </a:cubicBezTo>
                    <a:cubicBezTo>
                      <a:pt x="20" y="79"/>
                      <a:pt x="20" y="79"/>
                      <a:pt x="20" y="79"/>
                    </a:cubicBezTo>
                    <a:cubicBezTo>
                      <a:pt x="20" y="78"/>
                      <a:pt x="20" y="78"/>
                      <a:pt x="20" y="78"/>
                    </a:cubicBezTo>
                    <a:cubicBezTo>
                      <a:pt x="21" y="77"/>
                      <a:pt x="21" y="77"/>
                      <a:pt x="21" y="77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5" y="73"/>
                      <a:pt x="25" y="73"/>
                      <a:pt x="25" y="73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5" y="72"/>
                      <a:pt x="26" y="7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2" name="Freeform 34">
                <a:extLst>
                  <a:ext uri="{FF2B5EF4-FFF2-40B4-BE49-F238E27FC236}">
                    <a16:creationId xmlns:a16="http://schemas.microsoft.com/office/drawing/2014/main" id="{3B122198-1065-410F-BC3C-CF9569E696A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08700" y="2516188"/>
                <a:ext cx="288925" cy="365125"/>
              </a:xfrm>
              <a:custGeom>
                <a:avLst/>
                <a:gdLst>
                  <a:gd name="T0" fmla="*/ 127 w 133"/>
                  <a:gd name="T1" fmla="*/ 60 h 169"/>
                  <a:gd name="T2" fmla="*/ 60 w 133"/>
                  <a:gd name="T3" fmla="*/ 165 h 169"/>
                  <a:gd name="T4" fmla="*/ 79 w 133"/>
                  <a:gd name="T5" fmla="*/ 158 h 169"/>
                  <a:gd name="T6" fmla="*/ 60 w 133"/>
                  <a:gd name="T7" fmla="*/ 157 h 169"/>
                  <a:gd name="T8" fmla="*/ 79 w 133"/>
                  <a:gd name="T9" fmla="*/ 154 h 169"/>
                  <a:gd name="T10" fmla="*/ 42 w 133"/>
                  <a:gd name="T11" fmla="*/ 151 h 169"/>
                  <a:gd name="T12" fmla="*/ 66 w 133"/>
                  <a:gd name="T13" fmla="*/ 164 h 169"/>
                  <a:gd name="T14" fmla="*/ 123 w 133"/>
                  <a:gd name="T15" fmla="*/ 35 h 169"/>
                  <a:gd name="T16" fmla="*/ 86 w 133"/>
                  <a:gd name="T17" fmla="*/ 152 h 169"/>
                  <a:gd name="T18" fmla="*/ 53 w 133"/>
                  <a:gd name="T19" fmla="*/ 150 h 169"/>
                  <a:gd name="T20" fmla="*/ 85 w 133"/>
                  <a:gd name="T21" fmla="*/ 153 h 169"/>
                  <a:gd name="T22" fmla="*/ 39 w 133"/>
                  <a:gd name="T23" fmla="*/ 62 h 169"/>
                  <a:gd name="T24" fmla="*/ 29 w 133"/>
                  <a:gd name="T25" fmla="*/ 53 h 169"/>
                  <a:gd name="T26" fmla="*/ 32 w 133"/>
                  <a:gd name="T27" fmla="*/ 78 h 169"/>
                  <a:gd name="T28" fmla="*/ 27 w 133"/>
                  <a:gd name="T29" fmla="*/ 79 h 169"/>
                  <a:gd name="T30" fmla="*/ 18 w 133"/>
                  <a:gd name="T31" fmla="*/ 72 h 169"/>
                  <a:gd name="T32" fmla="*/ 17 w 133"/>
                  <a:gd name="T33" fmla="*/ 96 h 169"/>
                  <a:gd name="T34" fmla="*/ 7 w 133"/>
                  <a:gd name="T35" fmla="*/ 83 h 169"/>
                  <a:gd name="T36" fmla="*/ 7 w 133"/>
                  <a:gd name="T37" fmla="*/ 71 h 169"/>
                  <a:gd name="T38" fmla="*/ 6 w 133"/>
                  <a:gd name="T39" fmla="*/ 37 h 169"/>
                  <a:gd name="T40" fmla="*/ 8 w 133"/>
                  <a:gd name="T41" fmla="*/ 35 h 169"/>
                  <a:gd name="T42" fmla="*/ 10 w 133"/>
                  <a:gd name="T43" fmla="*/ 11 h 169"/>
                  <a:gd name="T44" fmla="*/ 21 w 133"/>
                  <a:gd name="T45" fmla="*/ 14 h 169"/>
                  <a:gd name="T46" fmla="*/ 33 w 133"/>
                  <a:gd name="T47" fmla="*/ 16 h 169"/>
                  <a:gd name="T48" fmla="*/ 30 w 133"/>
                  <a:gd name="T49" fmla="*/ 23 h 169"/>
                  <a:gd name="T50" fmla="*/ 41 w 133"/>
                  <a:gd name="T51" fmla="*/ 30 h 169"/>
                  <a:gd name="T52" fmla="*/ 44 w 133"/>
                  <a:gd name="T53" fmla="*/ 12 h 169"/>
                  <a:gd name="T54" fmla="*/ 46 w 133"/>
                  <a:gd name="T55" fmla="*/ 16 h 169"/>
                  <a:gd name="T56" fmla="*/ 47 w 133"/>
                  <a:gd name="T57" fmla="*/ 22 h 169"/>
                  <a:gd name="T58" fmla="*/ 47 w 133"/>
                  <a:gd name="T59" fmla="*/ 27 h 169"/>
                  <a:gd name="T60" fmla="*/ 37 w 133"/>
                  <a:gd name="T61" fmla="*/ 43 h 169"/>
                  <a:gd name="T62" fmla="*/ 40 w 133"/>
                  <a:gd name="T63" fmla="*/ 50 h 169"/>
                  <a:gd name="T64" fmla="*/ 0 w 133"/>
                  <a:gd name="T65" fmla="*/ 82 h 169"/>
                  <a:gd name="T66" fmla="*/ 12 w 133"/>
                  <a:gd name="T67" fmla="*/ 45 h 169"/>
                  <a:gd name="T68" fmla="*/ 12 w 133"/>
                  <a:gd name="T69" fmla="*/ 44 h 169"/>
                  <a:gd name="T70" fmla="*/ 44 w 133"/>
                  <a:gd name="T71" fmla="*/ 50 h 169"/>
                  <a:gd name="T72" fmla="*/ 40 w 133"/>
                  <a:gd name="T73" fmla="*/ 62 h 169"/>
                  <a:gd name="T74" fmla="*/ 132 w 133"/>
                  <a:gd name="T75" fmla="*/ 0 h 169"/>
                  <a:gd name="T76" fmla="*/ 124 w 133"/>
                  <a:gd name="T77" fmla="*/ 38 h 169"/>
                  <a:gd name="T78" fmla="*/ 125 w 133"/>
                  <a:gd name="T79" fmla="*/ 72 h 169"/>
                  <a:gd name="T80" fmla="*/ 125 w 133"/>
                  <a:gd name="T81" fmla="*/ 89 h 169"/>
                  <a:gd name="T82" fmla="*/ 121 w 133"/>
                  <a:gd name="T83" fmla="*/ 97 h 169"/>
                  <a:gd name="T84" fmla="*/ 111 w 133"/>
                  <a:gd name="T85" fmla="*/ 69 h 169"/>
                  <a:gd name="T86" fmla="*/ 103 w 133"/>
                  <a:gd name="T87" fmla="*/ 82 h 169"/>
                  <a:gd name="T88" fmla="*/ 102 w 133"/>
                  <a:gd name="T89" fmla="*/ 78 h 169"/>
                  <a:gd name="T90" fmla="*/ 99 w 133"/>
                  <a:gd name="T91" fmla="*/ 57 h 169"/>
                  <a:gd name="T92" fmla="*/ 92 w 133"/>
                  <a:gd name="T93" fmla="*/ 63 h 169"/>
                  <a:gd name="T94" fmla="*/ 88 w 133"/>
                  <a:gd name="T95" fmla="*/ 47 h 169"/>
                  <a:gd name="T96" fmla="*/ 91 w 133"/>
                  <a:gd name="T97" fmla="*/ 53 h 169"/>
                  <a:gd name="T98" fmla="*/ 92 w 133"/>
                  <a:gd name="T99" fmla="*/ 39 h 169"/>
                  <a:gd name="T100" fmla="*/ 85 w 133"/>
                  <a:gd name="T101" fmla="*/ 29 h 169"/>
                  <a:gd name="T102" fmla="*/ 84 w 133"/>
                  <a:gd name="T103" fmla="*/ 16 h 169"/>
                  <a:gd name="T104" fmla="*/ 87 w 133"/>
                  <a:gd name="T105" fmla="*/ 13 h 169"/>
                  <a:gd name="T106" fmla="*/ 90 w 133"/>
                  <a:gd name="T107" fmla="*/ 14 h 169"/>
                  <a:gd name="T108" fmla="*/ 93 w 133"/>
                  <a:gd name="T109" fmla="*/ 30 h 169"/>
                  <a:gd name="T110" fmla="*/ 97 w 133"/>
                  <a:gd name="T111" fmla="*/ 23 h 169"/>
                  <a:gd name="T112" fmla="*/ 107 w 133"/>
                  <a:gd name="T113" fmla="*/ 14 h 169"/>
                  <a:gd name="T114" fmla="*/ 113 w 133"/>
                  <a:gd name="T115" fmla="*/ 22 h 169"/>
                  <a:gd name="T116" fmla="*/ 129 w 133"/>
                  <a:gd name="T117" fmla="*/ 3 h 169"/>
                  <a:gd name="T118" fmla="*/ 130 w 133"/>
                  <a:gd name="T119" fmla="*/ 4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33" h="169">
                    <a:moveTo>
                      <a:pt x="120" y="44"/>
                    </a:moveTo>
                    <a:cubicBezTo>
                      <a:pt x="118" y="44"/>
                      <a:pt x="117" y="43"/>
                      <a:pt x="117" y="43"/>
                    </a:cubicBezTo>
                    <a:cubicBezTo>
                      <a:pt x="117" y="45"/>
                      <a:pt x="117" y="47"/>
                      <a:pt x="117" y="47"/>
                    </a:cubicBezTo>
                    <a:cubicBezTo>
                      <a:pt x="116" y="47"/>
                      <a:pt x="116" y="47"/>
                      <a:pt x="115" y="47"/>
                    </a:cubicBezTo>
                    <a:cubicBezTo>
                      <a:pt x="115" y="48"/>
                      <a:pt x="115" y="48"/>
                      <a:pt x="115" y="48"/>
                    </a:cubicBezTo>
                    <a:cubicBezTo>
                      <a:pt x="115" y="49"/>
                      <a:pt x="115" y="50"/>
                      <a:pt x="116" y="51"/>
                    </a:cubicBezTo>
                    <a:cubicBezTo>
                      <a:pt x="116" y="53"/>
                      <a:pt x="119" y="55"/>
                      <a:pt x="121" y="56"/>
                    </a:cubicBezTo>
                    <a:cubicBezTo>
                      <a:pt x="122" y="58"/>
                      <a:pt x="123" y="59"/>
                      <a:pt x="123" y="61"/>
                    </a:cubicBezTo>
                    <a:cubicBezTo>
                      <a:pt x="124" y="62"/>
                      <a:pt x="123" y="63"/>
                      <a:pt x="125" y="63"/>
                    </a:cubicBezTo>
                    <a:cubicBezTo>
                      <a:pt x="127" y="62"/>
                      <a:pt x="127" y="60"/>
                      <a:pt x="127" y="60"/>
                    </a:cubicBezTo>
                    <a:cubicBezTo>
                      <a:pt x="128" y="54"/>
                      <a:pt x="122" y="53"/>
                      <a:pt x="120" y="45"/>
                    </a:cubicBezTo>
                    <a:lnTo>
                      <a:pt x="120" y="44"/>
                    </a:lnTo>
                    <a:close/>
                    <a:moveTo>
                      <a:pt x="112" y="26"/>
                    </a:moveTo>
                    <a:cubicBezTo>
                      <a:pt x="113" y="24"/>
                      <a:pt x="113" y="24"/>
                      <a:pt x="113" y="24"/>
                    </a:cubicBezTo>
                    <a:lnTo>
                      <a:pt x="112" y="26"/>
                    </a:lnTo>
                    <a:close/>
                    <a:moveTo>
                      <a:pt x="67" y="169"/>
                    </a:moveTo>
                    <a:cubicBezTo>
                      <a:pt x="67" y="169"/>
                      <a:pt x="72" y="167"/>
                      <a:pt x="79" y="163"/>
                    </a:cubicBezTo>
                    <a:cubicBezTo>
                      <a:pt x="76" y="163"/>
                      <a:pt x="76" y="165"/>
                      <a:pt x="73" y="165"/>
                    </a:cubicBezTo>
                    <a:cubicBezTo>
                      <a:pt x="70" y="165"/>
                      <a:pt x="69" y="163"/>
                      <a:pt x="66" y="163"/>
                    </a:cubicBezTo>
                    <a:cubicBezTo>
                      <a:pt x="62" y="163"/>
                      <a:pt x="62" y="165"/>
                      <a:pt x="60" y="165"/>
                    </a:cubicBezTo>
                    <a:cubicBezTo>
                      <a:pt x="57" y="165"/>
                      <a:pt x="56" y="164"/>
                      <a:pt x="55" y="163"/>
                    </a:cubicBezTo>
                    <a:cubicBezTo>
                      <a:pt x="49" y="160"/>
                      <a:pt x="49" y="160"/>
                      <a:pt x="49" y="160"/>
                    </a:cubicBezTo>
                    <a:cubicBezTo>
                      <a:pt x="50" y="160"/>
                      <a:pt x="51" y="159"/>
                      <a:pt x="53" y="159"/>
                    </a:cubicBezTo>
                    <a:cubicBezTo>
                      <a:pt x="56" y="159"/>
                      <a:pt x="57" y="161"/>
                      <a:pt x="60" y="161"/>
                    </a:cubicBezTo>
                    <a:cubicBezTo>
                      <a:pt x="62" y="161"/>
                      <a:pt x="62" y="159"/>
                      <a:pt x="66" y="159"/>
                    </a:cubicBezTo>
                    <a:cubicBezTo>
                      <a:pt x="69" y="159"/>
                      <a:pt x="70" y="161"/>
                      <a:pt x="73" y="161"/>
                    </a:cubicBezTo>
                    <a:cubicBezTo>
                      <a:pt x="76" y="161"/>
                      <a:pt x="76" y="159"/>
                      <a:pt x="79" y="159"/>
                    </a:cubicBezTo>
                    <a:cubicBezTo>
                      <a:pt x="82" y="159"/>
                      <a:pt x="82" y="160"/>
                      <a:pt x="84" y="161"/>
                    </a:cubicBezTo>
                    <a:cubicBezTo>
                      <a:pt x="85" y="160"/>
                      <a:pt x="85" y="160"/>
                      <a:pt x="85" y="160"/>
                    </a:cubicBezTo>
                    <a:cubicBezTo>
                      <a:pt x="83" y="160"/>
                      <a:pt x="82" y="158"/>
                      <a:pt x="79" y="158"/>
                    </a:cubicBezTo>
                    <a:cubicBezTo>
                      <a:pt x="76" y="158"/>
                      <a:pt x="76" y="160"/>
                      <a:pt x="73" y="160"/>
                    </a:cubicBezTo>
                    <a:cubicBezTo>
                      <a:pt x="70" y="160"/>
                      <a:pt x="69" y="158"/>
                      <a:pt x="66" y="158"/>
                    </a:cubicBezTo>
                    <a:cubicBezTo>
                      <a:pt x="62" y="158"/>
                      <a:pt x="62" y="160"/>
                      <a:pt x="60" y="160"/>
                    </a:cubicBezTo>
                    <a:cubicBezTo>
                      <a:pt x="57" y="160"/>
                      <a:pt x="56" y="158"/>
                      <a:pt x="53" y="158"/>
                    </a:cubicBezTo>
                    <a:cubicBezTo>
                      <a:pt x="50" y="158"/>
                      <a:pt x="50" y="159"/>
                      <a:pt x="48" y="160"/>
                    </a:cubicBezTo>
                    <a:cubicBezTo>
                      <a:pt x="41" y="155"/>
                      <a:pt x="41" y="155"/>
                      <a:pt x="41" y="155"/>
                    </a:cubicBezTo>
                    <a:cubicBezTo>
                      <a:pt x="42" y="155"/>
                      <a:pt x="42" y="155"/>
                      <a:pt x="42" y="155"/>
                    </a:cubicBezTo>
                    <a:cubicBezTo>
                      <a:pt x="46" y="155"/>
                      <a:pt x="47" y="157"/>
                      <a:pt x="47" y="157"/>
                    </a:cubicBezTo>
                    <a:cubicBezTo>
                      <a:pt x="50" y="157"/>
                      <a:pt x="50" y="155"/>
                      <a:pt x="53" y="155"/>
                    </a:cubicBezTo>
                    <a:cubicBezTo>
                      <a:pt x="56" y="155"/>
                      <a:pt x="57" y="157"/>
                      <a:pt x="60" y="157"/>
                    </a:cubicBezTo>
                    <a:cubicBezTo>
                      <a:pt x="62" y="157"/>
                      <a:pt x="62" y="155"/>
                      <a:pt x="66" y="155"/>
                    </a:cubicBezTo>
                    <a:cubicBezTo>
                      <a:pt x="69" y="155"/>
                      <a:pt x="70" y="157"/>
                      <a:pt x="73" y="157"/>
                    </a:cubicBezTo>
                    <a:cubicBezTo>
                      <a:pt x="76" y="156"/>
                      <a:pt x="76" y="155"/>
                      <a:pt x="79" y="155"/>
                    </a:cubicBezTo>
                    <a:cubicBezTo>
                      <a:pt x="82" y="155"/>
                      <a:pt x="83" y="157"/>
                      <a:pt x="85" y="157"/>
                    </a:cubicBezTo>
                    <a:cubicBezTo>
                      <a:pt x="88" y="157"/>
                      <a:pt x="88" y="155"/>
                      <a:pt x="92" y="155"/>
                    </a:cubicBezTo>
                    <a:cubicBezTo>
                      <a:pt x="92" y="155"/>
                      <a:pt x="92" y="155"/>
                      <a:pt x="92" y="155"/>
                    </a:cubicBezTo>
                    <a:cubicBezTo>
                      <a:pt x="94" y="154"/>
                      <a:pt x="94" y="154"/>
                      <a:pt x="94" y="154"/>
                    </a:cubicBezTo>
                    <a:cubicBezTo>
                      <a:pt x="93" y="154"/>
                      <a:pt x="93" y="154"/>
                      <a:pt x="92" y="154"/>
                    </a:cubicBezTo>
                    <a:cubicBezTo>
                      <a:pt x="88" y="154"/>
                      <a:pt x="88" y="156"/>
                      <a:pt x="85" y="156"/>
                    </a:cubicBezTo>
                    <a:cubicBezTo>
                      <a:pt x="83" y="156"/>
                      <a:pt x="82" y="154"/>
                      <a:pt x="79" y="154"/>
                    </a:cubicBezTo>
                    <a:cubicBezTo>
                      <a:pt x="76" y="154"/>
                      <a:pt x="76" y="156"/>
                      <a:pt x="73" y="156"/>
                    </a:cubicBezTo>
                    <a:cubicBezTo>
                      <a:pt x="70" y="156"/>
                      <a:pt x="69" y="154"/>
                      <a:pt x="66" y="154"/>
                    </a:cubicBezTo>
                    <a:cubicBezTo>
                      <a:pt x="62" y="154"/>
                      <a:pt x="62" y="156"/>
                      <a:pt x="60" y="156"/>
                    </a:cubicBezTo>
                    <a:cubicBezTo>
                      <a:pt x="57" y="156"/>
                      <a:pt x="56" y="154"/>
                      <a:pt x="53" y="154"/>
                    </a:cubicBezTo>
                    <a:cubicBezTo>
                      <a:pt x="50" y="154"/>
                      <a:pt x="50" y="155"/>
                      <a:pt x="47" y="156"/>
                    </a:cubicBezTo>
                    <a:cubicBezTo>
                      <a:pt x="47" y="156"/>
                      <a:pt x="46" y="154"/>
                      <a:pt x="42" y="154"/>
                    </a:cubicBezTo>
                    <a:cubicBezTo>
                      <a:pt x="41" y="154"/>
                      <a:pt x="40" y="154"/>
                      <a:pt x="40" y="154"/>
                    </a:cubicBezTo>
                    <a:cubicBezTo>
                      <a:pt x="37" y="152"/>
                      <a:pt x="37" y="152"/>
                      <a:pt x="37" y="152"/>
                    </a:cubicBezTo>
                    <a:cubicBezTo>
                      <a:pt x="39" y="152"/>
                      <a:pt x="39" y="151"/>
                      <a:pt x="42" y="151"/>
                    </a:cubicBezTo>
                    <a:cubicBezTo>
                      <a:pt x="42" y="151"/>
                      <a:pt x="42" y="151"/>
                      <a:pt x="42" y="151"/>
                    </a:cubicBezTo>
                    <a:cubicBezTo>
                      <a:pt x="41" y="150"/>
                      <a:pt x="41" y="149"/>
                      <a:pt x="41" y="149"/>
                    </a:cubicBezTo>
                    <a:cubicBezTo>
                      <a:pt x="41" y="149"/>
                      <a:pt x="41" y="149"/>
                      <a:pt x="41" y="149"/>
                    </a:cubicBezTo>
                    <a:cubicBezTo>
                      <a:pt x="41" y="149"/>
                      <a:pt x="41" y="149"/>
                      <a:pt x="41" y="149"/>
                    </a:cubicBezTo>
                    <a:cubicBezTo>
                      <a:pt x="41" y="149"/>
                      <a:pt x="42" y="147"/>
                      <a:pt x="44" y="146"/>
                    </a:cubicBezTo>
                    <a:cubicBezTo>
                      <a:pt x="45" y="145"/>
                      <a:pt x="45" y="144"/>
                      <a:pt x="46" y="144"/>
                    </a:cubicBezTo>
                    <a:cubicBezTo>
                      <a:pt x="48" y="142"/>
                      <a:pt x="48" y="142"/>
                      <a:pt x="48" y="142"/>
                    </a:cubicBezTo>
                    <a:cubicBezTo>
                      <a:pt x="49" y="135"/>
                      <a:pt x="49" y="135"/>
                      <a:pt x="49" y="135"/>
                    </a:cubicBezTo>
                    <a:cubicBezTo>
                      <a:pt x="19" y="135"/>
                      <a:pt x="19" y="135"/>
                      <a:pt x="19" y="135"/>
                    </a:cubicBezTo>
                    <a:cubicBezTo>
                      <a:pt x="39" y="160"/>
                      <a:pt x="67" y="169"/>
                      <a:pt x="67" y="169"/>
                    </a:cubicBezTo>
                    <a:moveTo>
                      <a:pt x="66" y="164"/>
                    </a:moveTo>
                    <a:cubicBezTo>
                      <a:pt x="69" y="164"/>
                      <a:pt x="70" y="166"/>
                      <a:pt x="73" y="166"/>
                    </a:cubicBezTo>
                    <a:cubicBezTo>
                      <a:pt x="67" y="169"/>
                      <a:pt x="67" y="169"/>
                      <a:pt x="67" y="169"/>
                    </a:cubicBezTo>
                    <a:cubicBezTo>
                      <a:pt x="60" y="166"/>
                      <a:pt x="60" y="166"/>
                      <a:pt x="60" y="166"/>
                    </a:cubicBezTo>
                    <a:cubicBezTo>
                      <a:pt x="62" y="166"/>
                      <a:pt x="62" y="164"/>
                      <a:pt x="66" y="164"/>
                    </a:cubicBezTo>
                    <a:moveTo>
                      <a:pt x="59" y="0"/>
                    </a:moveTo>
                    <a:cubicBezTo>
                      <a:pt x="72" y="0"/>
                      <a:pt x="72" y="0"/>
                      <a:pt x="72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59" y="0"/>
                      <a:pt x="59" y="0"/>
                      <a:pt x="59" y="0"/>
                    </a:cubicBezTo>
                    <a:close/>
                    <a:moveTo>
                      <a:pt x="123" y="35"/>
                    </a:moveTo>
                    <a:cubicBezTo>
                      <a:pt x="123" y="35"/>
                      <a:pt x="123" y="35"/>
                      <a:pt x="123" y="35"/>
                    </a:cubicBezTo>
                    <a:cubicBezTo>
                      <a:pt x="123" y="35"/>
                      <a:pt x="123" y="35"/>
                      <a:pt x="123" y="35"/>
                    </a:cubicBezTo>
                    <a:close/>
                    <a:moveTo>
                      <a:pt x="85" y="142"/>
                    </a:moveTo>
                    <a:cubicBezTo>
                      <a:pt x="85" y="143"/>
                      <a:pt x="85" y="143"/>
                      <a:pt x="85" y="143"/>
                    </a:cubicBezTo>
                    <a:cubicBezTo>
                      <a:pt x="87" y="144"/>
                      <a:pt x="87" y="144"/>
                      <a:pt x="87" y="144"/>
                    </a:cubicBezTo>
                    <a:cubicBezTo>
                      <a:pt x="88" y="146"/>
                      <a:pt x="88" y="146"/>
                      <a:pt x="88" y="146"/>
                    </a:cubicBezTo>
                    <a:cubicBezTo>
                      <a:pt x="91" y="150"/>
                      <a:pt x="91" y="150"/>
                      <a:pt x="91" y="150"/>
                    </a:cubicBezTo>
                    <a:cubicBezTo>
                      <a:pt x="92" y="150"/>
                      <a:pt x="92" y="150"/>
                      <a:pt x="92" y="150"/>
                    </a:cubicBezTo>
                    <a:cubicBezTo>
                      <a:pt x="91" y="151"/>
                      <a:pt x="91" y="151"/>
                      <a:pt x="91" y="151"/>
                    </a:cubicBezTo>
                    <a:cubicBezTo>
                      <a:pt x="91" y="151"/>
                      <a:pt x="89" y="151"/>
                      <a:pt x="87" y="151"/>
                    </a:cubicBezTo>
                    <a:cubicBezTo>
                      <a:pt x="86" y="152"/>
                      <a:pt x="86" y="152"/>
                      <a:pt x="86" y="152"/>
                    </a:cubicBezTo>
                    <a:cubicBezTo>
                      <a:pt x="85" y="152"/>
                      <a:pt x="84" y="151"/>
                      <a:pt x="83" y="151"/>
                    </a:cubicBezTo>
                    <a:cubicBezTo>
                      <a:pt x="81" y="151"/>
                      <a:pt x="80" y="150"/>
                      <a:pt x="78" y="150"/>
                    </a:cubicBezTo>
                    <a:cubicBezTo>
                      <a:pt x="76" y="150"/>
                      <a:pt x="75" y="151"/>
                      <a:pt x="73" y="152"/>
                    </a:cubicBezTo>
                    <a:cubicBezTo>
                      <a:pt x="72" y="152"/>
                      <a:pt x="72" y="152"/>
                      <a:pt x="72" y="152"/>
                    </a:cubicBezTo>
                    <a:cubicBezTo>
                      <a:pt x="70" y="152"/>
                      <a:pt x="67" y="150"/>
                      <a:pt x="66" y="150"/>
                    </a:cubicBezTo>
                    <a:cubicBezTo>
                      <a:pt x="66" y="150"/>
                      <a:pt x="66" y="150"/>
                      <a:pt x="66" y="150"/>
                    </a:cubicBezTo>
                    <a:cubicBezTo>
                      <a:pt x="64" y="150"/>
                      <a:pt x="61" y="152"/>
                      <a:pt x="60" y="152"/>
                    </a:cubicBezTo>
                    <a:cubicBezTo>
                      <a:pt x="60" y="152"/>
                      <a:pt x="60" y="152"/>
                      <a:pt x="60" y="152"/>
                    </a:cubicBezTo>
                    <a:cubicBezTo>
                      <a:pt x="59" y="152"/>
                      <a:pt x="58" y="152"/>
                      <a:pt x="57" y="151"/>
                    </a:cubicBezTo>
                    <a:cubicBezTo>
                      <a:pt x="56" y="151"/>
                      <a:pt x="54" y="150"/>
                      <a:pt x="53" y="150"/>
                    </a:cubicBezTo>
                    <a:cubicBezTo>
                      <a:pt x="53" y="150"/>
                      <a:pt x="53" y="150"/>
                      <a:pt x="53" y="150"/>
                    </a:cubicBezTo>
                    <a:cubicBezTo>
                      <a:pt x="52" y="150"/>
                      <a:pt x="50" y="151"/>
                      <a:pt x="49" y="152"/>
                    </a:cubicBezTo>
                    <a:cubicBezTo>
                      <a:pt x="49" y="152"/>
                      <a:pt x="48" y="152"/>
                      <a:pt x="47" y="152"/>
                    </a:cubicBezTo>
                    <a:cubicBezTo>
                      <a:pt x="47" y="153"/>
                      <a:pt x="47" y="153"/>
                      <a:pt x="47" y="153"/>
                    </a:cubicBezTo>
                    <a:cubicBezTo>
                      <a:pt x="50" y="152"/>
                      <a:pt x="50" y="151"/>
                      <a:pt x="53" y="151"/>
                    </a:cubicBezTo>
                    <a:cubicBezTo>
                      <a:pt x="56" y="151"/>
                      <a:pt x="57" y="153"/>
                      <a:pt x="60" y="153"/>
                    </a:cubicBezTo>
                    <a:cubicBezTo>
                      <a:pt x="62" y="153"/>
                      <a:pt x="62" y="151"/>
                      <a:pt x="66" y="151"/>
                    </a:cubicBezTo>
                    <a:cubicBezTo>
                      <a:pt x="69" y="151"/>
                      <a:pt x="70" y="153"/>
                      <a:pt x="73" y="153"/>
                    </a:cubicBezTo>
                    <a:cubicBezTo>
                      <a:pt x="76" y="153"/>
                      <a:pt x="76" y="151"/>
                      <a:pt x="79" y="151"/>
                    </a:cubicBezTo>
                    <a:cubicBezTo>
                      <a:pt x="82" y="151"/>
                      <a:pt x="83" y="153"/>
                      <a:pt x="85" y="153"/>
                    </a:cubicBezTo>
                    <a:cubicBezTo>
                      <a:pt x="88" y="153"/>
                      <a:pt x="88" y="151"/>
                      <a:pt x="92" y="151"/>
                    </a:cubicBezTo>
                    <a:cubicBezTo>
                      <a:pt x="95" y="151"/>
                      <a:pt x="94" y="152"/>
                      <a:pt x="96" y="152"/>
                    </a:cubicBezTo>
                    <a:cubicBezTo>
                      <a:pt x="102" y="148"/>
                      <a:pt x="108" y="142"/>
                      <a:pt x="113" y="136"/>
                    </a:cubicBezTo>
                    <a:cubicBezTo>
                      <a:pt x="84" y="136"/>
                      <a:pt x="84" y="136"/>
                      <a:pt x="84" y="136"/>
                    </a:cubicBezTo>
                    <a:lnTo>
                      <a:pt x="85" y="142"/>
                    </a:lnTo>
                    <a:close/>
                    <a:moveTo>
                      <a:pt x="0" y="82"/>
                    </a:moveTo>
                    <a:cubicBezTo>
                      <a:pt x="0" y="105"/>
                      <a:pt x="9" y="122"/>
                      <a:pt x="19" y="135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39" y="59"/>
                      <a:pt x="39" y="59"/>
                      <a:pt x="39" y="59"/>
                    </a:cubicBezTo>
                    <a:cubicBezTo>
                      <a:pt x="40" y="58"/>
                      <a:pt x="40" y="58"/>
                      <a:pt x="40" y="58"/>
                    </a:cubicBezTo>
                    <a:cubicBezTo>
                      <a:pt x="40" y="57"/>
                      <a:pt x="40" y="57"/>
                      <a:pt x="40" y="57"/>
                    </a:cubicBezTo>
                    <a:cubicBezTo>
                      <a:pt x="40" y="56"/>
                      <a:pt x="40" y="56"/>
                      <a:pt x="39" y="55"/>
                    </a:cubicBezTo>
                    <a:cubicBezTo>
                      <a:pt x="38" y="55"/>
                      <a:pt x="37" y="54"/>
                      <a:pt x="37" y="54"/>
                    </a:cubicBezTo>
                    <a:cubicBezTo>
                      <a:pt x="34" y="54"/>
                      <a:pt x="34" y="54"/>
                      <a:pt x="34" y="54"/>
                    </a:cubicBezTo>
                    <a:cubicBezTo>
                      <a:pt x="34" y="55"/>
                      <a:pt x="34" y="56"/>
                      <a:pt x="34" y="57"/>
                    </a:cubicBezTo>
                    <a:cubicBezTo>
                      <a:pt x="34" y="57"/>
                      <a:pt x="32" y="53"/>
                      <a:pt x="30" y="52"/>
                    </a:cubicBezTo>
                    <a:cubicBezTo>
                      <a:pt x="29" y="53"/>
                      <a:pt x="29" y="53"/>
                      <a:pt x="29" y="53"/>
                    </a:cubicBezTo>
                    <a:cubicBezTo>
                      <a:pt x="30" y="54"/>
                      <a:pt x="27" y="55"/>
                      <a:pt x="26" y="56"/>
                    </a:cubicBezTo>
                    <a:cubicBezTo>
                      <a:pt x="25" y="57"/>
                      <a:pt x="25" y="58"/>
                      <a:pt x="25" y="58"/>
                    </a:cubicBezTo>
                    <a:cubicBezTo>
                      <a:pt x="26" y="58"/>
                      <a:pt x="32" y="56"/>
                      <a:pt x="32" y="62"/>
                    </a:cubicBezTo>
                    <a:cubicBezTo>
                      <a:pt x="32" y="62"/>
                      <a:pt x="32" y="64"/>
                      <a:pt x="31" y="64"/>
                    </a:cubicBezTo>
                    <a:cubicBezTo>
                      <a:pt x="31" y="64"/>
                      <a:pt x="32" y="65"/>
                      <a:pt x="31" y="66"/>
                    </a:cubicBezTo>
                    <a:cubicBezTo>
                      <a:pt x="30" y="67"/>
                      <a:pt x="28" y="69"/>
                      <a:pt x="27" y="70"/>
                    </a:cubicBezTo>
                    <a:cubicBezTo>
                      <a:pt x="25" y="72"/>
                      <a:pt x="27" y="73"/>
                      <a:pt x="28" y="74"/>
                    </a:cubicBezTo>
                    <a:cubicBezTo>
                      <a:pt x="28" y="75"/>
                      <a:pt x="30" y="77"/>
                      <a:pt x="30" y="78"/>
                    </a:cubicBezTo>
                    <a:cubicBezTo>
                      <a:pt x="32" y="79"/>
                      <a:pt x="32" y="79"/>
                      <a:pt x="32" y="79"/>
                    </a:cubicBezTo>
                    <a:cubicBezTo>
                      <a:pt x="32" y="78"/>
                      <a:pt x="32" y="78"/>
                      <a:pt x="32" y="78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4" y="75"/>
                      <a:pt x="34" y="75"/>
                      <a:pt x="34" y="75"/>
                    </a:cubicBezTo>
                    <a:cubicBezTo>
                      <a:pt x="35" y="74"/>
                      <a:pt x="35" y="74"/>
                      <a:pt x="35" y="74"/>
                    </a:cubicBezTo>
                    <a:cubicBezTo>
                      <a:pt x="36" y="73"/>
                      <a:pt x="36" y="73"/>
                      <a:pt x="36" y="73"/>
                    </a:cubicBezTo>
                    <a:cubicBezTo>
                      <a:pt x="36" y="76"/>
                      <a:pt x="36" y="76"/>
                      <a:pt x="36" y="76"/>
                    </a:cubicBezTo>
                    <a:cubicBezTo>
                      <a:pt x="36" y="76"/>
                      <a:pt x="36" y="79"/>
                      <a:pt x="35" y="80"/>
                    </a:cubicBezTo>
                    <a:cubicBezTo>
                      <a:pt x="34" y="81"/>
                      <a:pt x="33" y="83"/>
                      <a:pt x="32" y="83"/>
                    </a:cubicBezTo>
                    <a:cubicBezTo>
                      <a:pt x="30" y="83"/>
                      <a:pt x="30" y="83"/>
                      <a:pt x="29" y="82"/>
                    </a:cubicBezTo>
                    <a:cubicBezTo>
                      <a:pt x="29" y="81"/>
                      <a:pt x="28" y="79"/>
                      <a:pt x="28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5" y="77"/>
                      <a:pt x="25" y="77"/>
                      <a:pt x="25" y="77"/>
                    </a:cubicBezTo>
                    <a:cubicBezTo>
                      <a:pt x="23" y="75"/>
                      <a:pt x="23" y="75"/>
                      <a:pt x="23" y="75"/>
                    </a:cubicBezTo>
                    <a:cubicBezTo>
                      <a:pt x="22" y="74"/>
                      <a:pt x="22" y="74"/>
                      <a:pt x="22" y="74"/>
                    </a:cubicBezTo>
                    <a:cubicBezTo>
                      <a:pt x="22" y="72"/>
                      <a:pt x="22" y="72"/>
                      <a:pt x="22" y="72"/>
                    </a:cubicBezTo>
                    <a:cubicBezTo>
                      <a:pt x="23" y="70"/>
                      <a:pt x="23" y="70"/>
                      <a:pt x="23" y="70"/>
                    </a:cubicBezTo>
                    <a:cubicBezTo>
                      <a:pt x="23" y="69"/>
                      <a:pt x="23" y="69"/>
                      <a:pt x="23" y="69"/>
                    </a:cubicBezTo>
                    <a:cubicBezTo>
                      <a:pt x="23" y="68"/>
                      <a:pt x="23" y="68"/>
                      <a:pt x="23" y="68"/>
                    </a:cubicBezTo>
                    <a:cubicBezTo>
                      <a:pt x="23" y="68"/>
                      <a:pt x="22" y="69"/>
                      <a:pt x="21" y="69"/>
                    </a:cubicBezTo>
                    <a:cubicBezTo>
                      <a:pt x="20" y="70"/>
                      <a:pt x="20" y="70"/>
                      <a:pt x="20" y="70"/>
                    </a:cubicBezTo>
                    <a:cubicBezTo>
                      <a:pt x="18" y="72"/>
                      <a:pt x="18" y="72"/>
                      <a:pt x="18" y="72"/>
                    </a:cubicBezTo>
                    <a:cubicBezTo>
                      <a:pt x="18" y="72"/>
                      <a:pt x="18" y="74"/>
                      <a:pt x="18" y="75"/>
                    </a:cubicBezTo>
                    <a:cubicBezTo>
                      <a:pt x="17" y="75"/>
                      <a:pt x="16" y="78"/>
                      <a:pt x="15" y="79"/>
                    </a:cubicBezTo>
                    <a:cubicBezTo>
                      <a:pt x="14" y="80"/>
                      <a:pt x="13" y="81"/>
                      <a:pt x="13" y="82"/>
                    </a:cubicBezTo>
                    <a:cubicBezTo>
                      <a:pt x="13" y="83"/>
                      <a:pt x="13" y="84"/>
                      <a:pt x="13" y="85"/>
                    </a:cubicBezTo>
                    <a:cubicBezTo>
                      <a:pt x="12" y="86"/>
                      <a:pt x="12" y="86"/>
                      <a:pt x="12" y="87"/>
                    </a:cubicBezTo>
                    <a:cubicBezTo>
                      <a:pt x="12" y="88"/>
                      <a:pt x="12" y="89"/>
                      <a:pt x="11" y="91"/>
                    </a:cubicBezTo>
                    <a:cubicBezTo>
                      <a:pt x="10" y="92"/>
                      <a:pt x="10" y="93"/>
                      <a:pt x="10" y="94"/>
                    </a:cubicBezTo>
                    <a:cubicBezTo>
                      <a:pt x="11" y="95"/>
                      <a:pt x="11" y="97"/>
                      <a:pt x="12" y="97"/>
                    </a:cubicBezTo>
                    <a:cubicBezTo>
                      <a:pt x="13" y="97"/>
                      <a:pt x="14" y="96"/>
                      <a:pt x="15" y="96"/>
                    </a:cubicBezTo>
                    <a:cubicBezTo>
                      <a:pt x="16" y="96"/>
                      <a:pt x="17" y="96"/>
                      <a:pt x="17" y="96"/>
                    </a:cubicBezTo>
                    <a:cubicBezTo>
                      <a:pt x="19" y="98"/>
                      <a:pt x="19" y="98"/>
                      <a:pt x="19" y="98"/>
                    </a:cubicBezTo>
                    <a:cubicBezTo>
                      <a:pt x="19" y="99"/>
                      <a:pt x="19" y="98"/>
                      <a:pt x="18" y="99"/>
                    </a:cubicBezTo>
                    <a:cubicBezTo>
                      <a:pt x="17" y="100"/>
                      <a:pt x="16" y="101"/>
                      <a:pt x="14" y="101"/>
                    </a:cubicBezTo>
                    <a:cubicBezTo>
                      <a:pt x="13" y="101"/>
                      <a:pt x="11" y="101"/>
                      <a:pt x="10" y="101"/>
                    </a:cubicBezTo>
                    <a:cubicBezTo>
                      <a:pt x="8" y="100"/>
                      <a:pt x="8" y="100"/>
                      <a:pt x="8" y="100"/>
                    </a:cubicBezTo>
                    <a:cubicBezTo>
                      <a:pt x="7" y="96"/>
                      <a:pt x="7" y="96"/>
                      <a:pt x="7" y="96"/>
                    </a:cubicBezTo>
                    <a:cubicBezTo>
                      <a:pt x="7" y="94"/>
                      <a:pt x="7" y="94"/>
                      <a:pt x="7" y="94"/>
                    </a:cubicBezTo>
                    <a:cubicBezTo>
                      <a:pt x="7" y="89"/>
                      <a:pt x="7" y="89"/>
                      <a:pt x="7" y="89"/>
                    </a:cubicBezTo>
                    <a:cubicBezTo>
                      <a:pt x="8" y="89"/>
                      <a:pt x="8" y="88"/>
                      <a:pt x="8" y="87"/>
                    </a:cubicBezTo>
                    <a:cubicBezTo>
                      <a:pt x="8" y="85"/>
                      <a:pt x="7" y="84"/>
                      <a:pt x="7" y="83"/>
                    </a:cubicBezTo>
                    <a:cubicBezTo>
                      <a:pt x="9" y="80"/>
                      <a:pt x="9" y="80"/>
                      <a:pt x="9" y="80"/>
                    </a:cubicBezTo>
                    <a:cubicBezTo>
                      <a:pt x="9" y="78"/>
                      <a:pt x="9" y="78"/>
                      <a:pt x="9" y="78"/>
                    </a:cubicBezTo>
                    <a:cubicBezTo>
                      <a:pt x="8" y="78"/>
                      <a:pt x="8" y="78"/>
                      <a:pt x="8" y="78"/>
                    </a:cubicBezTo>
                    <a:cubicBezTo>
                      <a:pt x="10" y="75"/>
                      <a:pt x="10" y="75"/>
                      <a:pt x="10" y="75"/>
                    </a:cubicBezTo>
                    <a:cubicBezTo>
                      <a:pt x="8" y="75"/>
                      <a:pt x="8" y="75"/>
                      <a:pt x="8" y="75"/>
                    </a:cubicBezTo>
                    <a:cubicBezTo>
                      <a:pt x="8" y="74"/>
                      <a:pt x="8" y="74"/>
                      <a:pt x="8" y="74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6" y="71"/>
                      <a:pt x="6" y="71"/>
                      <a:pt x="6" y="71"/>
                    </a:cubicBezTo>
                    <a:cubicBezTo>
                      <a:pt x="7" y="69"/>
                      <a:pt x="7" y="69"/>
                      <a:pt x="7" y="69"/>
                    </a:cubicBezTo>
                    <a:cubicBezTo>
                      <a:pt x="5" y="69"/>
                      <a:pt x="5" y="69"/>
                      <a:pt x="5" y="69"/>
                    </a:cubicBezTo>
                    <a:cubicBezTo>
                      <a:pt x="7" y="67"/>
                      <a:pt x="7" y="67"/>
                      <a:pt x="7" y="67"/>
                    </a:cubicBezTo>
                    <a:cubicBezTo>
                      <a:pt x="7" y="67"/>
                      <a:pt x="3" y="64"/>
                      <a:pt x="3" y="60"/>
                    </a:cubicBezTo>
                    <a:cubicBezTo>
                      <a:pt x="3" y="55"/>
                      <a:pt x="10" y="49"/>
                      <a:pt x="10" y="42"/>
                    </a:cubicBezTo>
                    <a:cubicBezTo>
                      <a:pt x="10" y="41"/>
                      <a:pt x="10" y="39"/>
                      <a:pt x="10" y="39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8" y="36"/>
                      <a:pt x="6" y="37"/>
                      <a:pt x="6" y="37"/>
                    </a:cubicBezTo>
                    <a:cubicBezTo>
                      <a:pt x="6" y="36"/>
                      <a:pt x="4" y="37"/>
                      <a:pt x="4" y="39"/>
                    </a:cubicBezTo>
                    <a:cubicBezTo>
                      <a:pt x="4" y="40"/>
                      <a:pt x="4" y="40"/>
                      <a:pt x="4" y="40"/>
                    </a:cubicBezTo>
                    <a:cubicBezTo>
                      <a:pt x="4" y="40"/>
                      <a:pt x="8" y="41"/>
                      <a:pt x="7" y="44"/>
                    </a:cubicBezTo>
                    <a:cubicBezTo>
                      <a:pt x="6" y="46"/>
                      <a:pt x="4" y="48"/>
                      <a:pt x="4" y="49"/>
                    </a:cubicBezTo>
                    <a:cubicBezTo>
                      <a:pt x="4" y="50"/>
                      <a:pt x="5" y="52"/>
                      <a:pt x="5" y="52"/>
                    </a:cubicBezTo>
                    <a:cubicBezTo>
                      <a:pt x="6" y="52"/>
                      <a:pt x="1" y="53"/>
                      <a:pt x="2" y="49"/>
                    </a:cubicBezTo>
                    <a:cubicBezTo>
                      <a:pt x="2" y="45"/>
                      <a:pt x="3" y="45"/>
                      <a:pt x="3" y="44"/>
                    </a:cubicBezTo>
                    <a:cubicBezTo>
                      <a:pt x="3" y="43"/>
                      <a:pt x="1" y="42"/>
                      <a:pt x="1" y="39"/>
                    </a:cubicBezTo>
                    <a:cubicBezTo>
                      <a:pt x="2" y="36"/>
                      <a:pt x="4" y="35"/>
                      <a:pt x="6" y="34"/>
                    </a:cubicBezTo>
                    <a:cubicBezTo>
                      <a:pt x="8" y="35"/>
                      <a:pt x="8" y="35"/>
                      <a:pt x="8" y="35"/>
                    </a:cubicBezTo>
                    <a:cubicBezTo>
                      <a:pt x="7" y="34"/>
                      <a:pt x="5" y="33"/>
                      <a:pt x="4" y="30"/>
                    </a:cubicBezTo>
                    <a:cubicBezTo>
                      <a:pt x="4" y="30"/>
                      <a:pt x="5" y="29"/>
                      <a:pt x="7" y="29"/>
                    </a:cubicBezTo>
                    <a:cubicBezTo>
                      <a:pt x="6" y="29"/>
                      <a:pt x="2" y="24"/>
                      <a:pt x="3" y="22"/>
                    </a:cubicBezTo>
                    <a:cubicBezTo>
                      <a:pt x="3" y="22"/>
                      <a:pt x="6" y="22"/>
                      <a:pt x="7" y="23"/>
                    </a:cubicBezTo>
                    <a:cubicBezTo>
                      <a:pt x="7" y="23"/>
                      <a:pt x="1" y="18"/>
                      <a:pt x="2" y="14"/>
                    </a:cubicBezTo>
                    <a:cubicBezTo>
                      <a:pt x="2" y="14"/>
                      <a:pt x="6" y="17"/>
                      <a:pt x="7" y="17"/>
                    </a:cubicBezTo>
                    <a:cubicBezTo>
                      <a:pt x="7" y="17"/>
                      <a:pt x="0" y="7"/>
                      <a:pt x="4" y="3"/>
                    </a:cubicBezTo>
                    <a:cubicBezTo>
                      <a:pt x="4" y="3"/>
                      <a:pt x="8" y="12"/>
                      <a:pt x="9" y="13"/>
                    </a:cubicBezTo>
                    <a:cubicBezTo>
                      <a:pt x="9" y="13"/>
                      <a:pt x="10" y="12"/>
                      <a:pt x="10" y="11"/>
                    </a:cubicBezTo>
                    <a:cubicBezTo>
                      <a:pt x="10" y="11"/>
                      <a:pt x="10" y="11"/>
                      <a:pt x="10" y="11"/>
                    </a:cubicBezTo>
                    <a:cubicBezTo>
                      <a:pt x="10" y="8"/>
                      <a:pt x="12" y="2"/>
                      <a:pt x="14" y="1"/>
                    </a:cubicBezTo>
                    <a:cubicBezTo>
                      <a:pt x="14" y="1"/>
                      <a:pt x="13" y="11"/>
                      <a:pt x="15" y="13"/>
                    </a:cubicBezTo>
                    <a:cubicBezTo>
                      <a:pt x="15" y="13"/>
                      <a:pt x="15" y="12"/>
                      <a:pt x="16" y="12"/>
                    </a:cubicBezTo>
                    <a:cubicBezTo>
                      <a:pt x="16" y="12"/>
                      <a:pt x="16" y="17"/>
                      <a:pt x="17" y="18"/>
                    </a:cubicBezTo>
                    <a:cubicBezTo>
                      <a:pt x="18" y="17"/>
                      <a:pt x="18" y="17"/>
                      <a:pt x="18" y="17"/>
                    </a:cubicBezTo>
                    <a:cubicBezTo>
                      <a:pt x="18" y="17"/>
                      <a:pt x="19" y="20"/>
                      <a:pt x="20" y="21"/>
                    </a:cubicBezTo>
                    <a:cubicBezTo>
                      <a:pt x="20" y="21"/>
                      <a:pt x="20" y="21"/>
                      <a:pt x="20" y="22"/>
                    </a:cubicBezTo>
                    <a:cubicBezTo>
                      <a:pt x="20" y="19"/>
                      <a:pt x="21" y="18"/>
                      <a:pt x="21" y="17"/>
                    </a:cubicBezTo>
                    <a:cubicBezTo>
                      <a:pt x="21" y="17"/>
                      <a:pt x="21" y="17"/>
                      <a:pt x="21" y="17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3" y="14"/>
                      <a:pt x="23" y="14"/>
                      <a:pt x="23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7" y="14"/>
                      <a:pt x="27" y="14"/>
                      <a:pt x="28" y="14"/>
                    </a:cubicBezTo>
                    <a:cubicBezTo>
                      <a:pt x="30" y="14"/>
                      <a:pt x="30" y="16"/>
                      <a:pt x="30" y="16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6" y="16"/>
                      <a:pt x="36" y="19"/>
                      <a:pt x="36" y="19"/>
                    </a:cubicBezTo>
                    <a:cubicBezTo>
                      <a:pt x="34" y="18"/>
                      <a:pt x="34" y="18"/>
                      <a:pt x="34" y="18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2" y="21"/>
                      <a:pt x="32" y="21"/>
                      <a:pt x="32" y="21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6" y="22"/>
                      <a:pt x="36" y="22"/>
                      <a:pt x="36" y="22"/>
                    </a:cubicBezTo>
                    <a:cubicBezTo>
                      <a:pt x="35" y="23"/>
                      <a:pt x="35" y="23"/>
                      <a:pt x="35" y="23"/>
                    </a:cubicBezTo>
                    <a:cubicBezTo>
                      <a:pt x="35" y="23"/>
                      <a:pt x="34" y="24"/>
                      <a:pt x="33" y="24"/>
                    </a:cubicBezTo>
                    <a:cubicBezTo>
                      <a:pt x="32" y="24"/>
                      <a:pt x="31" y="23"/>
                      <a:pt x="30" y="23"/>
                    </a:cubicBezTo>
                    <a:cubicBezTo>
                      <a:pt x="28" y="23"/>
                      <a:pt x="28" y="23"/>
                      <a:pt x="28" y="23"/>
                    </a:cubicBezTo>
                    <a:cubicBezTo>
                      <a:pt x="28" y="23"/>
                      <a:pt x="28" y="23"/>
                      <a:pt x="28" y="23"/>
                    </a:cubicBezTo>
                    <a:cubicBezTo>
                      <a:pt x="28" y="24"/>
                      <a:pt x="28" y="24"/>
                      <a:pt x="28" y="24"/>
                    </a:cubicBezTo>
                    <a:cubicBezTo>
                      <a:pt x="28" y="25"/>
                      <a:pt x="29" y="26"/>
                      <a:pt x="30" y="27"/>
                    </a:cubicBezTo>
                    <a:cubicBezTo>
                      <a:pt x="32" y="28"/>
                      <a:pt x="34" y="30"/>
                      <a:pt x="35" y="31"/>
                    </a:cubicBezTo>
                    <a:cubicBezTo>
                      <a:pt x="36" y="32"/>
                      <a:pt x="36" y="34"/>
                      <a:pt x="37" y="35"/>
                    </a:cubicBezTo>
                    <a:cubicBezTo>
                      <a:pt x="38" y="32"/>
                      <a:pt x="38" y="32"/>
                      <a:pt x="38" y="32"/>
                    </a:cubicBezTo>
                    <a:cubicBezTo>
                      <a:pt x="39" y="31"/>
                      <a:pt x="39" y="31"/>
                      <a:pt x="39" y="30"/>
                    </a:cubicBezTo>
                    <a:cubicBezTo>
                      <a:pt x="39" y="29"/>
                      <a:pt x="40" y="27"/>
                      <a:pt x="40" y="27"/>
                    </a:cubicBezTo>
                    <a:cubicBezTo>
                      <a:pt x="40" y="27"/>
                      <a:pt x="42" y="28"/>
                      <a:pt x="41" y="30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27"/>
                      <a:pt x="43" y="27"/>
                      <a:pt x="43" y="27"/>
                    </a:cubicBezTo>
                    <a:cubicBezTo>
                      <a:pt x="44" y="25"/>
                      <a:pt x="44" y="23"/>
                      <a:pt x="44" y="21"/>
                    </a:cubicBezTo>
                    <a:cubicBezTo>
                      <a:pt x="44" y="20"/>
                      <a:pt x="44" y="19"/>
                      <a:pt x="43" y="18"/>
                    </a:cubicBezTo>
                    <a:cubicBezTo>
                      <a:pt x="43" y="17"/>
                      <a:pt x="42" y="16"/>
                      <a:pt x="42" y="16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4" y="14"/>
                      <a:pt x="44" y="14"/>
                      <a:pt x="44" y="14"/>
                    </a:cubicBezTo>
                    <a:cubicBezTo>
                      <a:pt x="44" y="13"/>
                      <a:pt x="44" y="13"/>
                      <a:pt x="44" y="13"/>
                    </a:cubicBezTo>
                    <a:cubicBezTo>
                      <a:pt x="44" y="13"/>
                      <a:pt x="44" y="11"/>
                      <a:pt x="46" y="1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5" y="12"/>
                      <a:pt x="45" y="13"/>
                    </a:cubicBezTo>
                    <a:cubicBezTo>
                      <a:pt x="45" y="13"/>
                      <a:pt x="45" y="13"/>
                      <a:pt x="45" y="13"/>
                    </a:cubicBezTo>
                    <a:cubicBezTo>
                      <a:pt x="46" y="15"/>
                      <a:pt x="46" y="15"/>
                      <a:pt x="46" y="15"/>
                    </a:cubicBezTo>
                    <a:cubicBezTo>
                      <a:pt x="46" y="16"/>
                      <a:pt x="46" y="16"/>
                      <a:pt x="46" y="16"/>
                    </a:cubicBezTo>
                    <a:cubicBezTo>
                      <a:pt x="47" y="14"/>
                      <a:pt x="47" y="14"/>
                      <a:pt x="47" y="14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4"/>
                      <a:pt x="47" y="12"/>
                      <a:pt x="50" y="13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8" y="16"/>
                      <a:pt x="48" y="16"/>
                      <a:pt x="48" y="16"/>
                    </a:cubicBezTo>
                    <a:cubicBezTo>
                      <a:pt x="47" y="19"/>
                      <a:pt x="47" y="19"/>
                      <a:pt x="47" y="19"/>
                    </a:cubicBezTo>
                    <a:cubicBezTo>
                      <a:pt x="47" y="22"/>
                      <a:pt x="47" y="22"/>
                      <a:pt x="47" y="22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9" y="28"/>
                      <a:pt x="49" y="28"/>
                      <a:pt x="49" y="28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9" y="30"/>
                      <a:pt x="49" y="30"/>
                      <a:pt x="49" y="30"/>
                    </a:cubicBezTo>
                    <a:cubicBezTo>
                      <a:pt x="49" y="30"/>
                      <a:pt x="49" y="30"/>
                      <a:pt x="49" y="30"/>
                    </a:cubicBezTo>
                    <a:cubicBezTo>
                      <a:pt x="47" y="29"/>
                      <a:pt x="47" y="29"/>
                      <a:pt x="47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7" y="29"/>
                      <a:pt x="47" y="29"/>
                      <a:pt x="47" y="29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6" y="25"/>
                      <a:pt x="45" y="26"/>
                      <a:pt x="45" y="27"/>
                    </a:cubicBezTo>
                    <a:cubicBezTo>
                      <a:pt x="45" y="28"/>
                      <a:pt x="44" y="29"/>
                      <a:pt x="44" y="30"/>
                    </a:cubicBezTo>
                    <a:cubicBezTo>
                      <a:pt x="44" y="31"/>
                      <a:pt x="44" y="31"/>
                      <a:pt x="44" y="31"/>
                    </a:cubicBezTo>
                    <a:cubicBezTo>
                      <a:pt x="44" y="31"/>
                      <a:pt x="46" y="31"/>
                      <a:pt x="46" y="35"/>
                    </a:cubicBezTo>
                    <a:cubicBezTo>
                      <a:pt x="46" y="35"/>
                      <a:pt x="45" y="32"/>
                      <a:pt x="43" y="33"/>
                    </a:cubicBezTo>
                    <a:cubicBezTo>
                      <a:pt x="41" y="35"/>
                      <a:pt x="42" y="39"/>
                      <a:pt x="41" y="39"/>
                    </a:cubicBezTo>
                    <a:cubicBezTo>
                      <a:pt x="40" y="39"/>
                      <a:pt x="38" y="40"/>
                      <a:pt x="38" y="41"/>
                    </a:cubicBezTo>
                    <a:cubicBezTo>
                      <a:pt x="37" y="43"/>
                      <a:pt x="37" y="43"/>
                      <a:pt x="37" y="43"/>
                    </a:cubicBezTo>
                    <a:cubicBezTo>
                      <a:pt x="35" y="46"/>
                      <a:pt x="34" y="48"/>
                      <a:pt x="33" y="49"/>
                    </a:cubicBezTo>
                    <a:cubicBezTo>
                      <a:pt x="33" y="49"/>
                      <a:pt x="33" y="49"/>
                      <a:pt x="33" y="49"/>
                    </a:cubicBezTo>
                    <a:cubicBezTo>
                      <a:pt x="33" y="49"/>
                      <a:pt x="35" y="48"/>
                      <a:pt x="37" y="48"/>
                    </a:cubicBezTo>
                    <a:cubicBezTo>
                      <a:pt x="35" y="50"/>
                      <a:pt x="35" y="50"/>
                      <a:pt x="35" y="50"/>
                    </a:cubicBezTo>
                    <a:cubicBezTo>
                      <a:pt x="36" y="51"/>
                      <a:pt x="36" y="51"/>
                      <a:pt x="36" y="51"/>
                    </a:cubicBezTo>
                    <a:cubicBezTo>
                      <a:pt x="37" y="52"/>
                      <a:pt x="38" y="53"/>
                      <a:pt x="39" y="53"/>
                    </a:cubicBezTo>
                    <a:cubicBezTo>
                      <a:pt x="40" y="54"/>
                      <a:pt x="40" y="54"/>
                      <a:pt x="40" y="54"/>
                    </a:cubicBezTo>
                    <a:cubicBezTo>
                      <a:pt x="41" y="53"/>
                      <a:pt x="41" y="53"/>
                      <a:pt x="41" y="53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1" y="49"/>
                      <a:pt x="41" y="49"/>
                      <a:pt x="41" y="49"/>
                    </a:cubicBezTo>
                    <a:cubicBezTo>
                      <a:pt x="41" y="48"/>
                      <a:pt x="41" y="48"/>
                      <a:pt x="41" y="48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3" y="47"/>
                      <a:pt x="43" y="47"/>
                      <a:pt x="43" y="47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5" y="46"/>
                      <a:pt x="45" y="46"/>
                      <a:pt x="45" y="46"/>
                    </a:cubicBezTo>
                    <a:cubicBezTo>
                      <a:pt x="45" y="47"/>
                      <a:pt x="45" y="47"/>
                      <a:pt x="45" y="47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82"/>
                    </a:lnTo>
                    <a:close/>
                    <a:moveTo>
                      <a:pt x="115" y="29"/>
                    </a:moveTo>
                    <a:cubicBezTo>
                      <a:pt x="113" y="29"/>
                      <a:pt x="113" y="27"/>
                      <a:pt x="112" y="27"/>
                    </a:cubicBezTo>
                    <a:cubicBezTo>
                      <a:pt x="112" y="29"/>
                      <a:pt x="111" y="31"/>
                      <a:pt x="111" y="31"/>
                    </a:cubicBezTo>
                    <a:cubicBezTo>
                      <a:pt x="111" y="33"/>
                      <a:pt x="112" y="33"/>
                      <a:pt x="112" y="34"/>
                    </a:cubicBezTo>
                    <a:cubicBezTo>
                      <a:pt x="116" y="33"/>
                      <a:pt x="115" y="29"/>
                      <a:pt x="115" y="29"/>
                    </a:cubicBezTo>
                    <a:moveTo>
                      <a:pt x="20" y="26"/>
                    </a:moveTo>
                    <a:cubicBezTo>
                      <a:pt x="20" y="24"/>
                      <a:pt x="20" y="24"/>
                      <a:pt x="20" y="24"/>
                    </a:cubicBezTo>
                    <a:lnTo>
                      <a:pt x="20" y="26"/>
                    </a:lnTo>
                    <a:close/>
                    <a:moveTo>
                      <a:pt x="12" y="44"/>
                    </a:moveTo>
                    <a:cubicBezTo>
                      <a:pt x="12" y="45"/>
                      <a:pt x="12" y="45"/>
                      <a:pt x="12" y="45"/>
                    </a:cubicBezTo>
                    <a:cubicBezTo>
                      <a:pt x="10" y="53"/>
                      <a:pt x="5" y="54"/>
                      <a:pt x="5" y="60"/>
                    </a:cubicBezTo>
                    <a:cubicBezTo>
                      <a:pt x="5" y="60"/>
                      <a:pt x="6" y="62"/>
                      <a:pt x="7" y="63"/>
                    </a:cubicBezTo>
                    <a:cubicBezTo>
                      <a:pt x="9" y="63"/>
                      <a:pt x="8" y="62"/>
                      <a:pt x="9" y="61"/>
                    </a:cubicBezTo>
                    <a:cubicBezTo>
                      <a:pt x="10" y="59"/>
                      <a:pt x="10" y="58"/>
                      <a:pt x="12" y="56"/>
                    </a:cubicBezTo>
                    <a:cubicBezTo>
                      <a:pt x="14" y="55"/>
                      <a:pt x="16" y="53"/>
                      <a:pt x="17" y="51"/>
                    </a:cubicBezTo>
                    <a:cubicBezTo>
                      <a:pt x="17" y="50"/>
                      <a:pt x="18" y="49"/>
                      <a:pt x="18" y="48"/>
                    </a:cubicBezTo>
                    <a:cubicBezTo>
                      <a:pt x="18" y="47"/>
                      <a:pt x="18" y="47"/>
                      <a:pt x="18" y="47"/>
                    </a:cubicBezTo>
                    <a:cubicBezTo>
                      <a:pt x="17" y="47"/>
                      <a:pt x="16" y="47"/>
                      <a:pt x="15" y="47"/>
                    </a:cubicBezTo>
                    <a:cubicBezTo>
                      <a:pt x="15" y="47"/>
                      <a:pt x="15" y="45"/>
                      <a:pt x="16" y="43"/>
                    </a:cubicBezTo>
                    <a:cubicBezTo>
                      <a:pt x="16" y="43"/>
                      <a:pt x="15" y="44"/>
                      <a:pt x="12" y="44"/>
                    </a:cubicBezTo>
                    <a:moveTo>
                      <a:pt x="21" y="34"/>
                    </a:moveTo>
                    <a:cubicBezTo>
                      <a:pt x="21" y="33"/>
                      <a:pt x="21" y="33"/>
                      <a:pt x="21" y="31"/>
                    </a:cubicBezTo>
                    <a:cubicBezTo>
                      <a:pt x="21" y="31"/>
                      <a:pt x="21" y="29"/>
                      <a:pt x="20" y="27"/>
                    </a:cubicBezTo>
                    <a:cubicBezTo>
                      <a:pt x="20" y="27"/>
                      <a:pt x="19" y="29"/>
                      <a:pt x="18" y="29"/>
                    </a:cubicBezTo>
                    <a:cubicBezTo>
                      <a:pt x="18" y="29"/>
                      <a:pt x="16" y="33"/>
                      <a:pt x="21" y="34"/>
                    </a:cubicBezTo>
                    <a:moveTo>
                      <a:pt x="9" y="35"/>
                    </a:moveTo>
                    <a:cubicBezTo>
                      <a:pt x="9" y="35"/>
                      <a:pt x="9" y="35"/>
                      <a:pt x="9" y="35"/>
                    </a:cubicBezTo>
                    <a:cubicBezTo>
                      <a:pt x="9" y="35"/>
                      <a:pt x="9" y="35"/>
                      <a:pt x="9" y="35"/>
                    </a:cubicBezTo>
                    <a:close/>
                    <a:moveTo>
                      <a:pt x="44" y="50"/>
                    </a:moveTo>
                    <a:cubicBezTo>
                      <a:pt x="44" y="50"/>
                      <a:pt x="44" y="50"/>
                      <a:pt x="44" y="50"/>
                    </a:cubicBezTo>
                    <a:cubicBezTo>
                      <a:pt x="43" y="52"/>
                      <a:pt x="43" y="52"/>
                      <a:pt x="43" y="52"/>
                    </a:cubicBezTo>
                    <a:lnTo>
                      <a:pt x="44" y="50"/>
                    </a:lnTo>
                    <a:close/>
                    <a:moveTo>
                      <a:pt x="45" y="47"/>
                    </a:moveTo>
                    <a:cubicBezTo>
                      <a:pt x="45" y="47"/>
                      <a:pt x="45" y="47"/>
                      <a:pt x="45" y="47"/>
                    </a:cubicBezTo>
                    <a:cubicBezTo>
                      <a:pt x="45" y="47"/>
                      <a:pt x="45" y="47"/>
                      <a:pt x="45" y="47"/>
                    </a:cubicBezTo>
                    <a:cubicBezTo>
                      <a:pt x="45" y="48"/>
                      <a:pt x="45" y="48"/>
                      <a:pt x="45" y="48"/>
                    </a:cubicBezTo>
                    <a:cubicBezTo>
                      <a:pt x="45" y="48"/>
                      <a:pt x="45" y="48"/>
                      <a:pt x="45" y="48"/>
                    </a:cubicBezTo>
                    <a:lnTo>
                      <a:pt x="45" y="47"/>
                    </a:lnTo>
                    <a:close/>
                    <a:moveTo>
                      <a:pt x="40" y="61"/>
                    </a:moveTo>
                    <a:cubicBezTo>
                      <a:pt x="40" y="62"/>
                      <a:pt x="40" y="62"/>
                      <a:pt x="40" y="62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42" y="56"/>
                      <a:pt x="42" y="56"/>
                      <a:pt x="42" y="56"/>
                    </a:cubicBezTo>
                    <a:cubicBezTo>
                      <a:pt x="42" y="56"/>
                      <a:pt x="42" y="56"/>
                      <a:pt x="42" y="56"/>
                    </a:cubicBezTo>
                    <a:cubicBezTo>
                      <a:pt x="42" y="57"/>
                      <a:pt x="41" y="58"/>
                      <a:pt x="41" y="59"/>
                    </a:cubicBezTo>
                    <a:lnTo>
                      <a:pt x="40" y="61"/>
                    </a:lnTo>
                    <a:close/>
                    <a:moveTo>
                      <a:pt x="72" y="0"/>
                    </a:moveTo>
                    <a:cubicBezTo>
                      <a:pt x="113" y="136"/>
                      <a:pt x="113" y="136"/>
                      <a:pt x="113" y="136"/>
                    </a:cubicBezTo>
                    <a:cubicBezTo>
                      <a:pt x="124" y="123"/>
                      <a:pt x="132" y="105"/>
                      <a:pt x="132" y="82"/>
                    </a:cubicBezTo>
                    <a:cubicBezTo>
                      <a:pt x="132" y="0"/>
                      <a:pt x="132" y="0"/>
                      <a:pt x="132" y="0"/>
                    </a:cubicBezTo>
                    <a:lnTo>
                      <a:pt x="72" y="0"/>
                    </a:lnTo>
                    <a:close/>
                    <a:moveTo>
                      <a:pt x="131" y="49"/>
                    </a:moveTo>
                    <a:cubicBezTo>
                      <a:pt x="132" y="53"/>
                      <a:pt x="127" y="52"/>
                      <a:pt x="127" y="52"/>
                    </a:cubicBezTo>
                    <a:cubicBezTo>
                      <a:pt x="128" y="52"/>
                      <a:pt x="129" y="50"/>
                      <a:pt x="129" y="49"/>
                    </a:cubicBezTo>
                    <a:cubicBezTo>
                      <a:pt x="129" y="48"/>
                      <a:pt x="127" y="46"/>
                      <a:pt x="126" y="44"/>
                    </a:cubicBezTo>
                    <a:cubicBezTo>
                      <a:pt x="125" y="41"/>
                      <a:pt x="128" y="40"/>
                      <a:pt x="128" y="40"/>
                    </a:cubicBezTo>
                    <a:cubicBezTo>
                      <a:pt x="129" y="39"/>
                      <a:pt x="129" y="39"/>
                      <a:pt x="129" y="39"/>
                    </a:cubicBezTo>
                    <a:cubicBezTo>
                      <a:pt x="129" y="37"/>
                      <a:pt x="127" y="36"/>
                      <a:pt x="126" y="37"/>
                    </a:cubicBezTo>
                    <a:cubicBezTo>
                      <a:pt x="126" y="37"/>
                      <a:pt x="125" y="36"/>
                      <a:pt x="124" y="37"/>
                    </a:cubicBezTo>
                    <a:cubicBezTo>
                      <a:pt x="124" y="38"/>
                      <a:pt x="124" y="38"/>
                      <a:pt x="124" y="38"/>
                    </a:cubicBezTo>
                    <a:cubicBezTo>
                      <a:pt x="123" y="39"/>
                      <a:pt x="123" y="39"/>
                      <a:pt x="123" y="39"/>
                    </a:cubicBezTo>
                    <a:cubicBezTo>
                      <a:pt x="123" y="39"/>
                      <a:pt x="123" y="41"/>
                      <a:pt x="123" y="42"/>
                    </a:cubicBezTo>
                    <a:cubicBezTo>
                      <a:pt x="123" y="49"/>
                      <a:pt x="130" y="55"/>
                      <a:pt x="130" y="60"/>
                    </a:cubicBezTo>
                    <a:cubicBezTo>
                      <a:pt x="130" y="64"/>
                      <a:pt x="126" y="67"/>
                      <a:pt x="126" y="67"/>
                    </a:cubicBezTo>
                    <a:cubicBezTo>
                      <a:pt x="127" y="69"/>
                      <a:pt x="127" y="69"/>
                      <a:pt x="127" y="69"/>
                    </a:cubicBezTo>
                    <a:cubicBezTo>
                      <a:pt x="126" y="69"/>
                      <a:pt x="126" y="69"/>
                      <a:pt x="126" y="69"/>
                    </a:cubicBezTo>
                    <a:cubicBezTo>
                      <a:pt x="127" y="71"/>
                      <a:pt x="127" y="71"/>
                      <a:pt x="127" y="71"/>
                    </a:cubicBezTo>
                    <a:cubicBezTo>
                      <a:pt x="125" y="71"/>
                      <a:pt x="125" y="71"/>
                      <a:pt x="125" y="71"/>
                    </a:cubicBezTo>
                    <a:cubicBezTo>
                      <a:pt x="126" y="72"/>
                      <a:pt x="126" y="72"/>
                      <a:pt x="126" y="72"/>
                    </a:cubicBezTo>
                    <a:cubicBezTo>
                      <a:pt x="125" y="72"/>
                      <a:pt x="125" y="72"/>
                      <a:pt x="125" y="72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24" y="74"/>
                      <a:pt x="124" y="74"/>
                      <a:pt x="124" y="74"/>
                    </a:cubicBezTo>
                    <a:cubicBezTo>
                      <a:pt x="125" y="75"/>
                      <a:pt x="125" y="75"/>
                      <a:pt x="125" y="75"/>
                    </a:cubicBezTo>
                    <a:cubicBezTo>
                      <a:pt x="123" y="75"/>
                      <a:pt x="123" y="75"/>
                      <a:pt x="123" y="75"/>
                    </a:cubicBezTo>
                    <a:cubicBezTo>
                      <a:pt x="124" y="78"/>
                      <a:pt x="124" y="78"/>
                      <a:pt x="124" y="78"/>
                    </a:cubicBezTo>
                    <a:cubicBezTo>
                      <a:pt x="123" y="78"/>
                      <a:pt x="123" y="78"/>
                      <a:pt x="123" y="78"/>
                    </a:cubicBezTo>
                    <a:cubicBezTo>
                      <a:pt x="124" y="80"/>
                      <a:pt x="124" y="80"/>
                      <a:pt x="124" y="80"/>
                    </a:cubicBezTo>
                    <a:cubicBezTo>
                      <a:pt x="125" y="83"/>
                      <a:pt x="125" y="83"/>
                      <a:pt x="125" y="83"/>
                    </a:cubicBezTo>
                    <a:cubicBezTo>
                      <a:pt x="125" y="84"/>
                      <a:pt x="125" y="85"/>
                      <a:pt x="125" y="87"/>
                    </a:cubicBezTo>
                    <a:cubicBezTo>
                      <a:pt x="125" y="88"/>
                      <a:pt x="125" y="89"/>
                      <a:pt x="125" y="89"/>
                    </a:cubicBezTo>
                    <a:cubicBezTo>
                      <a:pt x="126" y="94"/>
                      <a:pt x="126" y="94"/>
                      <a:pt x="126" y="94"/>
                    </a:cubicBezTo>
                    <a:cubicBezTo>
                      <a:pt x="125" y="96"/>
                      <a:pt x="125" y="96"/>
                      <a:pt x="125" y="96"/>
                    </a:cubicBezTo>
                    <a:cubicBezTo>
                      <a:pt x="125" y="100"/>
                      <a:pt x="125" y="100"/>
                      <a:pt x="125" y="100"/>
                    </a:cubicBezTo>
                    <a:cubicBezTo>
                      <a:pt x="123" y="101"/>
                      <a:pt x="123" y="101"/>
                      <a:pt x="123" y="101"/>
                    </a:cubicBezTo>
                    <a:cubicBezTo>
                      <a:pt x="122" y="101"/>
                      <a:pt x="120" y="101"/>
                      <a:pt x="118" y="101"/>
                    </a:cubicBezTo>
                    <a:cubicBezTo>
                      <a:pt x="117" y="101"/>
                      <a:pt x="116" y="100"/>
                      <a:pt x="114" y="99"/>
                    </a:cubicBezTo>
                    <a:cubicBezTo>
                      <a:pt x="113" y="98"/>
                      <a:pt x="113" y="99"/>
                      <a:pt x="113" y="98"/>
                    </a:cubicBezTo>
                    <a:cubicBezTo>
                      <a:pt x="115" y="96"/>
                      <a:pt x="115" y="96"/>
                      <a:pt x="115" y="96"/>
                    </a:cubicBezTo>
                    <a:cubicBezTo>
                      <a:pt x="116" y="96"/>
                      <a:pt x="117" y="96"/>
                      <a:pt x="118" y="96"/>
                    </a:cubicBezTo>
                    <a:cubicBezTo>
                      <a:pt x="119" y="96"/>
                      <a:pt x="119" y="97"/>
                      <a:pt x="121" y="97"/>
                    </a:cubicBezTo>
                    <a:cubicBezTo>
                      <a:pt x="122" y="97"/>
                      <a:pt x="122" y="95"/>
                      <a:pt x="122" y="94"/>
                    </a:cubicBezTo>
                    <a:cubicBezTo>
                      <a:pt x="122" y="93"/>
                      <a:pt x="123" y="92"/>
                      <a:pt x="122" y="91"/>
                    </a:cubicBezTo>
                    <a:cubicBezTo>
                      <a:pt x="121" y="89"/>
                      <a:pt x="121" y="88"/>
                      <a:pt x="121" y="87"/>
                    </a:cubicBezTo>
                    <a:cubicBezTo>
                      <a:pt x="121" y="86"/>
                      <a:pt x="121" y="86"/>
                      <a:pt x="120" y="85"/>
                    </a:cubicBezTo>
                    <a:cubicBezTo>
                      <a:pt x="119" y="84"/>
                      <a:pt x="119" y="83"/>
                      <a:pt x="119" y="82"/>
                    </a:cubicBezTo>
                    <a:cubicBezTo>
                      <a:pt x="119" y="81"/>
                      <a:pt x="119" y="80"/>
                      <a:pt x="118" y="79"/>
                    </a:cubicBezTo>
                    <a:cubicBezTo>
                      <a:pt x="117" y="78"/>
                      <a:pt x="116" y="75"/>
                      <a:pt x="115" y="75"/>
                    </a:cubicBezTo>
                    <a:cubicBezTo>
                      <a:pt x="115" y="74"/>
                      <a:pt x="114" y="72"/>
                      <a:pt x="114" y="72"/>
                    </a:cubicBezTo>
                    <a:cubicBezTo>
                      <a:pt x="113" y="70"/>
                      <a:pt x="113" y="70"/>
                      <a:pt x="113" y="70"/>
                    </a:cubicBezTo>
                    <a:cubicBezTo>
                      <a:pt x="111" y="69"/>
                      <a:pt x="111" y="69"/>
                      <a:pt x="111" y="69"/>
                    </a:cubicBezTo>
                    <a:cubicBezTo>
                      <a:pt x="110" y="68"/>
                      <a:pt x="110" y="68"/>
                      <a:pt x="110" y="68"/>
                    </a:cubicBezTo>
                    <a:cubicBezTo>
                      <a:pt x="110" y="69"/>
                      <a:pt x="110" y="69"/>
                      <a:pt x="110" y="69"/>
                    </a:cubicBezTo>
                    <a:cubicBezTo>
                      <a:pt x="110" y="70"/>
                      <a:pt x="110" y="70"/>
                      <a:pt x="110" y="70"/>
                    </a:cubicBezTo>
                    <a:cubicBezTo>
                      <a:pt x="111" y="72"/>
                      <a:pt x="111" y="72"/>
                      <a:pt x="111" y="72"/>
                    </a:cubicBezTo>
                    <a:cubicBezTo>
                      <a:pt x="111" y="74"/>
                      <a:pt x="111" y="74"/>
                      <a:pt x="111" y="74"/>
                    </a:cubicBezTo>
                    <a:cubicBezTo>
                      <a:pt x="109" y="75"/>
                      <a:pt x="109" y="75"/>
                      <a:pt x="109" y="75"/>
                    </a:cubicBezTo>
                    <a:cubicBezTo>
                      <a:pt x="107" y="77"/>
                      <a:pt x="107" y="77"/>
                      <a:pt x="107" y="77"/>
                    </a:cubicBezTo>
                    <a:cubicBezTo>
                      <a:pt x="106" y="79"/>
                      <a:pt x="106" y="79"/>
                      <a:pt x="106" y="79"/>
                    </a:cubicBezTo>
                    <a:cubicBezTo>
                      <a:pt x="105" y="79"/>
                      <a:pt x="105" y="79"/>
                      <a:pt x="105" y="79"/>
                    </a:cubicBezTo>
                    <a:cubicBezTo>
                      <a:pt x="105" y="79"/>
                      <a:pt x="104" y="81"/>
                      <a:pt x="103" y="82"/>
                    </a:cubicBezTo>
                    <a:cubicBezTo>
                      <a:pt x="103" y="83"/>
                      <a:pt x="102" y="83"/>
                      <a:pt x="101" y="83"/>
                    </a:cubicBezTo>
                    <a:cubicBezTo>
                      <a:pt x="100" y="83"/>
                      <a:pt x="98" y="81"/>
                      <a:pt x="98" y="80"/>
                    </a:cubicBezTo>
                    <a:cubicBezTo>
                      <a:pt x="97" y="79"/>
                      <a:pt x="96" y="76"/>
                      <a:pt x="96" y="76"/>
                    </a:cubicBezTo>
                    <a:cubicBezTo>
                      <a:pt x="96" y="73"/>
                      <a:pt x="96" y="73"/>
                      <a:pt x="96" y="73"/>
                    </a:cubicBezTo>
                    <a:cubicBezTo>
                      <a:pt x="98" y="74"/>
                      <a:pt x="98" y="74"/>
                      <a:pt x="98" y="74"/>
                    </a:cubicBezTo>
                    <a:cubicBezTo>
                      <a:pt x="99" y="75"/>
                      <a:pt x="99" y="75"/>
                      <a:pt x="99" y="75"/>
                    </a:cubicBezTo>
                    <a:cubicBezTo>
                      <a:pt x="100" y="76"/>
                      <a:pt x="100" y="76"/>
                      <a:pt x="100" y="76"/>
                    </a:cubicBezTo>
                    <a:cubicBezTo>
                      <a:pt x="100" y="78"/>
                      <a:pt x="100" y="78"/>
                      <a:pt x="100" y="78"/>
                    </a:cubicBezTo>
                    <a:cubicBezTo>
                      <a:pt x="101" y="79"/>
                      <a:pt x="101" y="79"/>
                      <a:pt x="101" y="79"/>
                    </a:cubicBezTo>
                    <a:cubicBezTo>
                      <a:pt x="101" y="78"/>
                      <a:pt x="101" y="78"/>
                      <a:pt x="102" y="78"/>
                    </a:cubicBezTo>
                    <a:cubicBezTo>
                      <a:pt x="103" y="77"/>
                      <a:pt x="105" y="75"/>
                      <a:pt x="105" y="74"/>
                    </a:cubicBezTo>
                    <a:cubicBezTo>
                      <a:pt x="106" y="73"/>
                      <a:pt x="107" y="72"/>
                      <a:pt x="106" y="70"/>
                    </a:cubicBezTo>
                    <a:cubicBezTo>
                      <a:pt x="105" y="69"/>
                      <a:pt x="103" y="67"/>
                      <a:pt x="102" y="66"/>
                    </a:cubicBezTo>
                    <a:cubicBezTo>
                      <a:pt x="100" y="65"/>
                      <a:pt x="102" y="64"/>
                      <a:pt x="102" y="64"/>
                    </a:cubicBezTo>
                    <a:cubicBezTo>
                      <a:pt x="100" y="64"/>
                      <a:pt x="100" y="62"/>
                      <a:pt x="100" y="62"/>
                    </a:cubicBezTo>
                    <a:cubicBezTo>
                      <a:pt x="101" y="56"/>
                      <a:pt x="107" y="58"/>
                      <a:pt x="108" y="58"/>
                    </a:cubicBezTo>
                    <a:cubicBezTo>
                      <a:pt x="108" y="58"/>
                      <a:pt x="107" y="57"/>
                      <a:pt x="107" y="56"/>
                    </a:cubicBezTo>
                    <a:cubicBezTo>
                      <a:pt x="106" y="55"/>
                      <a:pt x="103" y="54"/>
                      <a:pt x="103" y="53"/>
                    </a:cubicBezTo>
                    <a:cubicBezTo>
                      <a:pt x="103" y="52"/>
                      <a:pt x="103" y="52"/>
                      <a:pt x="103" y="52"/>
                    </a:cubicBezTo>
                    <a:cubicBezTo>
                      <a:pt x="100" y="53"/>
                      <a:pt x="99" y="57"/>
                      <a:pt x="99" y="57"/>
                    </a:cubicBezTo>
                    <a:cubicBezTo>
                      <a:pt x="98" y="56"/>
                      <a:pt x="98" y="55"/>
                      <a:pt x="98" y="54"/>
                    </a:cubicBezTo>
                    <a:cubicBezTo>
                      <a:pt x="96" y="54"/>
                      <a:pt x="96" y="54"/>
                      <a:pt x="96" y="54"/>
                    </a:cubicBezTo>
                    <a:cubicBezTo>
                      <a:pt x="95" y="54"/>
                      <a:pt x="95" y="55"/>
                      <a:pt x="94" y="55"/>
                    </a:cubicBezTo>
                    <a:cubicBezTo>
                      <a:pt x="93" y="56"/>
                      <a:pt x="93" y="56"/>
                      <a:pt x="92" y="57"/>
                    </a:cubicBezTo>
                    <a:cubicBezTo>
                      <a:pt x="93" y="58"/>
                      <a:pt x="93" y="58"/>
                      <a:pt x="93" y="58"/>
                    </a:cubicBezTo>
                    <a:cubicBezTo>
                      <a:pt x="94" y="59"/>
                      <a:pt x="94" y="59"/>
                      <a:pt x="94" y="59"/>
                    </a:cubicBezTo>
                    <a:cubicBezTo>
                      <a:pt x="94" y="61"/>
                      <a:pt x="94" y="61"/>
                      <a:pt x="94" y="61"/>
                    </a:cubicBezTo>
                    <a:cubicBezTo>
                      <a:pt x="94" y="62"/>
                      <a:pt x="94" y="62"/>
                      <a:pt x="94" y="62"/>
                    </a:cubicBezTo>
                    <a:cubicBezTo>
                      <a:pt x="94" y="63"/>
                      <a:pt x="94" y="63"/>
                      <a:pt x="94" y="63"/>
                    </a:cubicBezTo>
                    <a:cubicBezTo>
                      <a:pt x="92" y="63"/>
                      <a:pt x="92" y="63"/>
                      <a:pt x="92" y="63"/>
                    </a:cubicBezTo>
                    <a:cubicBezTo>
                      <a:pt x="93" y="63"/>
                      <a:pt x="93" y="63"/>
                      <a:pt x="93" y="63"/>
                    </a:cubicBezTo>
                    <a:cubicBezTo>
                      <a:pt x="93" y="62"/>
                      <a:pt x="93" y="62"/>
                      <a:pt x="93" y="62"/>
                    </a:cubicBezTo>
                    <a:cubicBezTo>
                      <a:pt x="92" y="61"/>
                      <a:pt x="92" y="61"/>
                      <a:pt x="92" y="61"/>
                    </a:cubicBezTo>
                    <a:cubicBezTo>
                      <a:pt x="91" y="59"/>
                      <a:pt x="91" y="59"/>
                      <a:pt x="91" y="59"/>
                    </a:cubicBezTo>
                    <a:cubicBezTo>
                      <a:pt x="91" y="58"/>
                      <a:pt x="91" y="57"/>
                      <a:pt x="90" y="56"/>
                    </a:cubicBezTo>
                    <a:cubicBezTo>
                      <a:pt x="89" y="53"/>
                      <a:pt x="89" y="53"/>
                      <a:pt x="89" y="53"/>
                    </a:cubicBezTo>
                    <a:cubicBezTo>
                      <a:pt x="88" y="50"/>
                      <a:pt x="88" y="50"/>
                      <a:pt x="88" y="50"/>
                    </a:cubicBezTo>
                    <a:cubicBezTo>
                      <a:pt x="88" y="48"/>
                      <a:pt x="88" y="48"/>
                      <a:pt x="88" y="48"/>
                    </a:cubicBezTo>
                    <a:cubicBezTo>
                      <a:pt x="88" y="47"/>
                      <a:pt x="88" y="47"/>
                      <a:pt x="88" y="47"/>
                    </a:cubicBezTo>
                    <a:cubicBezTo>
                      <a:pt x="88" y="47"/>
                      <a:pt x="88" y="47"/>
                      <a:pt x="88" y="47"/>
                    </a:cubicBezTo>
                    <a:cubicBezTo>
                      <a:pt x="87" y="47"/>
                      <a:pt x="87" y="47"/>
                      <a:pt x="87" y="47"/>
                    </a:cubicBezTo>
                    <a:cubicBezTo>
                      <a:pt x="88" y="46"/>
                      <a:pt x="88" y="46"/>
                      <a:pt x="88" y="46"/>
                    </a:cubicBezTo>
                    <a:cubicBezTo>
                      <a:pt x="89" y="46"/>
                      <a:pt x="89" y="46"/>
                      <a:pt x="89" y="46"/>
                    </a:cubicBezTo>
                    <a:cubicBezTo>
                      <a:pt x="90" y="47"/>
                      <a:pt x="90" y="47"/>
                      <a:pt x="90" y="47"/>
                    </a:cubicBezTo>
                    <a:cubicBezTo>
                      <a:pt x="91" y="47"/>
                      <a:pt x="91" y="47"/>
                      <a:pt x="91" y="47"/>
                    </a:cubicBezTo>
                    <a:cubicBezTo>
                      <a:pt x="92" y="48"/>
                      <a:pt x="92" y="48"/>
                      <a:pt x="92" y="48"/>
                    </a:cubicBezTo>
                    <a:cubicBezTo>
                      <a:pt x="92" y="49"/>
                      <a:pt x="92" y="49"/>
                      <a:pt x="92" y="49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1"/>
                      <a:pt x="92" y="51"/>
                      <a:pt x="92" y="51"/>
                    </a:cubicBezTo>
                    <a:cubicBezTo>
                      <a:pt x="91" y="53"/>
                      <a:pt x="91" y="53"/>
                      <a:pt x="91" y="53"/>
                    </a:cubicBezTo>
                    <a:cubicBezTo>
                      <a:pt x="92" y="54"/>
                      <a:pt x="92" y="54"/>
                      <a:pt x="92" y="54"/>
                    </a:cubicBezTo>
                    <a:cubicBezTo>
                      <a:pt x="94" y="53"/>
                      <a:pt x="94" y="53"/>
                      <a:pt x="94" y="53"/>
                    </a:cubicBezTo>
                    <a:cubicBezTo>
                      <a:pt x="94" y="53"/>
                      <a:pt x="96" y="52"/>
                      <a:pt x="97" y="51"/>
                    </a:cubicBezTo>
                    <a:cubicBezTo>
                      <a:pt x="97" y="50"/>
                      <a:pt x="97" y="50"/>
                      <a:pt x="97" y="50"/>
                    </a:cubicBezTo>
                    <a:cubicBezTo>
                      <a:pt x="95" y="48"/>
                      <a:pt x="95" y="48"/>
                      <a:pt x="95" y="48"/>
                    </a:cubicBezTo>
                    <a:cubicBezTo>
                      <a:pt x="98" y="48"/>
                      <a:pt x="99" y="49"/>
                      <a:pt x="99" y="49"/>
                    </a:cubicBezTo>
                    <a:cubicBezTo>
                      <a:pt x="99" y="49"/>
                      <a:pt x="99" y="49"/>
                      <a:pt x="99" y="49"/>
                    </a:cubicBezTo>
                    <a:cubicBezTo>
                      <a:pt x="99" y="48"/>
                      <a:pt x="97" y="46"/>
                      <a:pt x="95" y="43"/>
                    </a:cubicBezTo>
                    <a:cubicBezTo>
                      <a:pt x="95" y="41"/>
                      <a:pt x="95" y="41"/>
                      <a:pt x="95" y="41"/>
                    </a:cubicBezTo>
                    <a:cubicBezTo>
                      <a:pt x="94" y="40"/>
                      <a:pt x="92" y="39"/>
                      <a:pt x="92" y="39"/>
                    </a:cubicBezTo>
                    <a:cubicBezTo>
                      <a:pt x="91" y="39"/>
                      <a:pt x="92" y="35"/>
                      <a:pt x="90" y="33"/>
                    </a:cubicBezTo>
                    <a:cubicBezTo>
                      <a:pt x="87" y="32"/>
                      <a:pt x="87" y="35"/>
                      <a:pt x="87" y="35"/>
                    </a:cubicBezTo>
                    <a:cubicBezTo>
                      <a:pt x="87" y="31"/>
                      <a:pt x="88" y="31"/>
                      <a:pt x="89" y="31"/>
                    </a:cubicBezTo>
                    <a:cubicBezTo>
                      <a:pt x="88" y="30"/>
                      <a:pt x="88" y="30"/>
                      <a:pt x="88" y="30"/>
                    </a:cubicBezTo>
                    <a:cubicBezTo>
                      <a:pt x="88" y="29"/>
                      <a:pt x="88" y="28"/>
                      <a:pt x="88" y="27"/>
                    </a:cubicBezTo>
                    <a:cubicBezTo>
                      <a:pt x="87" y="26"/>
                      <a:pt x="86" y="25"/>
                      <a:pt x="86" y="25"/>
                    </a:cubicBezTo>
                    <a:cubicBezTo>
                      <a:pt x="86" y="25"/>
                      <a:pt x="86" y="25"/>
                      <a:pt x="86" y="25"/>
                    </a:cubicBezTo>
                    <a:cubicBezTo>
                      <a:pt x="86" y="27"/>
                      <a:pt x="86" y="27"/>
                      <a:pt x="86" y="27"/>
                    </a:cubicBezTo>
                    <a:cubicBezTo>
                      <a:pt x="86" y="29"/>
                      <a:pt x="86" y="29"/>
                      <a:pt x="86" y="29"/>
                    </a:cubicBezTo>
                    <a:cubicBezTo>
                      <a:pt x="85" y="29"/>
                      <a:pt x="85" y="29"/>
                      <a:pt x="85" y="29"/>
                    </a:cubicBezTo>
                    <a:cubicBezTo>
                      <a:pt x="85" y="29"/>
                      <a:pt x="85" y="29"/>
                      <a:pt x="85" y="29"/>
                    </a:cubicBezTo>
                    <a:cubicBezTo>
                      <a:pt x="84" y="30"/>
                      <a:pt x="84" y="30"/>
                      <a:pt x="84" y="30"/>
                    </a:cubicBezTo>
                    <a:cubicBezTo>
                      <a:pt x="83" y="30"/>
                      <a:pt x="83" y="30"/>
                      <a:pt x="83" y="30"/>
                    </a:cubicBezTo>
                    <a:cubicBezTo>
                      <a:pt x="84" y="29"/>
                      <a:pt x="84" y="29"/>
                      <a:pt x="84" y="29"/>
                    </a:cubicBezTo>
                    <a:cubicBezTo>
                      <a:pt x="84" y="29"/>
                      <a:pt x="84" y="29"/>
                      <a:pt x="84" y="29"/>
                    </a:cubicBezTo>
                    <a:cubicBezTo>
                      <a:pt x="84" y="28"/>
                      <a:pt x="84" y="28"/>
                      <a:pt x="84" y="28"/>
                    </a:cubicBezTo>
                    <a:cubicBezTo>
                      <a:pt x="85" y="26"/>
                      <a:pt x="85" y="26"/>
                      <a:pt x="85" y="26"/>
                    </a:cubicBezTo>
                    <a:cubicBezTo>
                      <a:pt x="86" y="22"/>
                      <a:pt x="86" y="22"/>
                      <a:pt x="86" y="22"/>
                    </a:cubicBezTo>
                    <a:cubicBezTo>
                      <a:pt x="85" y="19"/>
                      <a:pt x="85" y="19"/>
                      <a:pt x="85" y="19"/>
                    </a:cubicBezTo>
                    <a:cubicBezTo>
                      <a:pt x="84" y="16"/>
                      <a:pt x="84" y="16"/>
                      <a:pt x="84" y="16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3" y="13"/>
                      <a:pt x="83" y="13"/>
                      <a:pt x="83" y="13"/>
                    </a:cubicBezTo>
                    <a:cubicBezTo>
                      <a:pt x="85" y="12"/>
                      <a:pt x="85" y="14"/>
                      <a:pt x="85" y="14"/>
                    </a:cubicBezTo>
                    <a:cubicBezTo>
                      <a:pt x="85" y="14"/>
                      <a:pt x="85" y="14"/>
                      <a:pt x="85" y="14"/>
                    </a:cubicBezTo>
                    <a:cubicBezTo>
                      <a:pt x="85" y="14"/>
                      <a:pt x="85" y="14"/>
                      <a:pt x="85" y="14"/>
                    </a:cubicBezTo>
                    <a:cubicBezTo>
                      <a:pt x="87" y="16"/>
                      <a:pt x="87" y="16"/>
                      <a:pt x="87" y="16"/>
                    </a:cubicBezTo>
                    <a:cubicBezTo>
                      <a:pt x="87" y="15"/>
                      <a:pt x="87" y="15"/>
                      <a:pt x="87" y="15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8" y="12"/>
                      <a:pt x="87" y="11"/>
                      <a:pt x="87" y="11"/>
                    </a:cubicBezTo>
                    <a:cubicBezTo>
                      <a:pt x="87" y="11"/>
                      <a:pt x="87" y="11"/>
                      <a:pt x="87" y="11"/>
                    </a:cubicBezTo>
                    <a:cubicBezTo>
                      <a:pt x="88" y="11"/>
                      <a:pt x="88" y="13"/>
                      <a:pt x="88" y="13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2"/>
                      <a:pt x="89" y="12"/>
                      <a:pt x="89" y="12"/>
                    </a:cubicBezTo>
                    <a:cubicBezTo>
                      <a:pt x="89" y="12"/>
                      <a:pt x="89" y="12"/>
                      <a:pt x="89" y="12"/>
                    </a:cubicBezTo>
                    <a:cubicBezTo>
                      <a:pt x="90" y="13"/>
                      <a:pt x="90" y="14"/>
                      <a:pt x="90" y="14"/>
                    </a:cubicBezTo>
                    <a:cubicBezTo>
                      <a:pt x="90" y="14"/>
                      <a:pt x="90" y="14"/>
                      <a:pt x="90" y="14"/>
                    </a:cubicBezTo>
                    <a:cubicBezTo>
                      <a:pt x="91" y="16"/>
                      <a:pt x="91" y="16"/>
                      <a:pt x="91" y="16"/>
                    </a:cubicBezTo>
                    <a:cubicBezTo>
                      <a:pt x="91" y="16"/>
                      <a:pt x="90" y="17"/>
                      <a:pt x="89" y="18"/>
                    </a:cubicBezTo>
                    <a:cubicBezTo>
                      <a:pt x="89" y="19"/>
                      <a:pt x="89" y="20"/>
                      <a:pt x="88" y="21"/>
                    </a:cubicBezTo>
                    <a:cubicBezTo>
                      <a:pt x="88" y="23"/>
                      <a:pt x="89" y="25"/>
                      <a:pt x="90" y="27"/>
                    </a:cubicBezTo>
                    <a:cubicBezTo>
                      <a:pt x="90" y="28"/>
                      <a:pt x="90" y="28"/>
                      <a:pt x="90" y="28"/>
                    </a:cubicBezTo>
                    <a:cubicBezTo>
                      <a:pt x="90" y="28"/>
                      <a:pt x="90" y="28"/>
                      <a:pt x="90" y="28"/>
                    </a:cubicBezTo>
                    <a:cubicBezTo>
                      <a:pt x="91" y="30"/>
                      <a:pt x="91" y="30"/>
                      <a:pt x="91" y="30"/>
                    </a:cubicBezTo>
                    <a:cubicBezTo>
                      <a:pt x="91" y="28"/>
                      <a:pt x="93" y="27"/>
                      <a:pt x="93" y="27"/>
                    </a:cubicBezTo>
                    <a:cubicBezTo>
                      <a:pt x="93" y="27"/>
                      <a:pt x="93" y="29"/>
                      <a:pt x="93" y="30"/>
                    </a:cubicBezTo>
                    <a:cubicBezTo>
                      <a:pt x="94" y="31"/>
                      <a:pt x="94" y="31"/>
                      <a:pt x="94" y="32"/>
                    </a:cubicBezTo>
                    <a:cubicBezTo>
                      <a:pt x="96" y="35"/>
                      <a:pt x="96" y="35"/>
                      <a:pt x="96" y="35"/>
                    </a:cubicBezTo>
                    <a:cubicBezTo>
                      <a:pt x="96" y="34"/>
                      <a:pt x="97" y="32"/>
                      <a:pt x="98" y="31"/>
                    </a:cubicBezTo>
                    <a:cubicBezTo>
                      <a:pt x="99" y="30"/>
                      <a:pt x="101" y="28"/>
                      <a:pt x="102" y="27"/>
                    </a:cubicBezTo>
                    <a:cubicBezTo>
                      <a:pt x="103" y="26"/>
                      <a:pt x="105" y="25"/>
                      <a:pt x="105" y="24"/>
                    </a:cubicBezTo>
                    <a:cubicBezTo>
                      <a:pt x="105" y="23"/>
                      <a:pt x="105" y="23"/>
                      <a:pt x="105" y="23"/>
                    </a:cubicBezTo>
                    <a:cubicBezTo>
                      <a:pt x="105" y="23"/>
                      <a:pt x="105" y="23"/>
                      <a:pt x="105" y="23"/>
                    </a:cubicBezTo>
                    <a:cubicBezTo>
                      <a:pt x="102" y="23"/>
                      <a:pt x="102" y="23"/>
                      <a:pt x="102" y="23"/>
                    </a:cubicBezTo>
                    <a:cubicBezTo>
                      <a:pt x="102" y="23"/>
                      <a:pt x="101" y="24"/>
                      <a:pt x="100" y="24"/>
                    </a:cubicBezTo>
                    <a:cubicBezTo>
                      <a:pt x="98" y="24"/>
                      <a:pt x="98" y="23"/>
                      <a:pt x="97" y="23"/>
                    </a:cubicBezTo>
                    <a:cubicBezTo>
                      <a:pt x="97" y="22"/>
                      <a:pt x="97" y="22"/>
                      <a:pt x="97" y="22"/>
                    </a:cubicBezTo>
                    <a:cubicBezTo>
                      <a:pt x="99" y="22"/>
                      <a:pt x="99" y="22"/>
                      <a:pt x="99" y="22"/>
                    </a:cubicBezTo>
                    <a:cubicBezTo>
                      <a:pt x="100" y="21"/>
                      <a:pt x="100" y="21"/>
                      <a:pt x="100" y="21"/>
                    </a:cubicBezTo>
                    <a:cubicBezTo>
                      <a:pt x="101" y="20"/>
                      <a:pt x="101" y="20"/>
                      <a:pt x="101" y="20"/>
                    </a:cubicBezTo>
                    <a:cubicBezTo>
                      <a:pt x="99" y="18"/>
                      <a:pt x="99" y="18"/>
                      <a:pt x="99" y="18"/>
                    </a:cubicBezTo>
                    <a:cubicBezTo>
                      <a:pt x="97" y="19"/>
                      <a:pt x="97" y="19"/>
                      <a:pt x="97" y="19"/>
                    </a:cubicBezTo>
                    <a:cubicBezTo>
                      <a:pt x="97" y="19"/>
                      <a:pt x="97" y="16"/>
                      <a:pt x="99" y="16"/>
                    </a:cubicBezTo>
                    <a:cubicBezTo>
                      <a:pt x="102" y="16"/>
                      <a:pt x="102" y="16"/>
                      <a:pt x="102" y="16"/>
                    </a:cubicBezTo>
                    <a:cubicBezTo>
                      <a:pt x="102" y="16"/>
                      <a:pt x="103" y="14"/>
                      <a:pt x="104" y="14"/>
                    </a:cubicBezTo>
                    <a:cubicBezTo>
                      <a:pt x="105" y="14"/>
                      <a:pt x="106" y="14"/>
                      <a:pt x="107" y="14"/>
                    </a:cubicBezTo>
                    <a:cubicBezTo>
                      <a:pt x="108" y="15"/>
                      <a:pt x="108" y="15"/>
                      <a:pt x="108" y="15"/>
                    </a:cubicBezTo>
                    <a:cubicBezTo>
                      <a:pt x="107" y="14"/>
                      <a:pt x="107" y="14"/>
                      <a:pt x="107" y="14"/>
                    </a:cubicBezTo>
                    <a:cubicBezTo>
                      <a:pt x="109" y="14"/>
                      <a:pt x="109" y="14"/>
                      <a:pt x="109" y="14"/>
                    </a:cubicBezTo>
                    <a:cubicBezTo>
                      <a:pt x="110" y="15"/>
                      <a:pt x="110" y="15"/>
                      <a:pt x="110" y="15"/>
                    </a:cubicBezTo>
                    <a:cubicBezTo>
                      <a:pt x="109" y="15"/>
                      <a:pt x="109" y="15"/>
                      <a:pt x="109" y="15"/>
                    </a:cubicBezTo>
                    <a:cubicBezTo>
                      <a:pt x="110" y="15"/>
                      <a:pt x="110" y="15"/>
                      <a:pt x="110" y="15"/>
                    </a:cubicBezTo>
                    <a:cubicBezTo>
                      <a:pt x="111" y="14"/>
                      <a:pt x="111" y="14"/>
                      <a:pt x="111" y="14"/>
                    </a:cubicBezTo>
                    <a:cubicBezTo>
                      <a:pt x="112" y="17"/>
                      <a:pt x="112" y="17"/>
                      <a:pt x="112" y="17"/>
                    </a:cubicBezTo>
                    <a:cubicBezTo>
                      <a:pt x="111" y="17"/>
                      <a:pt x="111" y="17"/>
                      <a:pt x="111" y="17"/>
                    </a:cubicBezTo>
                    <a:cubicBezTo>
                      <a:pt x="111" y="18"/>
                      <a:pt x="113" y="19"/>
                      <a:pt x="113" y="22"/>
                    </a:cubicBezTo>
                    <a:cubicBezTo>
                      <a:pt x="113" y="21"/>
                      <a:pt x="113" y="21"/>
                      <a:pt x="113" y="21"/>
                    </a:cubicBezTo>
                    <a:cubicBezTo>
                      <a:pt x="114" y="20"/>
                      <a:pt x="115" y="17"/>
                      <a:pt x="115" y="17"/>
                    </a:cubicBezTo>
                    <a:cubicBezTo>
                      <a:pt x="116" y="18"/>
                      <a:pt x="116" y="18"/>
                      <a:pt x="116" y="18"/>
                    </a:cubicBezTo>
                    <a:cubicBezTo>
                      <a:pt x="116" y="17"/>
                      <a:pt x="117" y="12"/>
                      <a:pt x="117" y="12"/>
                    </a:cubicBezTo>
                    <a:cubicBezTo>
                      <a:pt x="118" y="12"/>
                      <a:pt x="118" y="13"/>
                      <a:pt x="118" y="13"/>
                    </a:cubicBezTo>
                    <a:cubicBezTo>
                      <a:pt x="119" y="11"/>
                      <a:pt x="118" y="1"/>
                      <a:pt x="118" y="1"/>
                    </a:cubicBezTo>
                    <a:cubicBezTo>
                      <a:pt x="121" y="2"/>
                      <a:pt x="123" y="8"/>
                      <a:pt x="122" y="11"/>
                    </a:cubicBezTo>
                    <a:cubicBezTo>
                      <a:pt x="123" y="11"/>
                      <a:pt x="123" y="11"/>
                      <a:pt x="123" y="11"/>
                    </a:cubicBezTo>
                    <a:cubicBezTo>
                      <a:pt x="123" y="12"/>
                      <a:pt x="123" y="13"/>
                      <a:pt x="123" y="13"/>
                    </a:cubicBezTo>
                    <a:cubicBezTo>
                      <a:pt x="125" y="12"/>
                      <a:pt x="129" y="3"/>
                      <a:pt x="129" y="3"/>
                    </a:cubicBezTo>
                    <a:cubicBezTo>
                      <a:pt x="133" y="7"/>
                      <a:pt x="126" y="17"/>
                      <a:pt x="126" y="17"/>
                    </a:cubicBezTo>
                    <a:cubicBezTo>
                      <a:pt x="127" y="17"/>
                      <a:pt x="130" y="14"/>
                      <a:pt x="130" y="14"/>
                    </a:cubicBezTo>
                    <a:cubicBezTo>
                      <a:pt x="132" y="18"/>
                      <a:pt x="125" y="23"/>
                      <a:pt x="125" y="23"/>
                    </a:cubicBezTo>
                    <a:cubicBezTo>
                      <a:pt x="127" y="22"/>
                      <a:pt x="130" y="22"/>
                      <a:pt x="130" y="22"/>
                    </a:cubicBezTo>
                    <a:cubicBezTo>
                      <a:pt x="130" y="24"/>
                      <a:pt x="126" y="29"/>
                      <a:pt x="125" y="29"/>
                    </a:cubicBezTo>
                    <a:cubicBezTo>
                      <a:pt x="128" y="29"/>
                      <a:pt x="129" y="30"/>
                      <a:pt x="129" y="30"/>
                    </a:cubicBezTo>
                    <a:cubicBezTo>
                      <a:pt x="128" y="33"/>
                      <a:pt x="126" y="34"/>
                      <a:pt x="124" y="35"/>
                    </a:cubicBezTo>
                    <a:cubicBezTo>
                      <a:pt x="126" y="34"/>
                      <a:pt x="126" y="34"/>
                      <a:pt x="126" y="34"/>
                    </a:cubicBezTo>
                    <a:cubicBezTo>
                      <a:pt x="129" y="35"/>
                      <a:pt x="131" y="36"/>
                      <a:pt x="131" y="39"/>
                    </a:cubicBezTo>
                    <a:cubicBezTo>
                      <a:pt x="131" y="42"/>
                      <a:pt x="130" y="43"/>
                      <a:pt x="130" y="44"/>
                    </a:cubicBezTo>
                    <a:cubicBezTo>
                      <a:pt x="130" y="45"/>
                      <a:pt x="130" y="45"/>
                      <a:pt x="131" y="4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3" name="Freeform 35">
                <a:extLst>
                  <a:ext uri="{FF2B5EF4-FFF2-40B4-BE49-F238E27FC236}">
                    <a16:creationId xmlns:a16="http://schemas.microsoft.com/office/drawing/2014/main" id="{8303CCE6-84E2-471C-91E8-74CF49C8582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00775" y="2614613"/>
                <a:ext cx="103188" cy="122238"/>
              </a:xfrm>
              <a:custGeom>
                <a:avLst/>
                <a:gdLst>
                  <a:gd name="T0" fmla="*/ 21 w 48"/>
                  <a:gd name="T1" fmla="*/ 19 h 56"/>
                  <a:gd name="T2" fmla="*/ 23 w 48"/>
                  <a:gd name="T3" fmla="*/ 4 h 56"/>
                  <a:gd name="T4" fmla="*/ 19 w 48"/>
                  <a:gd name="T5" fmla="*/ 21 h 56"/>
                  <a:gd name="T6" fmla="*/ 7 w 48"/>
                  <a:gd name="T7" fmla="*/ 22 h 56"/>
                  <a:gd name="T8" fmla="*/ 25 w 48"/>
                  <a:gd name="T9" fmla="*/ 24 h 56"/>
                  <a:gd name="T10" fmla="*/ 42 w 48"/>
                  <a:gd name="T11" fmla="*/ 23 h 56"/>
                  <a:gd name="T12" fmla="*/ 43 w 48"/>
                  <a:gd name="T13" fmla="*/ 23 h 56"/>
                  <a:gd name="T14" fmla="*/ 25 w 48"/>
                  <a:gd name="T15" fmla="*/ 23 h 56"/>
                  <a:gd name="T16" fmla="*/ 31 w 48"/>
                  <a:gd name="T17" fmla="*/ 17 h 56"/>
                  <a:gd name="T18" fmla="*/ 24 w 48"/>
                  <a:gd name="T19" fmla="*/ 22 h 56"/>
                  <a:gd name="T20" fmla="*/ 24 w 48"/>
                  <a:gd name="T21" fmla="*/ 4 h 56"/>
                  <a:gd name="T22" fmla="*/ 24 w 48"/>
                  <a:gd name="T23" fmla="*/ 4 h 56"/>
                  <a:gd name="T24" fmla="*/ 24 w 48"/>
                  <a:gd name="T25" fmla="*/ 22 h 56"/>
                  <a:gd name="T26" fmla="*/ 17 w 48"/>
                  <a:gd name="T27" fmla="*/ 17 h 56"/>
                  <a:gd name="T28" fmla="*/ 23 w 48"/>
                  <a:gd name="T29" fmla="*/ 23 h 56"/>
                  <a:gd name="T30" fmla="*/ 7 w 48"/>
                  <a:gd name="T31" fmla="*/ 23 h 56"/>
                  <a:gd name="T32" fmla="*/ 5 w 48"/>
                  <a:gd name="T33" fmla="*/ 23 h 56"/>
                  <a:gd name="T34" fmla="*/ 6 w 48"/>
                  <a:gd name="T35" fmla="*/ 23 h 56"/>
                  <a:gd name="T36" fmla="*/ 18 w 48"/>
                  <a:gd name="T37" fmla="*/ 28 h 56"/>
                  <a:gd name="T38" fmla="*/ 19 w 48"/>
                  <a:gd name="T39" fmla="*/ 29 h 56"/>
                  <a:gd name="T40" fmla="*/ 24 w 48"/>
                  <a:gd name="T41" fmla="*/ 49 h 56"/>
                  <a:gd name="T42" fmla="*/ 24 w 48"/>
                  <a:gd name="T43" fmla="*/ 50 h 56"/>
                  <a:gd name="T44" fmla="*/ 24 w 48"/>
                  <a:gd name="T45" fmla="*/ 25 h 56"/>
                  <a:gd name="T46" fmla="*/ 29 w 48"/>
                  <a:gd name="T47" fmla="*/ 29 h 56"/>
                  <a:gd name="T48" fmla="*/ 30 w 48"/>
                  <a:gd name="T49" fmla="*/ 28 h 56"/>
                  <a:gd name="T50" fmla="*/ 44 w 48"/>
                  <a:gd name="T51" fmla="*/ 23 h 56"/>
                  <a:gd name="T52" fmla="*/ 26 w 48"/>
                  <a:gd name="T53" fmla="*/ 24 h 56"/>
                  <a:gd name="T54" fmla="*/ 48 w 48"/>
                  <a:gd name="T55" fmla="*/ 23 h 56"/>
                  <a:gd name="T56" fmla="*/ 43 w 48"/>
                  <a:gd name="T57" fmla="*/ 22 h 56"/>
                  <a:gd name="T58" fmla="*/ 44 w 48"/>
                  <a:gd name="T59" fmla="*/ 23 h 56"/>
                  <a:gd name="T60" fmla="*/ 24 w 48"/>
                  <a:gd name="T61" fmla="*/ 50 h 56"/>
                  <a:gd name="T62" fmla="*/ 23 w 48"/>
                  <a:gd name="T63" fmla="*/ 25 h 56"/>
                  <a:gd name="T64" fmla="*/ 24 w 48"/>
                  <a:gd name="T65" fmla="*/ 56 h 56"/>
                  <a:gd name="T66" fmla="*/ 28 w 48"/>
                  <a:gd name="T67" fmla="*/ 29 h 56"/>
                  <a:gd name="T68" fmla="*/ 25 w 48"/>
                  <a:gd name="T69" fmla="*/ 49 h 56"/>
                  <a:gd name="T70" fmla="*/ 6 w 48"/>
                  <a:gd name="T71" fmla="*/ 24 h 56"/>
                  <a:gd name="T72" fmla="*/ 6 w 48"/>
                  <a:gd name="T73" fmla="*/ 22 h 56"/>
                  <a:gd name="T74" fmla="*/ 0 w 48"/>
                  <a:gd name="T75" fmla="*/ 23 h 56"/>
                  <a:gd name="T76" fmla="*/ 22 w 48"/>
                  <a:gd name="T77" fmla="*/ 24 h 56"/>
                  <a:gd name="T78" fmla="*/ 43 w 48"/>
                  <a:gd name="T79" fmla="*/ 22 h 56"/>
                  <a:gd name="T80" fmla="*/ 26 w 48"/>
                  <a:gd name="T81" fmla="*/ 22 h 56"/>
                  <a:gd name="T82" fmla="*/ 25 w 48"/>
                  <a:gd name="T83" fmla="*/ 4 h 56"/>
                  <a:gd name="T84" fmla="*/ 25 w 48"/>
                  <a:gd name="T85" fmla="*/ 21 h 56"/>
                  <a:gd name="T86" fmla="*/ 24 w 48"/>
                  <a:gd name="T87" fmla="*/ 0 h 56"/>
                  <a:gd name="T88" fmla="*/ 23 w 48"/>
                  <a:gd name="T89" fmla="*/ 4 h 56"/>
                  <a:gd name="T90" fmla="*/ 24 w 48"/>
                  <a:gd name="T91" fmla="*/ 4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48" h="56">
                    <a:moveTo>
                      <a:pt x="23" y="4"/>
                    </a:moveTo>
                    <a:cubicBezTo>
                      <a:pt x="21" y="19"/>
                      <a:pt x="21" y="19"/>
                      <a:pt x="21" y="19"/>
                    </a:cubicBezTo>
                    <a:cubicBezTo>
                      <a:pt x="23" y="21"/>
                      <a:pt x="23" y="21"/>
                      <a:pt x="23" y="21"/>
                    </a:cubicBezTo>
                    <a:lnTo>
                      <a:pt x="23" y="4"/>
                    </a:lnTo>
                    <a:close/>
                    <a:moveTo>
                      <a:pt x="22" y="22"/>
                    </a:moveTo>
                    <a:cubicBezTo>
                      <a:pt x="19" y="21"/>
                      <a:pt x="19" y="21"/>
                      <a:pt x="19" y="2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10" y="22"/>
                      <a:pt x="19" y="22"/>
                      <a:pt x="22" y="22"/>
                    </a:cubicBezTo>
                    <a:moveTo>
                      <a:pt x="25" y="24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40" y="23"/>
                      <a:pt x="42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30" y="18"/>
                      <a:pt x="30" y="18"/>
                      <a:pt x="30" y="18"/>
                    </a:cubicBezTo>
                    <a:cubicBezTo>
                      <a:pt x="31" y="17"/>
                      <a:pt x="31" y="17"/>
                      <a:pt x="31" y="17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7" y="17"/>
                      <a:pt x="17" y="17"/>
                      <a:pt x="17" y="17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10" y="23"/>
                      <a:pt x="7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5" y="23"/>
                      <a:pt x="5" y="23"/>
                      <a:pt x="5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18" y="28"/>
                      <a:pt x="18" y="28"/>
                      <a:pt x="18" y="28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49"/>
                      <a:pt x="24" y="49"/>
                      <a:pt x="24" y="49"/>
                    </a:cubicBezTo>
                    <a:cubicBezTo>
                      <a:pt x="24" y="50"/>
                      <a:pt x="24" y="50"/>
                      <a:pt x="24" y="50"/>
                    </a:cubicBezTo>
                    <a:cubicBezTo>
                      <a:pt x="24" y="50"/>
                      <a:pt x="24" y="50"/>
                      <a:pt x="24" y="50"/>
                    </a:cubicBezTo>
                    <a:cubicBezTo>
                      <a:pt x="24" y="49"/>
                      <a:pt x="24" y="49"/>
                      <a:pt x="24" y="49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9" y="29"/>
                      <a:pt x="29" y="29"/>
                      <a:pt x="29" y="29"/>
                    </a:cubicBezTo>
                    <a:cubicBezTo>
                      <a:pt x="30" y="30"/>
                      <a:pt x="30" y="30"/>
                      <a:pt x="30" y="30"/>
                    </a:cubicBezTo>
                    <a:cubicBezTo>
                      <a:pt x="30" y="28"/>
                      <a:pt x="30" y="28"/>
                      <a:pt x="30" y="28"/>
                    </a:cubicBezTo>
                    <a:lnTo>
                      <a:pt x="25" y="24"/>
                    </a:lnTo>
                    <a:close/>
                    <a:moveTo>
                      <a:pt x="44" y="23"/>
                    </a:moveTo>
                    <a:cubicBezTo>
                      <a:pt x="42" y="24"/>
                      <a:pt x="42" y="24"/>
                      <a:pt x="42" y="24"/>
                    </a:cubicBezTo>
                    <a:cubicBezTo>
                      <a:pt x="41" y="24"/>
                      <a:pt x="29" y="24"/>
                      <a:pt x="26" y="24"/>
                    </a:cubicBezTo>
                    <a:cubicBezTo>
                      <a:pt x="28" y="26"/>
                      <a:pt x="28" y="26"/>
                      <a:pt x="28" y="26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3" y="22"/>
                      <a:pt x="43" y="22"/>
                      <a:pt x="43" y="22"/>
                    </a:cubicBezTo>
                    <a:cubicBezTo>
                      <a:pt x="43" y="22"/>
                      <a:pt x="43" y="22"/>
                      <a:pt x="43" y="22"/>
                    </a:cubicBezTo>
                    <a:lnTo>
                      <a:pt x="44" y="23"/>
                    </a:lnTo>
                    <a:close/>
                    <a:moveTo>
                      <a:pt x="25" y="49"/>
                    </a:moveTo>
                    <a:cubicBezTo>
                      <a:pt x="25" y="50"/>
                      <a:pt x="25" y="50"/>
                      <a:pt x="24" y="50"/>
                    </a:cubicBezTo>
                    <a:cubicBezTo>
                      <a:pt x="23" y="49"/>
                      <a:pt x="23" y="49"/>
                      <a:pt x="23" y="49"/>
                    </a:cubicBezTo>
                    <a:cubicBezTo>
                      <a:pt x="23" y="25"/>
                      <a:pt x="23" y="25"/>
                      <a:pt x="23" y="25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8" y="29"/>
                      <a:pt x="28" y="29"/>
                      <a:pt x="28" y="29"/>
                    </a:cubicBezTo>
                    <a:cubicBezTo>
                      <a:pt x="25" y="25"/>
                      <a:pt x="25" y="25"/>
                      <a:pt x="25" y="25"/>
                    </a:cubicBezTo>
                    <a:lnTo>
                      <a:pt x="25" y="49"/>
                    </a:lnTo>
                    <a:close/>
                    <a:moveTo>
                      <a:pt x="22" y="24"/>
                    </a:moveTo>
                    <a:cubicBezTo>
                      <a:pt x="6" y="24"/>
                      <a:pt x="6" y="24"/>
                      <a:pt x="6" y="24"/>
                    </a:cubicBezTo>
                    <a:cubicBezTo>
                      <a:pt x="6" y="24"/>
                      <a:pt x="5" y="24"/>
                      <a:pt x="5" y="23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19" y="26"/>
                      <a:pt x="19" y="26"/>
                      <a:pt x="19" y="26"/>
                    </a:cubicBezTo>
                    <a:lnTo>
                      <a:pt x="22" y="24"/>
                    </a:lnTo>
                    <a:close/>
                    <a:moveTo>
                      <a:pt x="26" y="22"/>
                    </a:moveTo>
                    <a:cubicBezTo>
                      <a:pt x="43" y="22"/>
                      <a:pt x="43" y="22"/>
                      <a:pt x="43" y="22"/>
                    </a:cubicBezTo>
                    <a:cubicBezTo>
                      <a:pt x="28" y="20"/>
                      <a:pt x="28" y="20"/>
                      <a:pt x="28" y="20"/>
                    </a:cubicBezTo>
                    <a:lnTo>
                      <a:pt x="26" y="22"/>
                    </a:lnTo>
                    <a:close/>
                    <a:moveTo>
                      <a:pt x="24" y="4"/>
                    </a:moveTo>
                    <a:cubicBezTo>
                      <a:pt x="25" y="4"/>
                      <a:pt x="25" y="4"/>
                      <a:pt x="25" y="4"/>
                    </a:cubicBezTo>
                    <a:cubicBezTo>
                      <a:pt x="25" y="4"/>
                      <a:pt x="25" y="4"/>
                      <a:pt x="25" y="4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8" y="18"/>
                      <a:pt x="28" y="18"/>
                      <a:pt x="28" y="18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3" y="4"/>
                      <a:pt x="23" y="4"/>
                      <a:pt x="23" y="4"/>
                    </a:cubicBezTo>
                    <a:cubicBezTo>
                      <a:pt x="23" y="4"/>
                      <a:pt x="23" y="4"/>
                      <a:pt x="23" y="4"/>
                    </a:cubicBezTo>
                    <a:lnTo>
                      <a:pt x="24" y="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4" name="Freeform 36">
                <a:extLst>
                  <a:ext uri="{FF2B5EF4-FFF2-40B4-BE49-F238E27FC236}">
                    <a16:creationId xmlns:a16="http://schemas.microsoft.com/office/drawing/2014/main" id="{2EC50E89-8E7E-495C-8B0B-CDFC3C1BED4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97600" y="2746375"/>
                <a:ext cx="107950" cy="98425"/>
              </a:xfrm>
              <a:custGeom>
                <a:avLst/>
                <a:gdLst>
                  <a:gd name="T0" fmla="*/ 14 w 50"/>
                  <a:gd name="T1" fmla="*/ 20 h 45"/>
                  <a:gd name="T2" fmla="*/ 15 w 50"/>
                  <a:gd name="T3" fmla="*/ 11 h 45"/>
                  <a:gd name="T4" fmla="*/ 13 w 50"/>
                  <a:gd name="T5" fmla="*/ 27 h 45"/>
                  <a:gd name="T6" fmla="*/ 22 w 50"/>
                  <a:gd name="T7" fmla="*/ 14 h 45"/>
                  <a:gd name="T8" fmla="*/ 37 w 50"/>
                  <a:gd name="T9" fmla="*/ 24 h 45"/>
                  <a:gd name="T10" fmla="*/ 25 w 50"/>
                  <a:gd name="T11" fmla="*/ 24 h 45"/>
                  <a:gd name="T12" fmla="*/ 43 w 50"/>
                  <a:gd name="T13" fmla="*/ 31 h 45"/>
                  <a:gd name="T14" fmla="*/ 25 w 50"/>
                  <a:gd name="T15" fmla="*/ 22 h 45"/>
                  <a:gd name="T16" fmla="*/ 38 w 50"/>
                  <a:gd name="T17" fmla="*/ 3 h 45"/>
                  <a:gd name="T18" fmla="*/ 19 w 50"/>
                  <a:gd name="T19" fmla="*/ 3 h 45"/>
                  <a:gd name="T20" fmla="*/ 40 w 50"/>
                  <a:gd name="T21" fmla="*/ 0 h 45"/>
                  <a:gd name="T22" fmla="*/ 43 w 50"/>
                  <a:gd name="T23" fmla="*/ 39 h 45"/>
                  <a:gd name="T24" fmla="*/ 46 w 50"/>
                  <a:gd name="T25" fmla="*/ 41 h 45"/>
                  <a:gd name="T26" fmla="*/ 47 w 50"/>
                  <a:gd name="T27" fmla="*/ 44 h 45"/>
                  <a:gd name="T28" fmla="*/ 7 w 50"/>
                  <a:gd name="T29" fmla="*/ 39 h 45"/>
                  <a:gd name="T30" fmla="*/ 10 w 50"/>
                  <a:gd name="T31" fmla="*/ 41 h 45"/>
                  <a:gd name="T32" fmla="*/ 14 w 50"/>
                  <a:gd name="T33" fmla="*/ 41 h 45"/>
                  <a:gd name="T34" fmla="*/ 17 w 50"/>
                  <a:gd name="T35" fmla="*/ 43 h 45"/>
                  <a:gd name="T36" fmla="*/ 20 w 50"/>
                  <a:gd name="T37" fmla="*/ 42 h 45"/>
                  <a:gd name="T38" fmla="*/ 18 w 50"/>
                  <a:gd name="T39" fmla="*/ 38 h 45"/>
                  <a:gd name="T40" fmla="*/ 10 w 50"/>
                  <a:gd name="T41" fmla="*/ 38 h 45"/>
                  <a:gd name="T42" fmla="*/ 5 w 50"/>
                  <a:gd name="T43" fmla="*/ 37 h 45"/>
                  <a:gd name="T44" fmla="*/ 32 w 50"/>
                  <a:gd name="T45" fmla="*/ 10 h 45"/>
                  <a:gd name="T46" fmla="*/ 26 w 50"/>
                  <a:gd name="T47" fmla="*/ 17 h 45"/>
                  <a:gd name="T48" fmla="*/ 37 w 50"/>
                  <a:gd name="T49" fmla="*/ 17 h 45"/>
                  <a:gd name="T50" fmla="*/ 33 w 50"/>
                  <a:gd name="T51" fmla="*/ 21 h 45"/>
                  <a:gd name="T52" fmla="*/ 42 w 50"/>
                  <a:gd name="T53" fmla="*/ 43 h 45"/>
                  <a:gd name="T54" fmla="*/ 42 w 50"/>
                  <a:gd name="T55" fmla="*/ 42 h 45"/>
                  <a:gd name="T56" fmla="*/ 38 w 50"/>
                  <a:gd name="T57" fmla="*/ 27 h 45"/>
                  <a:gd name="T58" fmla="*/ 12 w 50"/>
                  <a:gd name="T59" fmla="*/ 24 h 45"/>
                  <a:gd name="T60" fmla="*/ 10 w 50"/>
                  <a:gd name="T61" fmla="*/ 37 h 45"/>
                  <a:gd name="T62" fmla="*/ 18 w 50"/>
                  <a:gd name="T63" fmla="*/ 38 h 45"/>
                  <a:gd name="T64" fmla="*/ 32 w 50"/>
                  <a:gd name="T65" fmla="*/ 38 h 45"/>
                  <a:gd name="T66" fmla="*/ 45 w 50"/>
                  <a:gd name="T67" fmla="*/ 38 h 45"/>
                  <a:gd name="T68" fmla="*/ 43 w 50"/>
                  <a:gd name="T69" fmla="*/ 40 h 45"/>
                  <a:gd name="T70" fmla="*/ 38 w 50"/>
                  <a:gd name="T71" fmla="*/ 39 h 45"/>
                  <a:gd name="T72" fmla="*/ 40 w 50"/>
                  <a:gd name="T73" fmla="*/ 42 h 45"/>
                  <a:gd name="T74" fmla="*/ 42 w 50"/>
                  <a:gd name="T75" fmla="*/ 41 h 45"/>
                  <a:gd name="T76" fmla="*/ 31 w 50"/>
                  <a:gd name="T77" fmla="*/ 40 h 45"/>
                  <a:gd name="T78" fmla="*/ 28 w 50"/>
                  <a:gd name="T79" fmla="*/ 39 h 45"/>
                  <a:gd name="T80" fmla="*/ 23 w 50"/>
                  <a:gd name="T81" fmla="*/ 40 h 45"/>
                  <a:gd name="T82" fmla="*/ 20 w 50"/>
                  <a:gd name="T83" fmla="*/ 41 h 45"/>
                  <a:gd name="T84" fmla="*/ 44 w 50"/>
                  <a:gd name="T85" fmla="*/ 42 h 45"/>
                  <a:gd name="T86" fmla="*/ 41 w 50"/>
                  <a:gd name="T87" fmla="*/ 43 h 45"/>
                  <a:gd name="T88" fmla="*/ 34 w 50"/>
                  <a:gd name="T89" fmla="*/ 43 h 45"/>
                  <a:gd name="T90" fmla="*/ 27 w 50"/>
                  <a:gd name="T91" fmla="*/ 43 h 45"/>
                  <a:gd name="T92" fmla="*/ 46 w 50"/>
                  <a:gd name="T93" fmla="*/ 44 h 45"/>
                  <a:gd name="T94" fmla="*/ 18 w 50"/>
                  <a:gd name="T95" fmla="*/ 44 h 45"/>
                  <a:gd name="T96" fmla="*/ 14 w 50"/>
                  <a:gd name="T97" fmla="*/ 42 h 45"/>
                  <a:gd name="T98" fmla="*/ 11 w 50"/>
                  <a:gd name="T99" fmla="*/ 42 h 45"/>
                  <a:gd name="T100" fmla="*/ 1 w 50"/>
                  <a:gd name="T101" fmla="*/ 44 h 45"/>
                  <a:gd name="T102" fmla="*/ 19 w 50"/>
                  <a:gd name="T103" fmla="*/ 45 h 45"/>
                  <a:gd name="T104" fmla="*/ 38 w 50"/>
                  <a:gd name="T105" fmla="*/ 40 h 45"/>
                  <a:gd name="T106" fmla="*/ 35 w 50"/>
                  <a:gd name="T107" fmla="*/ 40 h 45"/>
                  <a:gd name="T108" fmla="*/ 17 w 50"/>
                  <a:gd name="T109" fmla="*/ 24 h 45"/>
                  <a:gd name="T110" fmla="*/ 36 w 50"/>
                  <a:gd name="T111" fmla="*/ 11 h 45"/>
                  <a:gd name="T112" fmla="*/ 41 w 50"/>
                  <a:gd name="T113" fmla="*/ 24 h 45"/>
                  <a:gd name="T114" fmla="*/ 13 w 50"/>
                  <a:gd name="T115" fmla="*/ 17 h 45"/>
                  <a:gd name="T116" fmla="*/ 11 w 50"/>
                  <a:gd name="T117" fmla="*/ 14 h 45"/>
                  <a:gd name="T118" fmla="*/ 38 w 50"/>
                  <a:gd name="T119" fmla="*/ 8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50" h="45">
                    <a:moveTo>
                      <a:pt x="20" y="24"/>
                    </a:moveTo>
                    <a:cubicBezTo>
                      <a:pt x="21" y="23"/>
                      <a:pt x="22" y="22"/>
                      <a:pt x="25" y="22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17" y="21"/>
                      <a:pt x="17" y="21"/>
                      <a:pt x="17" y="21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20" y="24"/>
                      <a:pt x="20" y="24"/>
                      <a:pt x="20" y="24"/>
                    </a:cubicBezTo>
                    <a:close/>
                    <a:moveTo>
                      <a:pt x="21" y="17"/>
                    </a:moveTo>
                    <a:cubicBezTo>
                      <a:pt x="14" y="17"/>
                      <a:pt x="14" y="17"/>
                      <a:pt x="14" y="17"/>
                    </a:cubicBezTo>
                    <a:cubicBezTo>
                      <a:pt x="14" y="20"/>
                      <a:pt x="14" y="20"/>
                      <a:pt x="14" y="20"/>
                    </a:cubicBezTo>
                    <a:cubicBezTo>
                      <a:pt x="21" y="20"/>
                      <a:pt x="21" y="20"/>
                      <a:pt x="21" y="20"/>
                    </a:cubicBezTo>
                    <a:lnTo>
                      <a:pt x="21" y="17"/>
                    </a:lnTo>
                    <a:close/>
                    <a:moveTo>
                      <a:pt x="25" y="15"/>
                    </a:moveTo>
                    <a:cubicBezTo>
                      <a:pt x="18" y="15"/>
                      <a:pt x="18" y="15"/>
                      <a:pt x="18" y="15"/>
                    </a:cubicBezTo>
                    <a:cubicBezTo>
                      <a:pt x="18" y="17"/>
                      <a:pt x="18" y="17"/>
                      <a:pt x="18" y="17"/>
                    </a:cubicBezTo>
                    <a:cubicBezTo>
                      <a:pt x="25" y="17"/>
                      <a:pt x="25" y="17"/>
                      <a:pt x="25" y="17"/>
                    </a:cubicBezTo>
                    <a:lnTo>
                      <a:pt x="25" y="15"/>
                    </a:lnTo>
                    <a:close/>
                    <a:moveTo>
                      <a:pt x="21" y="11"/>
                    </a:moveTo>
                    <a:cubicBezTo>
                      <a:pt x="15" y="11"/>
                      <a:pt x="15" y="11"/>
                      <a:pt x="15" y="11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21" y="14"/>
                      <a:pt x="21" y="14"/>
                      <a:pt x="21" y="14"/>
                    </a:cubicBezTo>
                    <a:lnTo>
                      <a:pt x="21" y="11"/>
                    </a:lnTo>
                    <a:close/>
                    <a:moveTo>
                      <a:pt x="13" y="27"/>
                    </a:moveTo>
                    <a:cubicBezTo>
                      <a:pt x="19" y="27"/>
                      <a:pt x="19" y="27"/>
                      <a:pt x="19" y="27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13" y="24"/>
                      <a:pt x="13" y="24"/>
                      <a:pt x="13" y="24"/>
                    </a:cubicBezTo>
                    <a:lnTo>
                      <a:pt x="13" y="27"/>
                    </a:lnTo>
                    <a:close/>
                    <a:moveTo>
                      <a:pt x="30" y="30"/>
                    </a:move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0" y="29"/>
                      <a:pt x="30" y="29"/>
                      <a:pt x="30" y="29"/>
                    </a:cubicBezTo>
                    <a:lnTo>
                      <a:pt x="30" y="30"/>
                    </a:lnTo>
                    <a:close/>
                    <a:moveTo>
                      <a:pt x="22" y="14"/>
                    </a:moveTo>
                    <a:cubicBezTo>
                      <a:pt x="28" y="14"/>
                      <a:pt x="28" y="14"/>
                      <a:pt x="28" y="14"/>
                    </a:cubicBezTo>
                    <a:cubicBezTo>
                      <a:pt x="28" y="11"/>
                      <a:pt x="28" y="11"/>
                      <a:pt x="28" y="11"/>
                    </a:cubicBezTo>
                    <a:cubicBezTo>
                      <a:pt x="22" y="11"/>
                      <a:pt x="22" y="11"/>
                      <a:pt x="22" y="11"/>
                    </a:cubicBezTo>
                    <a:lnTo>
                      <a:pt x="22" y="14"/>
                    </a:lnTo>
                    <a:close/>
                    <a:moveTo>
                      <a:pt x="37" y="24"/>
                    </a:moveTo>
                    <a:cubicBezTo>
                      <a:pt x="31" y="24"/>
                      <a:pt x="31" y="24"/>
                      <a:pt x="31" y="24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7" y="27"/>
                      <a:pt x="37" y="27"/>
                      <a:pt x="37" y="27"/>
                    </a:cubicBezTo>
                    <a:lnTo>
                      <a:pt x="37" y="24"/>
                    </a:lnTo>
                    <a:close/>
                    <a:moveTo>
                      <a:pt x="20" y="29"/>
                    </a:moveTo>
                    <a:cubicBezTo>
                      <a:pt x="18" y="29"/>
                      <a:pt x="18" y="29"/>
                      <a:pt x="18" y="29"/>
                    </a:cubicBezTo>
                    <a:cubicBezTo>
                      <a:pt x="18" y="29"/>
                      <a:pt x="18" y="29"/>
                      <a:pt x="18" y="29"/>
                    </a:cubicBezTo>
                    <a:cubicBezTo>
                      <a:pt x="18" y="27"/>
                      <a:pt x="18" y="27"/>
                      <a:pt x="18" y="27"/>
                    </a:cubicBezTo>
                    <a:cubicBezTo>
                      <a:pt x="17" y="27"/>
                      <a:pt x="17" y="27"/>
                      <a:pt x="17" y="27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20" y="30"/>
                      <a:pt x="20" y="30"/>
                      <a:pt x="20" y="30"/>
                    </a:cubicBezTo>
                    <a:lnTo>
                      <a:pt x="20" y="29"/>
                    </a:lnTo>
                    <a:close/>
                    <a:moveTo>
                      <a:pt x="25" y="24"/>
                    </a:moveTo>
                    <a:cubicBezTo>
                      <a:pt x="21" y="24"/>
                      <a:pt x="21" y="27"/>
                      <a:pt x="21" y="29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30" y="29"/>
                      <a:pt x="30" y="29"/>
                      <a:pt x="30" y="29"/>
                    </a:cubicBezTo>
                    <a:cubicBezTo>
                      <a:pt x="30" y="28"/>
                      <a:pt x="29" y="24"/>
                      <a:pt x="25" y="24"/>
                    </a:cubicBezTo>
                    <a:moveTo>
                      <a:pt x="30" y="35"/>
                    </a:moveTo>
                    <a:cubicBezTo>
                      <a:pt x="32" y="35"/>
                      <a:pt x="32" y="35"/>
                      <a:pt x="32" y="35"/>
                    </a:cubicBezTo>
                    <a:cubicBezTo>
                      <a:pt x="43" y="35"/>
                      <a:pt x="43" y="35"/>
                      <a:pt x="43" y="35"/>
                    </a:cubicBezTo>
                    <a:cubicBezTo>
                      <a:pt x="43" y="31"/>
                      <a:pt x="43" y="31"/>
                      <a:pt x="43" y="31"/>
                    </a:cubicBezTo>
                    <a:cubicBezTo>
                      <a:pt x="30" y="31"/>
                      <a:pt x="30" y="31"/>
                      <a:pt x="30" y="31"/>
                    </a:cubicBezTo>
                    <a:lnTo>
                      <a:pt x="30" y="35"/>
                    </a:lnTo>
                    <a:close/>
                    <a:moveTo>
                      <a:pt x="34" y="30"/>
                    </a:moveTo>
                    <a:cubicBezTo>
                      <a:pt x="43" y="30"/>
                      <a:pt x="43" y="30"/>
                      <a:pt x="43" y="30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34" y="27"/>
                      <a:pt x="34" y="27"/>
                      <a:pt x="34" y="27"/>
                    </a:cubicBezTo>
                    <a:lnTo>
                      <a:pt x="34" y="30"/>
                    </a:lnTo>
                    <a:close/>
                    <a:moveTo>
                      <a:pt x="32" y="28"/>
                    </a:moveTo>
                    <a:cubicBezTo>
                      <a:pt x="32" y="27"/>
                      <a:pt x="31" y="22"/>
                      <a:pt x="25" y="22"/>
                    </a:cubicBezTo>
                    <a:cubicBezTo>
                      <a:pt x="20" y="22"/>
                      <a:pt x="19" y="27"/>
                      <a:pt x="19" y="28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0" y="27"/>
                      <a:pt x="21" y="26"/>
                      <a:pt x="21" y="25"/>
                    </a:cubicBezTo>
                    <a:cubicBezTo>
                      <a:pt x="22" y="24"/>
                      <a:pt x="23" y="23"/>
                      <a:pt x="25" y="23"/>
                    </a:cubicBezTo>
                    <a:cubicBezTo>
                      <a:pt x="30" y="23"/>
                      <a:pt x="30" y="27"/>
                      <a:pt x="30" y="29"/>
                    </a:cubicBezTo>
                    <a:lnTo>
                      <a:pt x="32" y="28"/>
                    </a:lnTo>
                    <a:close/>
                    <a:moveTo>
                      <a:pt x="40" y="0"/>
                    </a:moveTo>
                    <a:cubicBezTo>
                      <a:pt x="38" y="0"/>
                      <a:pt x="38" y="0"/>
                      <a:pt x="38" y="0"/>
                    </a:cubicBezTo>
                    <a:cubicBezTo>
                      <a:pt x="38" y="3"/>
                      <a:pt x="38" y="3"/>
                      <a:pt x="38" y="3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1" y="3"/>
                      <a:pt x="31" y="3"/>
                      <a:pt x="31" y="3"/>
                    </a:cubicBezTo>
                    <a:cubicBezTo>
                      <a:pt x="28" y="3"/>
                      <a:pt x="28" y="3"/>
                      <a:pt x="28" y="3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22" y="3"/>
                      <a:pt x="22" y="3"/>
                      <a:pt x="22" y="3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12" y="3"/>
                      <a:pt x="12" y="3"/>
                      <a:pt x="12" y="3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40" y="5"/>
                      <a:pt x="40" y="5"/>
                      <a:pt x="40" y="5"/>
                    </a:cubicBezTo>
                    <a:lnTo>
                      <a:pt x="40" y="0"/>
                    </a:lnTo>
                    <a:close/>
                    <a:moveTo>
                      <a:pt x="47" y="39"/>
                    </a:moveTo>
                    <a:cubicBezTo>
                      <a:pt x="46" y="37"/>
                      <a:pt x="46" y="37"/>
                      <a:pt x="46" y="37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3" y="38"/>
                      <a:pt x="43" y="38"/>
                      <a:pt x="43" y="38"/>
                    </a:cubicBezTo>
                    <a:cubicBezTo>
                      <a:pt x="43" y="38"/>
                      <a:pt x="43" y="38"/>
                      <a:pt x="43" y="38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40"/>
                      <a:pt x="43" y="40"/>
                      <a:pt x="43" y="40"/>
                    </a:cubicBezTo>
                    <a:cubicBezTo>
                      <a:pt x="43" y="40"/>
                      <a:pt x="43" y="40"/>
                      <a:pt x="43" y="40"/>
                    </a:cubicBezTo>
                    <a:cubicBezTo>
                      <a:pt x="45" y="41"/>
                      <a:pt x="45" y="41"/>
                      <a:pt x="45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5" y="41"/>
                      <a:pt x="45" y="41"/>
                      <a:pt x="45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8" y="44"/>
                      <a:pt x="49" y="43"/>
                      <a:pt x="50" y="43"/>
                    </a:cubicBezTo>
                    <a:cubicBezTo>
                      <a:pt x="49" y="42"/>
                      <a:pt x="47" y="39"/>
                      <a:pt x="47" y="39"/>
                    </a:cubicBezTo>
                    <a:moveTo>
                      <a:pt x="6" y="39"/>
                    </a:moveTo>
                    <a:cubicBezTo>
                      <a:pt x="7" y="38"/>
                      <a:pt x="7" y="38"/>
                      <a:pt x="7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5" y="41"/>
                      <a:pt x="5" y="41"/>
                      <a:pt x="5" y="41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7" y="44"/>
                      <a:pt x="7" y="44"/>
                      <a:pt x="7" y="44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2" y="40"/>
                      <a:pt x="12" y="40"/>
                      <a:pt x="12" y="40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38"/>
                      <a:pt x="13" y="38"/>
                      <a:pt x="13" y="38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6" y="43"/>
                      <a:pt x="16" y="43"/>
                      <a:pt x="16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3"/>
                      <a:pt x="19" y="43"/>
                      <a:pt x="19" y="43"/>
                    </a:cubicBezTo>
                    <a:cubicBezTo>
                      <a:pt x="19" y="43"/>
                      <a:pt x="19" y="43"/>
                      <a:pt x="19" y="43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20" y="39"/>
                      <a:pt x="20" y="39"/>
                      <a:pt x="20" y="39"/>
                    </a:cubicBezTo>
                    <a:cubicBezTo>
                      <a:pt x="20" y="38"/>
                      <a:pt x="20" y="38"/>
                      <a:pt x="20" y="38"/>
                    </a:cubicBezTo>
                    <a:cubicBezTo>
                      <a:pt x="20" y="38"/>
                      <a:pt x="20" y="38"/>
                      <a:pt x="20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9"/>
                      <a:pt x="18" y="39"/>
                      <a:pt x="18" y="39"/>
                    </a:cubicBezTo>
                    <a:cubicBezTo>
                      <a:pt x="18" y="39"/>
                      <a:pt x="18" y="39"/>
                      <a:pt x="18" y="39"/>
                    </a:cubicBezTo>
                    <a:cubicBezTo>
                      <a:pt x="17" y="39"/>
                      <a:pt x="16" y="39"/>
                      <a:pt x="15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3" y="38"/>
                      <a:pt x="12" y="38"/>
                      <a:pt x="11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9" y="38"/>
                      <a:pt x="8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6" y="37"/>
                      <a:pt x="6" y="37"/>
                      <a:pt x="6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4" y="38"/>
                      <a:pt x="3" y="39"/>
                    </a:cubicBezTo>
                    <a:cubicBezTo>
                      <a:pt x="2" y="40"/>
                      <a:pt x="1" y="42"/>
                      <a:pt x="0" y="42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2" y="43"/>
                      <a:pt x="3" y="42"/>
                      <a:pt x="4" y="41"/>
                    </a:cubicBezTo>
                    <a:lnTo>
                      <a:pt x="6" y="39"/>
                    </a:lnTo>
                    <a:close/>
                    <a:moveTo>
                      <a:pt x="26" y="10"/>
                    </a:moveTo>
                    <a:cubicBezTo>
                      <a:pt x="32" y="10"/>
                      <a:pt x="32" y="10"/>
                      <a:pt x="32" y="10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26" y="9"/>
                      <a:pt x="26" y="9"/>
                      <a:pt x="26" y="9"/>
                    </a:cubicBezTo>
                    <a:lnTo>
                      <a:pt x="26" y="10"/>
                    </a:lnTo>
                    <a:close/>
                    <a:moveTo>
                      <a:pt x="29" y="14"/>
                    </a:moveTo>
                    <a:cubicBezTo>
                      <a:pt x="36" y="14"/>
                      <a:pt x="36" y="14"/>
                      <a:pt x="36" y="14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29" y="11"/>
                      <a:pt x="29" y="11"/>
                      <a:pt x="29" y="11"/>
                    </a:cubicBezTo>
                    <a:lnTo>
                      <a:pt x="29" y="14"/>
                    </a:lnTo>
                    <a:close/>
                    <a:moveTo>
                      <a:pt x="26" y="17"/>
                    </a:moveTo>
                    <a:cubicBezTo>
                      <a:pt x="32" y="17"/>
                      <a:pt x="32" y="17"/>
                      <a:pt x="32" y="17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26" y="15"/>
                      <a:pt x="26" y="15"/>
                      <a:pt x="26" y="15"/>
                    </a:cubicBezTo>
                    <a:lnTo>
                      <a:pt x="26" y="17"/>
                    </a:lnTo>
                    <a:close/>
                    <a:moveTo>
                      <a:pt x="37" y="17"/>
                    </a:moveTo>
                    <a:cubicBezTo>
                      <a:pt x="29" y="17"/>
                      <a:pt x="29" y="17"/>
                      <a:pt x="29" y="17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37" y="20"/>
                      <a:pt x="37" y="20"/>
                      <a:pt x="37" y="20"/>
                    </a:cubicBezTo>
                    <a:lnTo>
                      <a:pt x="37" y="17"/>
                    </a:lnTo>
                    <a:close/>
                    <a:moveTo>
                      <a:pt x="29" y="17"/>
                    </a:moveTo>
                    <a:cubicBezTo>
                      <a:pt x="22" y="17"/>
                      <a:pt x="22" y="17"/>
                      <a:pt x="22" y="17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9" y="20"/>
                      <a:pt x="29" y="20"/>
                      <a:pt x="29" y="20"/>
                    </a:cubicBezTo>
                    <a:lnTo>
                      <a:pt x="29" y="17"/>
                    </a:lnTo>
                    <a:close/>
                    <a:moveTo>
                      <a:pt x="26" y="22"/>
                    </a:moveTo>
                    <a:cubicBezTo>
                      <a:pt x="28" y="22"/>
                      <a:pt x="29" y="23"/>
                      <a:pt x="30" y="24"/>
                    </a:cubicBezTo>
                    <a:cubicBezTo>
                      <a:pt x="33" y="24"/>
                      <a:pt x="33" y="24"/>
                      <a:pt x="33" y="24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26" y="21"/>
                      <a:pt x="26" y="21"/>
                      <a:pt x="26" y="21"/>
                    </a:cubicBezTo>
                    <a:lnTo>
                      <a:pt x="26" y="22"/>
                    </a:lnTo>
                    <a:close/>
                    <a:moveTo>
                      <a:pt x="19" y="10"/>
                    </a:moveTo>
                    <a:cubicBezTo>
                      <a:pt x="25" y="10"/>
                      <a:pt x="25" y="10"/>
                      <a:pt x="25" y="10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19" y="9"/>
                      <a:pt x="19" y="9"/>
                      <a:pt x="19" y="9"/>
                    </a:cubicBezTo>
                    <a:lnTo>
                      <a:pt x="19" y="10"/>
                    </a:lnTo>
                    <a:close/>
                    <a:moveTo>
                      <a:pt x="42" y="43"/>
                    </a:moveTo>
                    <a:cubicBezTo>
                      <a:pt x="42" y="43"/>
                      <a:pt x="42" y="43"/>
                      <a:pt x="42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3"/>
                      <a:pt x="42" y="43"/>
                      <a:pt x="42" y="43"/>
                    </a:cubicBezTo>
                    <a:close/>
                    <a:moveTo>
                      <a:pt x="20" y="31"/>
                    </a:moveTo>
                    <a:cubicBezTo>
                      <a:pt x="8" y="31"/>
                      <a:pt x="8" y="31"/>
                      <a:pt x="8" y="31"/>
                    </a:cubicBezTo>
                    <a:cubicBezTo>
                      <a:pt x="7" y="35"/>
                      <a:pt x="7" y="35"/>
                      <a:pt x="7" y="35"/>
                    </a:cubicBezTo>
                    <a:cubicBezTo>
                      <a:pt x="20" y="35"/>
                      <a:pt x="20" y="35"/>
                      <a:pt x="20" y="35"/>
                    </a:cubicBezTo>
                    <a:lnTo>
                      <a:pt x="20" y="31"/>
                    </a:lnTo>
                    <a:close/>
                    <a:moveTo>
                      <a:pt x="38" y="27"/>
                    </a:moveTo>
                    <a:cubicBezTo>
                      <a:pt x="42" y="27"/>
                      <a:pt x="42" y="27"/>
                      <a:pt x="42" y="27"/>
                    </a:cubicBezTo>
                    <a:cubicBezTo>
                      <a:pt x="41" y="24"/>
                      <a:pt x="41" y="24"/>
                      <a:pt x="41" y="24"/>
                    </a:cubicBezTo>
                    <a:cubicBezTo>
                      <a:pt x="38" y="24"/>
                      <a:pt x="38" y="24"/>
                      <a:pt x="38" y="24"/>
                    </a:cubicBezTo>
                    <a:lnTo>
                      <a:pt x="38" y="27"/>
                    </a:lnTo>
                    <a:close/>
                    <a:moveTo>
                      <a:pt x="12" y="24"/>
                    </a:moveTo>
                    <a:cubicBezTo>
                      <a:pt x="9" y="24"/>
                      <a:pt x="9" y="24"/>
                      <a:pt x="9" y="24"/>
                    </a:cubicBezTo>
                    <a:cubicBezTo>
                      <a:pt x="9" y="27"/>
                      <a:pt x="9" y="27"/>
                      <a:pt x="9" y="27"/>
                    </a:cubicBezTo>
                    <a:cubicBezTo>
                      <a:pt x="12" y="27"/>
                      <a:pt x="12" y="27"/>
                      <a:pt x="12" y="27"/>
                    </a:cubicBezTo>
                    <a:lnTo>
                      <a:pt x="12" y="24"/>
                    </a:lnTo>
                    <a:close/>
                    <a:moveTo>
                      <a:pt x="16" y="27"/>
                    </a:moveTo>
                    <a:cubicBezTo>
                      <a:pt x="9" y="27"/>
                      <a:pt x="9" y="27"/>
                      <a:pt x="9" y="27"/>
                    </a:cubicBezTo>
                    <a:cubicBezTo>
                      <a:pt x="8" y="30"/>
                      <a:pt x="8" y="30"/>
                      <a:pt x="8" y="30"/>
                    </a:cubicBezTo>
                    <a:cubicBezTo>
                      <a:pt x="16" y="30"/>
                      <a:pt x="16" y="30"/>
                      <a:pt x="16" y="30"/>
                    </a:cubicBezTo>
                    <a:lnTo>
                      <a:pt x="16" y="27"/>
                    </a:lnTo>
                    <a:close/>
                    <a:moveTo>
                      <a:pt x="7" y="37"/>
                    </a:moveTo>
                    <a:cubicBezTo>
                      <a:pt x="7" y="37"/>
                      <a:pt x="7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8" y="37"/>
                      <a:pt x="9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2" y="38"/>
                      <a:pt x="13" y="38"/>
                      <a:pt x="14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6" y="38"/>
                      <a:pt x="17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9" y="37"/>
                      <a:pt x="19" y="37"/>
                      <a:pt x="19" y="37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2" y="38"/>
                      <a:pt x="24" y="38"/>
                      <a:pt x="27" y="38"/>
                    </a:cubicBezTo>
                    <a:cubicBezTo>
                      <a:pt x="28" y="38"/>
                      <a:pt x="28" y="38"/>
                      <a:pt x="28" y="38"/>
                    </a:cubicBezTo>
                    <a:cubicBezTo>
                      <a:pt x="29" y="38"/>
                      <a:pt x="30" y="38"/>
                      <a:pt x="32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9" y="38"/>
                      <a:pt x="39" y="38"/>
                      <a:pt x="39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33" y="36"/>
                      <a:pt x="33" y="36"/>
                      <a:pt x="33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7" y="36"/>
                      <a:pt x="7" y="36"/>
                      <a:pt x="7" y="36"/>
                    </a:cubicBezTo>
                    <a:lnTo>
                      <a:pt x="7" y="37"/>
                    </a:lnTo>
                    <a:close/>
                    <a:moveTo>
                      <a:pt x="43" y="40"/>
                    </a:moveTo>
                    <a:cubicBezTo>
                      <a:pt x="42" y="39"/>
                      <a:pt x="42" y="39"/>
                      <a:pt x="42" y="39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39" y="38"/>
                      <a:pt x="39" y="38"/>
                      <a:pt x="39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0"/>
                      <a:pt x="43" y="40"/>
                      <a:pt x="43" y="40"/>
                    </a:cubicBezTo>
                    <a:close/>
                    <a:moveTo>
                      <a:pt x="29" y="40"/>
                    </a:move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2" y="41"/>
                      <a:pt x="33" y="43"/>
                      <a:pt x="34" y="43"/>
                    </a:cubicBezTo>
                    <a:cubicBezTo>
                      <a:pt x="34" y="42"/>
                      <a:pt x="34" y="41"/>
                      <a:pt x="34" y="40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2" y="39"/>
                      <a:pt x="32" y="39"/>
                      <a:pt x="32" y="39"/>
                    </a:cubicBezTo>
                    <a:cubicBezTo>
                      <a:pt x="30" y="39"/>
                      <a:pt x="29" y="39"/>
                      <a:pt x="28" y="39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9"/>
                      <a:pt x="25" y="39"/>
                      <a:pt x="25" y="39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3" y="38"/>
                      <a:pt x="22" y="38"/>
                      <a:pt x="21" y="38"/>
                    </a:cubicBezTo>
                    <a:cubicBezTo>
                      <a:pt x="21" y="39"/>
                      <a:pt x="21" y="39"/>
                      <a:pt x="21" y="39"/>
                    </a:cubicBezTo>
                    <a:cubicBezTo>
                      <a:pt x="21" y="39"/>
                      <a:pt x="21" y="39"/>
                      <a:pt x="21" y="39"/>
                    </a:cubicBezTo>
                    <a:cubicBezTo>
                      <a:pt x="20" y="39"/>
                      <a:pt x="20" y="39"/>
                      <a:pt x="20" y="39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2"/>
                      <a:pt x="24" y="42"/>
                      <a:pt x="26" y="42"/>
                    </a:cubicBezTo>
                    <a:cubicBezTo>
                      <a:pt x="27" y="42"/>
                      <a:pt x="27" y="42"/>
                      <a:pt x="27" y="42"/>
                    </a:cubicBezTo>
                    <a:cubicBezTo>
                      <a:pt x="27" y="42"/>
                      <a:pt x="28" y="41"/>
                      <a:pt x="29" y="40"/>
                    </a:cubicBezTo>
                    <a:moveTo>
                      <a:pt x="46" y="42"/>
                    </a:moveTo>
                    <a:cubicBezTo>
                      <a:pt x="46" y="42"/>
                      <a:pt x="46" y="42"/>
                      <a:pt x="46" y="42"/>
                    </a:cubicBezTo>
                    <a:cubicBezTo>
                      <a:pt x="45" y="42"/>
                      <a:pt x="45" y="42"/>
                      <a:pt x="45" y="42"/>
                    </a:cubicBezTo>
                    <a:cubicBezTo>
                      <a:pt x="44" y="42"/>
                      <a:pt x="44" y="42"/>
                      <a:pt x="44" y="42"/>
                    </a:cubicBezTo>
                    <a:cubicBezTo>
                      <a:pt x="44" y="42"/>
                      <a:pt x="43" y="43"/>
                      <a:pt x="43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40" y="43"/>
                      <a:pt x="40" y="43"/>
                      <a:pt x="40" y="43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1"/>
                      <a:pt x="35" y="42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2" y="43"/>
                      <a:pt x="31" y="41"/>
                      <a:pt x="31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7" y="43"/>
                      <a:pt x="30" y="44"/>
                      <a:pt x="31" y="44"/>
                    </a:cubicBezTo>
                    <a:cubicBezTo>
                      <a:pt x="34" y="44"/>
                      <a:pt x="35" y="43"/>
                      <a:pt x="37" y="43"/>
                    </a:cubicBezTo>
                    <a:cubicBezTo>
                      <a:pt x="39" y="43"/>
                      <a:pt x="40" y="43"/>
                      <a:pt x="42" y="44"/>
                    </a:cubicBezTo>
                    <a:cubicBezTo>
                      <a:pt x="43" y="44"/>
                      <a:pt x="44" y="44"/>
                      <a:pt x="45" y="44"/>
                    </a:cubicBezTo>
                    <a:cubicBezTo>
                      <a:pt x="46" y="44"/>
                      <a:pt x="46" y="44"/>
                      <a:pt x="46" y="44"/>
                    </a:cubicBezTo>
                    <a:cubicBezTo>
                      <a:pt x="46" y="44"/>
                      <a:pt x="46" y="44"/>
                      <a:pt x="46" y="44"/>
                    </a:cubicBezTo>
                    <a:cubicBezTo>
                      <a:pt x="46" y="44"/>
                      <a:pt x="46" y="44"/>
                      <a:pt x="46" y="44"/>
                    </a:cubicBezTo>
                    <a:lnTo>
                      <a:pt x="46" y="42"/>
                    </a:lnTo>
                    <a:close/>
                    <a:moveTo>
                      <a:pt x="22" y="42"/>
                    </a:move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7" y="44"/>
                      <a:pt x="17" y="44"/>
                      <a:pt x="17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3" y="42"/>
                      <a:pt x="13" y="42"/>
                      <a:pt x="13" y="42"/>
                    </a:cubicBezTo>
                    <a:cubicBezTo>
                      <a:pt x="13" y="41"/>
                      <a:pt x="13" y="41"/>
                      <a:pt x="13" y="41"/>
                    </a:cubicBezTo>
                    <a:cubicBezTo>
                      <a:pt x="13" y="41"/>
                      <a:pt x="13" y="41"/>
                      <a:pt x="13" y="41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8" y="44"/>
                      <a:pt x="8" y="44"/>
                      <a:pt x="8" y="44"/>
                    </a:cubicBezTo>
                    <a:cubicBezTo>
                      <a:pt x="8" y="44"/>
                      <a:pt x="8" y="44"/>
                      <a:pt x="8" y="44"/>
                    </a:cubicBezTo>
                    <a:cubicBezTo>
                      <a:pt x="7" y="44"/>
                      <a:pt x="7" y="44"/>
                      <a:pt x="7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5" y="43"/>
                      <a:pt x="5" y="43"/>
                      <a:pt x="4" y="42"/>
                    </a:cubicBezTo>
                    <a:cubicBezTo>
                      <a:pt x="4" y="42"/>
                      <a:pt x="3" y="43"/>
                      <a:pt x="1" y="44"/>
                    </a:cubicBezTo>
                    <a:cubicBezTo>
                      <a:pt x="2" y="44"/>
                      <a:pt x="2" y="44"/>
                      <a:pt x="2" y="44"/>
                    </a:cubicBezTo>
                    <a:cubicBezTo>
                      <a:pt x="3" y="44"/>
                      <a:pt x="3" y="44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7" y="45"/>
                      <a:pt x="8" y="44"/>
                      <a:pt x="8" y="44"/>
                    </a:cubicBezTo>
                    <a:cubicBezTo>
                      <a:pt x="9" y="44"/>
                      <a:pt x="11" y="42"/>
                      <a:pt x="12" y="42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3" y="42"/>
                      <a:pt x="15" y="43"/>
                      <a:pt x="16" y="44"/>
                    </a:cubicBezTo>
                    <a:cubicBezTo>
                      <a:pt x="17" y="44"/>
                      <a:pt x="18" y="45"/>
                      <a:pt x="19" y="45"/>
                    </a:cubicBezTo>
                    <a:cubicBezTo>
                      <a:pt x="19" y="45"/>
                      <a:pt x="19" y="45"/>
                      <a:pt x="19" y="45"/>
                    </a:cubicBezTo>
                    <a:cubicBezTo>
                      <a:pt x="20" y="45"/>
                      <a:pt x="22" y="43"/>
                      <a:pt x="24" y="43"/>
                    </a:cubicBezTo>
                    <a:lnTo>
                      <a:pt x="22" y="42"/>
                    </a:lnTo>
                    <a:close/>
                    <a:moveTo>
                      <a:pt x="37" y="42"/>
                    </a:move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5" y="39"/>
                      <a:pt x="35" y="39"/>
                      <a:pt x="35" y="39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6" y="41"/>
                      <a:pt x="36" y="41"/>
                      <a:pt x="36" y="41"/>
                    </a:cubicBezTo>
                    <a:lnTo>
                      <a:pt x="37" y="42"/>
                    </a:lnTo>
                    <a:close/>
                    <a:moveTo>
                      <a:pt x="17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9" y="24"/>
                      <a:pt x="9" y="24"/>
                      <a:pt x="9" y="24"/>
                    </a:cubicBezTo>
                    <a:cubicBezTo>
                      <a:pt x="17" y="24"/>
                      <a:pt x="17" y="24"/>
                      <a:pt x="17" y="24"/>
                    </a:cubicBezTo>
                    <a:lnTo>
                      <a:pt x="17" y="21"/>
                    </a:lnTo>
                    <a:close/>
                    <a:moveTo>
                      <a:pt x="32" y="9"/>
                    </a:moveTo>
                    <a:cubicBezTo>
                      <a:pt x="32" y="10"/>
                      <a:pt x="32" y="10"/>
                      <a:pt x="32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8" y="9"/>
                      <a:pt x="38" y="9"/>
                      <a:pt x="38" y="9"/>
                    </a:cubicBezTo>
                    <a:lnTo>
                      <a:pt x="32" y="9"/>
                    </a:lnTo>
                    <a:close/>
                    <a:moveTo>
                      <a:pt x="39" y="14"/>
                    </a:moveTo>
                    <a:cubicBezTo>
                      <a:pt x="39" y="11"/>
                      <a:pt x="39" y="11"/>
                      <a:pt x="39" y="11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36" y="14"/>
                      <a:pt x="36" y="14"/>
                      <a:pt x="36" y="14"/>
                    </a:cubicBezTo>
                    <a:lnTo>
                      <a:pt x="39" y="14"/>
                    </a:lnTo>
                    <a:close/>
                    <a:moveTo>
                      <a:pt x="40" y="15"/>
                    </a:moveTo>
                    <a:cubicBezTo>
                      <a:pt x="33" y="15"/>
                      <a:pt x="33" y="15"/>
                      <a:pt x="33" y="15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40" y="17"/>
                      <a:pt x="40" y="17"/>
                      <a:pt x="40" y="17"/>
                    </a:cubicBezTo>
                    <a:lnTo>
                      <a:pt x="40" y="15"/>
                    </a:lnTo>
                    <a:close/>
                    <a:moveTo>
                      <a:pt x="34" y="24"/>
                    </a:moveTo>
                    <a:cubicBezTo>
                      <a:pt x="41" y="24"/>
                      <a:pt x="41" y="24"/>
                      <a:pt x="41" y="24"/>
                    </a:cubicBezTo>
                    <a:cubicBezTo>
                      <a:pt x="41" y="21"/>
                      <a:pt x="41" y="21"/>
                      <a:pt x="41" y="21"/>
                    </a:cubicBezTo>
                    <a:cubicBezTo>
                      <a:pt x="34" y="21"/>
                      <a:pt x="34" y="21"/>
                      <a:pt x="34" y="21"/>
                    </a:cubicBezTo>
                    <a:lnTo>
                      <a:pt x="34" y="24"/>
                    </a:lnTo>
                    <a:close/>
                    <a:moveTo>
                      <a:pt x="37" y="17"/>
                    </a:moveTo>
                    <a:cubicBezTo>
                      <a:pt x="37" y="20"/>
                      <a:pt x="37" y="20"/>
                      <a:pt x="37" y="20"/>
                    </a:cubicBezTo>
                    <a:cubicBezTo>
                      <a:pt x="41" y="20"/>
                      <a:pt x="41" y="20"/>
                      <a:pt x="41" y="20"/>
                    </a:cubicBezTo>
                    <a:cubicBezTo>
                      <a:pt x="40" y="17"/>
                      <a:pt x="40" y="17"/>
                      <a:pt x="40" y="17"/>
                    </a:cubicBezTo>
                    <a:lnTo>
                      <a:pt x="37" y="17"/>
                    </a:lnTo>
                    <a:close/>
                    <a:moveTo>
                      <a:pt x="13" y="17"/>
                    </a:moveTo>
                    <a:cubicBezTo>
                      <a:pt x="10" y="17"/>
                      <a:pt x="10" y="17"/>
                      <a:pt x="10" y="17"/>
                    </a:cubicBezTo>
                    <a:cubicBezTo>
                      <a:pt x="10" y="20"/>
                      <a:pt x="10" y="20"/>
                      <a:pt x="10" y="20"/>
                    </a:cubicBezTo>
                    <a:cubicBezTo>
                      <a:pt x="13" y="20"/>
                      <a:pt x="13" y="20"/>
                      <a:pt x="13" y="20"/>
                    </a:cubicBezTo>
                    <a:lnTo>
                      <a:pt x="13" y="17"/>
                    </a:lnTo>
                    <a:close/>
                    <a:moveTo>
                      <a:pt x="11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2" y="11"/>
                      <a:pt x="12" y="11"/>
                      <a:pt x="12" y="11"/>
                    </a:cubicBezTo>
                    <a:lnTo>
                      <a:pt x="11" y="14"/>
                    </a:lnTo>
                    <a:close/>
                    <a:moveTo>
                      <a:pt x="18" y="15"/>
                    </a:moveTo>
                    <a:cubicBezTo>
                      <a:pt x="11" y="15"/>
                      <a:pt x="11" y="15"/>
                      <a:pt x="11" y="15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8" y="17"/>
                      <a:pt x="18" y="17"/>
                      <a:pt x="18" y="17"/>
                    </a:cubicBezTo>
                    <a:lnTo>
                      <a:pt x="18" y="15"/>
                    </a:lnTo>
                    <a:close/>
                    <a:moveTo>
                      <a:pt x="10" y="6"/>
                    </a:moveTo>
                    <a:cubicBezTo>
                      <a:pt x="12" y="8"/>
                      <a:pt x="12" y="8"/>
                      <a:pt x="12" y="8"/>
                    </a:cubicBezTo>
                    <a:cubicBezTo>
                      <a:pt x="38" y="8"/>
                      <a:pt x="38" y="8"/>
                      <a:pt x="38" y="8"/>
                    </a:cubicBezTo>
                    <a:cubicBezTo>
                      <a:pt x="38" y="8"/>
                      <a:pt x="38" y="8"/>
                      <a:pt x="38" y="8"/>
                    </a:cubicBezTo>
                    <a:cubicBezTo>
                      <a:pt x="40" y="6"/>
                      <a:pt x="40" y="6"/>
                      <a:pt x="40" y="6"/>
                    </a:cubicBezTo>
                    <a:lnTo>
                      <a:pt x="10" y="6"/>
                    </a:lnTo>
                    <a:close/>
                    <a:moveTo>
                      <a:pt x="18" y="9"/>
                    </a:moveTo>
                    <a:cubicBezTo>
                      <a:pt x="12" y="9"/>
                      <a:pt x="12" y="9"/>
                      <a:pt x="12" y="9"/>
                    </a:cubicBezTo>
                    <a:cubicBezTo>
                      <a:pt x="12" y="10"/>
                      <a:pt x="12" y="10"/>
                      <a:pt x="12" y="10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18" y="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grpSp>
          <p:nvGrpSpPr>
            <p:cNvPr id="35" name="Grupo 34">
              <a:extLst>
                <a:ext uri="{FF2B5EF4-FFF2-40B4-BE49-F238E27FC236}">
                  <a16:creationId xmlns:a16="http://schemas.microsoft.com/office/drawing/2014/main" id="{7C411C7C-DEC0-4A48-BBC5-725C2282F7EC}"/>
                </a:ext>
              </a:extLst>
            </p:cNvPr>
            <p:cNvGrpSpPr/>
            <p:nvPr userDrawn="1"/>
          </p:nvGrpSpPr>
          <p:grpSpPr>
            <a:xfrm>
              <a:off x="457020" y="572789"/>
              <a:ext cx="1931988" cy="938213"/>
              <a:chOff x="3838575" y="2246313"/>
              <a:chExt cx="1931988" cy="938213"/>
            </a:xfrm>
          </p:grpSpPr>
          <p:sp>
            <p:nvSpPr>
              <p:cNvPr id="36" name="Rectangle 5">
                <a:extLst>
                  <a:ext uri="{FF2B5EF4-FFF2-40B4-BE49-F238E27FC236}">
                    <a16:creationId xmlns:a16="http://schemas.microsoft.com/office/drawing/2014/main" id="{60BCBD20-7B14-4CD9-88A3-CD89A42605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38575" y="2246313"/>
                <a:ext cx="1931988" cy="938213"/>
              </a:xfrm>
              <a:prstGeom prst="rect">
                <a:avLst/>
              </a:prstGeom>
              <a:solidFill>
                <a:srgbClr val="00B2D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7" name="Freeform 37">
                <a:extLst>
                  <a:ext uri="{FF2B5EF4-FFF2-40B4-BE49-F238E27FC236}">
                    <a16:creationId xmlns:a16="http://schemas.microsoft.com/office/drawing/2014/main" id="{70632B76-7EEA-4510-A4D9-D416F750DC0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68750" y="2727325"/>
                <a:ext cx="1668463" cy="123825"/>
              </a:xfrm>
              <a:custGeom>
                <a:avLst/>
                <a:gdLst>
                  <a:gd name="T0" fmla="*/ 768 w 770"/>
                  <a:gd name="T1" fmla="*/ 17 h 57"/>
                  <a:gd name="T2" fmla="*/ 743 w 770"/>
                  <a:gd name="T3" fmla="*/ 44 h 57"/>
                  <a:gd name="T4" fmla="*/ 715 w 770"/>
                  <a:gd name="T5" fmla="*/ 22 h 57"/>
                  <a:gd name="T6" fmla="*/ 720 w 770"/>
                  <a:gd name="T7" fmla="*/ 17 h 57"/>
                  <a:gd name="T8" fmla="*/ 704 w 770"/>
                  <a:gd name="T9" fmla="*/ 51 h 57"/>
                  <a:gd name="T10" fmla="*/ 689 w 770"/>
                  <a:gd name="T11" fmla="*/ 56 h 57"/>
                  <a:gd name="T12" fmla="*/ 669 w 770"/>
                  <a:gd name="T13" fmla="*/ 20 h 57"/>
                  <a:gd name="T14" fmla="*/ 662 w 770"/>
                  <a:gd name="T15" fmla="*/ 48 h 57"/>
                  <a:gd name="T16" fmla="*/ 662 w 770"/>
                  <a:gd name="T17" fmla="*/ 17 h 57"/>
                  <a:gd name="T18" fmla="*/ 607 w 770"/>
                  <a:gd name="T19" fmla="*/ 17 h 57"/>
                  <a:gd name="T20" fmla="*/ 593 w 770"/>
                  <a:gd name="T21" fmla="*/ 17 h 57"/>
                  <a:gd name="T22" fmla="*/ 597 w 770"/>
                  <a:gd name="T23" fmla="*/ 56 h 57"/>
                  <a:gd name="T24" fmla="*/ 610 w 770"/>
                  <a:gd name="T25" fmla="*/ 56 h 57"/>
                  <a:gd name="T26" fmla="*/ 563 w 770"/>
                  <a:gd name="T27" fmla="*/ 51 h 57"/>
                  <a:gd name="T28" fmla="*/ 560 w 770"/>
                  <a:gd name="T29" fmla="*/ 29 h 57"/>
                  <a:gd name="T30" fmla="*/ 568 w 770"/>
                  <a:gd name="T31" fmla="*/ 17 h 57"/>
                  <a:gd name="T32" fmla="*/ 569 w 770"/>
                  <a:gd name="T33" fmla="*/ 56 h 57"/>
                  <a:gd name="T34" fmla="*/ 511 w 770"/>
                  <a:gd name="T35" fmla="*/ 17 h 57"/>
                  <a:gd name="T36" fmla="*/ 504 w 770"/>
                  <a:gd name="T37" fmla="*/ 54 h 57"/>
                  <a:gd name="T38" fmla="*/ 504 w 770"/>
                  <a:gd name="T39" fmla="*/ 29 h 57"/>
                  <a:gd name="T40" fmla="*/ 453 w 770"/>
                  <a:gd name="T41" fmla="*/ 17 h 57"/>
                  <a:gd name="T42" fmla="*/ 430 w 770"/>
                  <a:gd name="T43" fmla="*/ 17 h 57"/>
                  <a:gd name="T44" fmla="*/ 422 w 770"/>
                  <a:gd name="T45" fmla="*/ 56 h 57"/>
                  <a:gd name="T46" fmla="*/ 379 w 770"/>
                  <a:gd name="T47" fmla="*/ 41 h 57"/>
                  <a:gd name="T48" fmla="*/ 395 w 770"/>
                  <a:gd name="T49" fmla="*/ 56 h 57"/>
                  <a:gd name="T50" fmla="*/ 350 w 770"/>
                  <a:gd name="T51" fmla="*/ 56 h 57"/>
                  <a:gd name="T52" fmla="*/ 377 w 770"/>
                  <a:gd name="T53" fmla="*/ 52 h 57"/>
                  <a:gd name="T54" fmla="*/ 347 w 770"/>
                  <a:gd name="T55" fmla="*/ 20 h 57"/>
                  <a:gd name="T56" fmla="*/ 327 w 770"/>
                  <a:gd name="T57" fmla="*/ 56 h 57"/>
                  <a:gd name="T58" fmla="*/ 310 w 770"/>
                  <a:gd name="T59" fmla="*/ 28 h 57"/>
                  <a:gd name="T60" fmla="*/ 320 w 770"/>
                  <a:gd name="T61" fmla="*/ 52 h 57"/>
                  <a:gd name="T62" fmla="*/ 284 w 770"/>
                  <a:gd name="T63" fmla="*/ 17 h 57"/>
                  <a:gd name="T64" fmla="*/ 303 w 770"/>
                  <a:gd name="T65" fmla="*/ 52 h 57"/>
                  <a:gd name="T66" fmla="*/ 275 w 770"/>
                  <a:gd name="T67" fmla="*/ 45 h 57"/>
                  <a:gd name="T68" fmla="*/ 271 w 770"/>
                  <a:gd name="T69" fmla="*/ 42 h 57"/>
                  <a:gd name="T70" fmla="*/ 270 w 770"/>
                  <a:gd name="T71" fmla="*/ 27 h 57"/>
                  <a:gd name="T72" fmla="*/ 245 w 770"/>
                  <a:gd name="T73" fmla="*/ 52 h 57"/>
                  <a:gd name="T74" fmla="*/ 238 w 770"/>
                  <a:gd name="T75" fmla="*/ 20 h 57"/>
                  <a:gd name="T76" fmla="*/ 218 w 770"/>
                  <a:gd name="T77" fmla="*/ 56 h 57"/>
                  <a:gd name="T78" fmla="*/ 199 w 770"/>
                  <a:gd name="T79" fmla="*/ 35 h 57"/>
                  <a:gd name="T80" fmla="*/ 171 w 770"/>
                  <a:gd name="T81" fmla="*/ 21 h 57"/>
                  <a:gd name="T82" fmla="*/ 177 w 770"/>
                  <a:gd name="T83" fmla="*/ 34 h 57"/>
                  <a:gd name="T84" fmla="*/ 211 w 770"/>
                  <a:gd name="T85" fmla="*/ 20 h 57"/>
                  <a:gd name="T86" fmla="*/ 145 w 770"/>
                  <a:gd name="T87" fmla="*/ 38 h 57"/>
                  <a:gd name="T88" fmla="*/ 138 w 770"/>
                  <a:gd name="T89" fmla="*/ 21 h 57"/>
                  <a:gd name="T90" fmla="*/ 131 w 770"/>
                  <a:gd name="T91" fmla="*/ 21 h 57"/>
                  <a:gd name="T92" fmla="*/ 102 w 770"/>
                  <a:gd name="T93" fmla="*/ 35 h 57"/>
                  <a:gd name="T94" fmla="*/ 108 w 770"/>
                  <a:gd name="T95" fmla="*/ 22 h 57"/>
                  <a:gd name="T96" fmla="*/ 115 w 770"/>
                  <a:gd name="T97" fmla="*/ 54 h 57"/>
                  <a:gd name="T98" fmla="*/ 62 w 770"/>
                  <a:gd name="T99" fmla="*/ 21 h 57"/>
                  <a:gd name="T100" fmla="*/ 27 w 770"/>
                  <a:gd name="T101" fmla="*/ 20 h 57"/>
                  <a:gd name="T102" fmla="*/ 40 w 770"/>
                  <a:gd name="T103" fmla="*/ 51 h 57"/>
                  <a:gd name="T104" fmla="*/ 69 w 770"/>
                  <a:gd name="T105" fmla="*/ 21 h 57"/>
                  <a:gd name="T106" fmla="*/ 20 w 770"/>
                  <a:gd name="T107" fmla="*/ 17 h 57"/>
                  <a:gd name="T108" fmla="*/ 20 w 770"/>
                  <a:gd name="T109" fmla="*/ 56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70" h="57">
                    <a:moveTo>
                      <a:pt x="770" y="44"/>
                    </a:moveTo>
                    <a:cubicBezTo>
                      <a:pt x="770" y="31"/>
                      <a:pt x="750" y="35"/>
                      <a:pt x="750" y="27"/>
                    </a:cubicBezTo>
                    <a:cubicBezTo>
                      <a:pt x="750" y="23"/>
                      <a:pt x="752" y="21"/>
                      <a:pt x="758" y="21"/>
                    </a:cubicBezTo>
                    <a:cubicBezTo>
                      <a:pt x="759" y="21"/>
                      <a:pt x="761" y="21"/>
                      <a:pt x="762" y="21"/>
                    </a:cubicBezTo>
                    <a:cubicBezTo>
                      <a:pt x="763" y="23"/>
                      <a:pt x="763" y="25"/>
                      <a:pt x="763" y="28"/>
                    </a:cubicBezTo>
                    <a:cubicBezTo>
                      <a:pt x="768" y="28"/>
                      <a:pt x="768" y="28"/>
                      <a:pt x="768" y="28"/>
                    </a:cubicBezTo>
                    <a:cubicBezTo>
                      <a:pt x="768" y="17"/>
                      <a:pt x="768" y="17"/>
                      <a:pt x="768" y="17"/>
                    </a:cubicBezTo>
                    <a:cubicBezTo>
                      <a:pt x="765" y="16"/>
                      <a:pt x="761" y="16"/>
                      <a:pt x="758" y="16"/>
                    </a:cubicBezTo>
                    <a:cubicBezTo>
                      <a:pt x="748" y="16"/>
                      <a:pt x="742" y="21"/>
                      <a:pt x="742" y="28"/>
                    </a:cubicBezTo>
                    <a:cubicBezTo>
                      <a:pt x="742" y="40"/>
                      <a:pt x="763" y="36"/>
                      <a:pt x="763" y="45"/>
                    </a:cubicBezTo>
                    <a:cubicBezTo>
                      <a:pt x="763" y="50"/>
                      <a:pt x="758" y="51"/>
                      <a:pt x="754" y="51"/>
                    </a:cubicBezTo>
                    <a:cubicBezTo>
                      <a:pt x="752" y="51"/>
                      <a:pt x="750" y="51"/>
                      <a:pt x="749" y="51"/>
                    </a:cubicBezTo>
                    <a:cubicBezTo>
                      <a:pt x="748" y="49"/>
                      <a:pt x="748" y="47"/>
                      <a:pt x="748" y="44"/>
                    </a:cubicBezTo>
                    <a:cubicBezTo>
                      <a:pt x="743" y="44"/>
                      <a:pt x="743" y="44"/>
                      <a:pt x="743" y="44"/>
                    </a:cubicBezTo>
                    <a:cubicBezTo>
                      <a:pt x="743" y="55"/>
                      <a:pt x="743" y="55"/>
                      <a:pt x="743" y="55"/>
                    </a:cubicBezTo>
                    <a:cubicBezTo>
                      <a:pt x="746" y="56"/>
                      <a:pt x="750" y="57"/>
                      <a:pt x="753" y="57"/>
                    </a:cubicBezTo>
                    <a:cubicBezTo>
                      <a:pt x="763" y="57"/>
                      <a:pt x="770" y="52"/>
                      <a:pt x="770" y="44"/>
                    </a:cubicBezTo>
                    <a:moveTo>
                      <a:pt x="722" y="41"/>
                    </a:moveTo>
                    <a:cubicBezTo>
                      <a:pt x="708" y="41"/>
                      <a:pt x="708" y="41"/>
                      <a:pt x="708" y="41"/>
                    </a:cubicBezTo>
                    <a:cubicBezTo>
                      <a:pt x="713" y="29"/>
                      <a:pt x="713" y="29"/>
                      <a:pt x="713" y="29"/>
                    </a:cubicBezTo>
                    <a:cubicBezTo>
                      <a:pt x="713" y="27"/>
                      <a:pt x="714" y="24"/>
                      <a:pt x="715" y="22"/>
                    </a:cubicBezTo>
                    <a:cubicBezTo>
                      <a:pt x="715" y="22"/>
                      <a:pt x="715" y="22"/>
                      <a:pt x="715" y="22"/>
                    </a:cubicBezTo>
                    <a:cubicBezTo>
                      <a:pt x="715" y="24"/>
                      <a:pt x="716" y="27"/>
                      <a:pt x="717" y="29"/>
                    </a:cubicBezTo>
                    <a:lnTo>
                      <a:pt x="722" y="41"/>
                    </a:lnTo>
                    <a:close/>
                    <a:moveTo>
                      <a:pt x="737" y="56"/>
                    </a:moveTo>
                    <a:cubicBezTo>
                      <a:pt x="737" y="52"/>
                      <a:pt x="737" y="52"/>
                      <a:pt x="737" y="52"/>
                    </a:cubicBezTo>
                    <a:cubicBezTo>
                      <a:pt x="736" y="52"/>
                      <a:pt x="734" y="51"/>
                      <a:pt x="733" y="51"/>
                    </a:cubicBezTo>
                    <a:cubicBezTo>
                      <a:pt x="720" y="17"/>
                      <a:pt x="720" y="17"/>
                      <a:pt x="720" y="17"/>
                    </a:cubicBezTo>
                    <a:cubicBezTo>
                      <a:pt x="711" y="17"/>
                      <a:pt x="711" y="17"/>
                      <a:pt x="711" y="17"/>
                    </a:cubicBezTo>
                    <a:cubicBezTo>
                      <a:pt x="697" y="51"/>
                      <a:pt x="697" y="51"/>
                      <a:pt x="697" y="51"/>
                    </a:cubicBezTo>
                    <a:cubicBezTo>
                      <a:pt x="696" y="51"/>
                      <a:pt x="694" y="52"/>
                      <a:pt x="693" y="52"/>
                    </a:cubicBezTo>
                    <a:cubicBezTo>
                      <a:pt x="693" y="56"/>
                      <a:pt x="693" y="56"/>
                      <a:pt x="693" y="56"/>
                    </a:cubicBezTo>
                    <a:cubicBezTo>
                      <a:pt x="710" y="56"/>
                      <a:pt x="710" y="56"/>
                      <a:pt x="710" y="56"/>
                    </a:cubicBezTo>
                    <a:cubicBezTo>
                      <a:pt x="710" y="52"/>
                      <a:pt x="710" y="52"/>
                      <a:pt x="710" y="52"/>
                    </a:cubicBezTo>
                    <a:cubicBezTo>
                      <a:pt x="708" y="52"/>
                      <a:pt x="706" y="51"/>
                      <a:pt x="704" y="51"/>
                    </a:cubicBezTo>
                    <a:cubicBezTo>
                      <a:pt x="706" y="46"/>
                      <a:pt x="706" y="46"/>
                      <a:pt x="706" y="46"/>
                    </a:cubicBezTo>
                    <a:cubicBezTo>
                      <a:pt x="723" y="46"/>
                      <a:pt x="723" y="46"/>
                      <a:pt x="723" y="46"/>
                    </a:cubicBezTo>
                    <a:cubicBezTo>
                      <a:pt x="725" y="51"/>
                      <a:pt x="725" y="51"/>
                      <a:pt x="725" y="51"/>
                    </a:cubicBezTo>
                    <a:cubicBezTo>
                      <a:pt x="723" y="51"/>
                      <a:pt x="721" y="52"/>
                      <a:pt x="719" y="52"/>
                    </a:cubicBezTo>
                    <a:cubicBezTo>
                      <a:pt x="719" y="56"/>
                      <a:pt x="719" y="56"/>
                      <a:pt x="719" y="56"/>
                    </a:cubicBezTo>
                    <a:lnTo>
                      <a:pt x="737" y="56"/>
                    </a:lnTo>
                    <a:close/>
                    <a:moveTo>
                      <a:pt x="689" y="56"/>
                    </a:moveTo>
                    <a:cubicBezTo>
                      <a:pt x="689" y="52"/>
                      <a:pt x="689" y="52"/>
                      <a:pt x="689" y="52"/>
                    </a:cubicBezTo>
                    <a:cubicBezTo>
                      <a:pt x="687" y="52"/>
                      <a:pt x="685" y="51"/>
                      <a:pt x="683" y="51"/>
                    </a:cubicBezTo>
                    <a:cubicBezTo>
                      <a:pt x="683" y="21"/>
                      <a:pt x="683" y="21"/>
                      <a:pt x="683" y="21"/>
                    </a:cubicBezTo>
                    <a:cubicBezTo>
                      <a:pt x="685" y="21"/>
                      <a:pt x="687" y="21"/>
                      <a:pt x="689" y="20"/>
                    </a:cubicBezTo>
                    <a:cubicBezTo>
                      <a:pt x="689" y="17"/>
                      <a:pt x="689" y="17"/>
                      <a:pt x="689" y="17"/>
                    </a:cubicBezTo>
                    <a:cubicBezTo>
                      <a:pt x="669" y="17"/>
                      <a:pt x="669" y="17"/>
                      <a:pt x="669" y="17"/>
                    </a:cubicBezTo>
                    <a:cubicBezTo>
                      <a:pt x="669" y="20"/>
                      <a:pt x="669" y="20"/>
                      <a:pt x="669" y="20"/>
                    </a:cubicBezTo>
                    <a:cubicBezTo>
                      <a:pt x="671" y="21"/>
                      <a:pt x="674" y="21"/>
                      <a:pt x="676" y="21"/>
                    </a:cubicBezTo>
                    <a:cubicBezTo>
                      <a:pt x="676" y="51"/>
                      <a:pt x="676" y="51"/>
                      <a:pt x="676" y="51"/>
                    </a:cubicBezTo>
                    <a:cubicBezTo>
                      <a:pt x="674" y="51"/>
                      <a:pt x="671" y="52"/>
                      <a:pt x="669" y="52"/>
                    </a:cubicBezTo>
                    <a:cubicBezTo>
                      <a:pt x="669" y="56"/>
                      <a:pt x="669" y="56"/>
                      <a:pt x="669" y="56"/>
                    </a:cubicBezTo>
                    <a:lnTo>
                      <a:pt x="689" y="56"/>
                    </a:lnTo>
                    <a:close/>
                    <a:moveTo>
                      <a:pt x="662" y="54"/>
                    </a:moveTo>
                    <a:cubicBezTo>
                      <a:pt x="662" y="48"/>
                      <a:pt x="662" y="48"/>
                      <a:pt x="662" y="48"/>
                    </a:cubicBezTo>
                    <a:cubicBezTo>
                      <a:pt x="659" y="49"/>
                      <a:pt x="655" y="50"/>
                      <a:pt x="652" y="50"/>
                    </a:cubicBezTo>
                    <a:cubicBezTo>
                      <a:pt x="643" y="50"/>
                      <a:pt x="638" y="45"/>
                      <a:pt x="638" y="36"/>
                    </a:cubicBezTo>
                    <a:cubicBezTo>
                      <a:pt x="638" y="28"/>
                      <a:pt x="643" y="22"/>
                      <a:pt x="651" y="22"/>
                    </a:cubicBezTo>
                    <a:cubicBezTo>
                      <a:pt x="653" y="22"/>
                      <a:pt x="654" y="22"/>
                      <a:pt x="656" y="23"/>
                    </a:cubicBezTo>
                    <a:cubicBezTo>
                      <a:pt x="656" y="25"/>
                      <a:pt x="656" y="27"/>
                      <a:pt x="657" y="29"/>
                    </a:cubicBezTo>
                    <a:cubicBezTo>
                      <a:pt x="662" y="29"/>
                      <a:pt x="662" y="29"/>
                      <a:pt x="662" y="29"/>
                    </a:cubicBezTo>
                    <a:cubicBezTo>
                      <a:pt x="662" y="17"/>
                      <a:pt x="662" y="17"/>
                      <a:pt x="662" y="17"/>
                    </a:cubicBezTo>
                    <a:cubicBezTo>
                      <a:pt x="659" y="17"/>
                      <a:pt x="655" y="16"/>
                      <a:pt x="652" y="16"/>
                    </a:cubicBezTo>
                    <a:cubicBezTo>
                      <a:pt x="638" y="16"/>
                      <a:pt x="631" y="26"/>
                      <a:pt x="631" y="37"/>
                    </a:cubicBezTo>
                    <a:cubicBezTo>
                      <a:pt x="631" y="49"/>
                      <a:pt x="638" y="56"/>
                      <a:pt x="651" y="56"/>
                    </a:cubicBezTo>
                    <a:cubicBezTo>
                      <a:pt x="655" y="56"/>
                      <a:pt x="659" y="56"/>
                      <a:pt x="662" y="54"/>
                    </a:cubicBezTo>
                    <a:moveTo>
                      <a:pt x="625" y="20"/>
                    </a:moveTo>
                    <a:cubicBezTo>
                      <a:pt x="625" y="17"/>
                      <a:pt x="625" y="17"/>
                      <a:pt x="625" y="17"/>
                    </a:cubicBezTo>
                    <a:cubicBezTo>
                      <a:pt x="607" y="17"/>
                      <a:pt x="607" y="17"/>
                      <a:pt x="607" y="17"/>
                    </a:cubicBezTo>
                    <a:cubicBezTo>
                      <a:pt x="607" y="20"/>
                      <a:pt x="607" y="20"/>
                      <a:pt x="607" y="20"/>
                    </a:cubicBezTo>
                    <a:cubicBezTo>
                      <a:pt x="608" y="21"/>
                      <a:pt x="611" y="21"/>
                      <a:pt x="613" y="21"/>
                    </a:cubicBezTo>
                    <a:cubicBezTo>
                      <a:pt x="613" y="35"/>
                      <a:pt x="613" y="35"/>
                      <a:pt x="613" y="35"/>
                    </a:cubicBezTo>
                    <a:cubicBezTo>
                      <a:pt x="613" y="41"/>
                      <a:pt x="613" y="45"/>
                      <a:pt x="613" y="48"/>
                    </a:cubicBezTo>
                    <a:cubicBezTo>
                      <a:pt x="613" y="48"/>
                      <a:pt x="613" y="48"/>
                      <a:pt x="613" y="48"/>
                    </a:cubicBezTo>
                    <a:cubicBezTo>
                      <a:pt x="612" y="45"/>
                      <a:pt x="610" y="42"/>
                      <a:pt x="608" y="40"/>
                    </a:cubicBezTo>
                    <a:cubicBezTo>
                      <a:pt x="593" y="17"/>
                      <a:pt x="593" y="17"/>
                      <a:pt x="593" y="17"/>
                    </a:cubicBezTo>
                    <a:cubicBezTo>
                      <a:pt x="577" y="17"/>
                      <a:pt x="577" y="17"/>
                      <a:pt x="577" y="17"/>
                    </a:cubicBezTo>
                    <a:cubicBezTo>
                      <a:pt x="577" y="20"/>
                      <a:pt x="577" y="20"/>
                      <a:pt x="577" y="20"/>
                    </a:cubicBezTo>
                    <a:cubicBezTo>
                      <a:pt x="579" y="21"/>
                      <a:pt x="582" y="21"/>
                      <a:pt x="584" y="21"/>
                    </a:cubicBezTo>
                    <a:cubicBezTo>
                      <a:pt x="584" y="51"/>
                      <a:pt x="584" y="51"/>
                      <a:pt x="584" y="51"/>
                    </a:cubicBezTo>
                    <a:cubicBezTo>
                      <a:pt x="582" y="51"/>
                      <a:pt x="579" y="52"/>
                      <a:pt x="577" y="52"/>
                    </a:cubicBezTo>
                    <a:cubicBezTo>
                      <a:pt x="577" y="56"/>
                      <a:pt x="577" y="56"/>
                      <a:pt x="577" y="56"/>
                    </a:cubicBezTo>
                    <a:cubicBezTo>
                      <a:pt x="597" y="56"/>
                      <a:pt x="597" y="56"/>
                      <a:pt x="597" y="56"/>
                    </a:cubicBezTo>
                    <a:cubicBezTo>
                      <a:pt x="597" y="52"/>
                      <a:pt x="597" y="52"/>
                      <a:pt x="597" y="52"/>
                    </a:cubicBezTo>
                    <a:cubicBezTo>
                      <a:pt x="595" y="52"/>
                      <a:pt x="593" y="51"/>
                      <a:pt x="591" y="51"/>
                    </a:cubicBezTo>
                    <a:cubicBezTo>
                      <a:pt x="591" y="34"/>
                      <a:pt x="591" y="34"/>
                      <a:pt x="591" y="34"/>
                    </a:cubicBezTo>
                    <a:cubicBezTo>
                      <a:pt x="591" y="30"/>
                      <a:pt x="590" y="27"/>
                      <a:pt x="590" y="25"/>
                    </a:cubicBezTo>
                    <a:cubicBezTo>
                      <a:pt x="590" y="25"/>
                      <a:pt x="590" y="25"/>
                      <a:pt x="590" y="25"/>
                    </a:cubicBezTo>
                    <a:cubicBezTo>
                      <a:pt x="592" y="27"/>
                      <a:pt x="593" y="30"/>
                      <a:pt x="595" y="32"/>
                    </a:cubicBezTo>
                    <a:cubicBezTo>
                      <a:pt x="610" y="56"/>
                      <a:pt x="610" y="56"/>
                      <a:pt x="610" y="56"/>
                    </a:cubicBezTo>
                    <a:cubicBezTo>
                      <a:pt x="619" y="56"/>
                      <a:pt x="619" y="56"/>
                      <a:pt x="619" y="56"/>
                    </a:cubicBezTo>
                    <a:cubicBezTo>
                      <a:pt x="619" y="21"/>
                      <a:pt x="619" y="21"/>
                      <a:pt x="619" y="21"/>
                    </a:cubicBezTo>
                    <a:cubicBezTo>
                      <a:pt x="621" y="21"/>
                      <a:pt x="623" y="21"/>
                      <a:pt x="625" y="20"/>
                    </a:cubicBezTo>
                    <a:moveTo>
                      <a:pt x="569" y="56"/>
                    </a:moveTo>
                    <a:cubicBezTo>
                      <a:pt x="569" y="45"/>
                      <a:pt x="569" y="45"/>
                      <a:pt x="569" y="45"/>
                    </a:cubicBezTo>
                    <a:cubicBezTo>
                      <a:pt x="564" y="45"/>
                      <a:pt x="564" y="45"/>
                      <a:pt x="564" y="45"/>
                    </a:cubicBezTo>
                    <a:cubicBezTo>
                      <a:pt x="563" y="47"/>
                      <a:pt x="563" y="49"/>
                      <a:pt x="563" y="51"/>
                    </a:cubicBezTo>
                    <a:cubicBezTo>
                      <a:pt x="552" y="51"/>
                      <a:pt x="552" y="51"/>
                      <a:pt x="552" y="51"/>
                    </a:cubicBezTo>
                    <a:cubicBezTo>
                      <a:pt x="552" y="38"/>
                      <a:pt x="552" y="38"/>
                      <a:pt x="552" y="38"/>
                    </a:cubicBezTo>
                    <a:cubicBezTo>
                      <a:pt x="559" y="38"/>
                      <a:pt x="559" y="38"/>
                      <a:pt x="559" y="38"/>
                    </a:cubicBezTo>
                    <a:cubicBezTo>
                      <a:pt x="559" y="40"/>
                      <a:pt x="559" y="41"/>
                      <a:pt x="560" y="42"/>
                    </a:cubicBezTo>
                    <a:cubicBezTo>
                      <a:pt x="564" y="42"/>
                      <a:pt x="564" y="42"/>
                      <a:pt x="564" y="42"/>
                    </a:cubicBezTo>
                    <a:cubicBezTo>
                      <a:pt x="564" y="29"/>
                      <a:pt x="564" y="29"/>
                      <a:pt x="564" y="29"/>
                    </a:cubicBezTo>
                    <a:cubicBezTo>
                      <a:pt x="560" y="29"/>
                      <a:pt x="560" y="29"/>
                      <a:pt x="560" y="29"/>
                    </a:cubicBezTo>
                    <a:cubicBezTo>
                      <a:pt x="559" y="30"/>
                      <a:pt x="559" y="32"/>
                      <a:pt x="559" y="33"/>
                    </a:cubicBezTo>
                    <a:cubicBezTo>
                      <a:pt x="552" y="33"/>
                      <a:pt x="552" y="33"/>
                      <a:pt x="552" y="33"/>
                    </a:cubicBezTo>
                    <a:cubicBezTo>
                      <a:pt x="552" y="21"/>
                      <a:pt x="552" y="21"/>
                      <a:pt x="552" y="21"/>
                    </a:cubicBezTo>
                    <a:cubicBezTo>
                      <a:pt x="563" y="21"/>
                      <a:pt x="563" y="21"/>
                      <a:pt x="563" y="21"/>
                    </a:cubicBezTo>
                    <a:cubicBezTo>
                      <a:pt x="563" y="23"/>
                      <a:pt x="563" y="25"/>
                      <a:pt x="564" y="27"/>
                    </a:cubicBezTo>
                    <a:cubicBezTo>
                      <a:pt x="568" y="27"/>
                      <a:pt x="568" y="27"/>
                      <a:pt x="568" y="27"/>
                    </a:cubicBezTo>
                    <a:cubicBezTo>
                      <a:pt x="568" y="17"/>
                      <a:pt x="568" y="17"/>
                      <a:pt x="568" y="17"/>
                    </a:cubicBezTo>
                    <a:cubicBezTo>
                      <a:pt x="538" y="17"/>
                      <a:pt x="538" y="17"/>
                      <a:pt x="538" y="17"/>
                    </a:cubicBezTo>
                    <a:cubicBezTo>
                      <a:pt x="538" y="20"/>
                      <a:pt x="538" y="20"/>
                      <a:pt x="538" y="20"/>
                    </a:cubicBezTo>
                    <a:cubicBezTo>
                      <a:pt x="540" y="21"/>
                      <a:pt x="543" y="21"/>
                      <a:pt x="545" y="21"/>
                    </a:cubicBezTo>
                    <a:cubicBezTo>
                      <a:pt x="545" y="51"/>
                      <a:pt x="545" y="51"/>
                      <a:pt x="545" y="51"/>
                    </a:cubicBezTo>
                    <a:cubicBezTo>
                      <a:pt x="543" y="51"/>
                      <a:pt x="540" y="52"/>
                      <a:pt x="538" y="52"/>
                    </a:cubicBezTo>
                    <a:cubicBezTo>
                      <a:pt x="538" y="56"/>
                      <a:pt x="538" y="56"/>
                      <a:pt x="538" y="56"/>
                    </a:cubicBezTo>
                    <a:lnTo>
                      <a:pt x="569" y="56"/>
                    </a:lnTo>
                    <a:close/>
                    <a:moveTo>
                      <a:pt x="531" y="56"/>
                    </a:moveTo>
                    <a:cubicBezTo>
                      <a:pt x="531" y="52"/>
                      <a:pt x="531" y="52"/>
                      <a:pt x="531" y="52"/>
                    </a:cubicBezTo>
                    <a:cubicBezTo>
                      <a:pt x="529" y="52"/>
                      <a:pt x="527" y="51"/>
                      <a:pt x="525" y="51"/>
                    </a:cubicBezTo>
                    <a:cubicBezTo>
                      <a:pt x="525" y="21"/>
                      <a:pt x="525" y="21"/>
                      <a:pt x="525" y="21"/>
                    </a:cubicBezTo>
                    <a:cubicBezTo>
                      <a:pt x="527" y="21"/>
                      <a:pt x="529" y="21"/>
                      <a:pt x="531" y="20"/>
                    </a:cubicBezTo>
                    <a:cubicBezTo>
                      <a:pt x="531" y="17"/>
                      <a:pt x="531" y="17"/>
                      <a:pt x="531" y="17"/>
                    </a:cubicBezTo>
                    <a:cubicBezTo>
                      <a:pt x="511" y="17"/>
                      <a:pt x="511" y="17"/>
                      <a:pt x="511" y="17"/>
                    </a:cubicBezTo>
                    <a:cubicBezTo>
                      <a:pt x="511" y="20"/>
                      <a:pt x="511" y="20"/>
                      <a:pt x="511" y="20"/>
                    </a:cubicBezTo>
                    <a:cubicBezTo>
                      <a:pt x="513" y="21"/>
                      <a:pt x="516" y="21"/>
                      <a:pt x="518" y="21"/>
                    </a:cubicBezTo>
                    <a:cubicBezTo>
                      <a:pt x="518" y="51"/>
                      <a:pt x="518" y="51"/>
                      <a:pt x="518" y="51"/>
                    </a:cubicBezTo>
                    <a:cubicBezTo>
                      <a:pt x="516" y="51"/>
                      <a:pt x="513" y="52"/>
                      <a:pt x="511" y="52"/>
                    </a:cubicBezTo>
                    <a:cubicBezTo>
                      <a:pt x="511" y="56"/>
                      <a:pt x="511" y="56"/>
                      <a:pt x="511" y="56"/>
                    </a:cubicBezTo>
                    <a:lnTo>
                      <a:pt x="531" y="56"/>
                    </a:lnTo>
                    <a:close/>
                    <a:moveTo>
                      <a:pt x="504" y="54"/>
                    </a:moveTo>
                    <a:cubicBezTo>
                      <a:pt x="504" y="48"/>
                      <a:pt x="504" y="48"/>
                      <a:pt x="504" y="48"/>
                    </a:cubicBezTo>
                    <a:cubicBezTo>
                      <a:pt x="501" y="49"/>
                      <a:pt x="497" y="50"/>
                      <a:pt x="494" y="50"/>
                    </a:cubicBezTo>
                    <a:cubicBezTo>
                      <a:pt x="485" y="50"/>
                      <a:pt x="481" y="45"/>
                      <a:pt x="481" y="36"/>
                    </a:cubicBezTo>
                    <a:cubicBezTo>
                      <a:pt x="481" y="28"/>
                      <a:pt x="485" y="22"/>
                      <a:pt x="493" y="22"/>
                    </a:cubicBezTo>
                    <a:cubicBezTo>
                      <a:pt x="495" y="22"/>
                      <a:pt x="496" y="22"/>
                      <a:pt x="498" y="23"/>
                    </a:cubicBezTo>
                    <a:cubicBezTo>
                      <a:pt x="498" y="25"/>
                      <a:pt x="499" y="27"/>
                      <a:pt x="499" y="29"/>
                    </a:cubicBezTo>
                    <a:cubicBezTo>
                      <a:pt x="504" y="29"/>
                      <a:pt x="504" y="29"/>
                      <a:pt x="504" y="29"/>
                    </a:cubicBezTo>
                    <a:cubicBezTo>
                      <a:pt x="504" y="17"/>
                      <a:pt x="504" y="17"/>
                      <a:pt x="504" y="17"/>
                    </a:cubicBezTo>
                    <a:cubicBezTo>
                      <a:pt x="501" y="17"/>
                      <a:pt x="497" y="16"/>
                      <a:pt x="494" y="16"/>
                    </a:cubicBezTo>
                    <a:cubicBezTo>
                      <a:pt x="480" y="16"/>
                      <a:pt x="473" y="26"/>
                      <a:pt x="473" y="37"/>
                    </a:cubicBezTo>
                    <a:cubicBezTo>
                      <a:pt x="473" y="49"/>
                      <a:pt x="480" y="56"/>
                      <a:pt x="493" y="56"/>
                    </a:cubicBezTo>
                    <a:cubicBezTo>
                      <a:pt x="497" y="56"/>
                      <a:pt x="501" y="56"/>
                      <a:pt x="504" y="54"/>
                    </a:cubicBezTo>
                    <a:moveTo>
                      <a:pt x="453" y="20"/>
                    </a:moveTo>
                    <a:cubicBezTo>
                      <a:pt x="453" y="17"/>
                      <a:pt x="453" y="17"/>
                      <a:pt x="453" y="17"/>
                    </a:cubicBezTo>
                    <a:cubicBezTo>
                      <a:pt x="436" y="17"/>
                      <a:pt x="436" y="17"/>
                      <a:pt x="436" y="17"/>
                    </a:cubicBezTo>
                    <a:cubicBezTo>
                      <a:pt x="436" y="20"/>
                      <a:pt x="436" y="20"/>
                      <a:pt x="436" y="20"/>
                    </a:cubicBezTo>
                    <a:cubicBezTo>
                      <a:pt x="437" y="21"/>
                      <a:pt x="439" y="21"/>
                      <a:pt x="440" y="21"/>
                    </a:cubicBezTo>
                    <a:cubicBezTo>
                      <a:pt x="433" y="36"/>
                      <a:pt x="433" y="36"/>
                      <a:pt x="433" y="36"/>
                    </a:cubicBezTo>
                    <a:cubicBezTo>
                      <a:pt x="425" y="21"/>
                      <a:pt x="425" y="21"/>
                      <a:pt x="425" y="21"/>
                    </a:cubicBezTo>
                    <a:cubicBezTo>
                      <a:pt x="426" y="21"/>
                      <a:pt x="428" y="21"/>
                      <a:pt x="430" y="20"/>
                    </a:cubicBezTo>
                    <a:cubicBezTo>
                      <a:pt x="430" y="17"/>
                      <a:pt x="430" y="17"/>
                      <a:pt x="430" y="17"/>
                    </a:cubicBezTo>
                    <a:cubicBezTo>
                      <a:pt x="412" y="17"/>
                      <a:pt x="412" y="17"/>
                      <a:pt x="412" y="17"/>
                    </a:cubicBezTo>
                    <a:cubicBezTo>
                      <a:pt x="412" y="20"/>
                      <a:pt x="412" y="20"/>
                      <a:pt x="412" y="20"/>
                    </a:cubicBezTo>
                    <a:cubicBezTo>
                      <a:pt x="414" y="21"/>
                      <a:pt x="415" y="21"/>
                      <a:pt x="417" y="21"/>
                    </a:cubicBezTo>
                    <a:cubicBezTo>
                      <a:pt x="429" y="42"/>
                      <a:pt x="429" y="42"/>
                      <a:pt x="429" y="42"/>
                    </a:cubicBezTo>
                    <a:cubicBezTo>
                      <a:pt x="429" y="51"/>
                      <a:pt x="429" y="51"/>
                      <a:pt x="429" y="51"/>
                    </a:cubicBezTo>
                    <a:cubicBezTo>
                      <a:pt x="427" y="51"/>
                      <a:pt x="424" y="52"/>
                      <a:pt x="422" y="52"/>
                    </a:cubicBezTo>
                    <a:cubicBezTo>
                      <a:pt x="422" y="56"/>
                      <a:pt x="422" y="56"/>
                      <a:pt x="422" y="56"/>
                    </a:cubicBezTo>
                    <a:cubicBezTo>
                      <a:pt x="442" y="56"/>
                      <a:pt x="442" y="56"/>
                      <a:pt x="442" y="56"/>
                    </a:cubicBezTo>
                    <a:cubicBezTo>
                      <a:pt x="442" y="52"/>
                      <a:pt x="442" y="52"/>
                      <a:pt x="442" y="52"/>
                    </a:cubicBezTo>
                    <a:cubicBezTo>
                      <a:pt x="440" y="52"/>
                      <a:pt x="438" y="51"/>
                      <a:pt x="436" y="51"/>
                    </a:cubicBezTo>
                    <a:cubicBezTo>
                      <a:pt x="436" y="42"/>
                      <a:pt x="436" y="42"/>
                      <a:pt x="436" y="42"/>
                    </a:cubicBezTo>
                    <a:cubicBezTo>
                      <a:pt x="448" y="21"/>
                      <a:pt x="448" y="21"/>
                      <a:pt x="448" y="21"/>
                    </a:cubicBezTo>
                    <a:cubicBezTo>
                      <a:pt x="449" y="21"/>
                      <a:pt x="451" y="21"/>
                      <a:pt x="453" y="20"/>
                    </a:cubicBezTo>
                    <a:moveTo>
                      <a:pt x="379" y="41"/>
                    </a:moveTo>
                    <a:cubicBezTo>
                      <a:pt x="365" y="41"/>
                      <a:pt x="365" y="41"/>
                      <a:pt x="365" y="41"/>
                    </a:cubicBezTo>
                    <a:cubicBezTo>
                      <a:pt x="370" y="29"/>
                      <a:pt x="370" y="29"/>
                      <a:pt x="370" y="29"/>
                    </a:cubicBezTo>
                    <a:cubicBezTo>
                      <a:pt x="371" y="27"/>
                      <a:pt x="372" y="24"/>
                      <a:pt x="372" y="22"/>
                    </a:cubicBezTo>
                    <a:cubicBezTo>
                      <a:pt x="372" y="22"/>
                      <a:pt x="372" y="22"/>
                      <a:pt x="372" y="22"/>
                    </a:cubicBezTo>
                    <a:cubicBezTo>
                      <a:pt x="373" y="24"/>
                      <a:pt x="373" y="27"/>
                      <a:pt x="374" y="29"/>
                    </a:cubicBezTo>
                    <a:lnTo>
                      <a:pt x="379" y="41"/>
                    </a:lnTo>
                    <a:close/>
                    <a:moveTo>
                      <a:pt x="395" y="56"/>
                    </a:moveTo>
                    <a:cubicBezTo>
                      <a:pt x="395" y="52"/>
                      <a:pt x="395" y="52"/>
                      <a:pt x="395" y="52"/>
                    </a:cubicBezTo>
                    <a:cubicBezTo>
                      <a:pt x="393" y="52"/>
                      <a:pt x="392" y="51"/>
                      <a:pt x="390" y="51"/>
                    </a:cubicBezTo>
                    <a:cubicBezTo>
                      <a:pt x="377" y="17"/>
                      <a:pt x="377" y="17"/>
                      <a:pt x="377" y="17"/>
                    </a:cubicBezTo>
                    <a:cubicBezTo>
                      <a:pt x="368" y="17"/>
                      <a:pt x="368" y="17"/>
                      <a:pt x="368" y="17"/>
                    </a:cubicBezTo>
                    <a:cubicBezTo>
                      <a:pt x="355" y="51"/>
                      <a:pt x="355" y="51"/>
                      <a:pt x="355" y="51"/>
                    </a:cubicBezTo>
                    <a:cubicBezTo>
                      <a:pt x="353" y="51"/>
                      <a:pt x="351" y="52"/>
                      <a:pt x="350" y="52"/>
                    </a:cubicBezTo>
                    <a:cubicBezTo>
                      <a:pt x="350" y="56"/>
                      <a:pt x="350" y="56"/>
                      <a:pt x="350" y="56"/>
                    </a:cubicBezTo>
                    <a:cubicBezTo>
                      <a:pt x="367" y="56"/>
                      <a:pt x="367" y="56"/>
                      <a:pt x="367" y="56"/>
                    </a:cubicBezTo>
                    <a:cubicBezTo>
                      <a:pt x="367" y="52"/>
                      <a:pt x="367" y="52"/>
                      <a:pt x="367" y="52"/>
                    </a:cubicBezTo>
                    <a:cubicBezTo>
                      <a:pt x="366" y="52"/>
                      <a:pt x="363" y="51"/>
                      <a:pt x="362" y="51"/>
                    </a:cubicBezTo>
                    <a:cubicBezTo>
                      <a:pt x="364" y="46"/>
                      <a:pt x="364" y="46"/>
                      <a:pt x="364" y="46"/>
                    </a:cubicBezTo>
                    <a:cubicBezTo>
                      <a:pt x="381" y="46"/>
                      <a:pt x="381" y="46"/>
                      <a:pt x="381" y="46"/>
                    </a:cubicBezTo>
                    <a:cubicBezTo>
                      <a:pt x="383" y="51"/>
                      <a:pt x="383" y="51"/>
                      <a:pt x="383" y="51"/>
                    </a:cubicBezTo>
                    <a:cubicBezTo>
                      <a:pt x="381" y="51"/>
                      <a:pt x="379" y="52"/>
                      <a:pt x="377" y="52"/>
                    </a:cubicBezTo>
                    <a:cubicBezTo>
                      <a:pt x="377" y="56"/>
                      <a:pt x="377" y="56"/>
                      <a:pt x="377" y="56"/>
                    </a:cubicBezTo>
                    <a:lnTo>
                      <a:pt x="395" y="56"/>
                    </a:lnTo>
                    <a:close/>
                    <a:moveTo>
                      <a:pt x="347" y="56"/>
                    </a:moveTo>
                    <a:cubicBezTo>
                      <a:pt x="347" y="52"/>
                      <a:pt x="347" y="52"/>
                      <a:pt x="347" y="52"/>
                    </a:cubicBezTo>
                    <a:cubicBezTo>
                      <a:pt x="345" y="52"/>
                      <a:pt x="342" y="51"/>
                      <a:pt x="340" y="51"/>
                    </a:cubicBezTo>
                    <a:cubicBezTo>
                      <a:pt x="340" y="21"/>
                      <a:pt x="340" y="21"/>
                      <a:pt x="340" y="21"/>
                    </a:cubicBezTo>
                    <a:cubicBezTo>
                      <a:pt x="342" y="21"/>
                      <a:pt x="345" y="21"/>
                      <a:pt x="347" y="20"/>
                    </a:cubicBezTo>
                    <a:cubicBezTo>
                      <a:pt x="347" y="17"/>
                      <a:pt x="347" y="17"/>
                      <a:pt x="347" y="17"/>
                    </a:cubicBezTo>
                    <a:cubicBezTo>
                      <a:pt x="327" y="17"/>
                      <a:pt x="327" y="17"/>
                      <a:pt x="327" y="17"/>
                    </a:cubicBezTo>
                    <a:cubicBezTo>
                      <a:pt x="327" y="20"/>
                      <a:pt x="327" y="20"/>
                      <a:pt x="327" y="20"/>
                    </a:cubicBezTo>
                    <a:cubicBezTo>
                      <a:pt x="329" y="21"/>
                      <a:pt x="331" y="21"/>
                      <a:pt x="333" y="21"/>
                    </a:cubicBezTo>
                    <a:cubicBezTo>
                      <a:pt x="333" y="51"/>
                      <a:pt x="333" y="51"/>
                      <a:pt x="333" y="51"/>
                    </a:cubicBezTo>
                    <a:cubicBezTo>
                      <a:pt x="331" y="51"/>
                      <a:pt x="329" y="52"/>
                      <a:pt x="327" y="52"/>
                    </a:cubicBezTo>
                    <a:cubicBezTo>
                      <a:pt x="327" y="56"/>
                      <a:pt x="327" y="56"/>
                      <a:pt x="327" y="56"/>
                    </a:cubicBezTo>
                    <a:lnTo>
                      <a:pt x="347" y="56"/>
                    </a:lnTo>
                    <a:close/>
                    <a:moveTo>
                      <a:pt x="346" y="5"/>
                    </a:moveTo>
                    <a:cubicBezTo>
                      <a:pt x="343" y="0"/>
                      <a:pt x="343" y="0"/>
                      <a:pt x="343" y="0"/>
                    </a:cubicBezTo>
                    <a:cubicBezTo>
                      <a:pt x="332" y="9"/>
                      <a:pt x="332" y="9"/>
                      <a:pt x="332" y="9"/>
                    </a:cubicBezTo>
                    <a:cubicBezTo>
                      <a:pt x="335" y="12"/>
                      <a:pt x="335" y="12"/>
                      <a:pt x="335" y="12"/>
                    </a:cubicBezTo>
                    <a:lnTo>
                      <a:pt x="346" y="5"/>
                    </a:lnTo>
                    <a:close/>
                    <a:moveTo>
                      <a:pt x="310" y="28"/>
                    </a:moveTo>
                    <a:cubicBezTo>
                      <a:pt x="310" y="32"/>
                      <a:pt x="307" y="34"/>
                      <a:pt x="302" y="34"/>
                    </a:cubicBezTo>
                    <a:cubicBezTo>
                      <a:pt x="300" y="34"/>
                      <a:pt x="299" y="34"/>
                      <a:pt x="298" y="34"/>
                    </a:cubicBezTo>
                    <a:cubicBezTo>
                      <a:pt x="298" y="22"/>
                      <a:pt x="298" y="22"/>
                      <a:pt x="298" y="22"/>
                    </a:cubicBezTo>
                    <a:cubicBezTo>
                      <a:pt x="299" y="22"/>
                      <a:pt x="300" y="21"/>
                      <a:pt x="302" y="21"/>
                    </a:cubicBezTo>
                    <a:cubicBezTo>
                      <a:pt x="307" y="21"/>
                      <a:pt x="310" y="23"/>
                      <a:pt x="310" y="28"/>
                    </a:cubicBezTo>
                    <a:moveTo>
                      <a:pt x="320" y="56"/>
                    </a:moveTo>
                    <a:cubicBezTo>
                      <a:pt x="320" y="52"/>
                      <a:pt x="320" y="52"/>
                      <a:pt x="320" y="52"/>
                    </a:cubicBezTo>
                    <a:cubicBezTo>
                      <a:pt x="319" y="52"/>
                      <a:pt x="317" y="51"/>
                      <a:pt x="315" y="51"/>
                    </a:cubicBezTo>
                    <a:cubicBezTo>
                      <a:pt x="309" y="42"/>
                      <a:pt x="309" y="42"/>
                      <a:pt x="309" y="42"/>
                    </a:cubicBezTo>
                    <a:cubicBezTo>
                      <a:pt x="308" y="40"/>
                      <a:pt x="307" y="39"/>
                      <a:pt x="306" y="38"/>
                    </a:cubicBezTo>
                    <a:cubicBezTo>
                      <a:pt x="313" y="37"/>
                      <a:pt x="317" y="33"/>
                      <a:pt x="317" y="27"/>
                    </a:cubicBezTo>
                    <a:cubicBezTo>
                      <a:pt x="317" y="20"/>
                      <a:pt x="312" y="16"/>
                      <a:pt x="303" y="16"/>
                    </a:cubicBezTo>
                    <a:cubicBezTo>
                      <a:pt x="298" y="16"/>
                      <a:pt x="293" y="17"/>
                      <a:pt x="290" y="17"/>
                    </a:cubicBezTo>
                    <a:cubicBezTo>
                      <a:pt x="284" y="17"/>
                      <a:pt x="284" y="17"/>
                      <a:pt x="284" y="17"/>
                    </a:cubicBezTo>
                    <a:cubicBezTo>
                      <a:pt x="284" y="20"/>
                      <a:pt x="284" y="20"/>
                      <a:pt x="284" y="20"/>
                    </a:cubicBezTo>
                    <a:cubicBezTo>
                      <a:pt x="286" y="21"/>
                      <a:pt x="288" y="21"/>
                      <a:pt x="291" y="21"/>
                    </a:cubicBezTo>
                    <a:cubicBezTo>
                      <a:pt x="291" y="51"/>
                      <a:pt x="291" y="51"/>
                      <a:pt x="291" y="51"/>
                    </a:cubicBezTo>
                    <a:cubicBezTo>
                      <a:pt x="288" y="51"/>
                      <a:pt x="286" y="52"/>
                      <a:pt x="284" y="52"/>
                    </a:cubicBezTo>
                    <a:cubicBezTo>
                      <a:pt x="284" y="56"/>
                      <a:pt x="284" y="56"/>
                      <a:pt x="284" y="56"/>
                    </a:cubicBezTo>
                    <a:cubicBezTo>
                      <a:pt x="303" y="56"/>
                      <a:pt x="303" y="56"/>
                      <a:pt x="303" y="56"/>
                    </a:cubicBezTo>
                    <a:cubicBezTo>
                      <a:pt x="303" y="52"/>
                      <a:pt x="303" y="52"/>
                      <a:pt x="303" y="52"/>
                    </a:cubicBezTo>
                    <a:cubicBezTo>
                      <a:pt x="301" y="52"/>
                      <a:pt x="299" y="51"/>
                      <a:pt x="298" y="51"/>
                    </a:cubicBezTo>
                    <a:cubicBezTo>
                      <a:pt x="298" y="39"/>
                      <a:pt x="298" y="39"/>
                      <a:pt x="298" y="39"/>
                    </a:cubicBezTo>
                    <a:cubicBezTo>
                      <a:pt x="299" y="39"/>
                      <a:pt x="299" y="39"/>
                      <a:pt x="299" y="39"/>
                    </a:cubicBezTo>
                    <a:cubicBezTo>
                      <a:pt x="310" y="56"/>
                      <a:pt x="310" y="56"/>
                      <a:pt x="310" y="56"/>
                    </a:cubicBezTo>
                    <a:lnTo>
                      <a:pt x="320" y="56"/>
                    </a:lnTo>
                    <a:close/>
                    <a:moveTo>
                      <a:pt x="275" y="56"/>
                    </a:moveTo>
                    <a:cubicBezTo>
                      <a:pt x="275" y="45"/>
                      <a:pt x="275" y="45"/>
                      <a:pt x="275" y="45"/>
                    </a:cubicBezTo>
                    <a:cubicBezTo>
                      <a:pt x="270" y="45"/>
                      <a:pt x="270" y="45"/>
                      <a:pt x="270" y="45"/>
                    </a:cubicBezTo>
                    <a:cubicBezTo>
                      <a:pt x="270" y="47"/>
                      <a:pt x="270" y="49"/>
                      <a:pt x="269" y="51"/>
                    </a:cubicBezTo>
                    <a:cubicBezTo>
                      <a:pt x="258" y="51"/>
                      <a:pt x="258" y="51"/>
                      <a:pt x="258" y="51"/>
                    </a:cubicBezTo>
                    <a:cubicBezTo>
                      <a:pt x="258" y="38"/>
                      <a:pt x="258" y="38"/>
                      <a:pt x="258" y="38"/>
                    </a:cubicBezTo>
                    <a:cubicBezTo>
                      <a:pt x="266" y="38"/>
                      <a:pt x="266" y="38"/>
                      <a:pt x="266" y="38"/>
                    </a:cubicBezTo>
                    <a:cubicBezTo>
                      <a:pt x="266" y="40"/>
                      <a:pt x="266" y="41"/>
                      <a:pt x="266" y="42"/>
                    </a:cubicBezTo>
                    <a:cubicBezTo>
                      <a:pt x="271" y="42"/>
                      <a:pt x="271" y="42"/>
                      <a:pt x="271" y="42"/>
                    </a:cubicBezTo>
                    <a:cubicBezTo>
                      <a:pt x="271" y="29"/>
                      <a:pt x="271" y="29"/>
                      <a:pt x="271" y="29"/>
                    </a:cubicBezTo>
                    <a:cubicBezTo>
                      <a:pt x="266" y="29"/>
                      <a:pt x="266" y="29"/>
                      <a:pt x="266" y="29"/>
                    </a:cubicBezTo>
                    <a:cubicBezTo>
                      <a:pt x="266" y="30"/>
                      <a:pt x="266" y="32"/>
                      <a:pt x="266" y="33"/>
                    </a:cubicBezTo>
                    <a:cubicBezTo>
                      <a:pt x="258" y="33"/>
                      <a:pt x="258" y="33"/>
                      <a:pt x="258" y="33"/>
                    </a:cubicBezTo>
                    <a:cubicBezTo>
                      <a:pt x="258" y="21"/>
                      <a:pt x="258" y="21"/>
                      <a:pt x="258" y="21"/>
                    </a:cubicBezTo>
                    <a:cubicBezTo>
                      <a:pt x="269" y="21"/>
                      <a:pt x="269" y="21"/>
                      <a:pt x="269" y="21"/>
                    </a:cubicBezTo>
                    <a:cubicBezTo>
                      <a:pt x="269" y="23"/>
                      <a:pt x="270" y="25"/>
                      <a:pt x="270" y="27"/>
                    </a:cubicBezTo>
                    <a:cubicBezTo>
                      <a:pt x="275" y="27"/>
                      <a:pt x="275" y="27"/>
                      <a:pt x="275" y="27"/>
                    </a:cubicBezTo>
                    <a:cubicBezTo>
                      <a:pt x="275" y="17"/>
                      <a:pt x="275" y="17"/>
                      <a:pt x="275" y="17"/>
                    </a:cubicBezTo>
                    <a:cubicBezTo>
                      <a:pt x="245" y="17"/>
                      <a:pt x="245" y="17"/>
                      <a:pt x="245" y="17"/>
                    </a:cubicBezTo>
                    <a:cubicBezTo>
                      <a:pt x="245" y="20"/>
                      <a:pt x="245" y="20"/>
                      <a:pt x="245" y="20"/>
                    </a:cubicBezTo>
                    <a:cubicBezTo>
                      <a:pt x="247" y="21"/>
                      <a:pt x="249" y="21"/>
                      <a:pt x="252" y="21"/>
                    </a:cubicBezTo>
                    <a:cubicBezTo>
                      <a:pt x="252" y="51"/>
                      <a:pt x="252" y="51"/>
                      <a:pt x="252" y="51"/>
                    </a:cubicBezTo>
                    <a:cubicBezTo>
                      <a:pt x="249" y="51"/>
                      <a:pt x="247" y="52"/>
                      <a:pt x="245" y="52"/>
                    </a:cubicBezTo>
                    <a:cubicBezTo>
                      <a:pt x="245" y="56"/>
                      <a:pt x="245" y="56"/>
                      <a:pt x="245" y="56"/>
                    </a:cubicBezTo>
                    <a:lnTo>
                      <a:pt x="275" y="56"/>
                    </a:lnTo>
                    <a:close/>
                    <a:moveTo>
                      <a:pt x="238" y="56"/>
                    </a:moveTo>
                    <a:cubicBezTo>
                      <a:pt x="238" y="52"/>
                      <a:pt x="238" y="52"/>
                      <a:pt x="238" y="52"/>
                    </a:cubicBezTo>
                    <a:cubicBezTo>
                      <a:pt x="236" y="52"/>
                      <a:pt x="234" y="51"/>
                      <a:pt x="232" y="51"/>
                    </a:cubicBezTo>
                    <a:cubicBezTo>
                      <a:pt x="232" y="21"/>
                      <a:pt x="232" y="21"/>
                      <a:pt x="232" y="21"/>
                    </a:cubicBezTo>
                    <a:cubicBezTo>
                      <a:pt x="234" y="21"/>
                      <a:pt x="236" y="21"/>
                      <a:pt x="238" y="20"/>
                    </a:cubicBezTo>
                    <a:cubicBezTo>
                      <a:pt x="238" y="17"/>
                      <a:pt x="238" y="17"/>
                      <a:pt x="238" y="17"/>
                    </a:cubicBezTo>
                    <a:cubicBezTo>
                      <a:pt x="218" y="17"/>
                      <a:pt x="218" y="17"/>
                      <a:pt x="218" y="17"/>
                    </a:cubicBezTo>
                    <a:cubicBezTo>
                      <a:pt x="218" y="20"/>
                      <a:pt x="218" y="20"/>
                      <a:pt x="218" y="20"/>
                    </a:cubicBezTo>
                    <a:cubicBezTo>
                      <a:pt x="220" y="21"/>
                      <a:pt x="222" y="21"/>
                      <a:pt x="225" y="21"/>
                    </a:cubicBezTo>
                    <a:cubicBezTo>
                      <a:pt x="225" y="51"/>
                      <a:pt x="225" y="51"/>
                      <a:pt x="225" y="51"/>
                    </a:cubicBezTo>
                    <a:cubicBezTo>
                      <a:pt x="222" y="51"/>
                      <a:pt x="220" y="52"/>
                      <a:pt x="218" y="52"/>
                    </a:cubicBezTo>
                    <a:cubicBezTo>
                      <a:pt x="218" y="56"/>
                      <a:pt x="218" y="56"/>
                      <a:pt x="218" y="56"/>
                    </a:cubicBezTo>
                    <a:lnTo>
                      <a:pt x="238" y="56"/>
                    </a:lnTo>
                    <a:close/>
                    <a:moveTo>
                      <a:pt x="211" y="20"/>
                    </a:moveTo>
                    <a:cubicBezTo>
                      <a:pt x="211" y="17"/>
                      <a:pt x="211" y="17"/>
                      <a:pt x="211" y="17"/>
                    </a:cubicBezTo>
                    <a:cubicBezTo>
                      <a:pt x="193" y="17"/>
                      <a:pt x="193" y="17"/>
                      <a:pt x="193" y="17"/>
                    </a:cubicBezTo>
                    <a:cubicBezTo>
                      <a:pt x="193" y="20"/>
                      <a:pt x="193" y="20"/>
                      <a:pt x="193" y="20"/>
                    </a:cubicBezTo>
                    <a:cubicBezTo>
                      <a:pt x="195" y="21"/>
                      <a:pt x="197" y="21"/>
                      <a:pt x="199" y="21"/>
                    </a:cubicBezTo>
                    <a:cubicBezTo>
                      <a:pt x="199" y="35"/>
                      <a:pt x="199" y="35"/>
                      <a:pt x="199" y="35"/>
                    </a:cubicBezTo>
                    <a:cubicBezTo>
                      <a:pt x="199" y="41"/>
                      <a:pt x="199" y="45"/>
                      <a:pt x="200" y="48"/>
                    </a:cubicBezTo>
                    <a:cubicBezTo>
                      <a:pt x="199" y="48"/>
                      <a:pt x="199" y="48"/>
                      <a:pt x="199" y="48"/>
                    </a:cubicBezTo>
                    <a:cubicBezTo>
                      <a:pt x="198" y="45"/>
                      <a:pt x="196" y="42"/>
                      <a:pt x="195" y="40"/>
                    </a:cubicBezTo>
                    <a:cubicBezTo>
                      <a:pt x="180" y="17"/>
                      <a:pt x="180" y="17"/>
                      <a:pt x="180" y="17"/>
                    </a:cubicBezTo>
                    <a:cubicBezTo>
                      <a:pt x="164" y="17"/>
                      <a:pt x="164" y="17"/>
                      <a:pt x="164" y="17"/>
                    </a:cubicBezTo>
                    <a:cubicBezTo>
                      <a:pt x="164" y="20"/>
                      <a:pt x="164" y="20"/>
                      <a:pt x="164" y="20"/>
                    </a:cubicBezTo>
                    <a:cubicBezTo>
                      <a:pt x="166" y="21"/>
                      <a:pt x="168" y="21"/>
                      <a:pt x="171" y="21"/>
                    </a:cubicBezTo>
                    <a:cubicBezTo>
                      <a:pt x="171" y="51"/>
                      <a:pt x="171" y="51"/>
                      <a:pt x="171" y="51"/>
                    </a:cubicBezTo>
                    <a:cubicBezTo>
                      <a:pt x="168" y="51"/>
                      <a:pt x="166" y="52"/>
                      <a:pt x="164" y="52"/>
                    </a:cubicBezTo>
                    <a:cubicBezTo>
                      <a:pt x="164" y="56"/>
                      <a:pt x="164" y="56"/>
                      <a:pt x="164" y="56"/>
                    </a:cubicBezTo>
                    <a:cubicBezTo>
                      <a:pt x="183" y="56"/>
                      <a:pt x="183" y="56"/>
                      <a:pt x="183" y="56"/>
                    </a:cubicBezTo>
                    <a:cubicBezTo>
                      <a:pt x="183" y="52"/>
                      <a:pt x="183" y="52"/>
                      <a:pt x="183" y="52"/>
                    </a:cubicBezTo>
                    <a:cubicBezTo>
                      <a:pt x="182" y="52"/>
                      <a:pt x="179" y="51"/>
                      <a:pt x="177" y="51"/>
                    </a:cubicBezTo>
                    <a:cubicBezTo>
                      <a:pt x="177" y="34"/>
                      <a:pt x="177" y="34"/>
                      <a:pt x="177" y="34"/>
                    </a:cubicBezTo>
                    <a:cubicBezTo>
                      <a:pt x="177" y="30"/>
                      <a:pt x="177" y="27"/>
                      <a:pt x="177" y="25"/>
                    </a:cubicBezTo>
                    <a:cubicBezTo>
                      <a:pt x="177" y="25"/>
                      <a:pt x="177" y="25"/>
                      <a:pt x="177" y="25"/>
                    </a:cubicBezTo>
                    <a:cubicBezTo>
                      <a:pt x="178" y="27"/>
                      <a:pt x="180" y="30"/>
                      <a:pt x="181" y="32"/>
                    </a:cubicBezTo>
                    <a:cubicBezTo>
                      <a:pt x="197" y="56"/>
                      <a:pt x="197" y="56"/>
                      <a:pt x="197" y="56"/>
                    </a:cubicBezTo>
                    <a:cubicBezTo>
                      <a:pt x="206" y="56"/>
                      <a:pt x="206" y="56"/>
                      <a:pt x="206" y="56"/>
                    </a:cubicBezTo>
                    <a:cubicBezTo>
                      <a:pt x="206" y="21"/>
                      <a:pt x="206" y="21"/>
                      <a:pt x="206" y="21"/>
                    </a:cubicBezTo>
                    <a:cubicBezTo>
                      <a:pt x="208" y="21"/>
                      <a:pt x="210" y="21"/>
                      <a:pt x="211" y="20"/>
                    </a:cubicBezTo>
                    <a:moveTo>
                      <a:pt x="155" y="56"/>
                    </a:moveTo>
                    <a:cubicBezTo>
                      <a:pt x="155" y="45"/>
                      <a:pt x="155" y="45"/>
                      <a:pt x="155" y="45"/>
                    </a:cubicBezTo>
                    <a:cubicBezTo>
                      <a:pt x="150" y="45"/>
                      <a:pt x="150" y="45"/>
                      <a:pt x="150" y="45"/>
                    </a:cubicBezTo>
                    <a:cubicBezTo>
                      <a:pt x="150" y="47"/>
                      <a:pt x="149" y="49"/>
                      <a:pt x="149" y="51"/>
                    </a:cubicBezTo>
                    <a:cubicBezTo>
                      <a:pt x="138" y="51"/>
                      <a:pt x="138" y="51"/>
                      <a:pt x="138" y="51"/>
                    </a:cubicBezTo>
                    <a:cubicBezTo>
                      <a:pt x="138" y="38"/>
                      <a:pt x="138" y="38"/>
                      <a:pt x="138" y="38"/>
                    </a:cubicBezTo>
                    <a:cubicBezTo>
                      <a:pt x="145" y="38"/>
                      <a:pt x="145" y="38"/>
                      <a:pt x="145" y="38"/>
                    </a:cubicBezTo>
                    <a:cubicBezTo>
                      <a:pt x="145" y="40"/>
                      <a:pt x="146" y="41"/>
                      <a:pt x="146" y="42"/>
                    </a:cubicBezTo>
                    <a:cubicBezTo>
                      <a:pt x="151" y="42"/>
                      <a:pt x="151" y="42"/>
                      <a:pt x="151" y="42"/>
                    </a:cubicBezTo>
                    <a:cubicBezTo>
                      <a:pt x="151" y="29"/>
                      <a:pt x="151" y="29"/>
                      <a:pt x="151" y="29"/>
                    </a:cubicBezTo>
                    <a:cubicBezTo>
                      <a:pt x="146" y="29"/>
                      <a:pt x="146" y="29"/>
                      <a:pt x="146" y="29"/>
                    </a:cubicBezTo>
                    <a:cubicBezTo>
                      <a:pt x="146" y="30"/>
                      <a:pt x="146" y="32"/>
                      <a:pt x="145" y="33"/>
                    </a:cubicBezTo>
                    <a:cubicBezTo>
                      <a:pt x="138" y="33"/>
                      <a:pt x="138" y="33"/>
                      <a:pt x="138" y="33"/>
                    </a:cubicBezTo>
                    <a:cubicBezTo>
                      <a:pt x="138" y="21"/>
                      <a:pt x="138" y="21"/>
                      <a:pt x="138" y="21"/>
                    </a:cubicBezTo>
                    <a:cubicBezTo>
                      <a:pt x="149" y="21"/>
                      <a:pt x="149" y="21"/>
                      <a:pt x="149" y="21"/>
                    </a:cubicBezTo>
                    <a:cubicBezTo>
                      <a:pt x="149" y="23"/>
                      <a:pt x="150" y="25"/>
                      <a:pt x="150" y="27"/>
                    </a:cubicBezTo>
                    <a:cubicBezTo>
                      <a:pt x="155" y="27"/>
                      <a:pt x="155" y="27"/>
                      <a:pt x="155" y="27"/>
                    </a:cubicBezTo>
                    <a:cubicBezTo>
                      <a:pt x="155" y="17"/>
                      <a:pt x="155" y="17"/>
                      <a:pt x="155" y="17"/>
                    </a:cubicBezTo>
                    <a:cubicBezTo>
                      <a:pt x="125" y="17"/>
                      <a:pt x="125" y="17"/>
                      <a:pt x="125" y="17"/>
                    </a:cubicBezTo>
                    <a:cubicBezTo>
                      <a:pt x="125" y="20"/>
                      <a:pt x="125" y="20"/>
                      <a:pt x="125" y="20"/>
                    </a:cubicBezTo>
                    <a:cubicBezTo>
                      <a:pt x="127" y="21"/>
                      <a:pt x="129" y="21"/>
                      <a:pt x="131" y="21"/>
                    </a:cubicBezTo>
                    <a:cubicBezTo>
                      <a:pt x="131" y="51"/>
                      <a:pt x="131" y="51"/>
                      <a:pt x="131" y="51"/>
                    </a:cubicBezTo>
                    <a:cubicBezTo>
                      <a:pt x="129" y="51"/>
                      <a:pt x="127" y="52"/>
                      <a:pt x="125" y="52"/>
                    </a:cubicBezTo>
                    <a:cubicBezTo>
                      <a:pt x="125" y="56"/>
                      <a:pt x="125" y="56"/>
                      <a:pt x="125" y="56"/>
                    </a:cubicBezTo>
                    <a:lnTo>
                      <a:pt x="155" y="56"/>
                    </a:lnTo>
                    <a:close/>
                    <a:moveTo>
                      <a:pt x="120" y="39"/>
                    </a:moveTo>
                    <a:cubicBezTo>
                      <a:pt x="120" y="35"/>
                      <a:pt x="120" y="35"/>
                      <a:pt x="120" y="35"/>
                    </a:cubicBezTo>
                    <a:cubicBezTo>
                      <a:pt x="102" y="35"/>
                      <a:pt x="102" y="35"/>
                      <a:pt x="102" y="35"/>
                    </a:cubicBezTo>
                    <a:cubicBezTo>
                      <a:pt x="102" y="39"/>
                      <a:pt x="102" y="39"/>
                      <a:pt x="102" y="39"/>
                    </a:cubicBezTo>
                    <a:cubicBezTo>
                      <a:pt x="104" y="40"/>
                      <a:pt x="106" y="40"/>
                      <a:pt x="108" y="40"/>
                    </a:cubicBezTo>
                    <a:cubicBezTo>
                      <a:pt x="108" y="50"/>
                      <a:pt x="108" y="50"/>
                      <a:pt x="108" y="50"/>
                    </a:cubicBezTo>
                    <a:cubicBezTo>
                      <a:pt x="106" y="50"/>
                      <a:pt x="104" y="51"/>
                      <a:pt x="102" y="51"/>
                    </a:cubicBezTo>
                    <a:cubicBezTo>
                      <a:pt x="93" y="51"/>
                      <a:pt x="88" y="46"/>
                      <a:pt x="88" y="36"/>
                    </a:cubicBezTo>
                    <a:cubicBezTo>
                      <a:pt x="88" y="27"/>
                      <a:pt x="94" y="22"/>
                      <a:pt x="102" y="22"/>
                    </a:cubicBezTo>
                    <a:cubicBezTo>
                      <a:pt x="104" y="22"/>
                      <a:pt x="106" y="22"/>
                      <a:pt x="108" y="22"/>
                    </a:cubicBezTo>
                    <a:cubicBezTo>
                      <a:pt x="108" y="24"/>
                      <a:pt x="109" y="26"/>
                      <a:pt x="109" y="29"/>
                    </a:cubicBezTo>
                    <a:cubicBezTo>
                      <a:pt x="114" y="29"/>
                      <a:pt x="114" y="29"/>
                      <a:pt x="114" y="29"/>
                    </a:cubicBezTo>
                    <a:cubicBezTo>
                      <a:pt x="114" y="17"/>
                      <a:pt x="114" y="17"/>
                      <a:pt x="114" y="17"/>
                    </a:cubicBezTo>
                    <a:cubicBezTo>
                      <a:pt x="110" y="16"/>
                      <a:pt x="106" y="16"/>
                      <a:pt x="102" y="16"/>
                    </a:cubicBezTo>
                    <a:cubicBezTo>
                      <a:pt x="88" y="16"/>
                      <a:pt x="80" y="25"/>
                      <a:pt x="80" y="37"/>
                    </a:cubicBezTo>
                    <a:cubicBezTo>
                      <a:pt x="80" y="50"/>
                      <a:pt x="89" y="56"/>
                      <a:pt x="101" y="56"/>
                    </a:cubicBezTo>
                    <a:cubicBezTo>
                      <a:pt x="106" y="56"/>
                      <a:pt x="111" y="56"/>
                      <a:pt x="115" y="54"/>
                    </a:cubicBezTo>
                    <a:cubicBezTo>
                      <a:pt x="115" y="40"/>
                      <a:pt x="115" y="40"/>
                      <a:pt x="115" y="40"/>
                    </a:cubicBezTo>
                    <a:cubicBezTo>
                      <a:pt x="117" y="40"/>
                      <a:pt x="118" y="40"/>
                      <a:pt x="120" y="39"/>
                    </a:cubicBezTo>
                    <a:moveTo>
                      <a:pt x="74" y="20"/>
                    </a:moveTo>
                    <a:cubicBezTo>
                      <a:pt x="74" y="17"/>
                      <a:pt x="74" y="17"/>
                      <a:pt x="74" y="17"/>
                    </a:cubicBezTo>
                    <a:cubicBezTo>
                      <a:pt x="56" y="17"/>
                      <a:pt x="56" y="17"/>
                      <a:pt x="56" y="17"/>
                    </a:cubicBezTo>
                    <a:cubicBezTo>
                      <a:pt x="56" y="20"/>
                      <a:pt x="56" y="20"/>
                      <a:pt x="56" y="20"/>
                    </a:cubicBezTo>
                    <a:cubicBezTo>
                      <a:pt x="58" y="21"/>
                      <a:pt x="60" y="21"/>
                      <a:pt x="62" y="21"/>
                    </a:cubicBezTo>
                    <a:cubicBezTo>
                      <a:pt x="62" y="35"/>
                      <a:pt x="62" y="35"/>
                      <a:pt x="62" y="35"/>
                    </a:cubicBezTo>
                    <a:cubicBezTo>
                      <a:pt x="62" y="41"/>
                      <a:pt x="62" y="45"/>
                      <a:pt x="62" y="48"/>
                    </a:cubicBezTo>
                    <a:cubicBezTo>
                      <a:pt x="62" y="48"/>
                      <a:pt x="62" y="48"/>
                      <a:pt x="62" y="48"/>
                    </a:cubicBezTo>
                    <a:cubicBezTo>
                      <a:pt x="61" y="45"/>
                      <a:pt x="59" y="42"/>
                      <a:pt x="58" y="40"/>
                    </a:cubicBezTo>
                    <a:cubicBezTo>
                      <a:pt x="43" y="17"/>
                      <a:pt x="43" y="17"/>
                      <a:pt x="43" y="17"/>
                    </a:cubicBezTo>
                    <a:cubicBezTo>
                      <a:pt x="27" y="17"/>
                      <a:pt x="27" y="17"/>
                      <a:pt x="27" y="17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9" y="21"/>
                      <a:pt x="31" y="21"/>
                      <a:pt x="34" y="21"/>
                    </a:cubicBezTo>
                    <a:cubicBezTo>
                      <a:pt x="34" y="51"/>
                      <a:pt x="34" y="51"/>
                      <a:pt x="34" y="51"/>
                    </a:cubicBezTo>
                    <a:cubicBezTo>
                      <a:pt x="31" y="51"/>
                      <a:pt x="29" y="52"/>
                      <a:pt x="27" y="52"/>
                    </a:cubicBezTo>
                    <a:cubicBezTo>
                      <a:pt x="27" y="56"/>
                      <a:pt x="27" y="56"/>
                      <a:pt x="27" y="56"/>
                    </a:cubicBezTo>
                    <a:cubicBezTo>
                      <a:pt x="46" y="56"/>
                      <a:pt x="46" y="56"/>
                      <a:pt x="46" y="56"/>
                    </a:cubicBezTo>
                    <a:cubicBezTo>
                      <a:pt x="46" y="52"/>
                      <a:pt x="46" y="52"/>
                      <a:pt x="46" y="52"/>
                    </a:cubicBezTo>
                    <a:cubicBezTo>
                      <a:pt x="44" y="52"/>
                      <a:pt x="42" y="51"/>
                      <a:pt x="40" y="51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0"/>
                      <a:pt x="40" y="27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1" y="27"/>
                      <a:pt x="43" y="30"/>
                      <a:pt x="44" y="32"/>
                    </a:cubicBezTo>
                    <a:cubicBezTo>
                      <a:pt x="60" y="56"/>
                      <a:pt x="60" y="56"/>
                      <a:pt x="60" y="56"/>
                    </a:cubicBezTo>
                    <a:cubicBezTo>
                      <a:pt x="69" y="56"/>
                      <a:pt x="69" y="56"/>
                      <a:pt x="69" y="56"/>
                    </a:cubicBezTo>
                    <a:cubicBezTo>
                      <a:pt x="69" y="21"/>
                      <a:pt x="69" y="21"/>
                      <a:pt x="69" y="21"/>
                    </a:cubicBezTo>
                    <a:cubicBezTo>
                      <a:pt x="71" y="21"/>
                      <a:pt x="73" y="21"/>
                      <a:pt x="74" y="20"/>
                    </a:cubicBezTo>
                    <a:moveTo>
                      <a:pt x="20" y="56"/>
                    </a:moveTo>
                    <a:cubicBezTo>
                      <a:pt x="20" y="52"/>
                      <a:pt x="20" y="52"/>
                      <a:pt x="20" y="52"/>
                    </a:cubicBezTo>
                    <a:cubicBezTo>
                      <a:pt x="18" y="52"/>
                      <a:pt x="16" y="51"/>
                      <a:pt x="13" y="51"/>
                    </a:cubicBezTo>
                    <a:cubicBezTo>
                      <a:pt x="13" y="21"/>
                      <a:pt x="13" y="21"/>
                      <a:pt x="13" y="21"/>
                    </a:cubicBezTo>
                    <a:cubicBezTo>
                      <a:pt x="16" y="21"/>
                      <a:pt x="18" y="21"/>
                      <a:pt x="20" y="20"/>
                    </a:cubicBezTo>
                    <a:cubicBezTo>
                      <a:pt x="20" y="17"/>
                      <a:pt x="20" y="17"/>
                      <a:pt x="20" y="17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2" y="21"/>
                      <a:pt x="4" y="21"/>
                      <a:pt x="7" y="21"/>
                    </a:cubicBezTo>
                    <a:cubicBezTo>
                      <a:pt x="7" y="51"/>
                      <a:pt x="7" y="51"/>
                      <a:pt x="7" y="51"/>
                    </a:cubicBezTo>
                    <a:cubicBezTo>
                      <a:pt x="4" y="51"/>
                      <a:pt x="2" y="52"/>
                      <a:pt x="0" y="52"/>
                    </a:cubicBezTo>
                    <a:cubicBezTo>
                      <a:pt x="0" y="56"/>
                      <a:pt x="0" y="56"/>
                      <a:pt x="0" y="56"/>
                    </a:cubicBezTo>
                    <a:lnTo>
                      <a:pt x="20" y="5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8" name="Freeform 38">
                <a:extLst>
                  <a:ext uri="{FF2B5EF4-FFF2-40B4-BE49-F238E27FC236}">
                    <a16:creationId xmlns:a16="http://schemas.microsoft.com/office/drawing/2014/main" id="{E3C856A7-42C7-40A6-A72C-7E5B9F4BC33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68750" y="2597150"/>
                <a:ext cx="908050" cy="88900"/>
              </a:xfrm>
              <a:custGeom>
                <a:avLst/>
                <a:gdLst>
                  <a:gd name="T0" fmla="*/ 413 w 419"/>
                  <a:gd name="T1" fmla="*/ 35 h 41"/>
                  <a:gd name="T2" fmla="*/ 410 w 419"/>
                  <a:gd name="T3" fmla="*/ 27 h 41"/>
                  <a:gd name="T4" fmla="*/ 410 w 419"/>
                  <a:gd name="T5" fmla="*/ 18 h 41"/>
                  <a:gd name="T6" fmla="*/ 414 w 419"/>
                  <a:gd name="T7" fmla="*/ 12 h 41"/>
                  <a:gd name="T8" fmla="*/ 389 w 419"/>
                  <a:gd name="T9" fmla="*/ 5 h 41"/>
                  <a:gd name="T10" fmla="*/ 389 w 419"/>
                  <a:gd name="T11" fmla="*/ 40 h 41"/>
                  <a:gd name="T12" fmla="*/ 355 w 419"/>
                  <a:gd name="T13" fmla="*/ 35 h 41"/>
                  <a:gd name="T14" fmla="*/ 383 w 419"/>
                  <a:gd name="T15" fmla="*/ 20 h 41"/>
                  <a:gd name="T16" fmla="*/ 342 w 419"/>
                  <a:gd name="T17" fmla="*/ 5 h 41"/>
                  <a:gd name="T18" fmla="*/ 342 w 419"/>
                  <a:gd name="T19" fmla="*/ 40 h 41"/>
                  <a:gd name="T20" fmla="*/ 312 w 419"/>
                  <a:gd name="T21" fmla="*/ 20 h 41"/>
                  <a:gd name="T22" fmla="*/ 297 w 419"/>
                  <a:gd name="T23" fmla="*/ 6 h 41"/>
                  <a:gd name="T24" fmla="*/ 285 w 419"/>
                  <a:gd name="T25" fmla="*/ 1 h 41"/>
                  <a:gd name="T26" fmla="*/ 285 w 419"/>
                  <a:gd name="T27" fmla="*/ 35 h 41"/>
                  <a:gd name="T28" fmla="*/ 296 w 419"/>
                  <a:gd name="T29" fmla="*/ 41 h 41"/>
                  <a:gd name="T30" fmla="*/ 250 w 419"/>
                  <a:gd name="T31" fmla="*/ 13 h 41"/>
                  <a:gd name="T32" fmla="*/ 259 w 419"/>
                  <a:gd name="T33" fmla="*/ 25 h 41"/>
                  <a:gd name="T34" fmla="*/ 257 w 419"/>
                  <a:gd name="T35" fmla="*/ 1 h 41"/>
                  <a:gd name="T36" fmla="*/ 230 w 419"/>
                  <a:gd name="T37" fmla="*/ 40 h 41"/>
                  <a:gd name="T38" fmla="*/ 243 w 419"/>
                  <a:gd name="T39" fmla="*/ 30 h 41"/>
                  <a:gd name="T40" fmla="*/ 257 w 419"/>
                  <a:gd name="T41" fmla="*/ 40 h 41"/>
                  <a:gd name="T42" fmla="*/ 195 w 419"/>
                  <a:gd name="T43" fmla="*/ 1 h 41"/>
                  <a:gd name="T44" fmla="*/ 209 w 419"/>
                  <a:gd name="T45" fmla="*/ 6 h 41"/>
                  <a:gd name="T46" fmla="*/ 223 w 419"/>
                  <a:gd name="T47" fmla="*/ 40 h 41"/>
                  <a:gd name="T48" fmla="*/ 225 w 419"/>
                  <a:gd name="T49" fmla="*/ 6 h 41"/>
                  <a:gd name="T50" fmla="*/ 194 w 419"/>
                  <a:gd name="T51" fmla="*/ 28 h 41"/>
                  <a:gd name="T52" fmla="*/ 178 w 419"/>
                  <a:gd name="T53" fmla="*/ 6 h 41"/>
                  <a:gd name="T54" fmla="*/ 164 w 419"/>
                  <a:gd name="T55" fmla="*/ 5 h 41"/>
                  <a:gd name="T56" fmla="*/ 164 w 419"/>
                  <a:gd name="T57" fmla="*/ 40 h 41"/>
                  <a:gd name="T58" fmla="*/ 140 w 419"/>
                  <a:gd name="T59" fmla="*/ 1 h 41"/>
                  <a:gd name="T60" fmla="*/ 136 w 419"/>
                  <a:gd name="T61" fmla="*/ 35 h 41"/>
                  <a:gd name="T62" fmla="*/ 132 w 419"/>
                  <a:gd name="T63" fmla="*/ 1 h 41"/>
                  <a:gd name="T64" fmla="*/ 119 w 419"/>
                  <a:gd name="T65" fmla="*/ 27 h 41"/>
                  <a:gd name="T66" fmla="*/ 158 w 419"/>
                  <a:gd name="T67" fmla="*/ 5 h 41"/>
                  <a:gd name="T68" fmla="*/ 84 w 419"/>
                  <a:gd name="T69" fmla="*/ 21 h 41"/>
                  <a:gd name="T70" fmla="*/ 107 w 419"/>
                  <a:gd name="T71" fmla="*/ 13 h 41"/>
                  <a:gd name="T72" fmla="*/ 96 w 419"/>
                  <a:gd name="T73" fmla="*/ 41 h 41"/>
                  <a:gd name="T74" fmla="*/ 49 w 419"/>
                  <a:gd name="T75" fmla="*/ 13 h 41"/>
                  <a:gd name="T76" fmla="*/ 58 w 419"/>
                  <a:gd name="T77" fmla="*/ 25 h 41"/>
                  <a:gd name="T78" fmla="*/ 56 w 419"/>
                  <a:gd name="T79" fmla="*/ 1 h 41"/>
                  <a:gd name="T80" fmla="*/ 29 w 419"/>
                  <a:gd name="T81" fmla="*/ 40 h 41"/>
                  <a:gd name="T82" fmla="*/ 43 w 419"/>
                  <a:gd name="T83" fmla="*/ 30 h 41"/>
                  <a:gd name="T84" fmla="*/ 56 w 419"/>
                  <a:gd name="T85" fmla="*/ 40 h 41"/>
                  <a:gd name="T86" fmla="*/ 0 w 419"/>
                  <a:gd name="T87" fmla="*/ 1 h 41"/>
                  <a:gd name="T88" fmla="*/ 0 w 419"/>
                  <a:gd name="T89" fmla="*/ 36 h 41"/>
                  <a:gd name="T90" fmla="*/ 13 w 419"/>
                  <a:gd name="T91" fmla="*/ 35 h 41"/>
                  <a:gd name="T92" fmla="*/ 26 w 419"/>
                  <a:gd name="T93" fmla="*/ 27 h 41"/>
                  <a:gd name="T94" fmla="*/ 13 w 419"/>
                  <a:gd name="T95" fmla="*/ 18 h 41"/>
                  <a:gd name="T96" fmla="*/ 30 w 419"/>
                  <a:gd name="T97" fmla="*/ 12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419" h="41">
                    <a:moveTo>
                      <a:pt x="419" y="40"/>
                    </a:moveTo>
                    <a:cubicBezTo>
                      <a:pt x="419" y="29"/>
                      <a:pt x="419" y="29"/>
                      <a:pt x="419" y="29"/>
                    </a:cubicBezTo>
                    <a:cubicBezTo>
                      <a:pt x="414" y="29"/>
                      <a:pt x="414" y="29"/>
                      <a:pt x="414" y="29"/>
                    </a:cubicBezTo>
                    <a:cubicBezTo>
                      <a:pt x="414" y="31"/>
                      <a:pt x="414" y="34"/>
                      <a:pt x="413" y="35"/>
                    </a:cubicBezTo>
                    <a:cubicBezTo>
                      <a:pt x="402" y="35"/>
                      <a:pt x="402" y="35"/>
                      <a:pt x="402" y="35"/>
                    </a:cubicBezTo>
                    <a:cubicBezTo>
                      <a:pt x="402" y="22"/>
                      <a:pt x="402" y="22"/>
                      <a:pt x="402" y="22"/>
                    </a:cubicBezTo>
                    <a:cubicBezTo>
                      <a:pt x="410" y="22"/>
                      <a:pt x="410" y="22"/>
                      <a:pt x="410" y="22"/>
                    </a:cubicBezTo>
                    <a:cubicBezTo>
                      <a:pt x="410" y="24"/>
                      <a:pt x="410" y="25"/>
                      <a:pt x="410" y="27"/>
                    </a:cubicBezTo>
                    <a:cubicBezTo>
                      <a:pt x="415" y="27"/>
                      <a:pt x="415" y="27"/>
                      <a:pt x="415" y="27"/>
                    </a:cubicBezTo>
                    <a:cubicBezTo>
                      <a:pt x="415" y="14"/>
                      <a:pt x="415" y="14"/>
                      <a:pt x="415" y="14"/>
                    </a:cubicBezTo>
                    <a:cubicBezTo>
                      <a:pt x="410" y="14"/>
                      <a:pt x="410" y="14"/>
                      <a:pt x="410" y="14"/>
                    </a:cubicBezTo>
                    <a:cubicBezTo>
                      <a:pt x="410" y="15"/>
                      <a:pt x="410" y="16"/>
                      <a:pt x="410" y="18"/>
                    </a:cubicBezTo>
                    <a:cubicBezTo>
                      <a:pt x="402" y="18"/>
                      <a:pt x="402" y="18"/>
                      <a:pt x="402" y="18"/>
                    </a:cubicBezTo>
                    <a:cubicBezTo>
                      <a:pt x="402" y="6"/>
                      <a:pt x="402" y="6"/>
                      <a:pt x="402" y="6"/>
                    </a:cubicBezTo>
                    <a:cubicBezTo>
                      <a:pt x="413" y="6"/>
                      <a:pt x="413" y="6"/>
                      <a:pt x="413" y="6"/>
                    </a:cubicBezTo>
                    <a:cubicBezTo>
                      <a:pt x="413" y="7"/>
                      <a:pt x="414" y="10"/>
                      <a:pt x="414" y="12"/>
                    </a:cubicBezTo>
                    <a:cubicBezTo>
                      <a:pt x="419" y="12"/>
                      <a:pt x="419" y="12"/>
                      <a:pt x="419" y="12"/>
                    </a:cubicBezTo>
                    <a:cubicBezTo>
                      <a:pt x="419" y="1"/>
                      <a:pt x="419" y="1"/>
                      <a:pt x="419" y="1"/>
                    </a:cubicBezTo>
                    <a:cubicBezTo>
                      <a:pt x="389" y="1"/>
                      <a:pt x="389" y="1"/>
                      <a:pt x="389" y="1"/>
                    </a:cubicBezTo>
                    <a:cubicBezTo>
                      <a:pt x="389" y="5"/>
                      <a:pt x="389" y="5"/>
                      <a:pt x="389" y="5"/>
                    </a:cubicBezTo>
                    <a:cubicBezTo>
                      <a:pt x="391" y="5"/>
                      <a:pt x="393" y="6"/>
                      <a:pt x="396" y="6"/>
                    </a:cubicBezTo>
                    <a:cubicBezTo>
                      <a:pt x="396" y="35"/>
                      <a:pt x="396" y="35"/>
                      <a:pt x="396" y="35"/>
                    </a:cubicBezTo>
                    <a:cubicBezTo>
                      <a:pt x="393" y="36"/>
                      <a:pt x="391" y="36"/>
                      <a:pt x="389" y="36"/>
                    </a:cubicBezTo>
                    <a:cubicBezTo>
                      <a:pt x="389" y="40"/>
                      <a:pt x="389" y="40"/>
                      <a:pt x="389" y="40"/>
                    </a:cubicBezTo>
                    <a:lnTo>
                      <a:pt x="419" y="40"/>
                    </a:lnTo>
                    <a:close/>
                    <a:moveTo>
                      <a:pt x="376" y="20"/>
                    </a:moveTo>
                    <a:cubicBezTo>
                      <a:pt x="376" y="30"/>
                      <a:pt x="369" y="35"/>
                      <a:pt x="360" y="35"/>
                    </a:cubicBezTo>
                    <a:cubicBezTo>
                      <a:pt x="359" y="35"/>
                      <a:pt x="356" y="35"/>
                      <a:pt x="355" y="35"/>
                    </a:cubicBezTo>
                    <a:cubicBezTo>
                      <a:pt x="355" y="6"/>
                      <a:pt x="355" y="6"/>
                      <a:pt x="355" y="6"/>
                    </a:cubicBezTo>
                    <a:cubicBezTo>
                      <a:pt x="357" y="6"/>
                      <a:pt x="359" y="6"/>
                      <a:pt x="361" y="6"/>
                    </a:cubicBezTo>
                    <a:cubicBezTo>
                      <a:pt x="371" y="6"/>
                      <a:pt x="376" y="11"/>
                      <a:pt x="376" y="20"/>
                    </a:cubicBezTo>
                    <a:moveTo>
                      <a:pt x="383" y="20"/>
                    </a:moveTo>
                    <a:cubicBezTo>
                      <a:pt x="383" y="6"/>
                      <a:pt x="375" y="1"/>
                      <a:pt x="362" y="1"/>
                    </a:cubicBezTo>
                    <a:cubicBezTo>
                      <a:pt x="357" y="1"/>
                      <a:pt x="352" y="1"/>
                      <a:pt x="348" y="1"/>
                    </a:cubicBezTo>
                    <a:cubicBezTo>
                      <a:pt x="342" y="1"/>
                      <a:pt x="342" y="1"/>
                      <a:pt x="342" y="1"/>
                    </a:cubicBezTo>
                    <a:cubicBezTo>
                      <a:pt x="342" y="5"/>
                      <a:pt x="342" y="5"/>
                      <a:pt x="342" y="5"/>
                    </a:cubicBezTo>
                    <a:cubicBezTo>
                      <a:pt x="344" y="5"/>
                      <a:pt x="346" y="6"/>
                      <a:pt x="348" y="6"/>
                    </a:cubicBezTo>
                    <a:cubicBezTo>
                      <a:pt x="348" y="35"/>
                      <a:pt x="348" y="35"/>
                      <a:pt x="348" y="35"/>
                    </a:cubicBezTo>
                    <a:cubicBezTo>
                      <a:pt x="346" y="36"/>
                      <a:pt x="344" y="36"/>
                      <a:pt x="342" y="36"/>
                    </a:cubicBezTo>
                    <a:cubicBezTo>
                      <a:pt x="342" y="40"/>
                      <a:pt x="342" y="40"/>
                      <a:pt x="342" y="40"/>
                    </a:cubicBezTo>
                    <a:cubicBezTo>
                      <a:pt x="348" y="40"/>
                      <a:pt x="348" y="40"/>
                      <a:pt x="348" y="40"/>
                    </a:cubicBezTo>
                    <a:cubicBezTo>
                      <a:pt x="352" y="40"/>
                      <a:pt x="355" y="41"/>
                      <a:pt x="360" y="41"/>
                    </a:cubicBezTo>
                    <a:cubicBezTo>
                      <a:pt x="373" y="41"/>
                      <a:pt x="383" y="34"/>
                      <a:pt x="383" y="20"/>
                    </a:cubicBezTo>
                    <a:moveTo>
                      <a:pt x="312" y="20"/>
                    </a:moveTo>
                    <a:cubicBezTo>
                      <a:pt x="312" y="30"/>
                      <a:pt x="306" y="35"/>
                      <a:pt x="297" y="35"/>
                    </a:cubicBezTo>
                    <a:cubicBezTo>
                      <a:pt x="295" y="35"/>
                      <a:pt x="293" y="35"/>
                      <a:pt x="291" y="35"/>
                    </a:cubicBezTo>
                    <a:cubicBezTo>
                      <a:pt x="291" y="6"/>
                      <a:pt x="291" y="6"/>
                      <a:pt x="291" y="6"/>
                    </a:cubicBezTo>
                    <a:cubicBezTo>
                      <a:pt x="293" y="6"/>
                      <a:pt x="295" y="6"/>
                      <a:pt x="297" y="6"/>
                    </a:cubicBezTo>
                    <a:cubicBezTo>
                      <a:pt x="307" y="6"/>
                      <a:pt x="312" y="11"/>
                      <a:pt x="312" y="20"/>
                    </a:cubicBezTo>
                    <a:moveTo>
                      <a:pt x="319" y="20"/>
                    </a:moveTo>
                    <a:cubicBezTo>
                      <a:pt x="319" y="6"/>
                      <a:pt x="311" y="1"/>
                      <a:pt x="298" y="1"/>
                    </a:cubicBezTo>
                    <a:cubicBezTo>
                      <a:pt x="294" y="1"/>
                      <a:pt x="288" y="1"/>
                      <a:pt x="285" y="1"/>
                    </a:cubicBezTo>
                    <a:cubicBezTo>
                      <a:pt x="278" y="1"/>
                      <a:pt x="278" y="1"/>
                      <a:pt x="278" y="1"/>
                    </a:cubicBezTo>
                    <a:cubicBezTo>
                      <a:pt x="278" y="5"/>
                      <a:pt x="278" y="5"/>
                      <a:pt x="278" y="5"/>
                    </a:cubicBezTo>
                    <a:cubicBezTo>
                      <a:pt x="280" y="5"/>
                      <a:pt x="282" y="6"/>
                      <a:pt x="285" y="6"/>
                    </a:cubicBezTo>
                    <a:cubicBezTo>
                      <a:pt x="285" y="35"/>
                      <a:pt x="285" y="35"/>
                      <a:pt x="285" y="35"/>
                    </a:cubicBezTo>
                    <a:cubicBezTo>
                      <a:pt x="282" y="36"/>
                      <a:pt x="280" y="36"/>
                      <a:pt x="278" y="36"/>
                    </a:cubicBezTo>
                    <a:cubicBezTo>
                      <a:pt x="278" y="40"/>
                      <a:pt x="278" y="40"/>
                      <a:pt x="278" y="40"/>
                    </a:cubicBezTo>
                    <a:cubicBezTo>
                      <a:pt x="285" y="40"/>
                      <a:pt x="285" y="40"/>
                      <a:pt x="285" y="40"/>
                    </a:cubicBezTo>
                    <a:cubicBezTo>
                      <a:pt x="288" y="40"/>
                      <a:pt x="291" y="41"/>
                      <a:pt x="296" y="41"/>
                    </a:cubicBezTo>
                    <a:cubicBezTo>
                      <a:pt x="309" y="41"/>
                      <a:pt x="319" y="34"/>
                      <a:pt x="319" y="20"/>
                    </a:cubicBezTo>
                    <a:moveTo>
                      <a:pt x="259" y="25"/>
                    </a:moveTo>
                    <a:cubicBezTo>
                      <a:pt x="245" y="25"/>
                      <a:pt x="245" y="25"/>
                      <a:pt x="245" y="25"/>
                    </a:cubicBezTo>
                    <a:cubicBezTo>
                      <a:pt x="250" y="13"/>
                      <a:pt x="250" y="13"/>
                      <a:pt x="250" y="13"/>
                    </a:cubicBezTo>
                    <a:cubicBezTo>
                      <a:pt x="251" y="11"/>
                      <a:pt x="251" y="9"/>
                      <a:pt x="252" y="7"/>
                    </a:cubicBezTo>
                    <a:cubicBezTo>
                      <a:pt x="252" y="7"/>
                      <a:pt x="252" y="7"/>
                      <a:pt x="252" y="7"/>
                    </a:cubicBezTo>
                    <a:cubicBezTo>
                      <a:pt x="253" y="9"/>
                      <a:pt x="253" y="11"/>
                      <a:pt x="254" y="13"/>
                    </a:cubicBezTo>
                    <a:lnTo>
                      <a:pt x="259" y="25"/>
                    </a:lnTo>
                    <a:close/>
                    <a:moveTo>
                      <a:pt x="275" y="40"/>
                    </a:moveTo>
                    <a:cubicBezTo>
                      <a:pt x="275" y="36"/>
                      <a:pt x="275" y="36"/>
                      <a:pt x="275" y="36"/>
                    </a:cubicBezTo>
                    <a:cubicBezTo>
                      <a:pt x="273" y="36"/>
                      <a:pt x="271" y="36"/>
                      <a:pt x="270" y="36"/>
                    </a:cubicBezTo>
                    <a:cubicBezTo>
                      <a:pt x="257" y="1"/>
                      <a:pt x="257" y="1"/>
                      <a:pt x="257" y="1"/>
                    </a:cubicBezTo>
                    <a:cubicBezTo>
                      <a:pt x="248" y="1"/>
                      <a:pt x="248" y="1"/>
                      <a:pt x="248" y="1"/>
                    </a:cubicBezTo>
                    <a:cubicBezTo>
                      <a:pt x="234" y="36"/>
                      <a:pt x="234" y="36"/>
                      <a:pt x="234" y="36"/>
                    </a:cubicBezTo>
                    <a:cubicBezTo>
                      <a:pt x="233" y="36"/>
                      <a:pt x="231" y="36"/>
                      <a:pt x="230" y="36"/>
                    </a:cubicBezTo>
                    <a:cubicBezTo>
                      <a:pt x="230" y="40"/>
                      <a:pt x="230" y="40"/>
                      <a:pt x="230" y="40"/>
                    </a:cubicBezTo>
                    <a:cubicBezTo>
                      <a:pt x="247" y="40"/>
                      <a:pt x="247" y="40"/>
                      <a:pt x="247" y="40"/>
                    </a:cubicBezTo>
                    <a:cubicBezTo>
                      <a:pt x="247" y="36"/>
                      <a:pt x="247" y="36"/>
                      <a:pt x="247" y="36"/>
                    </a:cubicBezTo>
                    <a:cubicBezTo>
                      <a:pt x="246" y="36"/>
                      <a:pt x="243" y="36"/>
                      <a:pt x="241" y="36"/>
                    </a:cubicBezTo>
                    <a:cubicBezTo>
                      <a:pt x="243" y="30"/>
                      <a:pt x="243" y="30"/>
                      <a:pt x="243" y="30"/>
                    </a:cubicBezTo>
                    <a:cubicBezTo>
                      <a:pt x="261" y="30"/>
                      <a:pt x="261" y="30"/>
                      <a:pt x="261" y="30"/>
                    </a:cubicBezTo>
                    <a:cubicBezTo>
                      <a:pt x="262" y="36"/>
                      <a:pt x="262" y="36"/>
                      <a:pt x="262" y="36"/>
                    </a:cubicBezTo>
                    <a:cubicBezTo>
                      <a:pt x="261" y="36"/>
                      <a:pt x="258" y="36"/>
                      <a:pt x="257" y="36"/>
                    </a:cubicBezTo>
                    <a:cubicBezTo>
                      <a:pt x="257" y="40"/>
                      <a:pt x="257" y="40"/>
                      <a:pt x="257" y="40"/>
                    </a:cubicBezTo>
                    <a:lnTo>
                      <a:pt x="275" y="40"/>
                    </a:lnTo>
                    <a:close/>
                    <a:moveTo>
                      <a:pt x="231" y="14"/>
                    </a:moveTo>
                    <a:cubicBezTo>
                      <a:pt x="231" y="1"/>
                      <a:pt x="231" y="1"/>
                      <a:pt x="231" y="1"/>
                    </a:cubicBezTo>
                    <a:cubicBezTo>
                      <a:pt x="195" y="1"/>
                      <a:pt x="195" y="1"/>
                      <a:pt x="195" y="1"/>
                    </a:cubicBezTo>
                    <a:cubicBezTo>
                      <a:pt x="195" y="14"/>
                      <a:pt x="195" y="14"/>
                      <a:pt x="195" y="14"/>
                    </a:cubicBezTo>
                    <a:cubicBezTo>
                      <a:pt x="199" y="14"/>
                      <a:pt x="199" y="14"/>
                      <a:pt x="199" y="14"/>
                    </a:cubicBezTo>
                    <a:cubicBezTo>
                      <a:pt x="200" y="11"/>
                      <a:pt x="200" y="8"/>
                      <a:pt x="200" y="6"/>
                    </a:cubicBezTo>
                    <a:cubicBezTo>
                      <a:pt x="209" y="6"/>
                      <a:pt x="209" y="6"/>
                      <a:pt x="209" y="6"/>
                    </a:cubicBezTo>
                    <a:cubicBezTo>
                      <a:pt x="209" y="35"/>
                      <a:pt x="209" y="35"/>
                      <a:pt x="209" y="35"/>
                    </a:cubicBezTo>
                    <a:cubicBezTo>
                      <a:pt x="207" y="36"/>
                      <a:pt x="205" y="36"/>
                      <a:pt x="203" y="36"/>
                    </a:cubicBezTo>
                    <a:cubicBezTo>
                      <a:pt x="203" y="40"/>
                      <a:pt x="203" y="40"/>
                      <a:pt x="203" y="40"/>
                    </a:cubicBezTo>
                    <a:cubicBezTo>
                      <a:pt x="223" y="40"/>
                      <a:pt x="223" y="40"/>
                      <a:pt x="223" y="40"/>
                    </a:cubicBezTo>
                    <a:cubicBezTo>
                      <a:pt x="223" y="36"/>
                      <a:pt x="223" y="36"/>
                      <a:pt x="223" y="36"/>
                    </a:cubicBezTo>
                    <a:cubicBezTo>
                      <a:pt x="221" y="36"/>
                      <a:pt x="218" y="36"/>
                      <a:pt x="216" y="35"/>
                    </a:cubicBezTo>
                    <a:cubicBezTo>
                      <a:pt x="216" y="6"/>
                      <a:pt x="216" y="6"/>
                      <a:pt x="216" y="6"/>
                    </a:cubicBezTo>
                    <a:cubicBezTo>
                      <a:pt x="225" y="6"/>
                      <a:pt x="225" y="6"/>
                      <a:pt x="225" y="6"/>
                    </a:cubicBezTo>
                    <a:cubicBezTo>
                      <a:pt x="225" y="8"/>
                      <a:pt x="226" y="11"/>
                      <a:pt x="226" y="14"/>
                    </a:cubicBezTo>
                    <a:lnTo>
                      <a:pt x="231" y="14"/>
                    </a:lnTo>
                    <a:close/>
                    <a:moveTo>
                      <a:pt x="194" y="40"/>
                    </a:moveTo>
                    <a:cubicBezTo>
                      <a:pt x="194" y="28"/>
                      <a:pt x="194" y="28"/>
                      <a:pt x="194" y="28"/>
                    </a:cubicBezTo>
                    <a:cubicBezTo>
                      <a:pt x="189" y="28"/>
                      <a:pt x="189" y="28"/>
                      <a:pt x="189" y="28"/>
                    </a:cubicBezTo>
                    <a:cubicBezTo>
                      <a:pt x="189" y="30"/>
                      <a:pt x="189" y="33"/>
                      <a:pt x="188" y="35"/>
                    </a:cubicBezTo>
                    <a:cubicBezTo>
                      <a:pt x="178" y="35"/>
                      <a:pt x="178" y="35"/>
                      <a:pt x="178" y="35"/>
                    </a:cubicBezTo>
                    <a:cubicBezTo>
                      <a:pt x="178" y="6"/>
                      <a:pt x="178" y="6"/>
                      <a:pt x="178" y="6"/>
                    </a:cubicBezTo>
                    <a:cubicBezTo>
                      <a:pt x="180" y="6"/>
                      <a:pt x="182" y="5"/>
                      <a:pt x="184" y="5"/>
                    </a:cubicBezTo>
                    <a:cubicBezTo>
                      <a:pt x="184" y="1"/>
                      <a:pt x="184" y="1"/>
                      <a:pt x="184" y="1"/>
                    </a:cubicBezTo>
                    <a:cubicBezTo>
                      <a:pt x="164" y="1"/>
                      <a:pt x="164" y="1"/>
                      <a:pt x="164" y="1"/>
                    </a:cubicBezTo>
                    <a:cubicBezTo>
                      <a:pt x="164" y="5"/>
                      <a:pt x="164" y="5"/>
                      <a:pt x="164" y="5"/>
                    </a:cubicBezTo>
                    <a:cubicBezTo>
                      <a:pt x="166" y="5"/>
                      <a:pt x="169" y="6"/>
                      <a:pt x="171" y="6"/>
                    </a:cubicBezTo>
                    <a:cubicBezTo>
                      <a:pt x="171" y="35"/>
                      <a:pt x="171" y="35"/>
                      <a:pt x="171" y="35"/>
                    </a:cubicBezTo>
                    <a:cubicBezTo>
                      <a:pt x="169" y="36"/>
                      <a:pt x="166" y="36"/>
                      <a:pt x="164" y="36"/>
                    </a:cubicBezTo>
                    <a:cubicBezTo>
                      <a:pt x="164" y="40"/>
                      <a:pt x="164" y="40"/>
                      <a:pt x="164" y="40"/>
                    </a:cubicBezTo>
                    <a:lnTo>
                      <a:pt x="194" y="40"/>
                    </a:lnTo>
                    <a:close/>
                    <a:moveTo>
                      <a:pt x="158" y="5"/>
                    </a:moveTo>
                    <a:cubicBezTo>
                      <a:pt x="158" y="1"/>
                      <a:pt x="158" y="1"/>
                      <a:pt x="158" y="1"/>
                    </a:cubicBezTo>
                    <a:cubicBezTo>
                      <a:pt x="140" y="1"/>
                      <a:pt x="140" y="1"/>
                      <a:pt x="140" y="1"/>
                    </a:cubicBezTo>
                    <a:cubicBezTo>
                      <a:pt x="140" y="5"/>
                      <a:pt x="140" y="5"/>
                      <a:pt x="140" y="5"/>
                    </a:cubicBezTo>
                    <a:cubicBezTo>
                      <a:pt x="142" y="5"/>
                      <a:pt x="144" y="6"/>
                      <a:pt x="146" y="6"/>
                    </a:cubicBezTo>
                    <a:cubicBezTo>
                      <a:pt x="146" y="25"/>
                      <a:pt x="146" y="25"/>
                      <a:pt x="146" y="25"/>
                    </a:cubicBezTo>
                    <a:cubicBezTo>
                      <a:pt x="146" y="31"/>
                      <a:pt x="143" y="35"/>
                      <a:pt x="136" y="35"/>
                    </a:cubicBezTo>
                    <a:cubicBezTo>
                      <a:pt x="129" y="35"/>
                      <a:pt x="126" y="32"/>
                      <a:pt x="126" y="25"/>
                    </a:cubicBezTo>
                    <a:cubicBezTo>
                      <a:pt x="126" y="6"/>
                      <a:pt x="126" y="6"/>
                      <a:pt x="126" y="6"/>
                    </a:cubicBezTo>
                    <a:cubicBezTo>
                      <a:pt x="128" y="6"/>
                      <a:pt x="130" y="5"/>
                      <a:pt x="132" y="5"/>
                    </a:cubicBezTo>
                    <a:cubicBezTo>
                      <a:pt x="132" y="1"/>
                      <a:pt x="132" y="1"/>
                      <a:pt x="132" y="1"/>
                    </a:cubicBezTo>
                    <a:cubicBezTo>
                      <a:pt x="113" y="1"/>
                      <a:pt x="113" y="1"/>
                      <a:pt x="113" y="1"/>
                    </a:cubicBezTo>
                    <a:cubicBezTo>
                      <a:pt x="113" y="5"/>
                      <a:pt x="113" y="5"/>
                      <a:pt x="113" y="5"/>
                    </a:cubicBezTo>
                    <a:cubicBezTo>
                      <a:pt x="115" y="5"/>
                      <a:pt x="117" y="6"/>
                      <a:pt x="119" y="6"/>
                    </a:cubicBezTo>
                    <a:cubicBezTo>
                      <a:pt x="119" y="27"/>
                      <a:pt x="119" y="27"/>
                      <a:pt x="119" y="27"/>
                    </a:cubicBezTo>
                    <a:cubicBezTo>
                      <a:pt x="119" y="36"/>
                      <a:pt x="125" y="41"/>
                      <a:pt x="135" y="41"/>
                    </a:cubicBezTo>
                    <a:cubicBezTo>
                      <a:pt x="148" y="41"/>
                      <a:pt x="153" y="34"/>
                      <a:pt x="153" y="25"/>
                    </a:cubicBezTo>
                    <a:cubicBezTo>
                      <a:pt x="153" y="6"/>
                      <a:pt x="153" y="6"/>
                      <a:pt x="153" y="6"/>
                    </a:cubicBezTo>
                    <a:cubicBezTo>
                      <a:pt x="155" y="6"/>
                      <a:pt x="157" y="5"/>
                      <a:pt x="158" y="5"/>
                    </a:cubicBezTo>
                    <a:moveTo>
                      <a:pt x="107" y="39"/>
                    </a:moveTo>
                    <a:cubicBezTo>
                      <a:pt x="107" y="32"/>
                      <a:pt x="107" y="32"/>
                      <a:pt x="107" y="32"/>
                    </a:cubicBezTo>
                    <a:cubicBezTo>
                      <a:pt x="104" y="34"/>
                      <a:pt x="101" y="35"/>
                      <a:pt x="97" y="35"/>
                    </a:cubicBezTo>
                    <a:cubicBezTo>
                      <a:pt x="88" y="35"/>
                      <a:pt x="84" y="30"/>
                      <a:pt x="84" y="21"/>
                    </a:cubicBezTo>
                    <a:cubicBezTo>
                      <a:pt x="84" y="13"/>
                      <a:pt x="88" y="6"/>
                      <a:pt x="96" y="6"/>
                    </a:cubicBezTo>
                    <a:cubicBezTo>
                      <a:pt x="98" y="6"/>
                      <a:pt x="99" y="7"/>
                      <a:pt x="101" y="7"/>
                    </a:cubicBezTo>
                    <a:cubicBezTo>
                      <a:pt x="101" y="9"/>
                      <a:pt x="102" y="11"/>
                      <a:pt x="102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2"/>
                      <a:pt x="107" y="2"/>
                      <a:pt x="107" y="2"/>
                    </a:cubicBezTo>
                    <a:cubicBezTo>
                      <a:pt x="104" y="1"/>
                      <a:pt x="100" y="0"/>
                      <a:pt x="97" y="0"/>
                    </a:cubicBezTo>
                    <a:cubicBezTo>
                      <a:pt x="83" y="0"/>
                      <a:pt x="76" y="10"/>
                      <a:pt x="76" y="21"/>
                    </a:cubicBezTo>
                    <a:cubicBezTo>
                      <a:pt x="76" y="33"/>
                      <a:pt x="83" y="41"/>
                      <a:pt x="96" y="41"/>
                    </a:cubicBezTo>
                    <a:cubicBezTo>
                      <a:pt x="100" y="41"/>
                      <a:pt x="104" y="40"/>
                      <a:pt x="107" y="39"/>
                    </a:cubicBezTo>
                    <a:moveTo>
                      <a:pt x="58" y="25"/>
                    </a:moveTo>
                    <a:cubicBezTo>
                      <a:pt x="45" y="25"/>
                      <a:pt x="45" y="25"/>
                      <a:pt x="45" y="25"/>
                    </a:cubicBezTo>
                    <a:cubicBezTo>
                      <a:pt x="49" y="13"/>
                      <a:pt x="49" y="13"/>
                      <a:pt x="49" y="13"/>
                    </a:cubicBezTo>
                    <a:cubicBezTo>
                      <a:pt x="50" y="11"/>
                      <a:pt x="51" y="9"/>
                      <a:pt x="51" y="7"/>
                    </a:cubicBezTo>
                    <a:cubicBezTo>
                      <a:pt x="52" y="7"/>
                      <a:pt x="52" y="7"/>
                      <a:pt x="52" y="7"/>
                    </a:cubicBezTo>
                    <a:cubicBezTo>
                      <a:pt x="52" y="9"/>
                      <a:pt x="53" y="11"/>
                      <a:pt x="54" y="13"/>
                    </a:cubicBezTo>
                    <a:lnTo>
                      <a:pt x="58" y="25"/>
                    </a:lnTo>
                    <a:close/>
                    <a:moveTo>
                      <a:pt x="74" y="40"/>
                    </a:moveTo>
                    <a:cubicBezTo>
                      <a:pt x="74" y="36"/>
                      <a:pt x="74" y="36"/>
                      <a:pt x="74" y="36"/>
                    </a:cubicBezTo>
                    <a:cubicBezTo>
                      <a:pt x="73" y="36"/>
                      <a:pt x="71" y="36"/>
                      <a:pt x="69" y="36"/>
                    </a:cubicBezTo>
                    <a:cubicBezTo>
                      <a:pt x="56" y="1"/>
                      <a:pt x="56" y="1"/>
                      <a:pt x="56" y="1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3" y="36"/>
                      <a:pt x="31" y="36"/>
                      <a:pt x="29" y="36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47" y="40"/>
                      <a:pt x="47" y="40"/>
                      <a:pt x="47" y="40"/>
                    </a:cubicBezTo>
                    <a:cubicBezTo>
                      <a:pt x="47" y="36"/>
                      <a:pt x="47" y="36"/>
                      <a:pt x="47" y="36"/>
                    </a:cubicBezTo>
                    <a:cubicBezTo>
                      <a:pt x="45" y="36"/>
                      <a:pt x="43" y="36"/>
                      <a:pt x="41" y="36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60" y="30"/>
                      <a:pt x="60" y="30"/>
                      <a:pt x="60" y="30"/>
                    </a:cubicBezTo>
                    <a:cubicBezTo>
                      <a:pt x="62" y="36"/>
                      <a:pt x="62" y="36"/>
                      <a:pt x="62" y="36"/>
                    </a:cubicBezTo>
                    <a:cubicBezTo>
                      <a:pt x="60" y="36"/>
                      <a:pt x="58" y="36"/>
                      <a:pt x="56" y="36"/>
                    </a:cubicBezTo>
                    <a:cubicBezTo>
                      <a:pt x="56" y="40"/>
                      <a:pt x="56" y="40"/>
                      <a:pt x="56" y="40"/>
                    </a:cubicBezTo>
                    <a:lnTo>
                      <a:pt x="74" y="40"/>
                    </a:lnTo>
                    <a:close/>
                    <a:moveTo>
                      <a:pt x="30" y="12"/>
                    </a:moveTo>
                    <a:cubicBezTo>
                      <a:pt x="30" y="1"/>
                      <a:pt x="30" y="1"/>
                      <a:pt x="3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" y="5"/>
                      <a:pt x="4" y="6"/>
                      <a:pt x="7" y="6"/>
                    </a:cubicBezTo>
                    <a:cubicBezTo>
                      <a:pt x="7" y="35"/>
                      <a:pt x="7" y="35"/>
                      <a:pt x="7" y="35"/>
                    </a:cubicBezTo>
                    <a:cubicBezTo>
                      <a:pt x="4" y="36"/>
                      <a:pt x="2" y="36"/>
                      <a:pt x="0" y="36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20" y="40"/>
                      <a:pt x="20" y="40"/>
                      <a:pt x="20" y="40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18" y="36"/>
                      <a:pt x="16" y="36"/>
                      <a:pt x="13" y="35"/>
                    </a:cubicBezTo>
                    <a:cubicBezTo>
                      <a:pt x="13" y="23"/>
                      <a:pt x="13" y="23"/>
                      <a:pt x="13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4"/>
                      <a:pt x="21" y="26"/>
                      <a:pt x="22" y="27"/>
                    </a:cubicBezTo>
                    <a:cubicBezTo>
                      <a:pt x="26" y="27"/>
                      <a:pt x="26" y="27"/>
                      <a:pt x="26" y="27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1" y="15"/>
                      <a:pt x="21" y="17"/>
                      <a:pt x="21" y="18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24" y="6"/>
                      <a:pt x="24" y="6"/>
                      <a:pt x="24" y="6"/>
                    </a:cubicBezTo>
                    <a:cubicBezTo>
                      <a:pt x="24" y="7"/>
                      <a:pt x="24" y="10"/>
                      <a:pt x="25" y="12"/>
                    </a:cubicBezTo>
                    <a:lnTo>
                      <a:pt x="30" y="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</p:grpSp>
      <p:sp>
        <p:nvSpPr>
          <p:cNvPr id="43" name="Marcador de texto 42">
            <a:extLst>
              <a:ext uri="{FF2B5EF4-FFF2-40B4-BE49-F238E27FC236}">
                <a16:creationId xmlns:a16="http://schemas.microsoft.com/office/drawing/2014/main" id="{EF9AC805-712C-4A3F-A841-A733BF1EE9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85729" y="5713063"/>
            <a:ext cx="5768146" cy="40005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Nombre Expositor</a:t>
            </a:r>
            <a:endParaRPr lang="es-CL" dirty="0"/>
          </a:p>
        </p:txBody>
      </p:sp>
      <p:sp>
        <p:nvSpPr>
          <p:cNvPr id="45" name="Marcador de texto 42">
            <a:extLst>
              <a:ext uri="{FF2B5EF4-FFF2-40B4-BE49-F238E27FC236}">
                <a16:creationId xmlns:a16="http://schemas.microsoft.com/office/drawing/2014/main" id="{84B1BE1A-3D9F-4BDA-941B-9BDCBF8174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4021233"/>
            <a:ext cx="12191999" cy="6738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tabLst>
                <a:tab pos="3771900" algn="l"/>
              </a:tabLst>
              <a:defRPr sz="44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Título de la Presentación</a:t>
            </a:r>
            <a:endParaRPr lang="es-CL" dirty="0"/>
          </a:p>
        </p:txBody>
      </p:sp>
      <p:sp>
        <p:nvSpPr>
          <p:cNvPr id="75" name="Marcador de texto 42">
            <a:extLst>
              <a:ext uri="{FF2B5EF4-FFF2-40B4-BE49-F238E27FC236}">
                <a16:creationId xmlns:a16="http://schemas.microsoft.com/office/drawing/2014/main" id="{64E17E5A-4ACC-474B-BF94-E2CB13D2BBE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85729" y="5999473"/>
            <a:ext cx="5768146" cy="40005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Cargo Expositor</a:t>
            </a:r>
            <a:endParaRPr lang="es-CL" dirty="0"/>
          </a:p>
        </p:txBody>
      </p:sp>
      <p:sp>
        <p:nvSpPr>
          <p:cNvPr id="76" name="Marcador de texto 42">
            <a:extLst>
              <a:ext uri="{FF2B5EF4-FFF2-40B4-BE49-F238E27FC236}">
                <a16:creationId xmlns:a16="http://schemas.microsoft.com/office/drawing/2014/main" id="{50561FA3-6D57-4486-B87F-C4EBE565BF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5729" y="6282152"/>
            <a:ext cx="5768146" cy="40005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MES Y AÑO</a:t>
            </a:r>
            <a:endParaRPr lang="es-CL" dirty="0"/>
          </a:p>
        </p:txBody>
      </p:sp>
      <p:sp>
        <p:nvSpPr>
          <p:cNvPr id="44" name="Marcador de texto 42">
            <a:extLst>
              <a:ext uri="{FF2B5EF4-FFF2-40B4-BE49-F238E27FC236}">
                <a16:creationId xmlns:a16="http://schemas.microsoft.com/office/drawing/2014/main" id="{84B1BE1A-3D9F-4BDA-941B-9BDCBF81747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4695103"/>
            <a:ext cx="12192000" cy="6738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tabLst>
                <a:tab pos="3771900" algn="l"/>
              </a:tabLst>
              <a:defRPr sz="32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Bajada del Título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389107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M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3F02B20B-5EF9-4548-ADCB-2DEEDAE69D8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60598" y="1171774"/>
            <a:ext cx="1035065" cy="432000"/>
          </a:xfrm>
          <a:prstGeom prst="rect">
            <a:avLst/>
          </a:prstGeom>
        </p:spPr>
        <p:txBody>
          <a:bodyPr t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4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5" name="Marcador de texto 2">
            <a:extLst>
              <a:ext uri="{FF2B5EF4-FFF2-40B4-BE49-F238E27FC236}">
                <a16:creationId xmlns:a16="http://schemas.microsoft.com/office/drawing/2014/main" id="{1489CB20-7026-4C66-9D3D-47A9AE643F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97111" y="1160333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600" b="0" u="none" strike="noStrike" spc="0" baseline="0">
                <a:solidFill>
                  <a:schemeClr val="tx2"/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DEL TEMA</a:t>
            </a:r>
            <a:endParaRPr lang="es-CL" dirty="0"/>
          </a:p>
        </p:txBody>
      </p:sp>
      <p:sp>
        <p:nvSpPr>
          <p:cNvPr id="33" name="Marcador de texto 2">
            <a:extLst>
              <a:ext uri="{FF2B5EF4-FFF2-40B4-BE49-F238E27FC236}">
                <a16:creationId xmlns:a16="http://schemas.microsoft.com/office/drawing/2014/main" id="{AC41B7BD-08DF-41D7-B42F-DCFFEC004A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60598" y="2016298"/>
            <a:ext cx="1035065" cy="432000"/>
          </a:xfrm>
          <a:prstGeom prst="rect">
            <a:avLst/>
          </a:prstGeom>
        </p:spPr>
        <p:txBody>
          <a:bodyPr t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4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02</a:t>
            </a:r>
            <a:endParaRPr lang="es-CL" dirty="0"/>
          </a:p>
        </p:txBody>
      </p:sp>
      <p:sp>
        <p:nvSpPr>
          <p:cNvPr id="34" name="Marcador de texto 2">
            <a:extLst>
              <a:ext uri="{FF2B5EF4-FFF2-40B4-BE49-F238E27FC236}">
                <a16:creationId xmlns:a16="http://schemas.microsoft.com/office/drawing/2014/main" id="{AF49C6D5-43A8-4563-890A-A782D687FFD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97111" y="2004857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600" b="0" u="none" strike="noStrike" spc="0" baseline="0">
                <a:solidFill>
                  <a:schemeClr val="tx2"/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DEL TEMA</a:t>
            </a:r>
            <a:endParaRPr lang="es-CL" dirty="0"/>
          </a:p>
        </p:txBody>
      </p:sp>
      <p:sp>
        <p:nvSpPr>
          <p:cNvPr id="36" name="Marcador de texto 2">
            <a:extLst>
              <a:ext uri="{FF2B5EF4-FFF2-40B4-BE49-F238E27FC236}">
                <a16:creationId xmlns:a16="http://schemas.microsoft.com/office/drawing/2014/main" id="{3F880F4B-F1E5-4EC6-BCB0-E2249B4CEB2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360598" y="2886460"/>
            <a:ext cx="1035065" cy="432000"/>
          </a:xfrm>
          <a:prstGeom prst="rect">
            <a:avLst/>
          </a:prstGeom>
        </p:spPr>
        <p:txBody>
          <a:bodyPr t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4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03</a:t>
            </a:r>
            <a:endParaRPr lang="es-CL" dirty="0"/>
          </a:p>
        </p:txBody>
      </p:sp>
      <p:sp>
        <p:nvSpPr>
          <p:cNvPr id="37" name="Marcador de texto 2">
            <a:extLst>
              <a:ext uri="{FF2B5EF4-FFF2-40B4-BE49-F238E27FC236}">
                <a16:creationId xmlns:a16="http://schemas.microsoft.com/office/drawing/2014/main" id="{CEBFBD63-AE77-4F67-B163-EC7E1F45FB2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397111" y="2875019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600" b="0" u="none" strike="noStrike" spc="0" baseline="0">
                <a:solidFill>
                  <a:schemeClr val="tx2"/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DEL TEMA</a:t>
            </a:r>
            <a:endParaRPr lang="es-CL" dirty="0"/>
          </a:p>
        </p:txBody>
      </p:sp>
      <p:sp>
        <p:nvSpPr>
          <p:cNvPr id="42" name="Marcador de texto 2">
            <a:extLst>
              <a:ext uri="{FF2B5EF4-FFF2-40B4-BE49-F238E27FC236}">
                <a16:creationId xmlns:a16="http://schemas.microsoft.com/office/drawing/2014/main" id="{D8B1C6B4-3BF9-4F24-A09D-8A80F122A4D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360598" y="3765156"/>
            <a:ext cx="1035065" cy="432000"/>
          </a:xfrm>
          <a:prstGeom prst="rect">
            <a:avLst/>
          </a:prstGeom>
        </p:spPr>
        <p:txBody>
          <a:bodyPr t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4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04</a:t>
            </a:r>
            <a:endParaRPr lang="es-CL" dirty="0"/>
          </a:p>
        </p:txBody>
      </p:sp>
      <p:sp>
        <p:nvSpPr>
          <p:cNvPr id="43" name="Marcador de texto 2">
            <a:extLst>
              <a:ext uri="{FF2B5EF4-FFF2-40B4-BE49-F238E27FC236}">
                <a16:creationId xmlns:a16="http://schemas.microsoft.com/office/drawing/2014/main" id="{B60AC8FC-2908-4FCD-9C1C-AE1A5122EAF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397111" y="3753724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600" b="0" u="none" strike="noStrike" spc="0" baseline="0">
                <a:solidFill>
                  <a:schemeClr val="tx2"/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DEL TEMA</a:t>
            </a:r>
            <a:endParaRPr lang="es-CL" dirty="0"/>
          </a:p>
        </p:txBody>
      </p:sp>
      <p:sp>
        <p:nvSpPr>
          <p:cNvPr id="45" name="Marcador de texto 2">
            <a:extLst>
              <a:ext uri="{FF2B5EF4-FFF2-40B4-BE49-F238E27FC236}">
                <a16:creationId xmlns:a16="http://schemas.microsoft.com/office/drawing/2014/main" id="{8FD3AA44-93C5-4C7F-878F-02F67B5C3DC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60598" y="4611529"/>
            <a:ext cx="1035065" cy="432000"/>
          </a:xfrm>
          <a:prstGeom prst="rect">
            <a:avLst/>
          </a:prstGeom>
        </p:spPr>
        <p:txBody>
          <a:bodyPr t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4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05</a:t>
            </a:r>
            <a:endParaRPr lang="es-CL" dirty="0"/>
          </a:p>
        </p:txBody>
      </p:sp>
      <p:sp>
        <p:nvSpPr>
          <p:cNvPr id="46" name="Marcador de texto 2">
            <a:extLst>
              <a:ext uri="{FF2B5EF4-FFF2-40B4-BE49-F238E27FC236}">
                <a16:creationId xmlns:a16="http://schemas.microsoft.com/office/drawing/2014/main" id="{796AC2B5-8F8F-4488-AA02-FE18C3CDA5B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97111" y="4600097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600" b="0" u="none" strike="noStrike" spc="0" baseline="0">
                <a:solidFill>
                  <a:schemeClr val="tx2"/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DEL TEMA</a:t>
            </a:r>
            <a:endParaRPr lang="es-CL" dirty="0"/>
          </a:p>
        </p:txBody>
      </p:sp>
      <p:sp>
        <p:nvSpPr>
          <p:cNvPr id="48" name="Marcador de texto 2">
            <a:extLst>
              <a:ext uri="{FF2B5EF4-FFF2-40B4-BE49-F238E27FC236}">
                <a16:creationId xmlns:a16="http://schemas.microsoft.com/office/drawing/2014/main" id="{5FF25D75-6C57-45F1-AFF1-2195AB401A9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360598" y="5466449"/>
            <a:ext cx="1035065" cy="432000"/>
          </a:xfrm>
          <a:prstGeom prst="rect">
            <a:avLst/>
          </a:prstGeom>
        </p:spPr>
        <p:txBody>
          <a:bodyPr t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4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06</a:t>
            </a:r>
            <a:endParaRPr lang="es-CL" dirty="0"/>
          </a:p>
        </p:txBody>
      </p:sp>
      <p:sp>
        <p:nvSpPr>
          <p:cNvPr id="49" name="Marcador de texto 2">
            <a:extLst>
              <a:ext uri="{FF2B5EF4-FFF2-40B4-BE49-F238E27FC236}">
                <a16:creationId xmlns:a16="http://schemas.microsoft.com/office/drawing/2014/main" id="{F4A9DA19-EFC7-491F-81D9-89868D44390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397111" y="5455017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600" b="0" u="none" strike="noStrike" spc="0" baseline="0">
                <a:solidFill>
                  <a:schemeClr val="tx2"/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DEL TEMA</a:t>
            </a:r>
            <a:endParaRPr lang="es-CL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2B59E48-79D4-489E-9C99-A9990F7CF6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0758"/>
            <a:ext cx="1611517" cy="6858000"/>
          </a:xfrm>
          <a:prstGeom prst="rect">
            <a:avLst/>
          </a:prstGeom>
        </p:spPr>
      </p:pic>
      <p:grpSp>
        <p:nvGrpSpPr>
          <p:cNvPr id="73" name="Grupo 72">
            <a:extLst>
              <a:ext uri="{FF2B5EF4-FFF2-40B4-BE49-F238E27FC236}">
                <a16:creationId xmlns:a16="http://schemas.microsoft.com/office/drawing/2014/main" id="{C57F0DD5-4E47-40D8-BC15-9AC7527AEDD0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74" name="Freeform 109">
              <a:extLst>
                <a:ext uri="{FF2B5EF4-FFF2-40B4-BE49-F238E27FC236}">
                  <a16:creationId xmlns:a16="http://schemas.microsoft.com/office/drawing/2014/main" id="{9E09FA03-1EEA-4349-8A15-18EEC800B31C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5" name="Freeform 110">
              <a:extLst>
                <a:ext uri="{FF2B5EF4-FFF2-40B4-BE49-F238E27FC236}">
                  <a16:creationId xmlns:a16="http://schemas.microsoft.com/office/drawing/2014/main" id="{9FB92F10-C235-4A99-A153-D9FCB435E5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76" name="Grupo 75">
              <a:extLst>
                <a:ext uri="{FF2B5EF4-FFF2-40B4-BE49-F238E27FC236}">
                  <a16:creationId xmlns:a16="http://schemas.microsoft.com/office/drawing/2014/main" id="{79A2D63D-0707-4220-BACD-1A515A395B31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87" name="Freeform 111">
                <a:extLst>
                  <a:ext uri="{FF2B5EF4-FFF2-40B4-BE49-F238E27FC236}">
                    <a16:creationId xmlns:a16="http://schemas.microsoft.com/office/drawing/2014/main" id="{53266A3A-1783-4E51-9670-AE89378879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8" name="Freeform 112">
                <a:extLst>
                  <a:ext uri="{FF2B5EF4-FFF2-40B4-BE49-F238E27FC236}">
                    <a16:creationId xmlns:a16="http://schemas.microsoft.com/office/drawing/2014/main" id="{5FE732ED-C46D-4AE4-82D1-4911BD6183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9" name="Freeform 113">
                <a:extLst>
                  <a:ext uri="{FF2B5EF4-FFF2-40B4-BE49-F238E27FC236}">
                    <a16:creationId xmlns:a16="http://schemas.microsoft.com/office/drawing/2014/main" id="{2D5E0327-F2EE-4D7C-83C7-4DCB6CA9674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0" name="Freeform 114">
                <a:extLst>
                  <a:ext uri="{FF2B5EF4-FFF2-40B4-BE49-F238E27FC236}">
                    <a16:creationId xmlns:a16="http://schemas.microsoft.com/office/drawing/2014/main" id="{CA188C7F-6727-4298-AE44-66B3530CDCE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1" name="Freeform 115">
                <a:extLst>
                  <a:ext uri="{FF2B5EF4-FFF2-40B4-BE49-F238E27FC236}">
                    <a16:creationId xmlns:a16="http://schemas.microsoft.com/office/drawing/2014/main" id="{7B6BF606-9E33-4029-8A5B-0BAED7A65D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2" name="Freeform 116">
                <a:extLst>
                  <a:ext uri="{FF2B5EF4-FFF2-40B4-BE49-F238E27FC236}">
                    <a16:creationId xmlns:a16="http://schemas.microsoft.com/office/drawing/2014/main" id="{B8FC23C2-2C03-4763-8564-779B516195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3" name="Freeform 117">
                <a:extLst>
                  <a:ext uri="{FF2B5EF4-FFF2-40B4-BE49-F238E27FC236}">
                    <a16:creationId xmlns:a16="http://schemas.microsoft.com/office/drawing/2014/main" id="{D715F00F-6E90-4F9E-943C-8191618766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4" name="Freeform 118">
                <a:extLst>
                  <a:ext uri="{FF2B5EF4-FFF2-40B4-BE49-F238E27FC236}">
                    <a16:creationId xmlns:a16="http://schemas.microsoft.com/office/drawing/2014/main" id="{F7664B0F-B11B-4293-8F83-69713E0552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5" name="Freeform 119">
                <a:extLst>
                  <a:ext uri="{FF2B5EF4-FFF2-40B4-BE49-F238E27FC236}">
                    <a16:creationId xmlns:a16="http://schemas.microsoft.com/office/drawing/2014/main" id="{8F0612F2-9E25-412B-9204-625B615C28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6" name="Freeform 120">
                <a:extLst>
                  <a:ext uri="{FF2B5EF4-FFF2-40B4-BE49-F238E27FC236}">
                    <a16:creationId xmlns:a16="http://schemas.microsoft.com/office/drawing/2014/main" id="{0A0163BF-ADFF-4B0A-9B30-0CA06E7209C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7" name="Freeform 121">
                <a:extLst>
                  <a:ext uri="{FF2B5EF4-FFF2-40B4-BE49-F238E27FC236}">
                    <a16:creationId xmlns:a16="http://schemas.microsoft.com/office/drawing/2014/main" id="{26E7A3F5-0749-4171-B431-054CB2367F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8" name="Freeform 122">
                <a:extLst>
                  <a:ext uri="{FF2B5EF4-FFF2-40B4-BE49-F238E27FC236}">
                    <a16:creationId xmlns:a16="http://schemas.microsoft.com/office/drawing/2014/main" id="{B69D9636-6B41-4C44-AA50-C163EDC0AE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9" name="Freeform 123">
                <a:extLst>
                  <a:ext uri="{FF2B5EF4-FFF2-40B4-BE49-F238E27FC236}">
                    <a16:creationId xmlns:a16="http://schemas.microsoft.com/office/drawing/2014/main" id="{D06811DE-0803-4CCF-8FF4-9BE7195B898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0" name="Freeform 124">
                <a:extLst>
                  <a:ext uri="{FF2B5EF4-FFF2-40B4-BE49-F238E27FC236}">
                    <a16:creationId xmlns:a16="http://schemas.microsoft.com/office/drawing/2014/main" id="{156477C2-82B5-46A7-B4A3-E663BE4499F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1" name="Freeform 125">
                <a:extLst>
                  <a:ext uri="{FF2B5EF4-FFF2-40B4-BE49-F238E27FC236}">
                    <a16:creationId xmlns:a16="http://schemas.microsoft.com/office/drawing/2014/main" id="{DE8FE1C1-BA46-4776-B3EC-FB47F5161A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2" name="Freeform 126">
                <a:extLst>
                  <a:ext uri="{FF2B5EF4-FFF2-40B4-BE49-F238E27FC236}">
                    <a16:creationId xmlns:a16="http://schemas.microsoft.com/office/drawing/2014/main" id="{CB03B7AF-1D26-4697-8899-D7680CFCCB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3" name="Freeform 127">
                <a:extLst>
                  <a:ext uri="{FF2B5EF4-FFF2-40B4-BE49-F238E27FC236}">
                    <a16:creationId xmlns:a16="http://schemas.microsoft.com/office/drawing/2014/main" id="{E9812B02-6277-404C-A7DE-01ED0D1824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77" name="Freeform 128">
              <a:extLst>
                <a:ext uri="{FF2B5EF4-FFF2-40B4-BE49-F238E27FC236}">
                  <a16:creationId xmlns:a16="http://schemas.microsoft.com/office/drawing/2014/main" id="{CEA5A31A-2473-4E17-8DCC-43B5CE9E31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8" name="Freeform 129">
              <a:extLst>
                <a:ext uri="{FF2B5EF4-FFF2-40B4-BE49-F238E27FC236}">
                  <a16:creationId xmlns:a16="http://schemas.microsoft.com/office/drawing/2014/main" id="{190371FA-B733-4385-BDCC-5CBB535ACD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9" name="Freeform 130">
              <a:extLst>
                <a:ext uri="{FF2B5EF4-FFF2-40B4-BE49-F238E27FC236}">
                  <a16:creationId xmlns:a16="http://schemas.microsoft.com/office/drawing/2014/main" id="{21D5889B-B5E7-4AE1-93A2-4B293FFAC4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0" name="Freeform 131">
              <a:extLst>
                <a:ext uri="{FF2B5EF4-FFF2-40B4-BE49-F238E27FC236}">
                  <a16:creationId xmlns:a16="http://schemas.microsoft.com/office/drawing/2014/main" id="{68BEB1B4-371D-4063-8F96-C007E6171E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1" name="Freeform 132">
              <a:extLst>
                <a:ext uri="{FF2B5EF4-FFF2-40B4-BE49-F238E27FC236}">
                  <a16:creationId xmlns:a16="http://schemas.microsoft.com/office/drawing/2014/main" id="{04410E0A-FD6D-42BA-8556-FAA04FEE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2" name="Freeform 133">
              <a:extLst>
                <a:ext uri="{FF2B5EF4-FFF2-40B4-BE49-F238E27FC236}">
                  <a16:creationId xmlns:a16="http://schemas.microsoft.com/office/drawing/2014/main" id="{182A21BD-DF65-40DC-8C03-92F06534BFC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3" name="Freeform 134">
              <a:extLst>
                <a:ext uri="{FF2B5EF4-FFF2-40B4-BE49-F238E27FC236}">
                  <a16:creationId xmlns:a16="http://schemas.microsoft.com/office/drawing/2014/main" id="{42D20EE6-8419-49A7-A812-A2224F7E41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4" name="Freeform 135">
              <a:extLst>
                <a:ext uri="{FF2B5EF4-FFF2-40B4-BE49-F238E27FC236}">
                  <a16:creationId xmlns:a16="http://schemas.microsoft.com/office/drawing/2014/main" id="{07691D25-746F-4D65-B5B4-B249EDB5312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5" name="Freeform 136">
              <a:extLst>
                <a:ext uri="{FF2B5EF4-FFF2-40B4-BE49-F238E27FC236}">
                  <a16:creationId xmlns:a16="http://schemas.microsoft.com/office/drawing/2014/main" id="{537BA009-3BFA-4382-B9BD-3B71C794C439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6" name="Freeform 137">
              <a:extLst>
                <a:ext uri="{FF2B5EF4-FFF2-40B4-BE49-F238E27FC236}">
                  <a16:creationId xmlns:a16="http://schemas.microsoft.com/office/drawing/2014/main" id="{59FAC82F-1F19-4D77-8A28-8B7ACA79C2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05" name="Marcador de texto 2">
            <a:extLst>
              <a:ext uri="{FF2B5EF4-FFF2-40B4-BE49-F238E27FC236}">
                <a16:creationId xmlns:a16="http://schemas.microsoft.com/office/drawing/2014/main" id="{C3BE6599-1231-4DAE-B41C-2FC83F6028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0263" y="441325"/>
            <a:ext cx="3316424" cy="392648"/>
          </a:xfrm>
          <a:prstGeom prst="rect">
            <a:avLst/>
          </a:prstGeom>
        </p:spPr>
        <p:txBody>
          <a:bodyPr lIns="72000" rIns="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51" name="Marcador de número de diapositiva 70">
            <a:extLst>
              <a:ext uri="{FF2B5EF4-FFF2-40B4-BE49-F238E27FC236}">
                <a16:creationId xmlns:a16="http://schemas.microsoft.com/office/drawing/2014/main" id="{63264F46-D0E8-448F-884F-FA6D252D50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  <p:sp>
        <p:nvSpPr>
          <p:cNvPr id="52" name="Marcador de texto 2">
            <a:extLst>
              <a:ext uri="{FF2B5EF4-FFF2-40B4-BE49-F238E27FC236}">
                <a16:creationId xmlns:a16="http://schemas.microsoft.com/office/drawing/2014/main" id="{4F2FE148-36BC-467C-B3E9-2388FAADECF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397111" y="1387774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200" b="0" i="1" u="none" strike="noStrike" spc="0" baseline="0">
                <a:solidFill>
                  <a:schemeClr val="tx2">
                    <a:lumMod val="60000"/>
                    <a:lumOff val="40000"/>
                  </a:schemeClr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Detalle</a:t>
            </a:r>
            <a:endParaRPr lang="es-CL" dirty="0"/>
          </a:p>
        </p:txBody>
      </p:sp>
      <p:sp>
        <p:nvSpPr>
          <p:cNvPr id="53" name="Marcador de texto 2">
            <a:extLst>
              <a:ext uri="{FF2B5EF4-FFF2-40B4-BE49-F238E27FC236}">
                <a16:creationId xmlns:a16="http://schemas.microsoft.com/office/drawing/2014/main" id="{715C8820-8940-47C6-967B-8C45E618765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397111" y="2232298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200" b="0" i="1" u="none" strike="noStrike" spc="0" baseline="0">
                <a:solidFill>
                  <a:schemeClr val="tx2">
                    <a:lumMod val="60000"/>
                    <a:lumOff val="40000"/>
                  </a:schemeClr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Detalle</a:t>
            </a:r>
            <a:endParaRPr lang="es-CL" dirty="0"/>
          </a:p>
        </p:txBody>
      </p:sp>
      <p:sp>
        <p:nvSpPr>
          <p:cNvPr id="54" name="Marcador de texto 2">
            <a:extLst>
              <a:ext uri="{FF2B5EF4-FFF2-40B4-BE49-F238E27FC236}">
                <a16:creationId xmlns:a16="http://schemas.microsoft.com/office/drawing/2014/main" id="{20D78B94-C52A-4520-8CC1-B2794795B75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397111" y="3102460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200" b="0" i="1" u="none" strike="noStrike" spc="0" baseline="0">
                <a:solidFill>
                  <a:schemeClr val="tx2">
                    <a:lumMod val="60000"/>
                    <a:lumOff val="40000"/>
                  </a:schemeClr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Detalle</a:t>
            </a:r>
            <a:endParaRPr lang="es-CL" dirty="0"/>
          </a:p>
        </p:txBody>
      </p:sp>
      <p:sp>
        <p:nvSpPr>
          <p:cNvPr id="55" name="Marcador de texto 2">
            <a:extLst>
              <a:ext uri="{FF2B5EF4-FFF2-40B4-BE49-F238E27FC236}">
                <a16:creationId xmlns:a16="http://schemas.microsoft.com/office/drawing/2014/main" id="{BB776279-76A9-4EFA-AA7B-50E72D5F1B5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97111" y="3981156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200" b="0" i="1" u="none" strike="noStrike" spc="0" baseline="0">
                <a:solidFill>
                  <a:schemeClr val="tx2">
                    <a:lumMod val="60000"/>
                    <a:lumOff val="40000"/>
                  </a:schemeClr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Detalle</a:t>
            </a:r>
            <a:endParaRPr lang="es-CL" dirty="0"/>
          </a:p>
        </p:txBody>
      </p:sp>
      <p:sp>
        <p:nvSpPr>
          <p:cNvPr id="56" name="Marcador de texto 2">
            <a:extLst>
              <a:ext uri="{FF2B5EF4-FFF2-40B4-BE49-F238E27FC236}">
                <a16:creationId xmlns:a16="http://schemas.microsoft.com/office/drawing/2014/main" id="{D921326A-014D-4BFC-8A6B-EAD5D02A305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397111" y="4827529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200" b="0" i="1" u="none" strike="noStrike" spc="0" baseline="0">
                <a:solidFill>
                  <a:schemeClr val="tx2">
                    <a:lumMod val="60000"/>
                    <a:lumOff val="40000"/>
                  </a:schemeClr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Detalle</a:t>
            </a:r>
            <a:endParaRPr lang="es-CL" dirty="0"/>
          </a:p>
        </p:txBody>
      </p:sp>
      <p:sp>
        <p:nvSpPr>
          <p:cNvPr id="57" name="Marcador de texto 2">
            <a:extLst>
              <a:ext uri="{FF2B5EF4-FFF2-40B4-BE49-F238E27FC236}">
                <a16:creationId xmlns:a16="http://schemas.microsoft.com/office/drawing/2014/main" id="{22F5C067-8BC8-429D-A277-E5E429F983D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397111" y="5682449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200" b="0" i="1" u="none" strike="noStrike" spc="0" baseline="0">
                <a:solidFill>
                  <a:schemeClr val="tx2">
                    <a:lumMod val="60000"/>
                    <a:lumOff val="40000"/>
                  </a:schemeClr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Detalle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1770633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13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Portadi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2795090-10F8-4745-BE2E-D23CADD1037C}"/>
              </a:ext>
            </a:extLst>
          </p:cNvPr>
          <p:cNvSpPr/>
          <p:nvPr userDrawn="1"/>
        </p:nvSpPr>
        <p:spPr>
          <a:xfrm>
            <a:off x="0" y="0"/>
            <a:ext cx="1193707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3C822A4C-AD9D-407B-A7C1-7137DFF45ED9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8" name="Freeform 109">
              <a:extLst>
                <a:ext uri="{FF2B5EF4-FFF2-40B4-BE49-F238E27FC236}">
                  <a16:creationId xmlns:a16="http://schemas.microsoft.com/office/drawing/2014/main" id="{AC493B2D-40EB-4D8D-8AF7-281B95F96913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9" name="Freeform 110">
              <a:extLst>
                <a:ext uri="{FF2B5EF4-FFF2-40B4-BE49-F238E27FC236}">
                  <a16:creationId xmlns:a16="http://schemas.microsoft.com/office/drawing/2014/main" id="{2C7F537E-237C-415C-AF93-71D6B382EE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C9EF538B-C7F8-4ECF-9337-7F0E64DD5226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21" name="Freeform 111">
                <a:extLst>
                  <a:ext uri="{FF2B5EF4-FFF2-40B4-BE49-F238E27FC236}">
                    <a16:creationId xmlns:a16="http://schemas.microsoft.com/office/drawing/2014/main" id="{8FB1136A-69DA-4AC9-912C-204B85F2AF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" name="Freeform 112">
                <a:extLst>
                  <a:ext uri="{FF2B5EF4-FFF2-40B4-BE49-F238E27FC236}">
                    <a16:creationId xmlns:a16="http://schemas.microsoft.com/office/drawing/2014/main" id="{CCAF9F50-1367-494C-BD47-4156FCE8AA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3" name="Freeform 113">
                <a:extLst>
                  <a:ext uri="{FF2B5EF4-FFF2-40B4-BE49-F238E27FC236}">
                    <a16:creationId xmlns:a16="http://schemas.microsoft.com/office/drawing/2014/main" id="{DD2FC20F-8894-4253-B9CE-CFF9CA46914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4" name="Freeform 114">
                <a:extLst>
                  <a:ext uri="{FF2B5EF4-FFF2-40B4-BE49-F238E27FC236}">
                    <a16:creationId xmlns:a16="http://schemas.microsoft.com/office/drawing/2014/main" id="{A77AC86A-28D0-41E6-86FC-CA838031A20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5" name="Freeform 115">
                <a:extLst>
                  <a:ext uri="{FF2B5EF4-FFF2-40B4-BE49-F238E27FC236}">
                    <a16:creationId xmlns:a16="http://schemas.microsoft.com/office/drawing/2014/main" id="{D5F9449D-082A-4EB1-8255-E7593AF036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6" name="Freeform 116">
                <a:extLst>
                  <a:ext uri="{FF2B5EF4-FFF2-40B4-BE49-F238E27FC236}">
                    <a16:creationId xmlns:a16="http://schemas.microsoft.com/office/drawing/2014/main" id="{0A47960C-F33C-47B7-AF6C-C28A2A6D57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7" name="Freeform 117">
                <a:extLst>
                  <a:ext uri="{FF2B5EF4-FFF2-40B4-BE49-F238E27FC236}">
                    <a16:creationId xmlns:a16="http://schemas.microsoft.com/office/drawing/2014/main" id="{51B46D70-9DB6-4032-9AF5-F09BDE256D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8" name="Freeform 118">
                <a:extLst>
                  <a:ext uri="{FF2B5EF4-FFF2-40B4-BE49-F238E27FC236}">
                    <a16:creationId xmlns:a16="http://schemas.microsoft.com/office/drawing/2014/main" id="{FA34C565-0876-4B74-A0E6-54E9D8D68B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9" name="Freeform 119">
                <a:extLst>
                  <a:ext uri="{FF2B5EF4-FFF2-40B4-BE49-F238E27FC236}">
                    <a16:creationId xmlns:a16="http://schemas.microsoft.com/office/drawing/2014/main" id="{2A62373A-BF68-4B1A-A234-412B329A0D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0" name="Freeform 120">
                <a:extLst>
                  <a:ext uri="{FF2B5EF4-FFF2-40B4-BE49-F238E27FC236}">
                    <a16:creationId xmlns:a16="http://schemas.microsoft.com/office/drawing/2014/main" id="{9047BB06-3113-4431-824F-817A2DB6F77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1" name="Freeform 121">
                <a:extLst>
                  <a:ext uri="{FF2B5EF4-FFF2-40B4-BE49-F238E27FC236}">
                    <a16:creationId xmlns:a16="http://schemas.microsoft.com/office/drawing/2014/main" id="{78DAC996-E48E-43A3-8148-37AD70275C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2" name="Freeform 122">
                <a:extLst>
                  <a:ext uri="{FF2B5EF4-FFF2-40B4-BE49-F238E27FC236}">
                    <a16:creationId xmlns:a16="http://schemas.microsoft.com/office/drawing/2014/main" id="{8C4D9DB6-EEF6-4D68-B83F-FFDC027D39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3" name="Freeform 123">
                <a:extLst>
                  <a:ext uri="{FF2B5EF4-FFF2-40B4-BE49-F238E27FC236}">
                    <a16:creationId xmlns:a16="http://schemas.microsoft.com/office/drawing/2014/main" id="{AB839EC2-B84D-4D8C-BB20-ACACC3AD09C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4" name="Freeform 124">
                <a:extLst>
                  <a:ext uri="{FF2B5EF4-FFF2-40B4-BE49-F238E27FC236}">
                    <a16:creationId xmlns:a16="http://schemas.microsoft.com/office/drawing/2014/main" id="{B369989B-745B-403C-ABDB-9FE5FAAF670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5" name="Freeform 125">
                <a:extLst>
                  <a:ext uri="{FF2B5EF4-FFF2-40B4-BE49-F238E27FC236}">
                    <a16:creationId xmlns:a16="http://schemas.microsoft.com/office/drawing/2014/main" id="{7EAAA10F-1644-4C5C-BC7F-E425353114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6" name="Freeform 126">
                <a:extLst>
                  <a:ext uri="{FF2B5EF4-FFF2-40B4-BE49-F238E27FC236}">
                    <a16:creationId xmlns:a16="http://schemas.microsoft.com/office/drawing/2014/main" id="{2C42D491-72F4-4B4E-A8D8-6BDFAE8058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7" name="Freeform 127">
                <a:extLst>
                  <a:ext uri="{FF2B5EF4-FFF2-40B4-BE49-F238E27FC236}">
                    <a16:creationId xmlns:a16="http://schemas.microsoft.com/office/drawing/2014/main" id="{52D3EA1E-651B-4D5B-8616-2CFD852A6D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1" name="Freeform 128">
              <a:extLst>
                <a:ext uri="{FF2B5EF4-FFF2-40B4-BE49-F238E27FC236}">
                  <a16:creationId xmlns:a16="http://schemas.microsoft.com/office/drawing/2014/main" id="{054AC02D-751F-402B-A6DF-C8CF4EC3FB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" name="Freeform 129">
              <a:extLst>
                <a:ext uri="{FF2B5EF4-FFF2-40B4-BE49-F238E27FC236}">
                  <a16:creationId xmlns:a16="http://schemas.microsoft.com/office/drawing/2014/main" id="{84AE193F-D249-4ECB-95AA-82589E93E26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" name="Freeform 130">
              <a:extLst>
                <a:ext uri="{FF2B5EF4-FFF2-40B4-BE49-F238E27FC236}">
                  <a16:creationId xmlns:a16="http://schemas.microsoft.com/office/drawing/2014/main" id="{183B6B43-B270-4850-B2FD-D00D3F6C175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" name="Freeform 131">
              <a:extLst>
                <a:ext uri="{FF2B5EF4-FFF2-40B4-BE49-F238E27FC236}">
                  <a16:creationId xmlns:a16="http://schemas.microsoft.com/office/drawing/2014/main" id="{3A19FFA7-835D-4610-B0B4-1DA4E57EFC5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" name="Freeform 132">
              <a:extLst>
                <a:ext uri="{FF2B5EF4-FFF2-40B4-BE49-F238E27FC236}">
                  <a16:creationId xmlns:a16="http://schemas.microsoft.com/office/drawing/2014/main" id="{ACE56369-9340-4EA2-B684-C5D88CA2931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" name="Freeform 133">
              <a:extLst>
                <a:ext uri="{FF2B5EF4-FFF2-40B4-BE49-F238E27FC236}">
                  <a16:creationId xmlns:a16="http://schemas.microsoft.com/office/drawing/2014/main" id="{19A176F7-003A-4433-8A2F-7BA4A739530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" name="Freeform 134">
              <a:extLst>
                <a:ext uri="{FF2B5EF4-FFF2-40B4-BE49-F238E27FC236}">
                  <a16:creationId xmlns:a16="http://schemas.microsoft.com/office/drawing/2014/main" id="{67822941-02E6-4D25-B2EE-F96003AF37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8" name="Freeform 135">
              <a:extLst>
                <a:ext uri="{FF2B5EF4-FFF2-40B4-BE49-F238E27FC236}">
                  <a16:creationId xmlns:a16="http://schemas.microsoft.com/office/drawing/2014/main" id="{C7B320DF-2FBE-4722-8058-80F61D11D7B8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9" name="Freeform 136">
              <a:extLst>
                <a:ext uri="{FF2B5EF4-FFF2-40B4-BE49-F238E27FC236}">
                  <a16:creationId xmlns:a16="http://schemas.microsoft.com/office/drawing/2014/main" id="{A5EEE385-5472-4055-8070-641686777E10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" name="Freeform 137">
              <a:extLst>
                <a:ext uri="{FF2B5EF4-FFF2-40B4-BE49-F238E27FC236}">
                  <a16:creationId xmlns:a16="http://schemas.microsoft.com/office/drawing/2014/main" id="{DD5481C8-E01A-4144-83BA-88958A38D7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04" name="Grupo 103">
            <a:extLst>
              <a:ext uri="{FF2B5EF4-FFF2-40B4-BE49-F238E27FC236}">
                <a16:creationId xmlns:a16="http://schemas.microsoft.com/office/drawing/2014/main" id="{13420AAD-74AE-410D-A497-E3E47790F96C}"/>
              </a:ext>
            </a:extLst>
          </p:cNvPr>
          <p:cNvGrpSpPr/>
          <p:nvPr userDrawn="1"/>
        </p:nvGrpSpPr>
        <p:grpSpPr>
          <a:xfrm>
            <a:off x="10580559" y="518761"/>
            <a:ext cx="1147824" cy="235942"/>
            <a:chOff x="6094413" y="2516188"/>
            <a:chExt cx="2000250" cy="411162"/>
          </a:xfrm>
          <a:solidFill>
            <a:schemeClr val="bg2"/>
          </a:solidFill>
        </p:grpSpPr>
        <p:sp>
          <p:nvSpPr>
            <p:cNvPr id="105" name="Freeform 7">
              <a:extLst>
                <a:ext uri="{FF2B5EF4-FFF2-40B4-BE49-F238E27FC236}">
                  <a16:creationId xmlns:a16="http://schemas.microsoft.com/office/drawing/2014/main" id="{7AEF51AD-BF99-425F-B734-8C2617849A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4463" y="2516188"/>
              <a:ext cx="1600200" cy="265113"/>
            </a:xfrm>
            <a:custGeom>
              <a:avLst/>
              <a:gdLst>
                <a:gd name="T0" fmla="*/ 644 w 1008"/>
                <a:gd name="T1" fmla="*/ 90 h 167"/>
                <a:gd name="T2" fmla="*/ 644 w 1008"/>
                <a:gd name="T3" fmla="*/ 39 h 167"/>
                <a:gd name="T4" fmla="*/ 363 w 1008"/>
                <a:gd name="T5" fmla="*/ 39 h 167"/>
                <a:gd name="T6" fmla="*/ 363 w 1008"/>
                <a:gd name="T7" fmla="*/ 90 h 167"/>
                <a:gd name="T8" fmla="*/ 644 w 1008"/>
                <a:gd name="T9" fmla="*/ 90 h 167"/>
                <a:gd name="T10" fmla="*/ 40 w 1008"/>
                <a:gd name="T11" fmla="*/ 0 h 167"/>
                <a:gd name="T12" fmla="*/ 40 w 1008"/>
                <a:gd name="T13" fmla="*/ 128 h 167"/>
                <a:gd name="T14" fmla="*/ 323 w 1008"/>
                <a:gd name="T15" fmla="*/ 128 h 167"/>
                <a:gd name="T16" fmla="*/ 323 w 1008"/>
                <a:gd name="T17" fmla="*/ 0 h 167"/>
                <a:gd name="T18" fmla="*/ 685 w 1008"/>
                <a:gd name="T19" fmla="*/ 0 h 167"/>
                <a:gd name="T20" fmla="*/ 685 w 1008"/>
                <a:gd name="T21" fmla="*/ 129 h 167"/>
                <a:gd name="T22" fmla="*/ 967 w 1008"/>
                <a:gd name="T23" fmla="*/ 129 h 167"/>
                <a:gd name="T24" fmla="*/ 967 w 1008"/>
                <a:gd name="T25" fmla="*/ 58 h 167"/>
                <a:gd name="T26" fmla="*/ 1008 w 1008"/>
                <a:gd name="T27" fmla="*/ 58 h 167"/>
                <a:gd name="T28" fmla="*/ 1008 w 1008"/>
                <a:gd name="T29" fmla="*/ 167 h 167"/>
                <a:gd name="T30" fmla="*/ 644 w 1008"/>
                <a:gd name="T31" fmla="*/ 167 h 167"/>
                <a:gd name="T32" fmla="*/ 644 w 1008"/>
                <a:gd name="T33" fmla="*/ 130 h 167"/>
                <a:gd name="T34" fmla="*/ 363 w 1008"/>
                <a:gd name="T35" fmla="*/ 130 h 167"/>
                <a:gd name="T36" fmla="*/ 363 w 1008"/>
                <a:gd name="T37" fmla="*/ 167 h 167"/>
                <a:gd name="T38" fmla="*/ 0 w 1008"/>
                <a:gd name="T39" fmla="*/ 167 h 167"/>
                <a:gd name="T40" fmla="*/ 0 w 1008"/>
                <a:gd name="T41" fmla="*/ 0 h 167"/>
                <a:gd name="T42" fmla="*/ 40 w 1008"/>
                <a:gd name="T43" fmla="*/ 0 h 167"/>
                <a:gd name="T44" fmla="*/ 967 w 1008"/>
                <a:gd name="T45" fmla="*/ 0 h 167"/>
                <a:gd name="T46" fmla="*/ 1007 w 1008"/>
                <a:gd name="T47" fmla="*/ 0 h 167"/>
                <a:gd name="T48" fmla="*/ 1007 w 1008"/>
                <a:gd name="T49" fmla="*/ 38 h 167"/>
                <a:gd name="T50" fmla="*/ 967 w 1008"/>
                <a:gd name="T51" fmla="*/ 38 h 167"/>
                <a:gd name="T52" fmla="*/ 967 w 1008"/>
                <a:gd name="T5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008" h="167">
                  <a:moveTo>
                    <a:pt x="644" y="90"/>
                  </a:moveTo>
                  <a:lnTo>
                    <a:pt x="644" y="39"/>
                  </a:lnTo>
                  <a:lnTo>
                    <a:pt x="363" y="39"/>
                  </a:lnTo>
                  <a:lnTo>
                    <a:pt x="363" y="90"/>
                  </a:lnTo>
                  <a:lnTo>
                    <a:pt x="644" y="90"/>
                  </a:lnTo>
                  <a:close/>
                  <a:moveTo>
                    <a:pt x="40" y="0"/>
                  </a:moveTo>
                  <a:lnTo>
                    <a:pt x="40" y="128"/>
                  </a:lnTo>
                  <a:lnTo>
                    <a:pt x="323" y="128"/>
                  </a:lnTo>
                  <a:lnTo>
                    <a:pt x="323" y="0"/>
                  </a:lnTo>
                  <a:lnTo>
                    <a:pt x="685" y="0"/>
                  </a:lnTo>
                  <a:lnTo>
                    <a:pt x="685" y="129"/>
                  </a:lnTo>
                  <a:lnTo>
                    <a:pt x="967" y="129"/>
                  </a:lnTo>
                  <a:lnTo>
                    <a:pt x="967" y="58"/>
                  </a:lnTo>
                  <a:lnTo>
                    <a:pt x="1008" y="58"/>
                  </a:lnTo>
                  <a:lnTo>
                    <a:pt x="1008" y="167"/>
                  </a:lnTo>
                  <a:lnTo>
                    <a:pt x="644" y="167"/>
                  </a:lnTo>
                  <a:lnTo>
                    <a:pt x="644" y="130"/>
                  </a:lnTo>
                  <a:lnTo>
                    <a:pt x="363" y="130"/>
                  </a:lnTo>
                  <a:lnTo>
                    <a:pt x="363" y="167"/>
                  </a:lnTo>
                  <a:lnTo>
                    <a:pt x="0" y="167"/>
                  </a:lnTo>
                  <a:lnTo>
                    <a:pt x="0" y="0"/>
                  </a:lnTo>
                  <a:lnTo>
                    <a:pt x="40" y="0"/>
                  </a:lnTo>
                  <a:close/>
                  <a:moveTo>
                    <a:pt x="967" y="0"/>
                  </a:moveTo>
                  <a:lnTo>
                    <a:pt x="1007" y="0"/>
                  </a:lnTo>
                  <a:lnTo>
                    <a:pt x="1007" y="38"/>
                  </a:lnTo>
                  <a:lnTo>
                    <a:pt x="967" y="38"/>
                  </a:lnTo>
                  <a:lnTo>
                    <a:pt x="96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6" name="Freeform 8">
              <a:extLst>
                <a:ext uri="{FF2B5EF4-FFF2-40B4-BE49-F238E27FC236}">
                  <a16:creationId xmlns:a16="http://schemas.microsoft.com/office/drawing/2014/main" id="{F10B6F06-5F39-46DA-809C-E3545537E89B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4463" y="2840038"/>
              <a:ext cx="63500" cy="80963"/>
            </a:xfrm>
            <a:custGeom>
              <a:avLst/>
              <a:gdLst>
                <a:gd name="T0" fmla="*/ 29 w 29"/>
                <a:gd name="T1" fmla="*/ 0 h 37"/>
                <a:gd name="T2" fmla="*/ 22 w 29"/>
                <a:gd name="T3" fmla="*/ 0 h 37"/>
                <a:gd name="T4" fmla="*/ 22 w 29"/>
                <a:gd name="T5" fmla="*/ 23 h 37"/>
                <a:gd name="T6" fmla="*/ 21 w 29"/>
                <a:gd name="T7" fmla="*/ 28 h 37"/>
                <a:gd name="T8" fmla="*/ 16 w 29"/>
                <a:gd name="T9" fmla="*/ 30 h 37"/>
                <a:gd name="T10" fmla="*/ 10 w 29"/>
                <a:gd name="T11" fmla="*/ 28 h 37"/>
                <a:gd name="T12" fmla="*/ 9 w 29"/>
                <a:gd name="T13" fmla="*/ 23 h 37"/>
                <a:gd name="T14" fmla="*/ 9 w 29"/>
                <a:gd name="T15" fmla="*/ 0 h 37"/>
                <a:gd name="T16" fmla="*/ 0 w 29"/>
                <a:gd name="T17" fmla="*/ 0 h 37"/>
                <a:gd name="T18" fmla="*/ 0 w 29"/>
                <a:gd name="T19" fmla="*/ 23 h 37"/>
                <a:gd name="T20" fmla="*/ 3 w 29"/>
                <a:gd name="T21" fmla="*/ 33 h 37"/>
                <a:gd name="T22" fmla="*/ 15 w 29"/>
                <a:gd name="T23" fmla="*/ 37 h 37"/>
                <a:gd name="T24" fmla="*/ 26 w 29"/>
                <a:gd name="T25" fmla="*/ 34 h 37"/>
                <a:gd name="T26" fmla="*/ 29 w 29"/>
                <a:gd name="T27" fmla="*/ 23 h 37"/>
                <a:gd name="T28" fmla="*/ 29 w 29"/>
                <a:gd name="T2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" h="37">
                  <a:moveTo>
                    <a:pt x="29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6"/>
                    <a:pt x="22" y="27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cubicBezTo>
                    <a:pt x="13" y="30"/>
                    <a:pt x="11" y="29"/>
                    <a:pt x="10" y="28"/>
                  </a:cubicBezTo>
                  <a:cubicBezTo>
                    <a:pt x="10" y="27"/>
                    <a:pt x="9" y="26"/>
                    <a:pt x="9" y="2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8"/>
                    <a:pt x="1" y="31"/>
                    <a:pt x="3" y="33"/>
                  </a:cubicBezTo>
                  <a:cubicBezTo>
                    <a:pt x="6" y="36"/>
                    <a:pt x="10" y="37"/>
                    <a:pt x="15" y="37"/>
                  </a:cubicBezTo>
                  <a:cubicBezTo>
                    <a:pt x="20" y="37"/>
                    <a:pt x="23" y="36"/>
                    <a:pt x="26" y="34"/>
                  </a:cubicBezTo>
                  <a:cubicBezTo>
                    <a:pt x="28" y="31"/>
                    <a:pt x="29" y="29"/>
                    <a:pt x="29" y="23"/>
                  </a:cubicBez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7" name="Freeform 9">
              <a:extLst>
                <a:ext uri="{FF2B5EF4-FFF2-40B4-BE49-F238E27FC236}">
                  <a16:creationId xmlns:a16="http://schemas.microsoft.com/office/drawing/2014/main" id="{C31777F1-60F0-448D-A184-5F87C69EF6D6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2250" y="2840038"/>
              <a:ext cx="60325" cy="77788"/>
            </a:xfrm>
            <a:custGeom>
              <a:avLst/>
              <a:gdLst>
                <a:gd name="T0" fmla="*/ 28 w 28"/>
                <a:gd name="T1" fmla="*/ 0 h 36"/>
                <a:gd name="T2" fmla="*/ 22 w 28"/>
                <a:gd name="T3" fmla="*/ 0 h 36"/>
                <a:gd name="T4" fmla="*/ 22 w 28"/>
                <a:gd name="T5" fmla="*/ 19 h 36"/>
                <a:gd name="T6" fmla="*/ 22 w 28"/>
                <a:gd name="T7" fmla="*/ 21 h 36"/>
                <a:gd name="T8" fmla="*/ 9 w 28"/>
                <a:gd name="T9" fmla="*/ 0 h 36"/>
                <a:gd name="T10" fmla="*/ 0 w 28"/>
                <a:gd name="T11" fmla="*/ 0 h 36"/>
                <a:gd name="T12" fmla="*/ 0 w 28"/>
                <a:gd name="T13" fmla="*/ 36 h 36"/>
                <a:gd name="T14" fmla="*/ 7 w 28"/>
                <a:gd name="T15" fmla="*/ 36 h 36"/>
                <a:gd name="T16" fmla="*/ 7 w 28"/>
                <a:gd name="T17" fmla="*/ 15 h 36"/>
                <a:gd name="T18" fmla="*/ 7 w 28"/>
                <a:gd name="T19" fmla="*/ 13 h 36"/>
                <a:gd name="T20" fmla="*/ 6 w 28"/>
                <a:gd name="T21" fmla="*/ 12 h 36"/>
                <a:gd name="T22" fmla="*/ 21 w 28"/>
                <a:gd name="T23" fmla="*/ 36 h 36"/>
                <a:gd name="T24" fmla="*/ 28 w 28"/>
                <a:gd name="T25" fmla="*/ 36 h 36"/>
                <a:gd name="T26" fmla="*/ 28 w 28"/>
                <a:gd name="T2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6">
                  <a:moveTo>
                    <a:pt x="28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8" name="Rectangle 10">
              <a:extLst>
                <a:ext uri="{FF2B5EF4-FFF2-40B4-BE49-F238E27FC236}">
                  <a16:creationId xmlns:a16="http://schemas.microsoft.com/office/drawing/2014/main" id="{EA2C152F-470E-443A-B788-1D6DEAE88F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8450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9" name="Freeform 11">
              <a:extLst>
                <a:ext uri="{FF2B5EF4-FFF2-40B4-BE49-F238E27FC236}">
                  <a16:creationId xmlns:a16="http://schemas.microsoft.com/office/drawing/2014/main" id="{F064D046-A5C1-4CC5-8571-B2E0380C1680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3850" y="2840038"/>
              <a:ext cx="68263" cy="77788"/>
            </a:xfrm>
            <a:custGeom>
              <a:avLst/>
              <a:gdLst>
                <a:gd name="T0" fmla="*/ 43 w 43"/>
                <a:gd name="T1" fmla="*/ 0 h 49"/>
                <a:gd name="T2" fmla="*/ 33 w 43"/>
                <a:gd name="T3" fmla="*/ 0 h 49"/>
                <a:gd name="T4" fmla="*/ 24 w 43"/>
                <a:gd name="T5" fmla="*/ 36 h 49"/>
                <a:gd name="T6" fmla="*/ 13 w 43"/>
                <a:gd name="T7" fmla="*/ 0 h 49"/>
                <a:gd name="T8" fmla="*/ 0 w 43"/>
                <a:gd name="T9" fmla="*/ 0 h 49"/>
                <a:gd name="T10" fmla="*/ 15 w 43"/>
                <a:gd name="T11" fmla="*/ 49 h 49"/>
                <a:gd name="T12" fmla="*/ 28 w 43"/>
                <a:gd name="T13" fmla="*/ 49 h 49"/>
                <a:gd name="T14" fmla="*/ 43 w 43"/>
                <a:gd name="T15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49">
                  <a:moveTo>
                    <a:pt x="43" y="0"/>
                  </a:moveTo>
                  <a:lnTo>
                    <a:pt x="33" y="0"/>
                  </a:lnTo>
                  <a:lnTo>
                    <a:pt x="24" y="36"/>
                  </a:lnTo>
                  <a:lnTo>
                    <a:pt x="13" y="0"/>
                  </a:lnTo>
                  <a:lnTo>
                    <a:pt x="0" y="0"/>
                  </a:lnTo>
                  <a:lnTo>
                    <a:pt x="15" y="49"/>
                  </a:lnTo>
                  <a:lnTo>
                    <a:pt x="28" y="49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0" name="Freeform 12">
              <a:extLst>
                <a:ext uri="{FF2B5EF4-FFF2-40B4-BE49-F238E27FC236}">
                  <a16:creationId xmlns:a16="http://schemas.microsoft.com/office/drawing/2014/main" id="{95076BA6-365D-4310-8875-5A6F40BB547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050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36 w 36"/>
                <a:gd name="T9" fmla="*/ 49 h 49"/>
                <a:gd name="T10" fmla="*/ 36 w 36"/>
                <a:gd name="T11" fmla="*/ 40 h 49"/>
                <a:gd name="T12" fmla="*/ 11 w 36"/>
                <a:gd name="T13" fmla="*/ 40 h 49"/>
                <a:gd name="T14" fmla="*/ 11 w 36"/>
                <a:gd name="T15" fmla="*/ 29 h 49"/>
                <a:gd name="T16" fmla="*/ 30 w 36"/>
                <a:gd name="T17" fmla="*/ 29 h 49"/>
                <a:gd name="T18" fmla="*/ 30 w 36"/>
                <a:gd name="T19" fmla="*/ 19 h 49"/>
                <a:gd name="T20" fmla="*/ 11 w 36"/>
                <a:gd name="T21" fmla="*/ 19 h 49"/>
                <a:gd name="T22" fmla="*/ 11 w 36"/>
                <a:gd name="T23" fmla="*/ 10 h 49"/>
                <a:gd name="T24" fmla="*/ 36 w 36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6" y="49"/>
                  </a:lnTo>
                  <a:lnTo>
                    <a:pt x="36" y="40"/>
                  </a:lnTo>
                  <a:lnTo>
                    <a:pt x="11" y="40"/>
                  </a:lnTo>
                  <a:lnTo>
                    <a:pt x="11" y="29"/>
                  </a:lnTo>
                  <a:lnTo>
                    <a:pt x="30" y="29"/>
                  </a:lnTo>
                  <a:lnTo>
                    <a:pt x="30" y="19"/>
                  </a:lnTo>
                  <a:lnTo>
                    <a:pt x="11" y="19"/>
                  </a:lnTo>
                  <a:lnTo>
                    <a:pt x="11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1" name="Freeform 13">
              <a:extLst>
                <a:ext uri="{FF2B5EF4-FFF2-40B4-BE49-F238E27FC236}">
                  <a16:creationId xmlns:a16="http://schemas.microsoft.com/office/drawing/2014/main" id="{D7338CFC-9CE5-4773-AEA0-3E9AE68DFB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16725" y="2840038"/>
              <a:ext cx="65088" cy="77788"/>
            </a:xfrm>
            <a:custGeom>
              <a:avLst/>
              <a:gdLst>
                <a:gd name="T0" fmla="*/ 8 w 30"/>
                <a:gd name="T1" fmla="*/ 22 h 36"/>
                <a:gd name="T2" fmla="*/ 15 w 30"/>
                <a:gd name="T3" fmla="*/ 22 h 36"/>
                <a:gd name="T4" fmla="*/ 20 w 30"/>
                <a:gd name="T5" fmla="*/ 36 h 36"/>
                <a:gd name="T6" fmla="*/ 30 w 30"/>
                <a:gd name="T7" fmla="*/ 36 h 36"/>
                <a:gd name="T8" fmla="*/ 23 w 30"/>
                <a:gd name="T9" fmla="*/ 20 h 36"/>
                <a:gd name="T10" fmla="*/ 26 w 30"/>
                <a:gd name="T11" fmla="*/ 18 h 36"/>
                <a:gd name="T12" fmla="*/ 29 w 30"/>
                <a:gd name="T13" fmla="*/ 11 h 36"/>
                <a:gd name="T14" fmla="*/ 25 w 30"/>
                <a:gd name="T15" fmla="*/ 2 h 36"/>
                <a:gd name="T16" fmla="*/ 16 w 30"/>
                <a:gd name="T17" fmla="*/ 0 h 36"/>
                <a:gd name="T18" fmla="*/ 0 w 30"/>
                <a:gd name="T19" fmla="*/ 0 h 36"/>
                <a:gd name="T20" fmla="*/ 0 w 30"/>
                <a:gd name="T21" fmla="*/ 36 h 36"/>
                <a:gd name="T22" fmla="*/ 8 w 30"/>
                <a:gd name="T23" fmla="*/ 36 h 36"/>
                <a:gd name="T24" fmla="*/ 8 w 30"/>
                <a:gd name="T25" fmla="*/ 22 h 36"/>
                <a:gd name="T26" fmla="*/ 8 w 30"/>
                <a:gd name="T27" fmla="*/ 6 h 36"/>
                <a:gd name="T28" fmla="*/ 13 w 30"/>
                <a:gd name="T29" fmla="*/ 6 h 36"/>
                <a:gd name="T30" fmla="*/ 19 w 30"/>
                <a:gd name="T31" fmla="*/ 7 h 36"/>
                <a:gd name="T32" fmla="*/ 20 w 30"/>
                <a:gd name="T33" fmla="*/ 11 h 36"/>
                <a:gd name="T34" fmla="*/ 18 w 30"/>
                <a:gd name="T35" fmla="*/ 15 h 36"/>
                <a:gd name="T36" fmla="*/ 14 w 30"/>
                <a:gd name="T37" fmla="*/ 16 h 36"/>
                <a:gd name="T38" fmla="*/ 8 w 30"/>
                <a:gd name="T39" fmla="*/ 16 h 36"/>
                <a:gd name="T40" fmla="*/ 8 w 30"/>
                <a:gd name="T4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6">
                  <a:moveTo>
                    <a:pt x="8" y="22"/>
                  </a:moveTo>
                  <a:cubicBezTo>
                    <a:pt x="15" y="22"/>
                    <a:pt x="15" y="22"/>
                    <a:pt x="15" y="2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5" y="19"/>
                    <a:pt x="25" y="19"/>
                    <a:pt x="26" y="18"/>
                  </a:cubicBezTo>
                  <a:cubicBezTo>
                    <a:pt x="28" y="16"/>
                    <a:pt x="29" y="14"/>
                    <a:pt x="29" y="11"/>
                  </a:cubicBezTo>
                  <a:cubicBezTo>
                    <a:pt x="29" y="8"/>
                    <a:pt x="28" y="4"/>
                    <a:pt x="25" y="2"/>
                  </a:cubicBezTo>
                  <a:cubicBezTo>
                    <a:pt x="23" y="1"/>
                    <a:pt x="21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8" y="36"/>
                    <a:pt x="8" y="36"/>
                    <a:pt x="8" y="36"/>
                  </a:cubicBezTo>
                  <a:lnTo>
                    <a:pt x="8" y="22"/>
                  </a:lnTo>
                  <a:close/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7" y="6"/>
                    <a:pt x="18" y="6"/>
                    <a:pt x="19" y="7"/>
                  </a:cubicBezTo>
                  <a:cubicBezTo>
                    <a:pt x="20" y="8"/>
                    <a:pt x="20" y="10"/>
                    <a:pt x="20" y="11"/>
                  </a:cubicBezTo>
                  <a:cubicBezTo>
                    <a:pt x="20" y="12"/>
                    <a:pt x="19" y="14"/>
                    <a:pt x="18" y="15"/>
                  </a:cubicBezTo>
                  <a:cubicBezTo>
                    <a:pt x="17" y="16"/>
                    <a:pt x="17" y="16"/>
                    <a:pt x="14" y="16"/>
                  </a:cubicBezTo>
                  <a:cubicBezTo>
                    <a:pt x="8" y="16"/>
                    <a:pt x="8" y="16"/>
                    <a:pt x="8" y="16"/>
                  </a:cubicBezTo>
                  <a:lnTo>
                    <a:pt x="8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2" name="Freeform 14">
              <a:extLst>
                <a:ext uri="{FF2B5EF4-FFF2-40B4-BE49-F238E27FC236}">
                  <a16:creationId xmlns:a16="http://schemas.microsoft.com/office/drawing/2014/main" id="{519F29CE-CEB5-439A-A4FE-C63375F6FC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6575" y="2838450"/>
              <a:ext cx="65088" cy="82550"/>
            </a:xfrm>
            <a:custGeom>
              <a:avLst/>
              <a:gdLst>
                <a:gd name="T0" fmla="*/ 29 w 30"/>
                <a:gd name="T1" fmla="*/ 9 h 38"/>
                <a:gd name="T2" fmla="*/ 25 w 30"/>
                <a:gd name="T3" fmla="*/ 3 h 38"/>
                <a:gd name="T4" fmla="*/ 15 w 30"/>
                <a:gd name="T5" fmla="*/ 0 h 38"/>
                <a:gd name="T6" fmla="*/ 6 w 30"/>
                <a:gd name="T7" fmla="*/ 3 h 38"/>
                <a:gd name="T8" fmla="*/ 2 w 30"/>
                <a:gd name="T9" fmla="*/ 12 h 38"/>
                <a:gd name="T10" fmla="*/ 6 w 30"/>
                <a:gd name="T11" fmla="*/ 20 h 38"/>
                <a:gd name="T12" fmla="*/ 15 w 30"/>
                <a:gd name="T13" fmla="*/ 23 h 38"/>
                <a:gd name="T14" fmla="*/ 21 w 30"/>
                <a:gd name="T15" fmla="*/ 27 h 38"/>
                <a:gd name="T16" fmla="*/ 15 w 30"/>
                <a:gd name="T17" fmla="*/ 31 h 38"/>
                <a:gd name="T18" fmla="*/ 8 w 30"/>
                <a:gd name="T19" fmla="*/ 26 h 38"/>
                <a:gd name="T20" fmla="*/ 0 w 30"/>
                <a:gd name="T21" fmla="*/ 28 h 38"/>
                <a:gd name="T22" fmla="*/ 4 w 30"/>
                <a:gd name="T23" fmla="*/ 35 h 38"/>
                <a:gd name="T24" fmla="*/ 15 w 30"/>
                <a:gd name="T25" fmla="*/ 38 h 38"/>
                <a:gd name="T26" fmla="*/ 25 w 30"/>
                <a:gd name="T27" fmla="*/ 36 h 38"/>
                <a:gd name="T28" fmla="*/ 30 w 30"/>
                <a:gd name="T29" fmla="*/ 26 h 38"/>
                <a:gd name="T30" fmla="*/ 25 w 30"/>
                <a:gd name="T31" fmla="*/ 17 h 38"/>
                <a:gd name="T32" fmla="*/ 16 w 30"/>
                <a:gd name="T33" fmla="*/ 14 h 38"/>
                <a:gd name="T34" fmla="*/ 10 w 30"/>
                <a:gd name="T35" fmla="*/ 10 h 38"/>
                <a:gd name="T36" fmla="*/ 15 w 30"/>
                <a:gd name="T37" fmla="*/ 7 h 38"/>
                <a:gd name="T38" fmla="*/ 22 w 30"/>
                <a:gd name="T39" fmla="*/ 11 h 38"/>
                <a:gd name="T40" fmla="*/ 29 w 30"/>
                <a:gd name="T41" fmla="*/ 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8">
                  <a:moveTo>
                    <a:pt x="29" y="9"/>
                  </a:moveTo>
                  <a:cubicBezTo>
                    <a:pt x="28" y="6"/>
                    <a:pt x="27" y="5"/>
                    <a:pt x="25" y="3"/>
                  </a:cubicBezTo>
                  <a:cubicBezTo>
                    <a:pt x="22" y="1"/>
                    <a:pt x="19" y="0"/>
                    <a:pt x="15" y="0"/>
                  </a:cubicBezTo>
                  <a:cubicBezTo>
                    <a:pt x="11" y="0"/>
                    <a:pt x="8" y="1"/>
                    <a:pt x="6" y="3"/>
                  </a:cubicBezTo>
                  <a:cubicBezTo>
                    <a:pt x="3" y="6"/>
                    <a:pt x="2" y="9"/>
                    <a:pt x="2" y="12"/>
                  </a:cubicBezTo>
                  <a:cubicBezTo>
                    <a:pt x="2" y="16"/>
                    <a:pt x="4" y="19"/>
                    <a:pt x="6" y="20"/>
                  </a:cubicBezTo>
                  <a:cubicBezTo>
                    <a:pt x="8" y="21"/>
                    <a:pt x="11" y="22"/>
                    <a:pt x="15" y="23"/>
                  </a:cubicBezTo>
                  <a:cubicBezTo>
                    <a:pt x="20" y="24"/>
                    <a:pt x="21" y="25"/>
                    <a:pt x="21" y="27"/>
                  </a:cubicBezTo>
                  <a:cubicBezTo>
                    <a:pt x="21" y="30"/>
                    <a:pt x="19" y="31"/>
                    <a:pt x="15" y="31"/>
                  </a:cubicBezTo>
                  <a:cubicBezTo>
                    <a:pt x="11" y="31"/>
                    <a:pt x="9" y="30"/>
                    <a:pt x="8" y="2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31"/>
                    <a:pt x="2" y="33"/>
                    <a:pt x="4" y="35"/>
                  </a:cubicBezTo>
                  <a:cubicBezTo>
                    <a:pt x="7" y="37"/>
                    <a:pt x="11" y="38"/>
                    <a:pt x="15" y="38"/>
                  </a:cubicBezTo>
                  <a:cubicBezTo>
                    <a:pt x="19" y="38"/>
                    <a:pt x="22" y="37"/>
                    <a:pt x="25" y="36"/>
                  </a:cubicBezTo>
                  <a:cubicBezTo>
                    <a:pt x="28" y="33"/>
                    <a:pt x="30" y="30"/>
                    <a:pt x="30" y="26"/>
                  </a:cubicBezTo>
                  <a:cubicBezTo>
                    <a:pt x="30" y="22"/>
                    <a:pt x="28" y="19"/>
                    <a:pt x="25" y="17"/>
                  </a:cubicBezTo>
                  <a:cubicBezTo>
                    <a:pt x="24" y="16"/>
                    <a:pt x="21" y="15"/>
                    <a:pt x="16" y="14"/>
                  </a:cubicBezTo>
                  <a:cubicBezTo>
                    <a:pt x="12" y="13"/>
                    <a:pt x="10" y="12"/>
                    <a:pt x="10" y="10"/>
                  </a:cubicBezTo>
                  <a:cubicBezTo>
                    <a:pt x="10" y="8"/>
                    <a:pt x="12" y="7"/>
                    <a:pt x="15" y="7"/>
                  </a:cubicBezTo>
                  <a:cubicBezTo>
                    <a:pt x="19" y="7"/>
                    <a:pt x="20" y="8"/>
                    <a:pt x="22" y="11"/>
                  </a:cubicBezTo>
                  <a:lnTo>
                    <a:pt x="2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3" name="Rectangle 15">
              <a:extLst>
                <a:ext uri="{FF2B5EF4-FFF2-40B4-BE49-F238E27FC236}">
                  <a16:creationId xmlns:a16="http://schemas.microsoft.com/office/drawing/2014/main" id="{8D87395B-008E-4CEE-821D-AF3CC55B0D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4363" y="2840038"/>
              <a:ext cx="17463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4" name="Freeform 16">
              <a:extLst>
                <a:ext uri="{FF2B5EF4-FFF2-40B4-BE49-F238E27FC236}">
                  <a16:creationId xmlns:a16="http://schemas.microsoft.com/office/drawing/2014/main" id="{5272785E-40C6-4984-A2E0-DADCBBFDAA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97700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5" name="Freeform 17">
              <a:extLst>
                <a:ext uri="{FF2B5EF4-FFF2-40B4-BE49-F238E27FC236}">
                  <a16:creationId xmlns:a16="http://schemas.microsoft.com/office/drawing/2014/main" id="{F3A9EBAB-E2EE-4C97-9A01-1789CDAA11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5963" y="2840038"/>
              <a:ext cx="71438" cy="77788"/>
            </a:xfrm>
            <a:custGeom>
              <a:avLst/>
              <a:gdLst>
                <a:gd name="T0" fmla="*/ 30 w 45"/>
                <a:gd name="T1" fmla="*/ 0 h 49"/>
                <a:gd name="T2" fmla="*/ 17 w 45"/>
                <a:gd name="T3" fmla="*/ 0 h 49"/>
                <a:gd name="T4" fmla="*/ 0 w 45"/>
                <a:gd name="T5" fmla="*/ 49 h 49"/>
                <a:gd name="T6" fmla="*/ 11 w 45"/>
                <a:gd name="T7" fmla="*/ 49 h 49"/>
                <a:gd name="T8" fmla="*/ 14 w 45"/>
                <a:gd name="T9" fmla="*/ 40 h 49"/>
                <a:gd name="T10" fmla="*/ 30 w 45"/>
                <a:gd name="T11" fmla="*/ 40 h 49"/>
                <a:gd name="T12" fmla="*/ 33 w 45"/>
                <a:gd name="T13" fmla="*/ 49 h 49"/>
                <a:gd name="T14" fmla="*/ 45 w 45"/>
                <a:gd name="T15" fmla="*/ 49 h 49"/>
                <a:gd name="T16" fmla="*/ 30 w 45"/>
                <a:gd name="T17" fmla="*/ 0 h 49"/>
                <a:gd name="T18" fmla="*/ 17 w 45"/>
                <a:gd name="T19" fmla="*/ 30 h 49"/>
                <a:gd name="T20" fmla="*/ 22 w 45"/>
                <a:gd name="T21" fmla="*/ 12 h 49"/>
                <a:gd name="T22" fmla="*/ 28 w 45"/>
                <a:gd name="T23" fmla="*/ 30 h 49"/>
                <a:gd name="T24" fmla="*/ 17 w 45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" h="49">
                  <a:moveTo>
                    <a:pt x="30" y="0"/>
                  </a:moveTo>
                  <a:lnTo>
                    <a:pt x="17" y="0"/>
                  </a:lnTo>
                  <a:lnTo>
                    <a:pt x="0" y="49"/>
                  </a:lnTo>
                  <a:lnTo>
                    <a:pt x="11" y="49"/>
                  </a:lnTo>
                  <a:lnTo>
                    <a:pt x="14" y="40"/>
                  </a:lnTo>
                  <a:lnTo>
                    <a:pt x="30" y="40"/>
                  </a:lnTo>
                  <a:lnTo>
                    <a:pt x="33" y="49"/>
                  </a:lnTo>
                  <a:lnTo>
                    <a:pt x="45" y="49"/>
                  </a:lnTo>
                  <a:lnTo>
                    <a:pt x="30" y="0"/>
                  </a:lnTo>
                  <a:close/>
                  <a:moveTo>
                    <a:pt x="17" y="30"/>
                  </a:moveTo>
                  <a:lnTo>
                    <a:pt x="22" y="12"/>
                  </a:lnTo>
                  <a:lnTo>
                    <a:pt x="28" y="30"/>
                  </a:lnTo>
                  <a:lnTo>
                    <a:pt x="17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6" name="Freeform 18">
              <a:extLst>
                <a:ext uri="{FF2B5EF4-FFF2-40B4-BE49-F238E27FC236}">
                  <a16:creationId xmlns:a16="http://schemas.microsoft.com/office/drawing/2014/main" id="{CFF2F14C-F6A9-4232-8EF5-F20DF66AC53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469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5 w 30"/>
                <a:gd name="T7" fmla="*/ 31 h 36"/>
                <a:gd name="T8" fmla="*/ 30 w 30"/>
                <a:gd name="T9" fmla="*/ 18 h 36"/>
                <a:gd name="T10" fmla="*/ 25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8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8 w 30"/>
                <a:gd name="T25" fmla="*/ 27 h 36"/>
                <a:gd name="T26" fmla="*/ 12 w 30"/>
                <a:gd name="T27" fmla="*/ 30 h 36"/>
                <a:gd name="T28" fmla="*/ 8 w 30"/>
                <a:gd name="T29" fmla="*/ 30 h 36"/>
                <a:gd name="T30" fmla="*/ 8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2" y="35"/>
                    <a:pt x="25" y="31"/>
                  </a:cubicBezTo>
                  <a:cubicBezTo>
                    <a:pt x="28" y="28"/>
                    <a:pt x="30" y="23"/>
                    <a:pt x="30" y="18"/>
                  </a:cubicBezTo>
                  <a:cubicBezTo>
                    <a:pt x="30" y="13"/>
                    <a:pt x="28" y="8"/>
                    <a:pt x="25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8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8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8" y="30"/>
                    <a:pt x="8" y="30"/>
                    <a:pt x="8" y="30"/>
                  </a:cubicBezTo>
                  <a:lnTo>
                    <a:pt x="8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9">
              <a:extLst>
                <a:ext uri="{FF2B5EF4-FFF2-40B4-BE49-F238E27FC236}">
                  <a16:creationId xmlns:a16="http://schemas.microsoft.com/office/drawing/2014/main" id="{CCC5B9C0-486E-4509-B8B1-0D20D26EC6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46938" y="2840038"/>
              <a:ext cx="68263" cy="77788"/>
            </a:xfrm>
            <a:custGeom>
              <a:avLst/>
              <a:gdLst>
                <a:gd name="T0" fmla="*/ 28 w 43"/>
                <a:gd name="T1" fmla="*/ 0 h 49"/>
                <a:gd name="T2" fmla="*/ 15 w 43"/>
                <a:gd name="T3" fmla="*/ 0 h 49"/>
                <a:gd name="T4" fmla="*/ 0 w 43"/>
                <a:gd name="T5" fmla="*/ 49 h 49"/>
                <a:gd name="T6" fmla="*/ 9 w 43"/>
                <a:gd name="T7" fmla="*/ 49 h 49"/>
                <a:gd name="T8" fmla="*/ 12 w 43"/>
                <a:gd name="T9" fmla="*/ 40 h 49"/>
                <a:gd name="T10" fmla="*/ 28 w 43"/>
                <a:gd name="T11" fmla="*/ 40 h 49"/>
                <a:gd name="T12" fmla="*/ 31 w 43"/>
                <a:gd name="T13" fmla="*/ 49 h 49"/>
                <a:gd name="T14" fmla="*/ 43 w 43"/>
                <a:gd name="T15" fmla="*/ 49 h 49"/>
                <a:gd name="T16" fmla="*/ 28 w 43"/>
                <a:gd name="T17" fmla="*/ 0 h 49"/>
                <a:gd name="T18" fmla="*/ 15 w 43"/>
                <a:gd name="T19" fmla="*/ 30 h 49"/>
                <a:gd name="T20" fmla="*/ 20 w 43"/>
                <a:gd name="T21" fmla="*/ 12 h 49"/>
                <a:gd name="T22" fmla="*/ 25 w 43"/>
                <a:gd name="T23" fmla="*/ 30 h 49"/>
                <a:gd name="T24" fmla="*/ 15 w 43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49">
                  <a:moveTo>
                    <a:pt x="28" y="0"/>
                  </a:moveTo>
                  <a:lnTo>
                    <a:pt x="15" y="0"/>
                  </a:lnTo>
                  <a:lnTo>
                    <a:pt x="0" y="49"/>
                  </a:lnTo>
                  <a:lnTo>
                    <a:pt x="9" y="49"/>
                  </a:lnTo>
                  <a:lnTo>
                    <a:pt x="12" y="40"/>
                  </a:lnTo>
                  <a:lnTo>
                    <a:pt x="28" y="40"/>
                  </a:lnTo>
                  <a:lnTo>
                    <a:pt x="31" y="49"/>
                  </a:lnTo>
                  <a:lnTo>
                    <a:pt x="43" y="49"/>
                  </a:lnTo>
                  <a:lnTo>
                    <a:pt x="28" y="0"/>
                  </a:lnTo>
                  <a:close/>
                  <a:moveTo>
                    <a:pt x="15" y="30"/>
                  </a:moveTo>
                  <a:lnTo>
                    <a:pt x="20" y="12"/>
                  </a:lnTo>
                  <a:lnTo>
                    <a:pt x="25" y="30"/>
                  </a:lnTo>
                  <a:lnTo>
                    <a:pt x="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8" name="Freeform 20">
              <a:extLst>
                <a:ext uri="{FF2B5EF4-FFF2-40B4-BE49-F238E27FC236}">
                  <a16:creationId xmlns:a16="http://schemas.microsoft.com/office/drawing/2014/main" id="{CF13B3A5-4948-49E7-8BCD-6A7DA8AF31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47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2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2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9" y="0"/>
                    <a:pt x="12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1" y="12"/>
                    <a:pt x="22" y="15"/>
                    <a:pt x="22" y="18"/>
                  </a:cubicBezTo>
                  <a:cubicBezTo>
                    <a:pt x="22" y="21"/>
                    <a:pt x="21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9" name="Freeform 21">
              <a:extLst>
                <a:ext uri="{FF2B5EF4-FFF2-40B4-BE49-F238E27FC236}">
                  <a16:creationId xmlns:a16="http://schemas.microsoft.com/office/drawing/2014/main" id="{4878E800-0D0B-4931-A880-2820275488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7750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6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6 w 31"/>
                <a:gd name="T25" fmla="*/ 31 h 38"/>
                <a:gd name="T26" fmla="*/ 9 w 31"/>
                <a:gd name="T27" fmla="*/ 19 h 38"/>
                <a:gd name="T28" fmla="*/ 16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2" y="9"/>
                    <a:pt x="0" y="14"/>
                    <a:pt x="0" y="19"/>
                  </a:cubicBezTo>
                  <a:cubicBezTo>
                    <a:pt x="0" y="24"/>
                    <a:pt x="2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5" y="36"/>
                    <a:pt x="27" y="33"/>
                  </a:cubicBezTo>
                  <a:cubicBezTo>
                    <a:pt x="30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5" y="2"/>
                    <a:pt x="21" y="0"/>
                    <a:pt x="16" y="0"/>
                  </a:cubicBezTo>
                  <a:moveTo>
                    <a:pt x="16" y="7"/>
                  </a:moveTo>
                  <a:cubicBezTo>
                    <a:pt x="18" y="7"/>
                    <a:pt x="20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6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6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22">
              <a:extLst>
                <a:ext uri="{FF2B5EF4-FFF2-40B4-BE49-F238E27FC236}">
                  <a16:creationId xmlns:a16="http://schemas.microsoft.com/office/drawing/2014/main" id="{AD9A9765-7C8C-46D4-BEC1-3546CEB65E0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8713" y="2840038"/>
              <a:ext cx="49213" cy="77788"/>
            </a:xfrm>
            <a:custGeom>
              <a:avLst/>
              <a:gdLst>
                <a:gd name="T0" fmla="*/ 10 w 31"/>
                <a:gd name="T1" fmla="*/ 40 h 49"/>
                <a:gd name="T2" fmla="*/ 10 w 31"/>
                <a:gd name="T3" fmla="*/ 0 h 49"/>
                <a:gd name="T4" fmla="*/ 0 w 31"/>
                <a:gd name="T5" fmla="*/ 0 h 49"/>
                <a:gd name="T6" fmla="*/ 0 w 31"/>
                <a:gd name="T7" fmla="*/ 49 h 49"/>
                <a:gd name="T8" fmla="*/ 31 w 31"/>
                <a:gd name="T9" fmla="*/ 49 h 49"/>
                <a:gd name="T10" fmla="*/ 31 w 31"/>
                <a:gd name="T11" fmla="*/ 40 h 49"/>
                <a:gd name="T12" fmla="*/ 10 w 31"/>
                <a:gd name="T13" fmla="*/ 4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49">
                  <a:moveTo>
                    <a:pt x="10" y="40"/>
                  </a:moveTo>
                  <a:lnTo>
                    <a:pt x="10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1" y="49"/>
                  </a:lnTo>
                  <a:lnTo>
                    <a:pt x="31" y="40"/>
                  </a:lnTo>
                  <a:lnTo>
                    <a:pt x="1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Freeform 23">
              <a:extLst>
                <a:ext uri="{FF2B5EF4-FFF2-40B4-BE49-F238E27FC236}">
                  <a16:creationId xmlns:a16="http://schemas.microsoft.com/office/drawing/2014/main" id="{CBB04038-032E-4292-B80F-37A9C2BE8FB2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5863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13 w 36"/>
                <a:gd name="T9" fmla="*/ 49 h 49"/>
                <a:gd name="T10" fmla="*/ 13 w 36"/>
                <a:gd name="T11" fmla="*/ 30 h 49"/>
                <a:gd name="T12" fmla="*/ 32 w 36"/>
                <a:gd name="T13" fmla="*/ 30 h 49"/>
                <a:gd name="T14" fmla="*/ 32 w 36"/>
                <a:gd name="T15" fmla="*/ 21 h 49"/>
                <a:gd name="T16" fmla="*/ 13 w 36"/>
                <a:gd name="T17" fmla="*/ 21 h 49"/>
                <a:gd name="T18" fmla="*/ 13 w 36"/>
                <a:gd name="T19" fmla="*/ 10 h 49"/>
                <a:gd name="T20" fmla="*/ 36 w 36"/>
                <a:gd name="T21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13" y="49"/>
                  </a:lnTo>
                  <a:lnTo>
                    <a:pt x="13" y="30"/>
                  </a:lnTo>
                  <a:lnTo>
                    <a:pt x="32" y="30"/>
                  </a:lnTo>
                  <a:lnTo>
                    <a:pt x="32" y="21"/>
                  </a:lnTo>
                  <a:lnTo>
                    <a:pt x="13" y="21"/>
                  </a:lnTo>
                  <a:lnTo>
                    <a:pt x="13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24">
              <a:extLst>
                <a:ext uri="{FF2B5EF4-FFF2-40B4-BE49-F238E27FC236}">
                  <a16:creationId xmlns:a16="http://schemas.microsoft.com/office/drawing/2014/main" id="{B54CB486-D97D-4100-8002-8B0F257D38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5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5 w 31"/>
                <a:gd name="T25" fmla="*/ 31 h 38"/>
                <a:gd name="T26" fmla="*/ 9 w 31"/>
                <a:gd name="T27" fmla="*/ 19 h 38"/>
                <a:gd name="T28" fmla="*/ 15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1" y="9"/>
                    <a:pt x="0" y="14"/>
                    <a:pt x="0" y="19"/>
                  </a:cubicBezTo>
                  <a:cubicBezTo>
                    <a:pt x="0" y="24"/>
                    <a:pt x="1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4" y="36"/>
                    <a:pt x="27" y="33"/>
                  </a:cubicBezTo>
                  <a:cubicBezTo>
                    <a:pt x="29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4" y="2"/>
                    <a:pt x="20" y="0"/>
                    <a:pt x="16" y="0"/>
                  </a:cubicBezTo>
                  <a:moveTo>
                    <a:pt x="15" y="7"/>
                  </a:moveTo>
                  <a:cubicBezTo>
                    <a:pt x="18" y="7"/>
                    <a:pt x="19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5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5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Rectangle 25">
              <a:extLst>
                <a:ext uri="{FF2B5EF4-FFF2-40B4-BE49-F238E27FC236}">
                  <a16:creationId xmlns:a16="http://schemas.microsoft.com/office/drawing/2014/main" id="{586FFF76-D124-497B-BABE-3EFBB3C5B7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7313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Freeform 26">
              <a:extLst>
                <a:ext uri="{FF2B5EF4-FFF2-40B4-BE49-F238E27FC236}">
                  <a16:creationId xmlns:a16="http://schemas.microsoft.com/office/drawing/2014/main" id="{067642E2-F669-4852-944F-D9E2E427C44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42238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7 w 30"/>
                <a:gd name="T5" fmla="*/ 36 h 36"/>
                <a:gd name="T6" fmla="*/ 27 w 30"/>
                <a:gd name="T7" fmla="*/ 34 h 36"/>
                <a:gd name="T8" fmla="*/ 30 w 30"/>
                <a:gd name="T9" fmla="*/ 26 h 36"/>
                <a:gd name="T10" fmla="*/ 27 w 30"/>
                <a:gd name="T11" fmla="*/ 20 h 36"/>
                <a:gd name="T12" fmla="*/ 23 w 30"/>
                <a:gd name="T13" fmla="*/ 17 h 36"/>
                <a:gd name="T14" fmla="*/ 29 w 30"/>
                <a:gd name="T15" fmla="*/ 9 h 36"/>
                <a:gd name="T16" fmla="*/ 26 w 30"/>
                <a:gd name="T17" fmla="*/ 2 h 36"/>
                <a:gd name="T18" fmla="*/ 17 w 30"/>
                <a:gd name="T19" fmla="*/ 0 h 36"/>
                <a:gd name="T20" fmla="*/ 0 w 30"/>
                <a:gd name="T21" fmla="*/ 0 h 36"/>
                <a:gd name="T22" fmla="*/ 9 w 30"/>
                <a:gd name="T23" fmla="*/ 6 h 36"/>
                <a:gd name="T24" fmla="*/ 14 w 30"/>
                <a:gd name="T25" fmla="*/ 6 h 36"/>
                <a:gd name="T26" fmla="*/ 19 w 30"/>
                <a:gd name="T27" fmla="*/ 7 h 36"/>
                <a:gd name="T28" fmla="*/ 20 w 30"/>
                <a:gd name="T29" fmla="*/ 10 h 36"/>
                <a:gd name="T30" fmla="*/ 19 w 30"/>
                <a:gd name="T31" fmla="*/ 13 h 36"/>
                <a:gd name="T32" fmla="*/ 15 w 30"/>
                <a:gd name="T33" fmla="*/ 14 h 36"/>
                <a:gd name="T34" fmla="*/ 9 w 30"/>
                <a:gd name="T35" fmla="*/ 14 h 36"/>
                <a:gd name="T36" fmla="*/ 9 w 30"/>
                <a:gd name="T37" fmla="*/ 6 h 36"/>
                <a:gd name="T38" fmla="*/ 9 w 30"/>
                <a:gd name="T39" fmla="*/ 21 h 36"/>
                <a:gd name="T40" fmla="*/ 16 w 30"/>
                <a:gd name="T41" fmla="*/ 21 h 36"/>
                <a:gd name="T42" fmla="*/ 21 w 30"/>
                <a:gd name="T43" fmla="*/ 25 h 36"/>
                <a:gd name="T44" fmla="*/ 19 w 30"/>
                <a:gd name="T45" fmla="*/ 29 h 36"/>
                <a:gd name="T46" fmla="*/ 15 w 30"/>
                <a:gd name="T47" fmla="*/ 30 h 36"/>
                <a:gd name="T48" fmla="*/ 9 w 30"/>
                <a:gd name="T49" fmla="*/ 30 h 36"/>
                <a:gd name="T50" fmla="*/ 9 w 30"/>
                <a:gd name="T51" fmla="*/ 2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22" y="36"/>
                    <a:pt x="25" y="36"/>
                    <a:pt x="27" y="34"/>
                  </a:cubicBezTo>
                  <a:cubicBezTo>
                    <a:pt x="29" y="32"/>
                    <a:pt x="30" y="29"/>
                    <a:pt x="30" y="26"/>
                  </a:cubicBezTo>
                  <a:cubicBezTo>
                    <a:pt x="30" y="24"/>
                    <a:pt x="29" y="21"/>
                    <a:pt x="27" y="20"/>
                  </a:cubicBezTo>
                  <a:cubicBezTo>
                    <a:pt x="26" y="18"/>
                    <a:pt x="25" y="18"/>
                    <a:pt x="23" y="17"/>
                  </a:cubicBezTo>
                  <a:cubicBezTo>
                    <a:pt x="27" y="16"/>
                    <a:pt x="29" y="13"/>
                    <a:pt x="29" y="9"/>
                  </a:cubicBezTo>
                  <a:cubicBezTo>
                    <a:pt x="29" y="6"/>
                    <a:pt x="28" y="4"/>
                    <a:pt x="26" y="2"/>
                  </a:cubicBezTo>
                  <a:cubicBezTo>
                    <a:pt x="24" y="0"/>
                    <a:pt x="21" y="0"/>
                    <a:pt x="17" y="0"/>
                  </a:cubicBezTo>
                  <a:lnTo>
                    <a:pt x="0" y="0"/>
                  </a:lnTo>
                  <a:close/>
                  <a:moveTo>
                    <a:pt x="9" y="6"/>
                  </a:moveTo>
                  <a:cubicBezTo>
                    <a:pt x="14" y="6"/>
                    <a:pt x="14" y="6"/>
                    <a:pt x="14" y="6"/>
                  </a:cubicBezTo>
                  <a:cubicBezTo>
                    <a:pt x="18" y="6"/>
                    <a:pt x="18" y="6"/>
                    <a:pt x="19" y="7"/>
                  </a:cubicBezTo>
                  <a:cubicBezTo>
                    <a:pt x="20" y="8"/>
                    <a:pt x="20" y="9"/>
                    <a:pt x="20" y="10"/>
                  </a:cubicBezTo>
                  <a:cubicBezTo>
                    <a:pt x="20" y="12"/>
                    <a:pt x="20" y="13"/>
                    <a:pt x="19" y="13"/>
                  </a:cubicBezTo>
                  <a:cubicBezTo>
                    <a:pt x="18" y="14"/>
                    <a:pt x="17" y="14"/>
                    <a:pt x="15" y="14"/>
                  </a:cubicBezTo>
                  <a:cubicBezTo>
                    <a:pt x="9" y="14"/>
                    <a:pt x="9" y="14"/>
                    <a:pt x="9" y="14"/>
                  </a:cubicBezTo>
                  <a:lnTo>
                    <a:pt x="9" y="6"/>
                  </a:lnTo>
                  <a:close/>
                  <a:moveTo>
                    <a:pt x="9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9" y="21"/>
                    <a:pt x="21" y="22"/>
                    <a:pt x="21" y="25"/>
                  </a:cubicBezTo>
                  <a:cubicBezTo>
                    <a:pt x="21" y="27"/>
                    <a:pt x="20" y="28"/>
                    <a:pt x="19" y="29"/>
                  </a:cubicBezTo>
                  <a:cubicBezTo>
                    <a:pt x="18" y="29"/>
                    <a:pt x="17" y="30"/>
                    <a:pt x="15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27">
              <a:extLst>
                <a:ext uri="{FF2B5EF4-FFF2-40B4-BE49-F238E27FC236}">
                  <a16:creationId xmlns:a16="http://schemas.microsoft.com/office/drawing/2014/main" id="{6E59239A-7FF0-4648-B96A-2899312A86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12088" y="2814638"/>
              <a:ext cx="71438" cy="103188"/>
            </a:xfrm>
            <a:custGeom>
              <a:avLst/>
              <a:gdLst>
                <a:gd name="T0" fmla="*/ 30 w 45"/>
                <a:gd name="T1" fmla="*/ 16 h 65"/>
                <a:gd name="T2" fmla="*/ 16 w 45"/>
                <a:gd name="T3" fmla="*/ 16 h 65"/>
                <a:gd name="T4" fmla="*/ 0 w 45"/>
                <a:gd name="T5" fmla="*/ 65 h 65"/>
                <a:gd name="T6" fmla="*/ 9 w 45"/>
                <a:gd name="T7" fmla="*/ 65 h 65"/>
                <a:gd name="T8" fmla="*/ 13 w 45"/>
                <a:gd name="T9" fmla="*/ 56 h 65"/>
                <a:gd name="T10" fmla="*/ 30 w 45"/>
                <a:gd name="T11" fmla="*/ 56 h 65"/>
                <a:gd name="T12" fmla="*/ 32 w 45"/>
                <a:gd name="T13" fmla="*/ 65 h 65"/>
                <a:gd name="T14" fmla="*/ 45 w 45"/>
                <a:gd name="T15" fmla="*/ 65 h 65"/>
                <a:gd name="T16" fmla="*/ 30 w 45"/>
                <a:gd name="T17" fmla="*/ 16 h 65"/>
                <a:gd name="T18" fmla="*/ 16 w 45"/>
                <a:gd name="T19" fmla="*/ 46 h 65"/>
                <a:gd name="T20" fmla="*/ 21 w 45"/>
                <a:gd name="T21" fmla="*/ 28 h 65"/>
                <a:gd name="T22" fmla="*/ 27 w 45"/>
                <a:gd name="T23" fmla="*/ 46 h 65"/>
                <a:gd name="T24" fmla="*/ 16 w 45"/>
                <a:gd name="T25" fmla="*/ 46 h 65"/>
                <a:gd name="T26" fmla="*/ 32 w 45"/>
                <a:gd name="T27" fmla="*/ 0 h 65"/>
                <a:gd name="T28" fmla="*/ 16 w 45"/>
                <a:gd name="T29" fmla="*/ 8 h 65"/>
                <a:gd name="T30" fmla="*/ 19 w 45"/>
                <a:gd name="T31" fmla="*/ 12 h 65"/>
                <a:gd name="T32" fmla="*/ 35 w 45"/>
                <a:gd name="T33" fmla="*/ 7 h 65"/>
                <a:gd name="T34" fmla="*/ 32 w 45"/>
                <a:gd name="T3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5" h="65">
                  <a:moveTo>
                    <a:pt x="30" y="16"/>
                  </a:moveTo>
                  <a:lnTo>
                    <a:pt x="16" y="16"/>
                  </a:lnTo>
                  <a:lnTo>
                    <a:pt x="0" y="65"/>
                  </a:lnTo>
                  <a:lnTo>
                    <a:pt x="9" y="65"/>
                  </a:lnTo>
                  <a:lnTo>
                    <a:pt x="13" y="56"/>
                  </a:lnTo>
                  <a:lnTo>
                    <a:pt x="30" y="56"/>
                  </a:lnTo>
                  <a:lnTo>
                    <a:pt x="32" y="65"/>
                  </a:lnTo>
                  <a:lnTo>
                    <a:pt x="45" y="65"/>
                  </a:lnTo>
                  <a:lnTo>
                    <a:pt x="30" y="16"/>
                  </a:lnTo>
                  <a:close/>
                  <a:moveTo>
                    <a:pt x="16" y="46"/>
                  </a:moveTo>
                  <a:lnTo>
                    <a:pt x="21" y="28"/>
                  </a:lnTo>
                  <a:lnTo>
                    <a:pt x="27" y="46"/>
                  </a:lnTo>
                  <a:lnTo>
                    <a:pt x="16" y="46"/>
                  </a:lnTo>
                  <a:close/>
                  <a:moveTo>
                    <a:pt x="32" y="0"/>
                  </a:moveTo>
                  <a:lnTo>
                    <a:pt x="16" y="8"/>
                  </a:lnTo>
                  <a:lnTo>
                    <a:pt x="19" y="12"/>
                  </a:lnTo>
                  <a:lnTo>
                    <a:pt x="35" y="7"/>
                  </a:lnTo>
                  <a:lnTo>
                    <a:pt x="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28">
              <a:extLst>
                <a:ext uri="{FF2B5EF4-FFF2-40B4-BE49-F238E27FC236}">
                  <a16:creationId xmlns:a16="http://schemas.microsoft.com/office/drawing/2014/main" id="{B5ED75B1-FFCC-4C42-BCC6-F3092E9080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91463" y="2816225"/>
              <a:ext cx="60325" cy="101600"/>
            </a:xfrm>
            <a:custGeom>
              <a:avLst/>
              <a:gdLst>
                <a:gd name="T0" fmla="*/ 28 w 28"/>
                <a:gd name="T1" fmla="*/ 11 h 47"/>
                <a:gd name="T2" fmla="*/ 21 w 28"/>
                <a:gd name="T3" fmla="*/ 11 h 47"/>
                <a:gd name="T4" fmla="*/ 21 w 28"/>
                <a:gd name="T5" fmla="*/ 30 h 47"/>
                <a:gd name="T6" fmla="*/ 22 w 28"/>
                <a:gd name="T7" fmla="*/ 32 h 47"/>
                <a:gd name="T8" fmla="*/ 9 w 28"/>
                <a:gd name="T9" fmla="*/ 11 h 47"/>
                <a:gd name="T10" fmla="*/ 0 w 28"/>
                <a:gd name="T11" fmla="*/ 11 h 47"/>
                <a:gd name="T12" fmla="*/ 0 w 28"/>
                <a:gd name="T13" fmla="*/ 47 h 47"/>
                <a:gd name="T14" fmla="*/ 7 w 28"/>
                <a:gd name="T15" fmla="*/ 47 h 47"/>
                <a:gd name="T16" fmla="*/ 7 w 28"/>
                <a:gd name="T17" fmla="*/ 26 h 47"/>
                <a:gd name="T18" fmla="*/ 6 w 28"/>
                <a:gd name="T19" fmla="*/ 24 h 47"/>
                <a:gd name="T20" fmla="*/ 6 w 28"/>
                <a:gd name="T21" fmla="*/ 23 h 47"/>
                <a:gd name="T22" fmla="*/ 21 w 28"/>
                <a:gd name="T23" fmla="*/ 47 h 47"/>
                <a:gd name="T24" fmla="*/ 28 w 28"/>
                <a:gd name="T25" fmla="*/ 47 h 47"/>
                <a:gd name="T26" fmla="*/ 28 w 28"/>
                <a:gd name="T27" fmla="*/ 11 h 47"/>
                <a:gd name="T28" fmla="*/ 22 w 28"/>
                <a:gd name="T29" fmla="*/ 0 h 47"/>
                <a:gd name="T30" fmla="*/ 18 w 28"/>
                <a:gd name="T31" fmla="*/ 3 h 47"/>
                <a:gd name="T32" fmla="*/ 15 w 28"/>
                <a:gd name="T33" fmla="*/ 2 h 47"/>
                <a:gd name="T34" fmla="*/ 11 w 28"/>
                <a:gd name="T35" fmla="*/ 1 h 47"/>
                <a:gd name="T36" fmla="*/ 5 w 28"/>
                <a:gd name="T37" fmla="*/ 4 h 47"/>
                <a:gd name="T38" fmla="*/ 7 w 28"/>
                <a:gd name="T39" fmla="*/ 7 h 47"/>
                <a:gd name="T40" fmla="*/ 11 w 28"/>
                <a:gd name="T41" fmla="*/ 5 h 47"/>
                <a:gd name="T42" fmla="*/ 13 w 28"/>
                <a:gd name="T43" fmla="*/ 5 h 47"/>
                <a:gd name="T44" fmla="*/ 18 w 28"/>
                <a:gd name="T45" fmla="*/ 7 h 47"/>
                <a:gd name="T46" fmla="*/ 24 w 28"/>
                <a:gd name="T47" fmla="*/ 3 h 47"/>
                <a:gd name="T48" fmla="*/ 22 w 28"/>
                <a:gd name="T49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47">
                  <a:moveTo>
                    <a:pt x="28" y="11"/>
                  </a:moveTo>
                  <a:cubicBezTo>
                    <a:pt x="21" y="11"/>
                    <a:pt x="21" y="11"/>
                    <a:pt x="21" y="1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1"/>
                    <a:pt x="21" y="31"/>
                    <a:pt x="22" y="3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8" y="47"/>
                    <a:pt x="28" y="47"/>
                    <a:pt x="28" y="47"/>
                  </a:cubicBezTo>
                  <a:lnTo>
                    <a:pt x="28" y="11"/>
                  </a:lnTo>
                  <a:close/>
                  <a:moveTo>
                    <a:pt x="22" y="0"/>
                  </a:moveTo>
                  <a:cubicBezTo>
                    <a:pt x="21" y="2"/>
                    <a:pt x="19" y="3"/>
                    <a:pt x="18" y="3"/>
                  </a:cubicBezTo>
                  <a:cubicBezTo>
                    <a:pt x="17" y="3"/>
                    <a:pt x="16" y="2"/>
                    <a:pt x="15" y="2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9" y="1"/>
                    <a:pt x="7" y="2"/>
                    <a:pt x="5" y="4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9" y="5"/>
                    <a:pt x="10" y="5"/>
                    <a:pt x="11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6" y="7"/>
                    <a:pt x="16" y="7"/>
                    <a:pt x="18" y="7"/>
                  </a:cubicBezTo>
                  <a:cubicBezTo>
                    <a:pt x="20" y="7"/>
                    <a:pt x="22" y="6"/>
                    <a:pt x="24" y="3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29">
              <a:extLst>
                <a:ext uri="{FF2B5EF4-FFF2-40B4-BE49-F238E27FC236}">
                  <a16:creationId xmlns:a16="http://schemas.microsoft.com/office/drawing/2014/main" id="{C35EF449-2BA3-4502-8937-87A0B50E0334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7663" y="2840038"/>
              <a:ext cx="55563" cy="77788"/>
            </a:xfrm>
            <a:custGeom>
              <a:avLst/>
              <a:gdLst>
                <a:gd name="T0" fmla="*/ 35 w 35"/>
                <a:gd name="T1" fmla="*/ 10 h 49"/>
                <a:gd name="T2" fmla="*/ 35 w 35"/>
                <a:gd name="T3" fmla="*/ 0 h 49"/>
                <a:gd name="T4" fmla="*/ 0 w 35"/>
                <a:gd name="T5" fmla="*/ 0 h 49"/>
                <a:gd name="T6" fmla="*/ 0 w 35"/>
                <a:gd name="T7" fmla="*/ 49 h 49"/>
                <a:gd name="T8" fmla="*/ 35 w 35"/>
                <a:gd name="T9" fmla="*/ 49 h 49"/>
                <a:gd name="T10" fmla="*/ 35 w 35"/>
                <a:gd name="T11" fmla="*/ 40 h 49"/>
                <a:gd name="T12" fmla="*/ 12 w 35"/>
                <a:gd name="T13" fmla="*/ 40 h 49"/>
                <a:gd name="T14" fmla="*/ 12 w 35"/>
                <a:gd name="T15" fmla="*/ 29 h 49"/>
                <a:gd name="T16" fmla="*/ 31 w 35"/>
                <a:gd name="T17" fmla="*/ 29 h 49"/>
                <a:gd name="T18" fmla="*/ 31 w 35"/>
                <a:gd name="T19" fmla="*/ 19 h 49"/>
                <a:gd name="T20" fmla="*/ 12 w 35"/>
                <a:gd name="T21" fmla="*/ 19 h 49"/>
                <a:gd name="T22" fmla="*/ 12 w 35"/>
                <a:gd name="T23" fmla="*/ 10 h 49"/>
                <a:gd name="T24" fmla="*/ 35 w 35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49">
                  <a:moveTo>
                    <a:pt x="35" y="10"/>
                  </a:moveTo>
                  <a:lnTo>
                    <a:pt x="35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5" y="49"/>
                  </a:lnTo>
                  <a:lnTo>
                    <a:pt x="35" y="40"/>
                  </a:lnTo>
                  <a:lnTo>
                    <a:pt x="12" y="40"/>
                  </a:lnTo>
                  <a:lnTo>
                    <a:pt x="12" y="29"/>
                  </a:lnTo>
                  <a:lnTo>
                    <a:pt x="31" y="29"/>
                  </a:lnTo>
                  <a:lnTo>
                    <a:pt x="31" y="19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35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30">
              <a:extLst>
                <a:ext uri="{FF2B5EF4-FFF2-40B4-BE49-F238E27FC236}">
                  <a16:creationId xmlns:a16="http://schemas.microsoft.com/office/drawing/2014/main" id="{B352CD5C-720C-4926-A721-9AC5E7C05892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9575" y="2840038"/>
              <a:ext cx="63500" cy="77788"/>
            </a:xfrm>
            <a:custGeom>
              <a:avLst/>
              <a:gdLst>
                <a:gd name="T0" fmla="*/ 40 w 40"/>
                <a:gd name="T1" fmla="*/ 8 h 49"/>
                <a:gd name="T2" fmla="*/ 40 w 40"/>
                <a:gd name="T3" fmla="*/ 0 h 49"/>
                <a:gd name="T4" fmla="*/ 2 w 40"/>
                <a:gd name="T5" fmla="*/ 0 h 49"/>
                <a:gd name="T6" fmla="*/ 2 w 40"/>
                <a:gd name="T7" fmla="*/ 10 h 49"/>
                <a:gd name="T8" fmla="*/ 25 w 40"/>
                <a:gd name="T9" fmla="*/ 10 h 49"/>
                <a:gd name="T10" fmla="*/ 0 w 40"/>
                <a:gd name="T11" fmla="*/ 41 h 49"/>
                <a:gd name="T12" fmla="*/ 0 w 40"/>
                <a:gd name="T13" fmla="*/ 49 h 49"/>
                <a:gd name="T14" fmla="*/ 40 w 40"/>
                <a:gd name="T15" fmla="*/ 49 h 49"/>
                <a:gd name="T16" fmla="*/ 40 w 40"/>
                <a:gd name="T17" fmla="*/ 40 h 49"/>
                <a:gd name="T18" fmla="*/ 14 w 40"/>
                <a:gd name="T19" fmla="*/ 40 h 49"/>
                <a:gd name="T20" fmla="*/ 40 w 40"/>
                <a:gd name="T21" fmla="*/ 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49">
                  <a:moveTo>
                    <a:pt x="40" y="8"/>
                  </a:moveTo>
                  <a:lnTo>
                    <a:pt x="40" y="0"/>
                  </a:lnTo>
                  <a:lnTo>
                    <a:pt x="2" y="0"/>
                  </a:lnTo>
                  <a:lnTo>
                    <a:pt x="2" y="10"/>
                  </a:lnTo>
                  <a:lnTo>
                    <a:pt x="25" y="10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40" y="49"/>
                  </a:lnTo>
                  <a:lnTo>
                    <a:pt x="40" y="40"/>
                  </a:lnTo>
                  <a:lnTo>
                    <a:pt x="14" y="40"/>
                  </a:lnTo>
                  <a:lnTo>
                    <a:pt x="4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9" name="Freeform 31">
              <a:extLst>
                <a:ext uri="{FF2B5EF4-FFF2-40B4-BE49-F238E27FC236}">
                  <a16:creationId xmlns:a16="http://schemas.microsoft.com/office/drawing/2014/main" id="{3D1C0A91-7956-4303-BE66-133644EE28B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413" y="2803525"/>
              <a:ext cx="314325" cy="123825"/>
            </a:xfrm>
            <a:custGeom>
              <a:avLst/>
              <a:gdLst>
                <a:gd name="T0" fmla="*/ 135 w 145"/>
                <a:gd name="T1" fmla="*/ 15 h 57"/>
                <a:gd name="T2" fmla="*/ 24 w 145"/>
                <a:gd name="T3" fmla="*/ 16 h 57"/>
                <a:gd name="T4" fmla="*/ 10 w 145"/>
                <a:gd name="T5" fmla="*/ 13 h 57"/>
                <a:gd name="T6" fmla="*/ 142 w 145"/>
                <a:gd name="T7" fmla="*/ 8 h 57"/>
                <a:gd name="T8" fmla="*/ 120 w 145"/>
                <a:gd name="T9" fmla="*/ 18 h 57"/>
                <a:gd name="T10" fmla="*/ 42 w 145"/>
                <a:gd name="T11" fmla="*/ 47 h 57"/>
                <a:gd name="T12" fmla="*/ 11 w 145"/>
                <a:gd name="T13" fmla="*/ 20 h 57"/>
                <a:gd name="T14" fmla="*/ 127 w 145"/>
                <a:gd name="T15" fmla="*/ 32 h 57"/>
                <a:gd name="T16" fmla="*/ 98 w 145"/>
                <a:gd name="T17" fmla="*/ 49 h 57"/>
                <a:gd name="T18" fmla="*/ 85 w 145"/>
                <a:gd name="T19" fmla="*/ 50 h 57"/>
                <a:gd name="T20" fmla="*/ 70 w 145"/>
                <a:gd name="T21" fmla="*/ 52 h 57"/>
                <a:gd name="T22" fmla="*/ 97 w 145"/>
                <a:gd name="T23" fmla="*/ 47 h 57"/>
                <a:gd name="T24" fmla="*/ 92 w 145"/>
                <a:gd name="T25" fmla="*/ 50 h 57"/>
                <a:gd name="T26" fmla="*/ 0 w 145"/>
                <a:gd name="T27" fmla="*/ 26 h 57"/>
                <a:gd name="T28" fmla="*/ 138 w 145"/>
                <a:gd name="T29" fmla="*/ 17 h 57"/>
                <a:gd name="T30" fmla="*/ 82 w 145"/>
                <a:gd name="T31" fmla="*/ 44 h 57"/>
                <a:gd name="T32" fmla="*/ 64 w 145"/>
                <a:gd name="T33" fmla="*/ 44 h 57"/>
                <a:gd name="T34" fmla="*/ 13 w 145"/>
                <a:gd name="T35" fmla="*/ 27 h 57"/>
                <a:gd name="T36" fmla="*/ 13 w 145"/>
                <a:gd name="T37" fmla="*/ 33 h 57"/>
                <a:gd name="T38" fmla="*/ 17 w 145"/>
                <a:gd name="T39" fmla="*/ 31 h 57"/>
                <a:gd name="T40" fmla="*/ 18 w 145"/>
                <a:gd name="T41" fmla="*/ 31 h 57"/>
                <a:gd name="T42" fmla="*/ 19 w 145"/>
                <a:gd name="T43" fmla="*/ 34 h 57"/>
                <a:gd name="T44" fmla="*/ 18 w 145"/>
                <a:gd name="T45" fmla="*/ 35 h 57"/>
                <a:gd name="T46" fmla="*/ 26 w 145"/>
                <a:gd name="T47" fmla="*/ 43 h 57"/>
                <a:gd name="T48" fmla="*/ 22 w 145"/>
                <a:gd name="T49" fmla="*/ 41 h 57"/>
                <a:gd name="T50" fmla="*/ 28 w 145"/>
                <a:gd name="T51" fmla="*/ 38 h 57"/>
                <a:gd name="T52" fmla="*/ 27 w 145"/>
                <a:gd name="T53" fmla="*/ 44 h 57"/>
                <a:gd name="T54" fmla="*/ 31 w 145"/>
                <a:gd name="T55" fmla="*/ 39 h 57"/>
                <a:gd name="T56" fmla="*/ 35 w 145"/>
                <a:gd name="T57" fmla="*/ 41 h 57"/>
                <a:gd name="T58" fmla="*/ 39 w 145"/>
                <a:gd name="T59" fmla="*/ 42 h 57"/>
                <a:gd name="T60" fmla="*/ 41 w 145"/>
                <a:gd name="T61" fmla="*/ 50 h 57"/>
                <a:gd name="T62" fmla="*/ 39 w 145"/>
                <a:gd name="T63" fmla="*/ 49 h 57"/>
                <a:gd name="T64" fmla="*/ 44 w 145"/>
                <a:gd name="T65" fmla="*/ 50 h 57"/>
                <a:gd name="T66" fmla="*/ 46 w 145"/>
                <a:gd name="T67" fmla="*/ 51 h 57"/>
                <a:gd name="T68" fmla="*/ 49 w 145"/>
                <a:gd name="T69" fmla="*/ 45 h 57"/>
                <a:gd name="T70" fmla="*/ 62 w 145"/>
                <a:gd name="T71" fmla="*/ 54 h 57"/>
                <a:gd name="T72" fmla="*/ 61 w 145"/>
                <a:gd name="T73" fmla="*/ 47 h 57"/>
                <a:gd name="T74" fmla="*/ 66 w 145"/>
                <a:gd name="T75" fmla="*/ 54 h 57"/>
                <a:gd name="T76" fmla="*/ 65 w 145"/>
                <a:gd name="T77" fmla="*/ 48 h 57"/>
                <a:gd name="T78" fmla="*/ 69 w 145"/>
                <a:gd name="T79" fmla="*/ 54 h 57"/>
                <a:gd name="T80" fmla="*/ 74 w 145"/>
                <a:gd name="T81" fmla="*/ 53 h 57"/>
                <a:gd name="T82" fmla="*/ 74 w 145"/>
                <a:gd name="T83" fmla="*/ 48 h 57"/>
                <a:gd name="T84" fmla="*/ 77 w 145"/>
                <a:gd name="T85" fmla="*/ 51 h 57"/>
                <a:gd name="T86" fmla="*/ 77 w 145"/>
                <a:gd name="T87" fmla="*/ 54 h 57"/>
                <a:gd name="T88" fmla="*/ 83 w 145"/>
                <a:gd name="T89" fmla="*/ 52 h 57"/>
                <a:gd name="T90" fmla="*/ 80 w 145"/>
                <a:gd name="T91" fmla="*/ 48 h 57"/>
                <a:gd name="T92" fmla="*/ 87 w 145"/>
                <a:gd name="T93" fmla="*/ 54 h 57"/>
                <a:gd name="T94" fmla="*/ 92 w 145"/>
                <a:gd name="T95" fmla="*/ 51 h 57"/>
                <a:gd name="T96" fmla="*/ 89 w 145"/>
                <a:gd name="T97" fmla="*/ 53 h 57"/>
                <a:gd name="T98" fmla="*/ 97 w 145"/>
                <a:gd name="T99" fmla="*/ 52 h 57"/>
                <a:gd name="T100" fmla="*/ 99 w 145"/>
                <a:gd name="T101" fmla="*/ 48 h 57"/>
                <a:gd name="T102" fmla="*/ 101 w 145"/>
                <a:gd name="T103" fmla="*/ 44 h 57"/>
                <a:gd name="T104" fmla="*/ 111 w 145"/>
                <a:gd name="T105" fmla="*/ 48 h 57"/>
                <a:gd name="T106" fmla="*/ 105 w 145"/>
                <a:gd name="T107" fmla="*/ 44 h 57"/>
                <a:gd name="T108" fmla="*/ 109 w 145"/>
                <a:gd name="T109" fmla="*/ 42 h 57"/>
                <a:gd name="T110" fmla="*/ 115 w 145"/>
                <a:gd name="T111" fmla="*/ 42 h 57"/>
                <a:gd name="T112" fmla="*/ 121 w 145"/>
                <a:gd name="T113" fmla="*/ 43 h 57"/>
                <a:gd name="T114" fmla="*/ 119 w 145"/>
                <a:gd name="T115" fmla="*/ 37 h 57"/>
                <a:gd name="T116" fmla="*/ 124 w 145"/>
                <a:gd name="T117" fmla="*/ 34 h 57"/>
                <a:gd name="T118" fmla="*/ 135 w 145"/>
                <a:gd name="T119" fmla="*/ 34 h 57"/>
                <a:gd name="T120" fmla="*/ 132 w 145"/>
                <a:gd name="T121" fmla="*/ 28 h 57"/>
                <a:gd name="T122" fmla="*/ 137 w 145"/>
                <a:gd name="T123" fmla="*/ 3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5" h="57">
                  <a:moveTo>
                    <a:pt x="135" y="15"/>
                  </a:moveTo>
                  <a:cubicBezTo>
                    <a:pt x="133" y="15"/>
                    <a:pt x="131" y="16"/>
                    <a:pt x="127" y="18"/>
                  </a:cubicBezTo>
                  <a:cubicBezTo>
                    <a:pt x="127" y="18"/>
                    <a:pt x="124" y="20"/>
                    <a:pt x="122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6" y="28"/>
                    <a:pt x="126" y="28"/>
                    <a:pt x="126" y="28"/>
                  </a:cubicBezTo>
                  <a:cubicBezTo>
                    <a:pt x="132" y="24"/>
                    <a:pt x="135" y="21"/>
                    <a:pt x="135" y="21"/>
                  </a:cubicBezTo>
                  <a:cubicBezTo>
                    <a:pt x="135" y="21"/>
                    <a:pt x="137" y="18"/>
                    <a:pt x="137" y="17"/>
                  </a:cubicBezTo>
                  <a:cubicBezTo>
                    <a:pt x="137" y="16"/>
                    <a:pt x="137" y="16"/>
                    <a:pt x="137" y="16"/>
                  </a:cubicBezTo>
                  <a:cubicBezTo>
                    <a:pt x="137" y="15"/>
                    <a:pt x="136" y="15"/>
                    <a:pt x="135" y="15"/>
                  </a:cubicBezTo>
                  <a:moveTo>
                    <a:pt x="7" y="16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9" y="15"/>
                    <a:pt x="10" y="14"/>
                    <a:pt x="11" y="14"/>
                  </a:cubicBezTo>
                  <a:cubicBezTo>
                    <a:pt x="12" y="14"/>
                    <a:pt x="12" y="15"/>
                    <a:pt x="13" y="15"/>
                  </a:cubicBezTo>
                  <a:cubicBezTo>
                    <a:pt x="15" y="15"/>
                    <a:pt x="17" y="17"/>
                    <a:pt x="21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4" y="18"/>
                    <a:pt x="24" y="17"/>
                    <a:pt x="24" y="17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2" y="14"/>
                    <a:pt x="21" y="13"/>
                    <a:pt x="18" y="10"/>
                  </a:cubicBezTo>
                  <a:cubicBezTo>
                    <a:pt x="13" y="6"/>
                    <a:pt x="12" y="2"/>
                    <a:pt x="12" y="0"/>
                  </a:cubicBezTo>
                  <a:cubicBezTo>
                    <a:pt x="11" y="2"/>
                    <a:pt x="10" y="4"/>
                    <a:pt x="10" y="6"/>
                  </a:cubicBezTo>
                  <a:cubicBezTo>
                    <a:pt x="10" y="9"/>
                    <a:pt x="11" y="12"/>
                    <a:pt x="11" y="12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6" y="11"/>
                    <a:pt x="3" y="8"/>
                    <a:pt x="2" y="7"/>
                  </a:cubicBezTo>
                  <a:cubicBezTo>
                    <a:pt x="2" y="12"/>
                    <a:pt x="7" y="16"/>
                    <a:pt x="7" y="16"/>
                  </a:cubicBezTo>
                  <a:moveTo>
                    <a:pt x="122" y="19"/>
                  </a:moveTo>
                  <a:cubicBezTo>
                    <a:pt x="124" y="19"/>
                    <a:pt x="127" y="18"/>
                    <a:pt x="127" y="18"/>
                  </a:cubicBezTo>
                  <a:cubicBezTo>
                    <a:pt x="130" y="15"/>
                    <a:pt x="133" y="14"/>
                    <a:pt x="135" y="14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41" y="14"/>
                    <a:pt x="142" y="10"/>
                    <a:pt x="142" y="8"/>
                  </a:cubicBezTo>
                  <a:cubicBezTo>
                    <a:pt x="140" y="10"/>
                    <a:pt x="135" y="12"/>
                    <a:pt x="135" y="12"/>
                  </a:cubicBezTo>
                  <a:cubicBezTo>
                    <a:pt x="134" y="12"/>
                    <a:pt x="134" y="12"/>
                    <a:pt x="134" y="12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34" y="10"/>
                    <a:pt x="134" y="10"/>
                    <a:pt x="134" y="10"/>
                  </a:cubicBezTo>
                  <a:cubicBezTo>
                    <a:pt x="134" y="5"/>
                    <a:pt x="133" y="3"/>
                    <a:pt x="132" y="1"/>
                  </a:cubicBezTo>
                  <a:cubicBezTo>
                    <a:pt x="132" y="2"/>
                    <a:pt x="132" y="2"/>
                    <a:pt x="132" y="2"/>
                  </a:cubicBezTo>
                  <a:cubicBezTo>
                    <a:pt x="132" y="4"/>
                    <a:pt x="132" y="4"/>
                    <a:pt x="132" y="4"/>
                  </a:cubicBezTo>
                  <a:cubicBezTo>
                    <a:pt x="131" y="6"/>
                    <a:pt x="127" y="10"/>
                    <a:pt x="125" y="12"/>
                  </a:cubicBezTo>
                  <a:cubicBezTo>
                    <a:pt x="124" y="14"/>
                    <a:pt x="120" y="16"/>
                    <a:pt x="120" y="18"/>
                  </a:cubicBezTo>
                  <a:cubicBezTo>
                    <a:pt x="121" y="19"/>
                    <a:pt x="121" y="19"/>
                    <a:pt x="121" y="19"/>
                  </a:cubicBezTo>
                  <a:lnTo>
                    <a:pt x="122" y="19"/>
                  </a:lnTo>
                  <a:close/>
                  <a:moveTo>
                    <a:pt x="42" y="44"/>
                  </a:moveTo>
                  <a:cubicBezTo>
                    <a:pt x="42" y="44"/>
                    <a:pt x="42" y="44"/>
                    <a:pt x="42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lnTo>
                    <a:pt x="42" y="44"/>
                  </a:lnTo>
                  <a:close/>
                  <a:moveTo>
                    <a:pt x="21" y="18"/>
                  </a:moveTo>
                  <a:cubicBezTo>
                    <a:pt x="17" y="17"/>
                    <a:pt x="15" y="16"/>
                    <a:pt x="13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9" y="15"/>
                    <a:pt x="8" y="15"/>
                    <a:pt x="8" y="16"/>
                  </a:cubicBezTo>
                  <a:cubicBezTo>
                    <a:pt x="8" y="17"/>
                    <a:pt x="9" y="17"/>
                    <a:pt x="10" y="1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1"/>
                    <a:pt x="14" y="23"/>
                    <a:pt x="18" y="2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2" y="18"/>
                    <a:pt x="22" y="18"/>
                    <a:pt x="22" y="18"/>
                  </a:cubicBezTo>
                  <a:lnTo>
                    <a:pt x="21" y="18"/>
                  </a:lnTo>
                  <a:close/>
                  <a:moveTo>
                    <a:pt x="127" y="32"/>
                  </a:moveTo>
                  <a:cubicBezTo>
                    <a:pt x="126" y="33"/>
                    <a:pt x="126" y="34"/>
                    <a:pt x="127" y="35"/>
                  </a:cubicBezTo>
                  <a:cubicBezTo>
                    <a:pt x="127" y="37"/>
                    <a:pt x="129" y="38"/>
                    <a:pt x="131" y="37"/>
                  </a:cubicBezTo>
                  <a:cubicBezTo>
                    <a:pt x="132" y="36"/>
                    <a:pt x="132" y="35"/>
                    <a:pt x="131" y="33"/>
                  </a:cubicBezTo>
                  <a:cubicBezTo>
                    <a:pt x="130" y="32"/>
                    <a:pt x="128" y="31"/>
                    <a:pt x="127" y="32"/>
                  </a:cubicBezTo>
                  <a:moveTo>
                    <a:pt x="71" y="51"/>
                  </a:moveTo>
                  <a:cubicBezTo>
                    <a:pt x="71" y="51"/>
                    <a:pt x="71" y="51"/>
                    <a:pt x="71" y="51"/>
                  </a:cubicBezTo>
                  <a:cubicBezTo>
                    <a:pt x="72" y="50"/>
                    <a:pt x="72" y="50"/>
                    <a:pt x="72" y="50"/>
                  </a:cubicBezTo>
                  <a:cubicBezTo>
                    <a:pt x="72" y="49"/>
                    <a:pt x="72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51"/>
                    <a:pt x="70" y="51"/>
                    <a:pt x="70" y="51"/>
                  </a:cubicBezTo>
                  <a:lnTo>
                    <a:pt x="71" y="51"/>
                  </a:lnTo>
                  <a:close/>
                  <a:moveTo>
                    <a:pt x="98" y="48"/>
                  </a:moveTo>
                  <a:cubicBezTo>
                    <a:pt x="98" y="49"/>
                    <a:pt x="98" y="49"/>
                    <a:pt x="98" y="49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51"/>
                    <a:pt x="98" y="52"/>
                    <a:pt x="99" y="51"/>
                  </a:cubicBezTo>
                  <a:cubicBezTo>
                    <a:pt x="100" y="51"/>
                    <a:pt x="101" y="50"/>
                    <a:pt x="100" y="49"/>
                  </a:cubicBezTo>
                  <a:cubicBezTo>
                    <a:pt x="100" y="49"/>
                    <a:pt x="100" y="48"/>
                    <a:pt x="98" y="48"/>
                  </a:cubicBezTo>
                  <a:moveTo>
                    <a:pt x="83" y="48"/>
                  </a:moveTo>
                  <a:cubicBezTo>
                    <a:pt x="82" y="49"/>
                    <a:pt x="82" y="49"/>
                    <a:pt x="82" y="49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5" y="51"/>
                    <a:pt x="85" y="50"/>
                    <a:pt x="85" y="50"/>
                  </a:cubicBezTo>
                  <a:cubicBezTo>
                    <a:pt x="85" y="49"/>
                    <a:pt x="84" y="48"/>
                    <a:pt x="83" y="48"/>
                  </a:cubicBezTo>
                  <a:moveTo>
                    <a:pt x="26" y="38"/>
                  </a:moveTo>
                  <a:cubicBezTo>
                    <a:pt x="26" y="36"/>
                    <a:pt x="26" y="36"/>
                    <a:pt x="26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39"/>
                    <a:pt x="26" y="38"/>
                    <a:pt x="26" y="38"/>
                  </a:cubicBezTo>
                  <a:moveTo>
                    <a:pt x="70" y="52"/>
                  </a:moveTo>
                  <a:cubicBezTo>
                    <a:pt x="70" y="52"/>
                    <a:pt x="70" y="52"/>
                    <a:pt x="70" y="52"/>
                  </a:cubicBez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5"/>
                    <a:pt x="71" y="55"/>
                  </a:cubicBezTo>
                  <a:cubicBezTo>
                    <a:pt x="72" y="55"/>
                    <a:pt x="72" y="54"/>
                    <a:pt x="73" y="53"/>
                  </a:cubicBezTo>
                  <a:cubicBezTo>
                    <a:pt x="73" y="53"/>
                    <a:pt x="72" y="52"/>
                    <a:pt x="70" y="52"/>
                  </a:cubicBezTo>
                  <a:moveTo>
                    <a:pt x="98" y="48"/>
                  </a:moveTo>
                  <a:cubicBezTo>
                    <a:pt x="98" y="48"/>
                    <a:pt x="98" y="48"/>
                    <a:pt x="98" y="48"/>
                  </a:cubicBezTo>
                  <a:cubicBezTo>
                    <a:pt x="99" y="47"/>
                    <a:pt x="99" y="47"/>
                    <a:pt x="99" y="47"/>
                  </a:cubicBezTo>
                  <a:cubicBezTo>
                    <a:pt x="99" y="46"/>
                    <a:pt x="98" y="45"/>
                    <a:pt x="97" y="45"/>
                  </a:cubicBezTo>
                  <a:cubicBezTo>
                    <a:pt x="97" y="47"/>
                    <a:pt x="97" y="47"/>
                    <a:pt x="97" y="47"/>
                  </a:cubicBezTo>
                  <a:cubicBezTo>
                    <a:pt x="97" y="48"/>
                    <a:pt x="97" y="48"/>
                    <a:pt x="97" y="48"/>
                  </a:cubicBezTo>
                  <a:lnTo>
                    <a:pt x="98" y="48"/>
                  </a:lnTo>
                  <a:close/>
                  <a:moveTo>
                    <a:pt x="91" y="48"/>
                  </a:moveTo>
                  <a:cubicBezTo>
                    <a:pt x="91" y="48"/>
                    <a:pt x="91" y="48"/>
                    <a:pt x="91" y="48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90" y="50"/>
                    <a:pt x="90" y="50"/>
                    <a:pt x="90" y="50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lnTo>
                    <a:pt x="91" y="48"/>
                  </a:lnTo>
                  <a:close/>
                  <a:moveTo>
                    <a:pt x="11" y="21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8" y="18"/>
                    <a:pt x="8" y="17"/>
                    <a:pt x="8" y="16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7"/>
                    <a:pt x="5" y="19"/>
                    <a:pt x="2" y="23"/>
                  </a:cubicBezTo>
                  <a:cubicBezTo>
                    <a:pt x="1" y="24"/>
                    <a:pt x="0" y="25"/>
                    <a:pt x="0" y="26"/>
                  </a:cubicBezTo>
                  <a:cubicBezTo>
                    <a:pt x="0" y="28"/>
                    <a:pt x="2" y="30"/>
                    <a:pt x="2" y="30"/>
                  </a:cubicBezTo>
                  <a:cubicBezTo>
                    <a:pt x="2" y="30"/>
                    <a:pt x="10" y="37"/>
                    <a:pt x="23" y="44"/>
                  </a:cubicBezTo>
                  <a:cubicBezTo>
                    <a:pt x="35" y="50"/>
                    <a:pt x="53" y="57"/>
                    <a:pt x="74" y="57"/>
                  </a:cubicBezTo>
                  <a:cubicBezTo>
                    <a:pt x="114" y="57"/>
                    <a:pt x="140" y="33"/>
                    <a:pt x="143" y="30"/>
                  </a:cubicBezTo>
                  <a:cubicBezTo>
                    <a:pt x="145" y="28"/>
                    <a:pt x="145" y="26"/>
                    <a:pt x="145" y="25"/>
                  </a:cubicBezTo>
                  <a:cubicBezTo>
                    <a:pt x="145" y="24"/>
                    <a:pt x="145" y="23"/>
                    <a:pt x="145" y="23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9"/>
                    <a:pt x="135" y="21"/>
                    <a:pt x="135" y="21"/>
                  </a:cubicBezTo>
                  <a:cubicBezTo>
                    <a:pt x="135" y="21"/>
                    <a:pt x="120" y="36"/>
                    <a:pt x="95" y="42"/>
                  </a:cubicBezTo>
                  <a:cubicBezTo>
                    <a:pt x="94" y="42"/>
                    <a:pt x="94" y="42"/>
                    <a:pt x="94" y="42"/>
                  </a:cubicBezTo>
                  <a:cubicBezTo>
                    <a:pt x="93" y="43"/>
                    <a:pt x="92" y="43"/>
                    <a:pt x="91" y="43"/>
                  </a:cubicBezTo>
                  <a:cubicBezTo>
                    <a:pt x="91" y="43"/>
                    <a:pt x="91" y="43"/>
                    <a:pt x="91" y="43"/>
                  </a:cubicBezTo>
                  <a:cubicBezTo>
                    <a:pt x="89" y="44"/>
                    <a:pt x="88" y="44"/>
                    <a:pt x="87" y="44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5" y="44"/>
                    <a:pt x="84" y="44"/>
                    <a:pt x="83" y="44"/>
                  </a:cubicBezTo>
                  <a:cubicBezTo>
                    <a:pt x="82" y="44"/>
                    <a:pt x="82" y="44"/>
                    <a:pt x="82" y="44"/>
                  </a:cubicBezTo>
                  <a:cubicBezTo>
                    <a:pt x="81" y="45"/>
                    <a:pt x="80" y="45"/>
                    <a:pt x="79" y="45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6" y="45"/>
                    <a:pt x="75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3" y="45"/>
                    <a:pt x="73" y="45"/>
                    <a:pt x="73" y="45"/>
                  </a:cubicBezTo>
                  <a:cubicBezTo>
                    <a:pt x="72" y="45"/>
                    <a:pt x="71" y="45"/>
                    <a:pt x="69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7" y="45"/>
                    <a:pt x="66" y="45"/>
                    <a:pt x="65" y="44"/>
                  </a:cubicBezTo>
                  <a:cubicBezTo>
                    <a:pt x="64" y="44"/>
                    <a:pt x="64" y="44"/>
                    <a:pt x="64" y="44"/>
                  </a:cubicBezTo>
                  <a:cubicBezTo>
                    <a:pt x="63" y="44"/>
                    <a:pt x="61" y="44"/>
                    <a:pt x="60" y="44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4"/>
                    <a:pt x="57" y="43"/>
                    <a:pt x="56" y="43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28" y="37"/>
                    <a:pt x="11" y="21"/>
                    <a:pt x="11" y="21"/>
                  </a:cubicBezTo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2" y="34"/>
                    <a:pt x="12" y="34"/>
                    <a:pt x="12" y="34"/>
                  </a:cubicBezTo>
                  <a:lnTo>
                    <a:pt x="11" y="34"/>
                  </a:lnTo>
                  <a:close/>
                  <a:moveTo>
                    <a:pt x="18" y="39"/>
                  </a:moveTo>
                  <a:cubicBezTo>
                    <a:pt x="17" y="38"/>
                    <a:pt x="17" y="38"/>
                    <a:pt x="16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6"/>
                    <a:pt x="16" y="37"/>
                    <a:pt x="16" y="36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20" y="31"/>
                    <a:pt x="21" y="32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4"/>
                    <a:pt x="23" y="34"/>
                    <a:pt x="21" y="33"/>
                  </a:cubicBezTo>
                  <a:cubicBezTo>
                    <a:pt x="20" y="32"/>
                    <a:pt x="20" y="32"/>
                    <a:pt x="20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20" y="39"/>
                    <a:pt x="20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lnTo>
                    <a:pt x="18" y="39"/>
                  </a:lnTo>
                  <a:close/>
                  <a:moveTo>
                    <a:pt x="26" y="42"/>
                  </a:moveTo>
                  <a:cubicBezTo>
                    <a:pt x="26" y="42"/>
                    <a:pt x="26" y="42"/>
                    <a:pt x="26" y="4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2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1" y="40"/>
                    <a:pt x="21" y="40"/>
                    <a:pt x="22" y="39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4"/>
                    <a:pt x="23" y="34"/>
                    <a:pt x="23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8" y="36"/>
                    <a:pt x="28" y="38"/>
                    <a:pt x="28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6" y="39"/>
                    <a:pt x="26" y="41"/>
                    <a:pt x="26" y="42"/>
                  </a:cubicBezTo>
                  <a:moveTo>
                    <a:pt x="31" y="39"/>
                  </a:moveTo>
                  <a:cubicBezTo>
                    <a:pt x="29" y="43"/>
                    <a:pt x="29" y="43"/>
                    <a:pt x="29" y="43"/>
                  </a:cubicBezTo>
                  <a:cubicBezTo>
                    <a:pt x="29" y="44"/>
                    <a:pt x="30" y="45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8"/>
                    <a:pt x="31" y="39"/>
                  </a:cubicBezTo>
                  <a:moveTo>
                    <a:pt x="36" y="41"/>
                  </a:move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5" y="47"/>
                    <a:pt x="35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5"/>
                    <a:pt x="33" y="46"/>
                    <a:pt x="33" y="45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3" y="40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4" y="39"/>
                    <a:pt x="35" y="40"/>
                    <a:pt x="36" y="40"/>
                  </a:cubicBezTo>
                  <a:cubicBezTo>
                    <a:pt x="38" y="41"/>
                    <a:pt x="38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9" y="42"/>
                    <a:pt x="38" y="42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6" y="41"/>
                  </a:ln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50"/>
                    <a:pt x="43" y="50"/>
                    <a:pt x="43" y="50"/>
                  </a:cubicBezTo>
                  <a:lnTo>
                    <a:pt x="44" y="50"/>
                  </a:lnTo>
                  <a:close/>
                  <a:moveTo>
                    <a:pt x="51" y="46"/>
                  </a:move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5"/>
                    <a:pt x="49" y="45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46"/>
                    <a:pt x="48" y="47"/>
                    <a:pt x="49" y="47"/>
                  </a:cubicBezTo>
                  <a:cubicBezTo>
                    <a:pt x="50" y="48"/>
                    <a:pt x="50" y="49"/>
                    <a:pt x="50" y="50"/>
                  </a:cubicBezTo>
                  <a:cubicBezTo>
                    <a:pt x="49" y="51"/>
                    <a:pt x="48" y="52"/>
                    <a:pt x="47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50"/>
                    <a:pt x="46" y="51"/>
                    <a:pt x="47" y="51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9" y="49"/>
                    <a:pt x="49" y="49"/>
                    <a:pt x="47" y="48"/>
                  </a:cubicBezTo>
                  <a:cubicBezTo>
                    <a:pt x="47" y="47"/>
                    <a:pt x="46" y="47"/>
                    <a:pt x="46" y="46"/>
                  </a:cubicBezTo>
                  <a:cubicBezTo>
                    <a:pt x="47" y="45"/>
                    <a:pt x="48" y="44"/>
                    <a:pt x="49" y="45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1" y="45"/>
                    <a:pt x="51" y="45"/>
                    <a:pt x="51" y="45"/>
                  </a:cubicBezTo>
                  <a:lnTo>
                    <a:pt x="51" y="46"/>
                  </a:lnTo>
                  <a:close/>
                  <a:moveTo>
                    <a:pt x="55" y="49"/>
                  </a:moveTo>
                  <a:cubicBezTo>
                    <a:pt x="54" y="50"/>
                    <a:pt x="54" y="50"/>
                    <a:pt x="54" y="50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4" y="48"/>
                    <a:pt x="54" y="48"/>
                    <a:pt x="54" y="48"/>
                  </a:cubicBezTo>
                  <a:lnTo>
                    <a:pt x="55" y="49"/>
                  </a:lnTo>
                  <a:close/>
                  <a:moveTo>
                    <a:pt x="62" y="54"/>
                  </a:moveTo>
                  <a:cubicBezTo>
                    <a:pt x="60" y="54"/>
                    <a:pt x="59" y="54"/>
                    <a:pt x="59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3"/>
                    <a:pt x="58" y="54"/>
                    <a:pt x="58" y="53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8" y="47"/>
                    <a:pt x="58" y="47"/>
                    <a:pt x="58" y="47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60" y="47"/>
                    <a:pt x="60" y="47"/>
                    <a:pt x="60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4"/>
                    <a:pt x="60" y="54"/>
                    <a:pt x="60" y="54"/>
                  </a:cubicBezTo>
                  <a:cubicBezTo>
                    <a:pt x="63" y="54"/>
                    <a:pt x="63" y="53"/>
                    <a:pt x="63" y="53"/>
                  </a:cubicBezTo>
                  <a:cubicBezTo>
                    <a:pt x="63" y="53"/>
                    <a:pt x="63" y="53"/>
                    <a:pt x="63" y="53"/>
                  </a:cubicBezTo>
                  <a:lnTo>
                    <a:pt x="62" y="54"/>
                  </a:lnTo>
                  <a:close/>
                  <a:moveTo>
                    <a:pt x="66" y="49"/>
                  </a:moveTo>
                  <a:cubicBezTo>
                    <a:pt x="66" y="54"/>
                    <a:pt x="66" y="54"/>
                    <a:pt x="66" y="54"/>
                  </a:cubicBezTo>
                  <a:cubicBezTo>
                    <a:pt x="66" y="55"/>
                    <a:pt x="67" y="54"/>
                    <a:pt x="67" y="55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65" y="55"/>
                    <a:pt x="65" y="55"/>
                    <a:pt x="65" y="55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54"/>
                    <a:pt x="64" y="54"/>
                    <a:pt x="64" y="54"/>
                  </a:cubicBezTo>
                  <a:cubicBezTo>
                    <a:pt x="64" y="54"/>
                    <a:pt x="65" y="54"/>
                    <a:pt x="65" y="54"/>
                  </a:cubicBezTo>
                  <a:cubicBezTo>
                    <a:pt x="65" y="49"/>
                    <a:pt x="65" y="49"/>
                    <a:pt x="65" y="49"/>
                  </a:cubicBezTo>
                  <a:cubicBezTo>
                    <a:pt x="65" y="48"/>
                    <a:pt x="64" y="48"/>
                    <a:pt x="64" y="48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6" y="49"/>
                  </a:cubicBezTo>
                  <a:moveTo>
                    <a:pt x="71" y="55"/>
                  </a:moveTo>
                  <a:cubicBezTo>
                    <a:pt x="70" y="55"/>
                    <a:pt x="69" y="55"/>
                    <a:pt x="69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4"/>
                    <a:pt x="69" y="55"/>
                    <a:pt x="69" y="5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9" y="48"/>
                    <a:pt x="68" y="49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3" y="48"/>
                    <a:pt x="73" y="50"/>
                    <a:pt x="73" y="50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3" y="52"/>
                    <a:pt x="74" y="52"/>
                    <a:pt x="74" y="53"/>
                  </a:cubicBezTo>
                  <a:cubicBezTo>
                    <a:pt x="74" y="54"/>
                    <a:pt x="73" y="55"/>
                    <a:pt x="71" y="55"/>
                  </a:cubicBezTo>
                  <a:moveTo>
                    <a:pt x="79" y="55"/>
                  </a:moveTo>
                  <a:cubicBezTo>
                    <a:pt x="77" y="55"/>
                    <a:pt x="77" y="55"/>
                    <a:pt x="76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5" y="48"/>
                    <a:pt x="75" y="48"/>
                    <a:pt x="77" y="48"/>
                  </a:cubicBezTo>
                  <a:cubicBezTo>
                    <a:pt x="78" y="48"/>
                    <a:pt x="78" y="48"/>
                    <a:pt x="79" y="48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9" y="49"/>
                    <a:pt x="79" y="49"/>
                    <a:pt x="79" y="49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80" y="48"/>
                    <a:pt x="78" y="49"/>
                  </a:cubicBezTo>
                  <a:cubicBezTo>
                    <a:pt x="77" y="49"/>
                    <a:pt x="76" y="49"/>
                    <a:pt x="76" y="49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53"/>
                    <a:pt x="79" y="53"/>
                    <a:pt x="79" y="53"/>
                  </a:cubicBezTo>
                  <a:cubicBezTo>
                    <a:pt x="79" y="53"/>
                    <a:pt x="79" y="52"/>
                    <a:pt x="78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4"/>
                    <a:pt x="77" y="54"/>
                    <a:pt x="77" y="54"/>
                  </a:cubicBezTo>
                  <a:cubicBezTo>
                    <a:pt x="77" y="55"/>
                    <a:pt x="77" y="55"/>
                    <a:pt x="77" y="55"/>
                  </a:cubicBezTo>
                  <a:cubicBezTo>
                    <a:pt x="80" y="54"/>
                    <a:pt x="80" y="53"/>
                    <a:pt x="80" y="53"/>
                  </a:cubicBezTo>
                  <a:cubicBezTo>
                    <a:pt x="80" y="53"/>
                    <a:pt x="80" y="53"/>
                    <a:pt x="80" y="53"/>
                  </a:cubicBezTo>
                  <a:lnTo>
                    <a:pt x="79" y="55"/>
                  </a:lnTo>
                  <a:close/>
                  <a:moveTo>
                    <a:pt x="87" y="54"/>
                  </a:moveTo>
                  <a:cubicBezTo>
                    <a:pt x="85" y="53"/>
                    <a:pt x="85" y="53"/>
                    <a:pt x="85" y="53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2"/>
                    <a:pt x="83" y="52"/>
                    <a:pt x="83" y="52"/>
                  </a:cubicBezTo>
                  <a:cubicBezTo>
                    <a:pt x="83" y="54"/>
                    <a:pt x="83" y="54"/>
                    <a:pt x="83" y="54"/>
                  </a:cubicBezTo>
                  <a:cubicBezTo>
                    <a:pt x="83" y="55"/>
                    <a:pt x="84" y="54"/>
                    <a:pt x="84" y="54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4"/>
                    <a:pt x="82" y="55"/>
                    <a:pt x="82" y="53"/>
                  </a:cubicBezTo>
                  <a:cubicBezTo>
                    <a:pt x="81" y="49"/>
                    <a:pt x="81" y="49"/>
                    <a:pt x="81" y="49"/>
                  </a:cubicBezTo>
                  <a:cubicBezTo>
                    <a:pt x="81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83" y="48"/>
                    <a:pt x="83" y="48"/>
                    <a:pt x="83" y="48"/>
                  </a:cubicBezTo>
                  <a:cubicBezTo>
                    <a:pt x="86" y="47"/>
                    <a:pt x="86" y="49"/>
                    <a:pt x="86" y="49"/>
                  </a:cubicBezTo>
                  <a:cubicBezTo>
                    <a:pt x="85" y="50"/>
                    <a:pt x="85" y="50"/>
                    <a:pt x="85" y="50"/>
                  </a:cubicBezTo>
                  <a:cubicBezTo>
                    <a:pt x="85" y="51"/>
                    <a:pt x="85" y="51"/>
                    <a:pt x="85" y="51"/>
                  </a:cubicBezTo>
                  <a:cubicBezTo>
                    <a:pt x="85" y="51"/>
                    <a:pt x="86" y="52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8" y="54"/>
                    <a:pt x="88" y="54"/>
                    <a:pt x="88" y="54"/>
                  </a:cubicBezTo>
                  <a:lnTo>
                    <a:pt x="87" y="54"/>
                  </a:lnTo>
                  <a:close/>
                  <a:moveTo>
                    <a:pt x="95" y="53"/>
                  </a:moveTo>
                  <a:cubicBezTo>
                    <a:pt x="94" y="53"/>
                    <a:pt x="94" y="53"/>
                    <a:pt x="94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6" y="53"/>
                    <a:pt x="96" y="53"/>
                    <a:pt x="96" y="53"/>
                  </a:cubicBezTo>
                  <a:lnTo>
                    <a:pt x="95" y="53"/>
                  </a:lnTo>
                  <a:close/>
                  <a:moveTo>
                    <a:pt x="100" y="52"/>
                  </a:moveTo>
                  <a:cubicBezTo>
                    <a:pt x="98" y="52"/>
                    <a:pt x="98" y="52"/>
                    <a:pt x="97" y="52"/>
                  </a:cubicBezTo>
                  <a:cubicBezTo>
                    <a:pt x="97" y="52"/>
                    <a:pt x="97" y="52"/>
                    <a:pt x="97" y="52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96" y="52"/>
                    <a:pt x="97" y="52"/>
                    <a:pt x="97" y="51"/>
                  </a:cubicBezTo>
                  <a:cubicBezTo>
                    <a:pt x="96" y="47"/>
                    <a:pt x="96" y="47"/>
                    <a:pt x="96" y="47"/>
                  </a:cubicBezTo>
                  <a:cubicBezTo>
                    <a:pt x="95" y="46"/>
                    <a:pt x="94" y="46"/>
                    <a:pt x="94" y="46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6"/>
                    <a:pt x="95" y="46"/>
                    <a:pt x="95" y="46"/>
                  </a:cubicBezTo>
                  <a:cubicBezTo>
                    <a:pt x="97" y="45"/>
                    <a:pt x="97" y="45"/>
                    <a:pt x="97" y="45"/>
                  </a:cubicBezTo>
                  <a:cubicBezTo>
                    <a:pt x="100" y="44"/>
                    <a:pt x="100" y="46"/>
                    <a:pt x="100" y="46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101" y="48"/>
                    <a:pt x="101" y="48"/>
                    <a:pt x="101" y="49"/>
                  </a:cubicBezTo>
                  <a:cubicBezTo>
                    <a:pt x="102" y="50"/>
                    <a:pt x="101" y="51"/>
                    <a:pt x="100" y="52"/>
                  </a:cubicBezTo>
                  <a:moveTo>
                    <a:pt x="106" y="50"/>
                  </a:moveTo>
                  <a:cubicBezTo>
                    <a:pt x="104" y="50"/>
                    <a:pt x="104" y="50"/>
                    <a:pt x="104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6" y="49"/>
                    <a:pt x="106" y="49"/>
                  </a:cubicBezTo>
                  <a:lnTo>
                    <a:pt x="106" y="50"/>
                  </a:lnTo>
                  <a:close/>
                  <a:moveTo>
                    <a:pt x="111" y="48"/>
                  </a:moveTo>
                  <a:cubicBezTo>
                    <a:pt x="110" y="48"/>
                    <a:pt x="110" y="48"/>
                    <a:pt x="110" y="48"/>
                  </a:cubicBezTo>
                  <a:cubicBezTo>
                    <a:pt x="109" y="49"/>
                    <a:pt x="109" y="49"/>
                    <a:pt x="109" y="49"/>
                  </a:cubicBezTo>
                  <a:cubicBezTo>
                    <a:pt x="108" y="49"/>
                    <a:pt x="108" y="49"/>
                    <a:pt x="108" y="49"/>
                  </a:cubicBezTo>
                  <a:cubicBezTo>
                    <a:pt x="108" y="48"/>
                    <a:pt x="109" y="48"/>
                    <a:pt x="109" y="47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5" y="43"/>
                    <a:pt x="105" y="44"/>
                    <a:pt x="105" y="45"/>
                  </a:cubicBezTo>
                  <a:cubicBezTo>
                    <a:pt x="105" y="44"/>
                    <a:pt x="105" y="44"/>
                    <a:pt x="105" y="44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5" y="42"/>
                    <a:pt x="106" y="42"/>
                    <a:pt x="107" y="42"/>
                  </a:cubicBezTo>
                  <a:cubicBezTo>
                    <a:pt x="109" y="41"/>
                    <a:pt x="109" y="41"/>
                    <a:pt x="110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0" y="42"/>
                    <a:pt x="110" y="41"/>
                    <a:pt x="109" y="42"/>
                  </a:cubicBezTo>
                  <a:cubicBezTo>
                    <a:pt x="109" y="42"/>
                    <a:pt x="109" y="42"/>
                    <a:pt x="109" y="42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8"/>
                    <a:pt x="111" y="47"/>
                    <a:pt x="111" y="47"/>
                  </a:cubicBezTo>
                  <a:lnTo>
                    <a:pt x="111" y="48"/>
                  </a:lnTo>
                  <a:close/>
                  <a:moveTo>
                    <a:pt x="115" y="42"/>
                  </a:moveTo>
                  <a:cubicBezTo>
                    <a:pt x="114" y="42"/>
                    <a:pt x="114" y="42"/>
                    <a:pt x="114" y="42"/>
                  </a:cubicBezTo>
                  <a:cubicBezTo>
                    <a:pt x="115" y="41"/>
                    <a:pt x="115" y="41"/>
                    <a:pt x="115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5" y="42"/>
                  </a:lnTo>
                  <a:close/>
                  <a:moveTo>
                    <a:pt x="126" y="40"/>
                  </a:moveTo>
                  <a:cubicBezTo>
                    <a:pt x="126" y="40"/>
                    <a:pt x="126" y="40"/>
                    <a:pt x="126" y="40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2" y="43"/>
                    <a:pt x="122" y="42"/>
                    <a:pt x="123" y="42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0" y="44"/>
                    <a:pt x="120" y="44"/>
                    <a:pt x="120" y="44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37"/>
                    <a:pt x="117" y="38"/>
                    <a:pt x="117" y="38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9" y="37"/>
                    <a:pt x="119" y="37"/>
                    <a:pt x="119" y="37"/>
                  </a:cubicBezTo>
                  <a:cubicBezTo>
                    <a:pt x="124" y="39"/>
                    <a:pt x="124" y="39"/>
                    <a:pt x="124" y="39"/>
                  </a:cubicBezTo>
                  <a:cubicBezTo>
                    <a:pt x="125" y="39"/>
                    <a:pt x="125" y="39"/>
                    <a:pt x="125" y="39"/>
                  </a:cubicBezTo>
                  <a:cubicBezTo>
                    <a:pt x="125" y="38"/>
                    <a:pt x="125" y="38"/>
                    <a:pt x="125" y="38"/>
                  </a:cubicBezTo>
                  <a:cubicBezTo>
                    <a:pt x="123" y="35"/>
                    <a:pt x="123" y="35"/>
                    <a:pt x="123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2" y="34"/>
                    <a:pt x="122" y="34"/>
                    <a:pt x="122" y="34"/>
                  </a:cubicBezTo>
                  <a:cubicBezTo>
                    <a:pt x="123" y="34"/>
                    <a:pt x="123" y="34"/>
                    <a:pt x="123" y="34"/>
                  </a:cubicBezTo>
                  <a:cubicBezTo>
                    <a:pt x="124" y="34"/>
                    <a:pt x="124" y="34"/>
                    <a:pt x="124" y="34"/>
                  </a:cubicBezTo>
                  <a:cubicBezTo>
                    <a:pt x="124" y="34"/>
                    <a:pt x="123" y="34"/>
                    <a:pt x="123" y="35"/>
                  </a:cubicBezTo>
                  <a:cubicBezTo>
                    <a:pt x="126" y="40"/>
                    <a:pt x="126" y="40"/>
                    <a:pt x="126" y="40"/>
                  </a:cubicBezTo>
                  <a:close/>
                  <a:moveTo>
                    <a:pt x="131" y="38"/>
                  </a:moveTo>
                  <a:cubicBezTo>
                    <a:pt x="129" y="39"/>
                    <a:pt x="127" y="38"/>
                    <a:pt x="126" y="37"/>
                  </a:cubicBezTo>
                  <a:cubicBezTo>
                    <a:pt x="125" y="35"/>
                    <a:pt x="125" y="33"/>
                    <a:pt x="127" y="31"/>
                  </a:cubicBezTo>
                  <a:cubicBezTo>
                    <a:pt x="128" y="30"/>
                    <a:pt x="130" y="31"/>
                    <a:pt x="132" y="32"/>
                  </a:cubicBezTo>
                  <a:cubicBezTo>
                    <a:pt x="132" y="33"/>
                    <a:pt x="133" y="36"/>
                    <a:pt x="131" y="38"/>
                  </a:cubicBezTo>
                  <a:moveTo>
                    <a:pt x="136" y="33"/>
                  </a:moveTo>
                  <a:cubicBezTo>
                    <a:pt x="135" y="34"/>
                    <a:pt x="135" y="34"/>
                    <a:pt x="135" y="34"/>
                  </a:cubicBezTo>
                  <a:cubicBezTo>
                    <a:pt x="134" y="34"/>
                    <a:pt x="134" y="34"/>
                    <a:pt x="134" y="34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6" y="33"/>
                    <a:pt x="136" y="33"/>
                    <a:pt x="136" y="33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36" y="30"/>
                    <a:pt x="135" y="31"/>
                    <a:pt x="134" y="31"/>
                  </a:cubicBezTo>
                  <a:cubicBezTo>
                    <a:pt x="132" y="31"/>
                    <a:pt x="132" y="31"/>
                    <a:pt x="132" y="31"/>
                  </a:cubicBezTo>
                  <a:cubicBezTo>
                    <a:pt x="131" y="30"/>
                    <a:pt x="131" y="29"/>
                    <a:pt x="132" y="28"/>
                  </a:cubicBezTo>
                  <a:cubicBezTo>
                    <a:pt x="133" y="27"/>
                    <a:pt x="133" y="27"/>
                    <a:pt x="133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9"/>
                    <a:pt x="133" y="27"/>
                    <a:pt x="132" y="28"/>
                  </a:cubicBezTo>
                  <a:cubicBezTo>
                    <a:pt x="132" y="30"/>
                    <a:pt x="132" y="30"/>
                    <a:pt x="132" y="30"/>
                  </a:cubicBezTo>
                  <a:cubicBezTo>
                    <a:pt x="132" y="30"/>
                    <a:pt x="133" y="30"/>
                    <a:pt x="134" y="30"/>
                  </a:cubicBezTo>
                  <a:cubicBezTo>
                    <a:pt x="135" y="29"/>
                    <a:pt x="136" y="29"/>
                    <a:pt x="137" y="30"/>
                  </a:cubicBezTo>
                  <a:cubicBezTo>
                    <a:pt x="138" y="31"/>
                    <a:pt x="138" y="33"/>
                    <a:pt x="136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0" name="Freeform 32">
              <a:extLst>
                <a:ext uri="{FF2B5EF4-FFF2-40B4-BE49-F238E27FC236}">
                  <a16:creationId xmlns:a16="http://schemas.microsoft.com/office/drawing/2014/main" id="{6065B88A-8A94-4E59-83E4-06B0EA32154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1875" y="2517775"/>
              <a:ext cx="104775" cy="215900"/>
            </a:xfrm>
            <a:custGeom>
              <a:avLst/>
              <a:gdLst>
                <a:gd name="T0" fmla="*/ 44 w 49"/>
                <a:gd name="T1" fmla="*/ 10 h 100"/>
                <a:gd name="T2" fmla="*/ 38 w 49"/>
                <a:gd name="T3" fmla="*/ 26 h 100"/>
                <a:gd name="T4" fmla="*/ 33 w 49"/>
                <a:gd name="T5" fmla="*/ 21 h 100"/>
                <a:gd name="T6" fmla="*/ 20 w 49"/>
                <a:gd name="T7" fmla="*/ 15 h 100"/>
                <a:gd name="T8" fmla="*/ 3 w 49"/>
                <a:gd name="T9" fmla="*/ 2 h 100"/>
                <a:gd name="T10" fmla="*/ 2 w 49"/>
                <a:gd name="T11" fmla="*/ 43 h 100"/>
                <a:gd name="T12" fmla="*/ 7 w 49"/>
                <a:gd name="T13" fmla="*/ 38 h 100"/>
                <a:gd name="T14" fmla="*/ 6 w 49"/>
                <a:gd name="T15" fmla="*/ 82 h 100"/>
                <a:gd name="T16" fmla="*/ 11 w 49"/>
                <a:gd name="T17" fmla="*/ 86 h 100"/>
                <a:gd name="T18" fmla="*/ 34 w 49"/>
                <a:gd name="T19" fmla="*/ 79 h 100"/>
                <a:gd name="T20" fmla="*/ 29 w 49"/>
                <a:gd name="T21" fmla="*/ 52 h 100"/>
                <a:gd name="T22" fmla="*/ 40 w 49"/>
                <a:gd name="T23" fmla="*/ 58 h 100"/>
                <a:gd name="T24" fmla="*/ 40 w 49"/>
                <a:gd name="T25" fmla="*/ 50 h 100"/>
                <a:gd name="T26" fmla="*/ 44 w 49"/>
                <a:gd name="T27" fmla="*/ 26 h 100"/>
                <a:gd name="T28" fmla="*/ 35 w 49"/>
                <a:gd name="T29" fmla="*/ 21 h 100"/>
                <a:gd name="T30" fmla="*/ 42 w 49"/>
                <a:gd name="T31" fmla="*/ 14 h 100"/>
                <a:gd name="T32" fmla="*/ 29 w 49"/>
                <a:gd name="T33" fmla="*/ 20 h 100"/>
                <a:gd name="T34" fmla="*/ 29 w 49"/>
                <a:gd name="T35" fmla="*/ 15 h 100"/>
                <a:gd name="T36" fmla="*/ 25 w 49"/>
                <a:gd name="T37" fmla="*/ 15 h 100"/>
                <a:gd name="T38" fmla="*/ 35 w 49"/>
                <a:gd name="T39" fmla="*/ 35 h 100"/>
                <a:gd name="T40" fmla="*/ 20 w 49"/>
                <a:gd name="T41" fmla="*/ 26 h 100"/>
                <a:gd name="T42" fmla="*/ 19 w 49"/>
                <a:gd name="T43" fmla="*/ 24 h 100"/>
                <a:gd name="T44" fmla="*/ 13 w 49"/>
                <a:gd name="T45" fmla="*/ 1 h 100"/>
                <a:gd name="T46" fmla="*/ 25 w 49"/>
                <a:gd name="T47" fmla="*/ 40 h 100"/>
                <a:gd name="T48" fmla="*/ 20 w 49"/>
                <a:gd name="T49" fmla="*/ 44 h 100"/>
                <a:gd name="T50" fmla="*/ 14 w 49"/>
                <a:gd name="T51" fmla="*/ 42 h 100"/>
                <a:gd name="T52" fmla="*/ 18 w 49"/>
                <a:gd name="T53" fmla="*/ 42 h 100"/>
                <a:gd name="T54" fmla="*/ 11 w 49"/>
                <a:gd name="T55" fmla="*/ 36 h 100"/>
                <a:gd name="T56" fmla="*/ 7 w 49"/>
                <a:gd name="T57" fmla="*/ 28 h 100"/>
                <a:gd name="T58" fmla="*/ 3 w 49"/>
                <a:gd name="T59" fmla="*/ 3 h 100"/>
                <a:gd name="T60" fmla="*/ 6 w 49"/>
                <a:gd name="T61" fmla="*/ 22 h 100"/>
                <a:gd name="T62" fmla="*/ 4 w 49"/>
                <a:gd name="T63" fmla="*/ 30 h 100"/>
                <a:gd name="T64" fmla="*/ 2 w 49"/>
                <a:gd name="T65" fmla="*/ 48 h 100"/>
                <a:gd name="T66" fmla="*/ 2 w 49"/>
                <a:gd name="T67" fmla="*/ 50 h 100"/>
                <a:gd name="T68" fmla="*/ 11 w 49"/>
                <a:gd name="T69" fmla="*/ 36 h 100"/>
                <a:gd name="T70" fmla="*/ 32 w 49"/>
                <a:gd name="T71" fmla="*/ 77 h 100"/>
                <a:gd name="T72" fmla="*/ 27 w 49"/>
                <a:gd name="T73" fmla="*/ 78 h 100"/>
                <a:gd name="T74" fmla="*/ 20 w 49"/>
                <a:gd name="T75" fmla="*/ 62 h 100"/>
                <a:gd name="T76" fmla="*/ 18 w 49"/>
                <a:gd name="T77" fmla="*/ 57 h 100"/>
                <a:gd name="T78" fmla="*/ 13 w 49"/>
                <a:gd name="T79" fmla="*/ 96 h 100"/>
                <a:gd name="T80" fmla="*/ 7 w 49"/>
                <a:gd name="T81" fmla="*/ 88 h 100"/>
                <a:gd name="T82" fmla="*/ 9 w 49"/>
                <a:gd name="T83" fmla="*/ 75 h 100"/>
                <a:gd name="T84" fmla="*/ 10 w 49"/>
                <a:gd name="T85" fmla="*/ 43 h 100"/>
                <a:gd name="T86" fmla="*/ 27 w 49"/>
                <a:gd name="T87" fmla="*/ 49 h 100"/>
                <a:gd name="T88" fmla="*/ 41 w 49"/>
                <a:gd name="T89" fmla="*/ 48 h 100"/>
                <a:gd name="T90" fmla="*/ 40 w 49"/>
                <a:gd name="T91" fmla="*/ 52 h 100"/>
                <a:gd name="T92" fmla="*/ 34 w 49"/>
                <a:gd name="T93" fmla="*/ 53 h 100"/>
                <a:gd name="T94" fmla="*/ 27 w 49"/>
                <a:gd name="T95" fmla="*/ 48 h 100"/>
                <a:gd name="T96" fmla="*/ 18 w 49"/>
                <a:gd name="T97" fmla="*/ 38 h 100"/>
                <a:gd name="T98" fmla="*/ 11 w 49"/>
                <a:gd name="T99" fmla="*/ 28 h 100"/>
                <a:gd name="T100" fmla="*/ 13 w 49"/>
                <a:gd name="T101" fmla="*/ 19 h 100"/>
                <a:gd name="T102" fmla="*/ 31 w 49"/>
                <a:gd name="T103" fmla="*/ 39 h 100"/>
                <a:gd name="T104" fmla="*/ 36 w 49"/>
                <a:gd name="T105" fmla="*/ 42 h 100"/>
                <a:gd name="T106" fmla="*/ 42 w 49"/>
                <a:gd name="T107" fmla="*/ 28 h 100"/>
                <a:gd name="T108" fmla="*/ 46 w 49"/>
                <a:gd name="T109" fmla="*/ 26 h 100"/>
                <a:gd name="T110" fmla="*/ 43 w 49"/>
                <a:gd name="T111" fmla="*/ 14 h 100"/>
                <a:gd name="T112" fmla="*/ 48 w 49"/>
                <a:gd name="T113" fmla="*/ 13 h 100"/>
                <a:gd name="T114" fmla="*/ 8 w 49"/>
                <a:gd name="T115" fmla="*/ 83 h 100"/>
                <a:gd name="T116" fmla="*/ 19 w 49"/>
                <a:gd name="T117" fmla="*/ 34 h 100"/>
                <a:gd name="T118" fmla="*/ 14 w 49"/>
                <a:gd name="T119" fmla="*/ 24 h 100"/>
                <a:gd name="T120" fmla="*/ 25 w 49"/>
                <a:gd name="T121" fmla="*/ 2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" h="100">
                  <a:moveTo>
                    <a:pt x="11" y="71"/>
                  </a:moveTo>
                  <a:cubicBezTo>
                    <a:pt x="11" y="72"/>
                    <a:pt x="11" y="72"/>
                    <a:pt x="11" y="72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12" y="73"/>
                    <a:pt x="12" y="73"/>
                    <a:pt x="12" y="73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1"/>
                    <a:pt x="12" y="71"/>
                    <a:pt x="12" y="71"/>
                  </a:cubicBezTo>
                  <a:lnTo>
                    <a:pt x="11" y="71"/>
                  </a:lnTo>
                  <a:close/>
                  <a:moveTo>
                    <a:pt x="49" y="12"/>
                  </a:move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1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43" y="10"/>
                    <a:pt x="43" y="11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6"/>
                    <a:pt x="42" y="17"/>
                    <a:pt x="42" y="17"/>
                  </a:cubicBezTo>
                  <a:cubicBezTo>
                    <a:pt x="43" y="18"/>
                    <a:pt x="43" y="19"/>
                    <a:pt x="43" y="20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43" y="22"/>
                    <a:pt x="42" y="24"/>
                    <a:pt x="42" y="25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0" y="26"/>
                    <a:pt x="39" y="25"/>
                    <a:pt x="39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8" y="28"/>
                    <a:pt x="38" y="29"/>
                  </a:cubicBezTo>
                  <a:cubicBezTo>
                    <a:pt x="38" y="30"/>
                    <a:pt x="38" y="30"/>
                    <a:pt x="37" y="31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5" y="32"/>
                    <a:pt x="35" y="31"/>
                    <a:pt x="34" y="30"/>
                  </a:cubicBezTo>
                  <a:cubicBezTo>
                    <a:pt x="33" y="28"/>
                    <a:pt x="31" y="27"/>
                    <a:pt x="30" y="26"/>
                  </a:cubicBezTo>
                  <a:cubicBezTo>
                    <a:pt x="28" y="25"/>
                    <a:pt x="27" y="24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0" y="22"/>
                    <a:pt x="31" y="23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7"/>
                    <a:pt x="35" y="14"/>
                    <a:pt x="32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14"/>
                    <a:pt x="29" y="13"/>
                    <a:pt x="27" y="13"/>
                  </a:cubicBezTo>
                  <a:cubicBezTo>
                    <a:pt x="26" y="13"/>
                    <a:pt x="26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19" y="17"/>
                    <a:pt x="19" y="19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7" y="17"/>
                    <a:pt x="17" y="16"/>
                    <a:pt x="17" y="16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4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3" y="11"/>
                    <a:pt x="13" y="9"/>
                    <a:pt x="13" y="8"/>
                  </a:cubicBezTo>
                  <a:cubicBezTo>
                    <a:pt x="13" y="4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9" y="6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0"/>
                    <a:pt x="6" y="8"/>
                    <a:pt x="5" y="6"/>
                  </a:cubicBezTo>
                  <a:cubicBezTo>
                    <a:pt x="4" y="4"/>
                    <a:pt x="3" y="2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4" y="13"/>
                    <a:pt x="5" y="15"/>
                  </a:cubicBezTo>
                  <a:cubicBezTo>
                    <a:pt x="4" y="14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7"/>
                    <a:pt x="3" y="20"/>
                    <a:pt x="5" y="21"/>
                  </a:cubicBezTo>
                  <a:cubicBezTo>
                    <a:pt x="3" y="21"/>
                    <a:pt x="2" y="20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4"/>
                    <a:pt x="4" y="27"/>
                    <a:pt x="5" y="28"/>
                  </a:cubicBezTo>
                  <a:cubicBezTo>
                    <a:pt x="4" y="28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1"/>
                    <a:pt x="5" y="32"/>
                    <a:pt x="6" y="33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3" y="33"/>
                    <a:pt x="0" y="35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1"/>
                    <a:pt x="2" y="42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1" y="44"/>
                    <a:pt x="1" y="44"/>
                    <a:pt x="0" y="4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1"/>
                    <a:pt x="2" y="51"/>
                    <a:pt x="3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3" y="49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7"/>
                    <a:pt x="5" y="45"/>
                    <a:pt x="6" y="43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0"/>
                    <a:pt x="4" y="39"/>
                    <a:pt x="3" y="39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9" y="39"/>
                    <a:pt x="9" y="40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8"/>
                    <a:pt x="1" y="54"/>
                    <a:pt x="1" y="59"/>
                  </a:cubicBezTo>
                  <a:cubicBezTo>
                    <a:pt x="1" y="62"/>
                    <a:pt x="4" y="65"/>
                    <a:pt x="5" y="66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5"/>
                    <a:pt x="7" y="75"/>
                    <a:pt x="7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8" y="77"/>
                    <a:pt x="8" y="77"/>
                    <a:pt x="8" y="77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6" y="82"/>
                    <a:pt x="6" y="82"/>
                    <a:pt x="6" y="82"/>
                  </a:cubicBezTo>
                  <a:cubicBezTo>
                    <a:pt x="6" y="83"/>
                    <a:pt x="7" y="84"/>
                    <a:pt x="7" y="86"/>
                  </a:cubicBezTo>
                  <a:cubicBezTo>
                    <a:pt x="7" y="87"/>
                    <a:pt x="6" y="88"/>
                    <a:pt x="6" y="88"/>
                  </a:cubicBezTo>
                  <a:cubicBezTo>
                    <a:pt x="5" y="93"/>
                    <a:pt x="5" y="93"/>
                    <a:pt x="5" y="93"/>
                  </a:cubicBezTo>
                  <a:cubicBezTo>
                    <a:pt x="6" y="95"/>
                    <a:pt x="6" y="95"/>
                    <a:pt x="6" y="95"/>
                  </a:cubicBezTo>
                  <a:cubicBezTo>
                    <a:pt x="6" y="99"/>
                    <a:pt x="6" y="99"/>
                    <a:pt x="6" y="99"/>
                  </a:cubicBezTo>
                  <a:cubicBezTo>
                    <a:pt x="7" y="100"/>
                    <a:pt x="8" y="100"/>
                    <a:pt x="9" y="100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1" y="100"/>
                    <a:pt x="12" y="100"/>
                    <a:pt x="13" y="100"/>
                  </a:cubicBezTo>
                  <a:cubicBezTo>
                    <a:pt x="15" y="100"/>
                    <a:pt x="16" y="99"/>
                    <a:pt x="17" y="98"/>
                  </a:cubicBezTo>
                  <a:cubicBezTo>
                    <a:pt x="19" y="97"/>
                    <a:pt x="19" y="97"/>
                    <a:pt x="19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5"/>
                    <a:pt x="17" y="95"/>
                    <a:pt x="17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3" y="95"/>
                    <a:pt x="12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0" y="96"/>
                    <a:pt x="10" y="94"/>
                    <a:pt x="10" y="93"/>
                  </a:cubicBezTo>
                  <a:cubicBezTo>
                    <a:pt x="10" y="92"/>
                    <a:pt x="10" y="92"/>
                    <a:pt x="10" y="92"/>
                  </a:cubicBezTo>
                  <a:cubicBezTo>
                    <a:pt x="10" y="91"/>
                    <a:pt x="10" y="91"/>
                    <a:pt x="10" y="90"/>
                  </a:cubicBezTo>
                  <a:cubicBezTo>
                    <a:pt x="11" y="89"/>
                    <a:pt x="11" y="88"/>
                    <a:pt x="11" y="87"/>
                  </a:cubicBezTo>
                  <a:cubicBezTo>
                    <a:pt x="11" y="86"/>
                    <a:pt x="11" y="86"/>
                    <a:pt x="11" y="86"/>
                  </a:cubicBezTo>
                  <a:cubicBezTo>
                    <a:pt x="11" y="85"/>
                    <a:pt x="11" y="85"/>
                    <a:pt x="12" y="84"/>
                  </a:cubicBezTo>
                  <a:cubicBezTo>
                    <a:pt x="13" y="83"/>
                    <a:pt x="12" y="82"/>
                    <a:pt x="13" y="81"/>
                  </a:cubicBezTo>
                  <a:cubicBezTo>
                    <a:pt x="13" y="80"/>
                    <a:pt x="13" y="79"/>
                    <a:pt x="14" y="78"/>
                  </a:cubicBezTo>
                  <a:cubicBezTo>
                    <a:pt x="15" y="77"/>
                    <a:pt x="16" y="75"/>
                    <a:pt x="17" y="74"/>
                  </a:cubicBezTo>
                  <a:cubicBezTo>
                    <a:pt x="17" y="72"/>
                    <a:pt x="17" y="72"/>
                    <a:pt x="17" y="72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19" y="69"/>
                    <a:pt x="20" y="69"/>
                    <a:pt x="20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1" y="69"/>
                    <a:pt x="21" y="69"/>
                    <a:pt x="21" y="69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4"/>
                    <a:pt x="20" y="74"/>
                    <a:pt x="20" y="74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5" y="78"/>
                    <a:pt x="25" y="78"/>
                    <a:pt x="25" y="78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8" y="81"/>
                    <a:pt x="28" y="81"/>
                    <a:pt x="28" y="81"/>
                  </a:cubicBezTo>
                  <a:cubicBezTo>
                    <a:pt x="28" y="82"/>
                    <a:pt x="29" y="83"/>
                    <a:pt x="31" y="83"/>
                  </a:cubicBezTo>
                  <a:cubicBezTo>
                    <a:pt x="32" y="83"/>
                    <a:pt x="34" y="80"/>
                    <a:pt x="34" y="79"/>
                  </a:cubicBezTo>
                  <a:cubicBezTo>
                    <a:pt x="35" y="78"/>
                    <a:pt x="36" y="76"/>
                    <a:pt x="36" y="75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1" y="75"/>
                    <a:pt x="31" y="75"/>
                    <a:pt x="31" y="75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0" y="76"/>
                    <a:pt x="30" y="76"/>
                    <a:pt x="30" y="76"/>
                  </a:cubicBezTo>
                  <a:cubicBezTo>
                    <a:pt x="29" y="76"/>
                    <a:pt x="27" y="74"/>
                    <a:pt x="27" y="73"/>
                  </a:cubicBezTo>
                  <a:cubicBezTo>
                    <a:pt x="26" y="72"/>
                    <a:pt x="25" y="71"/>
                    <a:pt x="25" y="70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7" y="68"/>
                    <a:pt x="29" y="66"/>
                    <a:pt x="30" y="65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31" y="62"/>
                    <a:pt x="32" y="61"/>
                    <a:pt x="32" y="61"/>
                  </a:cubicBezTo>
                  <a:cubicBezTo>
                    <a:pt x="31" y="57"/>
                    <a:pt x="29" y="56"/>
                    <a:pt x="27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1" y="52"/>
                    <a:pt x="32" y="56"/>
                    <a:pt x="32" y="56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3" y="55"/>
                    <a:pt x="34" y="54"/>
                    <a:pt x="34" y="53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6" y="54"/>
                    <a:pt x="37" y="54"/>
                    <a:pt x="38" y="55"/>
                  </a:cubicBezTo>
                  <a:cubicBezTo>
                    <a:pt x="39" y="55"/>
                    <a:pt x="39" y="55"/>
                    <a:pt x="39" y="56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40" y="61"/>
                    <a:pt x="40" y="61"/>
                    <a:pt x="40" y="61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2" y="54"/>
                    <a:pt x="43" y="52"/>
                    <a:pt x="43" y="52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4" y="47"/>
                    <a:pt x="44" y="47"/>
                    <a:pt x="44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6" y="51"/>
                    <a:pt x="35" y="50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5" y="47"/>
                    <a:pt x="34" y="47"/>
                    <a:pt x="33" y="47"/>
                  </a:cubicBezTo>
                  <a:cubicBezTo>
                    <a:pt x="34" y="46"/>
                    <a:pt x="35" y="45"/>
                    <a:pt x="36" y="4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1" y="38"/>
                    <a:pt x="41" y="37"/>
                    <a:pt x="41" y="36"/>
                  </a:cubicBezTo>
                  <a:cubicBezTo>
                    <a:pt x="41" y="35"/>
                    <a:pt x="41" y="33"/>
                    <a:pt x="42" y="33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4" y="32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1"/>
                    <a:pt x="44" y="30"/>
                    <a:pt x="43" y="30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8"/>
                    <a:pt x="44" y="27"/>
                    <a:pt x="44" y="26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19"/>
                    <a:pt x="47" y="18"/>
                    <a:pt x="47" y="18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lnTo>
                    <a:pt x="49" y="12"/>
                  </a:lnTo>
                  <a:close/>
                  <a:moveTo>
                    <a:pt x="35" y="21"/>
                  </a:move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lnTo>
                    <a:pt x="35" y="21"/>
                  </a:lnTo>
                  <a:close/>
                  <a:moveTo>
                    <a:pt x="44" y="10"/>
                  </a:moveTo>
                  <a:cubicBezTo>
                    <a:pt x="45" y="10"/>
                    <a:pt x="45" y="10"/>
                    <a:pt x="45" y="10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lnTo>
                    <a:pt x="44" y="10"/>
                  </a:lnTo>
                  <a:close/>
                  <a:moveTo>
                    <a:pt x="42" y="12"/>
                  </a:moveTo>
                  <a:cubicBezTo>
                    <a:pt x="42" y="12"/>
                    <a:pt x="42" y="12"/>
                    <a:pt x="42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3"/>
                    <a:pt x="41" y="13"/>
                    <a:pt x="41" y="13"/>
                  </a:cubicBezTo>
                  <a:lnTo>
                    <a:pt x="42" y="12"/>
                  </a:lnTo>
                  <a:close/>
                  <a:moveTo>
                    <a:pt x="43" y="17"/>
                  </a:moveTo>
                  <a:cubicBezTo>
                    <a:pt x="42" y="16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5"/>
                    <a:pt x="43" y="15"/>
                    <a:pt x="43" y="16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3" y="18"/>
                    <a:pt x="43" y="18"/>
                    <a:pt x="43" y="18"/>
                  </a:cubicBezTo>
                  <a:lnTo>
                    <a:pt x="43" y="17"/>
                  </a:lnTo>
                  <a:close/>
                  <a:moveTo>
                    <a:pt x="29" y="21"/>
                  </a:moveTo>
                  <a:cubicBezTo>
                    <a:pt x="29" y="21"/>
                    <a:pt x="29" y="21"/>
                    <a:pt x="29" y="21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1" y="22"/>
                    <a:pt x="31" y="22"/>
                    <a:pt x="31" y="22"/>
                  </a:cubicBezTo>
                  <a:lnTo>
                    <a:pt x="29" y="21"/>
                  </a:lnTo>
                  <a:close/>
                  <a:moveTo>
                    <a:pt x="27" y="20"/>
                  </a:moveTo>
                  <a:cubicBezTo>
                    <a:pt x="27" y="20"/>
                    <a:pt x="27" y="20"/>
                    <a:pt x="27" y="20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7" y="20"/>
                    <a:pt x="27" y="20"/>
                    <a:pt x="27" y="20"/>
                  </a:cubicBezTo>
                  <a:close/>
                  <a:moveTo>
                    <a:pt x="32" y="21"/>
                  </a:moveTo>
                  <a:cubicBezTo>
                    <a:pt x="34" y="22"/>
                    <a:pt x="34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lnTo>
                    <a:pt x="32" y="21"/>
                  </a:lnTo>
                  <a:close/>
                  <a:moveTo>
                    <a:pt x="32" y="15"/>
                  </a:moveTo>
                  <a:cubicBezTo>
                    <a:pt x="33" y="15"/>
                    <a:pt x="34" y="15"/>
                    <a:pt x="34" y="16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9" y="15"/>
                    <a:pt x="29" y="15"/>
                    <a:pt x="29" y="15"/>
                  </a:cubicBezTo>
                  <a:lnTo>
                    <a:pt x="32" y="15"/>
                  </a:lnTo>
                  <a:close/>
                  <a:moveTo>
                    <a:pt x="28" y="15"/>
                  </a:moveTo>
                  <a:cubicBezTo>
                    <a:pt x="28" y="15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lose/>
                  <a:moveTo>
                    <a:pt x="22" y="13"/>
                  </a:moveTo>
                  <a:cubicBezTo>
                    <a:pt x="23" y="14"/>
                    <a:pt x="23" y="14"/>
                    <a:pt x="23" y="14"/>
                  </a:cubicBezTo>
                  <a:cubicBezTo>
                    <a:pt x="22" y="14"/>
                    <a:pt x="22" y="14"/>
                    <a:pt x="22" y="14"/>
                  </a:cubicBezTo>
                  <a:lnTo>
                    <a:pt x="22" y="13"/>
                  </a:lnTo>
                  <a:close/>
                  <a:moveTo>
                    <a:pt x="21" y="16"/>
                  </a:moveTo>
                  <a:cubicBezTo>
                    <a:pt x="21" y="16"/>
                    <a:pt x="21" y="16"/>
                    <a:pt x="21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6" y="14"/>
                    <a:pt x="26" y="13"/>
                    <a:pt x="27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4"/>
                    <a:pt x="28" y="25"/>
                    <a:pt x="29" y="26"/>
                  </a:cubicBezTo>
                  <a:cubicBezTo>
                    <a:pt x="31" y="27"/>
                    <a:pt x="32" y="29"/>
                    <a:pt x="34" y="30"/>
                  </a:cubicBezTo>
                  <a:cubicBezTo>
                    <a:pt x="35" y="32"/>
                    <a:pt x="35" y="34"/>
                    <a:pt x="36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4" y="34"/>
                    <a:pt x="33" y="34"/>
                    <a:pt x="33" y="34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1" y="32"/>
                    <a:pt x="21" y="3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9"/>
                    <a:pt x="20" y="28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9" y="18"/>
                    <a:pt x="20" y="17"/>
                    <a:pt x="21" y="16"/>
                  </a:cubicBezTo>
                  <a:moveTo>
                    <a:pt x="20" y="31"/>
                  </a:moveTo>
                  <a:cubicBezTo>
                    <a:pt x="20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7" y="32"/>
                    <a:pt x="17" y="31"/>
                    <a:pt x="17" y="29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19" y="27"/>
                    <a:pt x="19" y="27"/>
                  </a:cubicBezTo>
                  <a:cubicBezTo>
                    <a:pt x="20" y="28"/>
                    <a:pt x="20" y="30"/>
                    <a:pt x="20" y="30"/>
                  </a:cubicBezTo>
                  <a:lnTo>
                    <a:pt x="20" y="31"/>
                  </a:lnTo>
                  <a:close/>
                  <a:moveTo>
                    <a:pt x="16" y="18"/>
                  </a:moveTo>
                  <a:cubicBezTo>
                    <a:pt x="16" y="18"/>
                    <a:pt x="16" y="18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9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5" y="20"/>
                    <a:pt x="15" y="20"/>
                    <a:pt x="15" y="20"/>
                  </a:cubicBezTo>
                  <a:lnTo>
                    <a:pt x="16" y="18"/>
                  </a:lnTo>
                  <a:close/>
                  <a:moveTo>
                    <a:pt x="13" y="13"/>
                  </a:move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5" y="12"/>
                    <a:pt x="15" y="16"/>
                    <a:pt x="15" y="17"/>
                  </a:cubicBezTo>
                  <a:cubicBezTo>
                    <a:pt x="15" y="18"/>
                    <a:pt x="15" y="19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5"/>
                    <a:pt x="13" y="14"/>
                    <a:pt x="13" y="13"/>
                  </a:cubicBezTo>
                  <a:moveTo>
                    <a:pt x="13" y="1"/>
                  </a:moveTo>
                  <a:cubicBezTo>
                    <a:pt x="13" y="2"/>
                    <a:pt x="13" y="5"/>
                    <a:pt x="13" y="8"/>
                  </a:cubicBezTo>
                  <a:cubicBezTo>
                    <a:pt x="13" y="9"/>
                    <a:pt x="13" y="11"/>
                    <a:pt x="13" y="12"/>
                  </a:cubicBezTo>
                  <a:cubicBezTo>
                    <a:pt x="13" y="12"/>
                    <a:pt x="13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4"/>
                    <a:pt x="11" y="10"/>
                    <a:pt x="11" y="7"/>
                  </a:cubicBezTo>
                  <a:cubicBezTo>
                    <a:pt x="11" y="5"/>
                    <a:pt x="11" y="3"/>
                    <a:pt x="13" y="1"/>
                  </a:cubicBezTo>
                  <a:moveTo>
                    <a:pt x="12" y="2"/>
                  </a:moveTo>
                  <a:cubicBezTo>
                    <a:pt x="11" y="4"/>
                    <a:pt x="10" y="5"/>
                    <a:pt x="10" y="7"/>
                  </a:cubicBezTo>
                  <a:cubicBezTo>
                    <a:pt x="10" y="11"/>
                    <a:pt x="12" y="15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7"/>
                    <a:pt x="10" y="4"/>
                    <a:pt x="12" y="2"/>
                  </a:cubicBezTo>
                  <a:moveTo>
                    <a:pt x="9" y="12"/>
                  </a:moveTo>
                  <a:cubicBezTo>
                    <a:pt x="9" y="11"/>
                    <a:pt x="9" y="11"/>
                    <a:pt x="9" y="11"/>
                  </a:cubicBezTo>
                  <a:cubicBezTo>
                    <a:pt x="9" y="13"/>
                    <a:pt x="11" y="16"/>
                    <a:pt x="12" y="17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0" y="20"/>
                    <a:pt x="9" y="16"/>
                    <a:pt x="9" y="12"/>
                  </a:cubicBezTo>
                  <a:close/>
                  <a:moveTo>
                    <a:pt x="22" y="44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4" y="43"/>
                    <a:pt x="22" y="44"/>
                  </a:cubicBezTo>
                  <a:moveTo>
                    <a:pt x="22" y="44"/>
                  </a:moveTo>
                  <a:cubicBezTo>
                    <a:pt x="19" y="48"/>
                    <a:pt x="19" y="48"/>
                    <a:pt x="19" y="48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6"/>
                    <a:pt x="20" y="45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1" y="44"/>
                    <a:pt x="21" y="44"/>
                    <a:pt x="21" y="44"/>
                  </a:cubicBezTo>
                  <a:lnTo>
                    <a:pt x="22" y="44"/>
                  </a:lnTo>
                  <a:close/>
                  <a:moveTo>
                    <a:pt x="21" y="44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2" y="41"/>
                    <a:pt x="22" y="41"/>
                    <a:pt x="22" y="41"/>
                  </a:cubicBezTo>
                  <a:lnTo>
                    <a:pt x="21" y="44"/>
                  </a:lnTo>
                  <a:close/>
                  <a:moveTo>
                    <a:pt x="20" y="44"/>
                  </a:move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18" y="45"/>
                    <a:pt x="16" y="45"/>
                  </a:cubicBezTo>
                  <a:cubicBezTo>
                    <a:pt x="18" y="45"/>
                    <a:pt x="18" y="43"/>
                    <a:pt x="18" y="42"/>
                  </a:cubicBezTo>
                  <a:cubicBezTo>
                    <a:pt x="20" y="42"/>
                    <a:pt x="20" y="42"/>
                    <a:pt x="20" y="42"/>
                  </a:cubicBezTo>
                  <a:lnTo>
                    <a:pt x="20" y="44"/>
                  </a:lnTo>
                  <a:close/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lose/>
                  <a:moveTo>
                    <a:pt x="11" y="38"/>
                  </a:moveTo>
                  <a:cubicBezTo>
                    <a:pt x="12" y="39"/>
                    <a:pt x="13" y="39"/>
                    <a:pt x="14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1"/>
                    <a:pt x="11" y="39"/>
                    <a:pt x="11" y="38"/>
                  </a:cubicBezTo>
                  <a:moveTo>
                    <a:pt x="14" y="40"/>
                  </a:moveTo>
                  <a:cubicBezTo>
                    <a:pt x="15" y="41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6" y="42"/>
                    <a:pt x="17" y="42"/>
                    <a:pt x="18" y="42"/>
                  </a:cubicBezTo>
                  <a:cubicBezTo>
                    <a:pt x="18" y="43"/>
                    <a:pt x="17" y="45"/>
                    <a:pt x="15" y="45"/>
                  </a:cubicBezTo>
                  <a:cubicBezTo>
                    <a:pt x="15" y="45"/>
                    <a:pt x="15" y="43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3" y="42"/>
                    <a:pt x="14" y="40"/>
                    <a:pt x="14" y="40"/>
                  </a:cubicBezTo>
                  <a:moveTo>
                    <a:pt x="12" y="44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4" y="43"/>
                    <a:pt x="14" y="43"/>
                    <a:pt x="14" y="43"/>
                  </a:cubicBezTo>
                  <a:cubicBezTo>
                    <a:pt x="14" y="44"/>
                    <a:pt x="14" y="45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6"/>
                    <a:pt x="15" y="46"/>
                    <a:pt x="15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48"/>
                    <a:pt x="16" y="48"/>
                    <a:pt x="15" y="50"/>
                  </a:cubicBezTo>
                  <a:cubicBezTo>
                    <a:pt x="15" y="52"/>
                    <a:pt x="12" y="54"/>
                    <a:pt x="11" y="55"/>
                  </a:cubicBezTo>
                  <a:cubicBezTo>
                    <a:pt x="9" y="57"/>
                    <a:pt x="9" y="58"/>
                    <a:pt x="8" y="60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5" y="61"/>
                    <a:pt x="5" y="59"/>
                    <a:pt x="5" y="59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4"/>
                    <a:pt x="10" y="52"/>
                    <a:pt x="12" y="44"/>
                  </a:cubicBezTo>
                  <a:moveTo>
                    <a:pt x="18" y="42"/>
                  </a:moveTo>
                  <a:cubicBezTo>
                    <a:pt x="16" y="42"/>
                    <a:pt x="16" y="42"/>
                    <a:pt x="16" y="42"/>
                  </a:cubicBezTo>
                  <a:cubicBezTo>
                    <a:pt x="17" y="41"/>
                    <a:pt x="18" y="40"/>
                    <a:pt x="18" y="39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9" y="42"/>
                    <a:pt x="19" y="42"/>
                    <a:pt x="19" y="42"/>
                  </a:cubicBezTo>
                  <a:lnTo>
                    <a:pt x="18" y="42"/>
                  </a:lnTo>
                  <a:close/>
                  <a:moveTo>
                    <a:pt x="15" y="41"/>
                  </a:move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3" y="39"/>
                    <a:pt x="12" y="38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5" y="38"/>
                    <a:pt x="16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41"/>
                    <a:pt x="15" y="41"/>
                  </a:cubicBezTo>
                  <a:moveTo>
                    <a:pt x="14" y="35"/>
                  </a:moveTo>
                  <a:cubicBezTo>
                    <a:pt x="14" y="35"/>
                    <a:pt x="14" y="35"/>
                    <a:pt x="14" y="35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2" y="37"/>
                    <a:pt x="11" y="38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5"/>
                    <a:pt x="14" y="35"/>
                    <a:pt x="14" y="35"/>
                  </a:cubicBezTo>
                  <a:close/>
                  <a:moveTo>
                    <a:pt x="9" y="34"/>
                  </a:moveTo>
                  <a:cubicBezTo>
                    <a:pt x="9" y="32"/>
                    <a:pt x="9" y="32"/>
                    <a:pt x="9" y="32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0" y="29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2" y="32"/>
                    <a:pt x="12" y="32"/>
                    <a:pt x="12" y="32"/>
                  </a:cubicBezTo>
                  <a:lnTo>
                    <a:pt x="9" y="34"/>
                  </a:lnTo>
                  <a:close/>
                  <a:moveTo>
                    <a:pt x="10" y="27"/>
                  </a:moveTo>
                  <a:cubicBezTo>
                    <a:pt x="10" y="27"/>
                    <a:pt x="8" y="27"/>
                    <a:pt x="7" y="28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0" y="27"/>
                    <a:pt x="10" y="27"/>
                    <a:pt x="10" y="27"/>
                  </a:cubicBezTo>
                  <a:close/>
                  <a:moveTo>
                    <a:pt x="9" y="25"/>
                  </a:move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8" y="25"/>
                    <a:pt x="7" y="24"/>
                    <a:pt x="7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9" y="25"/>
                    <a:pt x="9" y="25"/>
                    <a:pt x="9" y="25"/>
                  </a:cubicBezTo>
                  <a:close/>
                  <a:moveTo>
                    <a:pt x="10" y="23"/>
                  </a:moveTo>
                  <a:cubicBezTo>
                    <a:pt x="10" y="22"/>
                    <a:pt x="9" y="22"/>
                    <a:pt x="8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lnTo>
                    <a:pt x="10" y="23"/>
                  </a:lnTo>
                  <a:close/>
                  <a:moveTo>
                    <a:pt x="3" y="3"/>
                  </a:moveTo>
                  <a:cubicBezTo>
                    <a:pt x="4" y="5"/>
                    <a:pt x="7" y="10"/>
                    <a:pt x="8" y="12"/>
                  </a:cubicBezTo>
                  <a:cubicBezTo>
                    <a:pt x="8" y="13"/>
                    <a:pt x="8" y="14"/>
                    <a:pt x="8" y="15"/>
                  </a:cubicBezTo>
                  <a:cubicBezTo>
                    <a:pt x="7" y="13"/>
                    <a:pt x="3" y="7"/>
                    <a:pt x="3" y="3"/>
                  </a:cubicBezTo>
                  <a:close/>
                  <a:moveTo>
                    <a:pt x="2" y="2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2" y="2"/>
                    <a:pt x="2" y="2"/>
                    <a:pt x="2" y="2"/>
                  </a:cubicBezTo>
                  <a:close/>
                  <a:moveTo>
                    <a:pt x="2" y="5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9"/>
                    <a:pt x="9" y="16"/>
                    <a:pt x="9" y="16"/>
                  </a:cubicBezTo>
                  <a:cubicBezTo>
                    <a:pt x="9" y="17"/>
                    <a:pt x="9" y="19"/>
                    <a:pt x="10" y="20"/>
                  </a:cubicBezTo>
                  <a:cubicBezTo>
                    <a:pt x="9" y="19"/>
                    <a:pt x="8" y="18"/>
                    <a:pt x="7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2" y="10"/>
                    <a:pt x="2" y="5"/>
                  </a:cubicBezTo>
                  <a:moveTo>
                    <a:pt x="6" y="16"/>
                  </a:moveTo>
                  <a:cubicBezTo>
                    <a:pt x="7" y="18"/>
                    <a:pt x="9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1"/>
                    <a:pt x="7" y="19"/>
                    <a:pt x="6" y="18"/>
                  </a:cubicBezTo>
                  <a:cubicBezTo>
                    <a:pt x="4" y="17"/>
                    <a:pt x="3" y="15"/>
                    <a:pt x="2" y="13"/>
                  </a:cubicBezTo>
                  <a:cubicBezTo>
                    <a:pt x="3" y="14"/>
                    <a:pt x="5" y="16"/>
                    <a:pt x="6" y="16"/>
                  </a:cubicBezTo>
                  <a:moveTo>
                    <a:pt x="6" y="22"/>
                  </a:move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1" y="18"/>
                    <a:pt x="1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7"/>
                    <a:pt x="7" y="20"/>
                    <a:pt x="8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5"/>
                    <a:pt x="8" y="25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5"/>
                    <a:pt x="6" y="25"/>
                    <a:pt x="5" y="24"/>
                  </a:cubicBezTo>
                  <a:cubicBezTo>
                    <a:pt x="4" y="23"/>
                    <a:pt x="3" y="22"/>
                    <a:pt x="2" y="21"/>
                  </a:cubicBezTo>
                  <a:cubicBezTo>
                    <a:pt x="3" y="21"/>
                    <a:pt x="5" y="21"/>
                    <a:pt x="6" y="22"/>
                  </a:cubicBezTo>
                  <a:moveTo>
                    <a:pt x="4" y="26"/>
                  </a:moveTo>
                  <a:cubicBezTo>
                    <a:pt x="3" y="25"/>
                    <a:pt x="2" y="23"/>
                    <a:pt x="2" y="22"/>
                  </a:cubicBezTo>
                  <a:cubicBezTo>
                    <a:pt x="3" y="24"/>
                    <a:pt x="7" y="26"/>
                    <a:pt x="8" y="26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5" y="27"/>
                    <a:pt x="4" y="26"/>
                  </a:cubicBezTo>
                  <a:moveTo>
                    <a:pt x="4" y="29"/>
                  </a:moveTo>
                  <a:cubicBezTo>
                    <a:pt x="4" y="29"/>
                    <a:pt x="5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5" y="30"/>
                    <a:pt x="4" y="29"/>
                    <a:pt x="4" y="29"/>
                  </a:cubicBezTo>
                  <a:close/>
                  <a:moveTo>
                    <a:pt x="4" y="30"/>
                  </a:moveTo>
                  <a:cubicBezTo>
                    <a:pt x="5" y="31"/>
                    <a:pt x="8" y="31"/>
                    <a:pt x="9" y="31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6" y="33"/>
                    <a:pt x="5" y="32"/>
                    <a:pt x="4" y="30"/>
                  </a:cubicBezTo>
                  <a:moveTo>
                    <a:pt x="6" y="35"/>
                  </a:move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2" y="36"/>
                    <a:pt x="2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6" y="40"/>
                    <a:pt x="6" y="42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5" y="45"/>
                    <a:pt x="3" y="46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9"/>
                    <a:pt x="3" y="50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3" y="51"/>
                    <a:pt x="3" y="50"/>
                    <a:pt x="3" y="49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3" y="45"/>
                    <a:pt x="4" y="44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1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4" y="41"/>
                    <a:pt x="4" y="42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4" y="44"/>
                    <a:pt x="3" y="45"/>
                    <a:pt x="2" y="46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7"/>
                    <a:pt x="3" y="43"/>
                    <a:pt x="3" y="43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2" y="40"/>
                    <a:pt x="2" y="40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2" y="43"/>
                    <a:pt x="1" y="46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2" y="51"/>
                    <a:pt x="1" y="50"/>
                    <a:pt x="1" y="49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44"/>
                    <a:pt x="2" y="44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2"/>
                    <a:pt x="1" y="41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5"/>
                    <a:pt x="3" y="34"/>
                    <a:pt x="5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5"/>
                    <a:pt x="7" y="35"/>
                    <a:pt x="7" y="35"/>
                  </a:cubicBezTo>
                  <a:lnTo>
                    <a:pt x="6" y="35"/>
                  </a:lnTo>
                  <a:close/>
                  <a:moveTo>
                    <a:pt x="9" y="34"/>
                  </a:move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8" y="37"/>
                    <a:pt x="8" y="37"/>
                    <a:pt x="8" y="37"/>
                  </a:cubicBezTo>
                  <a:lnTo>
                    <a:pt x="9" y="34"/>
                  </a:lnTo>
                  <a:close/>
                  <a:moveTo>
                    <a:pt x="8" y="37"/>
                  </a:moveTo>
                  <a:cubicBezTo>
                    <a:pt x="9" y="37"/>
                    <a:pt x="10" y="36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38"/>
                    <a:pt x="9" y="37"/>
                    <a:pt x="8" y="37"/>
                  </a:cubicBezTo>
                  <a:moveTo>
                    <a:pt x="27" y="57"/>
                  </a:moveTo>
                  <a:cubicBezTo>
                    <a:pt x="29" y="57"/>
                    <a:pt x="31" y="57"/>
                    <a:pt x="31" y="61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29" y="66"/>
                    <a:pt x="27" y="68"/>
                    <a:pt x="25" y="69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25" y="71"/>
                    <a:pt x="26" y="72"/>
                    <a:pt x="26" y="73"/>
                  </a:cubicBezTo>
                  <a:cubicBezTo>
                    <a:pt x="27" y="74"/>
                    <a:pt x="28" y="76"/>
                    <a:pt x="29" y="77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2" y="77"/>
                    <a:pt x="32" y="77"/>
                    <a:pt x="32" y="77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6"/>
                    <a:pt x="32" y="76"/>
                    <a:pt x="32" y="76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4" y="79"/>
                    <a:pt x="34" y="79"/>
                    <a:pt x="34" y="79"/>
                  </a:cubicBezTo>
                  <a:cubicBezTo>
                    <a:pt x="33" y="80"/>
                    <a:pt x="31" y="82"/>
                    <a:pt x="31" y="82"/>
                  </a:cubicBezTo>
                  <a:cubicBezTo>
                    <a:pt x="29" y="82"/>
                    <a:pt x="29" y="82"/>
                    <a:pt x="28" y="81"/>
                  </a:cubicBezTo>
                  <a:cubicBezTo>
                    <a:pt x="28" y="80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6" y="78"/>
                    <a:pt x="26" y="78"/>
                    <a:pt x="26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75"/>
                    <a:pt x="23" y="75"/>
                    <a:pt x="22" y="74"/>
                  </a:cubicBezTo>
                  <a:cubicBezTo>
                    <a:pt x="21" y="73"/>
                    <a:pt x="21" y="73"/>
                    <a:pt x="21" y="73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2" y="69"/>
                    <a:pt x="22" y="69"/>
                    <a:pt x="22" y="69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5"/>
                    <a:pt x="23" y="64"/>
                    <a:pt x="23" y="63"/>
                  </a:cubicBezTo>
                  <a:cubicBezTo>
                    <a:pt x="23" y="62"/>
                    <a:pt x="25" y="62"/>
                    <a:pt x="25" y="62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2" y="64"/>
                    <a:pt x="22" y="65"/>
                    <a:pt x="22" y="67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19" y="69"/>
                    <a:pt x="19" y="69"/>
                    <a:pt x="19" y="69"/>
                  </a:cubicBezTo>
                  <a:cubicBezTo>
                    <a:pt x="20" y="67"/>
                    <a:pt x="20" y="65"/>
                    <a:pt x="20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1" y="61"/>
                    <a:pt x="21" y="61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5" y="57"/>
                    <a:pt x="26" y="57"/>
                    <a:pt x="27" y="57"/>
                  </a:cubicBezTo>
                  <a:moveTo>
                    <a:pt x="28" y="52"/>
                  </a:moveTo>
                  <a:cubicBezTo>
                    <a:pt x="28" y="52"/>
                    <a:pt x="28" y="52"/>
                    <a:pt x="28" y="52"/>
                  </a:cubicBezTo>
                  <a:cubicBezTo>
                    <a:pt x="28" y="53"/>
                    <a:pt x="25" y="54"/>
                    <a:pt x="25" y="55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19" y="61"/>
                    <a:pt x="18" y="60"/>
                    <a:pt x="18" y="60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8" y="57"/>
                    <a:pt x="18" y="58"/>
                    <a:pt x="18" y="59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60"/>
                    <a:pt x="19" y="61"/>
                    <a:pt x="19" y="62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6"/>
                    <a:pt x="19" y="68"/>
                    <a:pt x="18" y="70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6" y="74"/>
                    <a:pt x="15" y="77"/>
                    <a:pt x="14" y="78"/>
                  </a:cubicBezTo>
                  <a:cubicBezTo>
                    <a:pt x="12" y="79"/>
                    <a:pt x="12" y="80"/>
                    <a:pt x="12" y="81"/>
                  </a:cubicBezTo>
                  <a:cubicBezTo>
                    <a:pt x="12" y="82"/>
                    <a:pt x="12" y="83"/>
                    <a:pt x="11" y="83"/>
                  </a:cubicBezTo>
                  <a:cubicBezTo>
                    <a:pt x="11" y="85"/>
                    <a:pt x="10" y="85"/>
                    <a:pt x="10" y="86"/>
                  </a:cubicBezTo>
                  <a:cubicBezTo>
                    <a:pt x="10" y="87"/>
                    <a:pt x="10" y="87"/>
                    <a:pt x="10" y="87"/>
                  </a:cubicBezTo>
                  <a:cubicBezTo>
                    <a:pt x="10" y="88"/>
                    <a:pt x="10" y="88"/>
                    <a:pt x="10" y="89"/>
                  </a:cubicBezTo>
                  <a:cubicBezTo>
                    <a:pt x="9" y="90"/>
                    <a:pt x="9" y="91"/>
                    <a:pt x="9" y="92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9" y="94"/>
                    <a:pt x="9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7"/>
                    <a:pt x="15" y="97"/>
                    <a:pt x="15" y="97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6"/>
                    <a:pt x="14" y="96"/>
                    <a:pt x="14" y="96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6"/>
                    <a:pt x="17" y="96"/>
                    <a:pt x="17" y="96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6" y="99"/>
                    <a:pt x="14" y="99"/>
                    <a:pt x="13" y="100"/>
                  </a:cubicBezTo>
                  <a:cubicBezTo>
                    <a:pt x="12" y="100"/>
                    <a:pt x="11" y="100"/>
                    <a:pt x="10" y="100"/>
                  </a:cubicBezTo>
                  <a:cubicBezTo>
                    <a:pt x="9" y="100"/>
                    <a:pt x="9" y="100"/>
                    <a:pt x="9" y="100"/>
                  </a:cubicBezTo>
                  <a:cubicBezTo>
                    <a:pt x="7" y="98"/>
                    <a:pt x="7" y="98"/>
                    <a:pt x="7" y="98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6" y="93"/>
                    <a:pt x="6" y="93"/>
                    <a:pt x="6" y="93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8"/>
                    <a:pt x="7" y="87"/>
                    <a:pt x="7" y="86"/>
                  </a:cubicBezTo>
                  <a:cubicBezTo>
                    <a:pt x="7" y="84"/>
                    <a:pt x="7" y="83"/>
                    <a:pt x="7" y="82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4"/>
                    <a:pt x="10" y="73"/>
                    <a:pt x="9" y="72"/>
                  </a:cubicBezTo>
                  <a:cubicBezTo>
                    <a:pt x="9" y="70"/>
                    <a:pt x="8" y="67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5"/>
                    <a:pt x="9" y="62"/>
                    <a:pt x="9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" y="62"/>
                    <a:pt x="7" y="64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7"/>
                    <a:pt x="8" y="71"/>
                    <a:pt x="9" y="72"/>
                  </a:cubicBezTo>
                  <a:cubicBezTo>
                    <a:pt x="10" y="73"/>
                    <a:pt x="10" y="75"/>
                    <a:pt x="10" y="75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8" y="73"/>
                    <a:pt x="8" y="73"/>
                    <a:pt x="8" y="73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6" y="65"/>
                    <a:pt x="2" y="62"/>
                    <a:pt x="2" y="59"/>
                  </a:cubicBezTo>
                  <a:cubicBezTo>
                    <a:pt x="2" y="55"/>
                    <a:pt x="9" y="48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0"/>
                    <a:pt x="9" y="39"/>
                    <a:pt x="9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40"/>
                    <a:pt x="10" y="42"/>
                    <a:pt x="10" y="42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9" y="51"/>
                    <a:pt x="4" y="53"/>
                    <a:pt x="4" y="58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59"/>
                    <a:pt x="5" y="62"/>
                    <a:pt x="6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9" y="58"/>
                    <a:pt x="10" y="57"/>
                    <a:pt x="11" y="56"/>
                  </a:cubicBezTo>
                  <a:cubicBezTo>
                    <a:pt x="13" y="54"/>
                    <a:pt x="15" y="52"/>
                    <a:pt x="16" y="50"/>
                  </a:cubicBezTo>
                  <a:cubicBezTo>
                    <a:pt x="17" y="49"/>
                    <a:pt x="17" y="48"/>
                    <a:pt x="17" y="47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9" y="45"/>
                    <a:pt x="19" y="45"/>
                  </a:cubicBezTo>
                  <a:cubicBezTo>
                    <a:pt x="19" y="47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22" y="49"/>
                    <a:pt x="24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lnTo>
                    <a:pt x="28" y="52"/>
                  </a:lnTo>
                  <a:close/>
                  <a:moveTo>
                    <a:pt x="39" y="62"/>
                  </a:move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2"/>
                    <a:pt x="39" y="62"/>
                    <a:pt x="39" y="62"/>
                  </a:cubicBezTo>
                  <a:close/>
                  <a:moveTo>
                    <a:pt x="44" y="45"/>
                  </a:move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5"/>
                    <a:pt x="43" y="45"/>
                    <a:pt x="43" y="45"/>
                  </a:cubicBezTo>
                  <a:lnTo>
                    <a:pt x="44" y="45"/>
                  </a:lnTo>
                  <a:close/>
                  <a:moveTo>
                    <a:pt x="40" y="48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lose/>
                  <a:moveTo>
                    <a:pt x="40" y="49"/>
                  </a:moveTo>
                  <a:cubicBezTo>
                    <a:pt x="40" y="49"/>
                    <a:pt x="40" y="49"/>
                    <a:pt x="40" y="49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lnTo>
                    <a:pt x="40" y="49"/>
                  </a:lnTo>
                  <a:close/>
                  <a:moveTo>
                    <a:pt x="36" y="51"/>
                  </a:moveTo>
                  <a:cubicBezTo>
                    <a:pt x="35" y="51"/>
                    <a:pt x="35" y="51"/>
                    <a:pt x="35" y="51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1" y="52"/>
                    <a:pt x="41" y="52"/>
                    <a:pt x="41" y="52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0" y="56"/>
                    <a:pt x="40" y="57"/>
                    <a:pt x="40" y="58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39" y="55"/>
                    <a:pt x="39" y="55"/>
                    <a:pt x="38" y="54"/>
                  </a:cubicBezTo>
                  <a:cubicBezTo>
                    <a:pt x="37" y="54"/>
                    <a:pt x="36" y="53"/>
                    <a:pt x="36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lnTo>
                    <a:pt x="36" y="51"/>
                  </a:lnTo>
                  <a:close/>
                  <a:moveTo>
                    <a:pt x="36" y="47"/>
                  </a:move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3"/>
                    <a:pt x="33" y="54"/>
                    <a:pt x="33" y="55"/>
                  </a:cubicBezTo>
                  <a:cubicBezTo>
                    <a:pt x="32" y="54"/>
                    <a:pt x="31" y="51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2" y="47"/>
                    <a:pt x="20" y="48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5" y="43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19"/>
                    <a:pt x="12" y="18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7"/>
                    <a:pt x="13" y="18"/>
                    <a:pt x="13" y="19"/>
                  </a:cubicBezTo>
                  <a:cubicBezTo>
                    <a:pt x="14" y="20"/>
                    <a:pt x="14" y="21"/>
                    <a:pt x="16" y="22"/>
                  </a:cubicBezTo>
                  <a:cubicBezTo>
                    <a:pt x="17" y="23"/>
                    <a:pt x="18" y="24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8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1"/>
                    <a:pt x="17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2" y="35"/>
                    <a:pt x="23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1"/>
                    <a:pt x="31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6"/>
                    <a:pt x="32" y="48"/>
                    <a:pt x="32" y="48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3" y="48"/>
                    <a:pt x="34" y="48"/>
                    <a:pt x="36" y="47"/>
                  </a:cubicBezTo>
                  <a:moveTo>
                    <a:pt x="11" y="27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lose/>
                  <a:moveTo>
                    <a:pt x="36" y="42"/>
                  </a:moveTo>
                  <a:cubicBezTo>
                    <a:pt x="34" y="45"/>
                    <a:pt x="33" y="47"/>
                    <a:pt x="32" y="48"/>
                  </a:cubicBezTo>
                  <a:cubicBezTo>
                    <a:pt x="32" y="47"/>
                    <a:pt x="31" y="46"/>
                    <a:pt x="31" y="45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3"/>
                    <a:pt x="32" y="41"/>
                    <a:pt x="32" y="39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40"/>
                    <a:pt x="36" y="41"/>
                    <a:pt x="36" y="42"/>
                  </a:cubicBezTo>
                  <a:moveTo>
                    <a:pt x="44" y="32"/>
                  </a:moveTo>
                  <a:cubicBezTo>
                    <a:pt x="43" y="32"/>
                    <a:pt x="43" y="32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1" y="33"/>
                    <a:pt x="40" y="35"/>
                    <a:pt x="40" y="36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8" y="31"/>
                    <a:pt x="38" y="30"/>
                    <a:pt x="38" y="29"/>
                  </a:cubicBezTo>
                  <a:cubicBezTo>
                    <a:pt x="39" y="28"/>
                    <a:pt x="39" y="27"/>
                    <a:pt x="39" y="26"/>
                  </a:cubicBezTo>
                  <a:cubicBezTo>
                    <a:pt x="39" y="27"/>
                    <a:pt x="40" y="28"/>
                    <a:pt x="40" y="29"/>
                  </a:cubicBezTo>
                  <a:cubicBezTo>
                    <a:pt x="40" y="29"/>
                    <a:pt x="40" y="29"/>
                    <a:pt x="40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4" y="31"/>
                    <a:pt x="44" y="32"/>
                  </a:cubicBezTo>
                  <a:moveTo>
                    <a:pt x="48" y="29"/>
                  </a:move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lnTo>
                    <a:pt x="48" y="29"/>
                  </a:lnTo>
                  <a:close/>
                  <a:moveTo>
                    <a:pt x="47" y="15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6" y="18"/>
                    <a:pt x="46" y="19"/>
                    <a:pt x="46" y="20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2"/>
                    <a:pt x="45" y="22"/>
                    <a:pt x="45" y="22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4" y="25"/>
                    <a:pt x="44" y="26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3" y="24"/>
                    <a:pt x="43" y="22"/>
                    <a:pt x="43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5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4"/>
                    <a:pt x="48" y="14"/>
                    <a:pt x="48" y="14"/>
                  </a:cubicBezTo>
                  <a:lnTo>
                    <a:pt x="47" y="15"/>
                  </a:lnTo>
                  <a:close/>
                  <a:moveTo>
                    <a:pt x="48" y="13"/>
                  </a:move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lnTo>
                    <a:pt x="48" y="13"/>
                  </a:lnTo>
                  <a:close/>
                  <a:moveTo>
                    <a:pt x="11" y="78"/>
                  </a:moveTo>
                  <a:cubicBezTo>
                    <a:pt x="11" y="79"/>
                    <a:pt x="11" y="79"/>
                    <a:pt x="11" y="79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11" y="81"/>
                    <a:pt x="11" y="81"/>
                    <a:pt x="11" y="81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78"/>
                    <a:pt x="12" y="78"/>
                    <a:pt x="12" y="78"/>
                  </a:cubicBezTo>
                  <a:lnTo>
                    <a:pt x="11" y="78"/>
                  </a:lnTo>
                  <a:close/>
                  <a:moveTo>
                    <a:pt x="26" y="52"/>
                  </a:moveTo>
                  <a:cubicBezTo>
                    <a:pt x="26" y="52"/>
                    <a:pt x="24" y="53"/>
                    <a:pt x="23" y="54"/>
                  </a:cubicBezTo>
                  <a:cubicBezTo>
                    <a:pt x="21" y="55"/>
                    <a:pt x="20" y="55"/>
                    <a:pt x="20" y="56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0" y="55"/>
                    <a:pt x="21" y="55"/>
                    <a:pt x="23" y="54"/>
                  </a:cubicBezTo>
                  <a:cubicBezTo>
                    <a:pt x="25" y="54"/>
                    <a:pt x="26" y="52"/>
                    <a:pt x="26" y="52"/>
                  </a:cubicBezTo>
                  <a:close/>
                  <a:moveTo>
                    <a:pt x="8" y="82"/>
                  </a:move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8" y="85"/>
                    <a:pt x="9" y="86"/>
                    <a:pt x="8" y="86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7" y="90"/>
                    <a:pt x="7" y="91"/>
                    <a:pt x="7" y="92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91"/>
                    <a:pt x="8" y="90"/>
                    <a:pt x="8" y="89"/>
                  </a:cubicBezTo>
                  <a:cubicBezTo>
                    <a:pt x="8" y="89"/>
                    <a:pt x="8" y="89"/>
                    <a:pt x="8" y="89"/>
                  </a:cubicBezTo>
                  <a:cubicBezTo>
                    <a:pt x="9" y="87"/>
                    <a:pt x="9" y="87"/>
                    <a:pt x="9" y="87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3"/>
                    <a:pt x="8" y="83"/>
                    <a:pt x="8" y="82"/>
                  </a:cubicBezTo>
                  <a:close/>
                  <a:moveTo>
                    <a:pt x="21" y="34"/>
                  </a:moveTo>
                  <a:cubicBezTo>
                    <a:pt x="20" y="34"/>
                    <a:pt x="20" y="34"/>
                    <a:pt x="20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2"/>
                    <a:pt x="17" y="32"/>
                    <a:pt x="16" y="32"/>
                  </a:cubicBezTo>
                  <a:cubicBezTo>
                    <a:pt x="15" y="31"/>
                    <a:pt x="15" y="31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4" y="31"/>
                    <a:pt x="14" y="32"/>
                    <a:pt x="16" y="32"/>
                  </a:cubicBezTo>
                  <a:cubicBezTo>
                    <a:pt x="17" y="33"/>
                    <a:pt x="18" y="33"/>
                    <a:pt x="18" y="33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1" y="35"/>
                    <a:pt x="22" y="36"/>
                    <a:pt x="22" y="37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6"/>
                    <a:pt x="22" y="34"/>
                    <a:pt x="21" y="34"/>
                  </a:cubicBezTo>
                  <a:moveTo>
                    <a:pt x="26" y="23"/>
                  </a:moveTo>
                  <a:cubicBezTo>
                    <a:pt x="26" y="20"/>
                    <a:pt x="26" y="20"/>
                    <a:pt x="26" y="20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2"/>
                    <a:pt x="25" y="22"/>
                    <a:pt x="25" y="22"/>
                  </a:cubicBezTo>
                  <a:lnTo>
                    <a:pt x="26" y="23"/>
                  </a:lnTo>
                  <a:close/>
                  <a:moveTo>
                    <a:pt x="23" y="73"/>
                  </a:moveTo>
                  <a:cubicBezTo>
                    <a:pt x="23" y="73"/>
                    <a:pt x="23" y="73"/>
                    <a:pt x="23" y="73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25" y="75"/>
                    <a:pt x="26" y="77"/>
                    <a:pt x="27" y="78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5" y="72"/>
                    <a:pt x="25" y="72"/>
                    <a:pt x="25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3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1" name="Freeform 33">
              <a:extLst>
                <a:ext uri="{FF2B5EF4-FFF2-40B4-BE49-F238E27FC236}">
                  <a16:creationId xmlns:a16="http://schemas.microsoft.com/office/drawing/2014/main" id="{0BFE1E3F-1A8D-4863-81C9-A339102AA4E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8088" y="2517775"/>
              <a:ext cx="104775" cy="215900"/>
            </a:xfrm>
            <a:custGeom>
              <a:avLst/>
              <a:gdLst>
                <a:gd name="T0" fmla="*/ 4 w 48"/>
                <a:gd name="T1" fmla="*/ 10 h 100"/>
                <a:gd name="T2" fmla="*/ 10 w 48"/>
                <a:gd name="T3" fmla="*/ 26 h 100"/>
                <a:gd name="T4" fmla="*/ 14 w 48"/>
                <a:gd name="T5" fmla="*/ 21 h 100"/>
                <a:gd name="T6" fmla="*/ 28 w 48"/>
                <a:gd name="T7" fmla="*/ 13 h 100"/>
                <a:gd name="T8" fmla="*/ 43 w 48"/>
                <a:gd name="T9" fmla="*/ 6 h 100"/>
                <a:gd name="T10" fmla="*/ 47 w 48"/>
                <a:gd name="T11" fmla="*/ 43 h 100"/>
                <a:gd name="T12" fmla="*/ 42 w 48"/>
                <a:gd name="T13" fmla="*/ 38 h 100"/>
                <a:gd name="T14" fmla="*/ 41 w 48"/>
                <a:gd name="T15" fmla="*/ 79 h 100"/>
                <a:gd name="T16" fmla="*/ 38 w 48"/>
                <a:gd name="T17" fmla="*/ 87 h 100"/>
                <a:gd name="T18" fmla="*/ 18 w 48"/>
                <a:gd name="T19" fmla="*/ 83 h 100"/>
                <a:gd name="T20" fmla="*/ 20 w 48"/>
                <a:gd name="T21" fmla="*/ 52 h 100"/>
                <a:gd name="T22" fmla="*/ 10 w 48"/>
                <a:gd name="T23" fmla="*/ 61 h 100"/>
                <a:gd name="T24" fmla="*/ 9 w 48"/>
                <a:gd name="T25" fmla="*/ 49 h 100"/>
                <a:gd name="T26" fmla="*/ 5 w 48"/>
                <a:gd name="T27" fmla="*/ 30 h 100"/>
                <a:gd name="T28" fmla="*/ 0 w 48"/>
                <a:gd name="T29" fmla="*/ 12 h 100"/>
                <a:gd name="T30" fmla="*/ 6 w 48"/>
                <a:gd name="T31" fmla="*/ 13 h 100"/>
                <a:gd name="T32" fmla="*/ 19 w 48"/>
                <a:gd name="T33" fmla="*/ 20 h 100"/>
                <a:gd name="T34" fmla="*/ 21 w 48"/>
                <a:gd name="T35" fmla="*/ 19 h 100"/>
                <a:gd name="T36" fmla="*/ 22 w 48"/>
                <a:gd name="T37" fmla="*/ 14 h 100"/>
                <a:gd name="T38" fmla="*/ 11 w 48"/>
                <a:gd name="T39" fmla="*/ 36 h 100"/>
                <a:gd name="T40" fmla="*/ 29 w 48"/>
                <a:gd name="T41" fmla="*/ 26 h 100"/>
                <a:gd name="T42" fmla="*/ 30 w 48"/>
                <a:gd name="T43" fmla="*/ 22 h 100"/>
                <a:gd name="T44" fmla="*/ 38 w 48"/>
                <a:gd name="T45" fmla="*/ 7 h 100"/>
                <a:gd name="T46" fmla="*/ 26 w 48"/>
                <a:gd name="T47" fmla="*/ 41 h 100"/>
                <a:gd name="T48" fmla="*/ 29 w 48"/>
                <a:gd name="T49" fmla="*/ 42 h 100"/>
                <a:gd name="T50" fmla="*/ 34 w 48"/>
                <a:gd name="T51" fmla="*/ 42 h 100"/>
                <a:gd name="T52" fmla="*/ 37 w 48"/>
                <a:gd name="T53" fmla="*/ 44 h 100"/>
                <a:gd name="T54" fmla="*/ 37 w 48"/>
                <a:gd name="T55" fmla="*/ 38 h 100"/>
                <a:gd name="T56" fmla="*/ 39 w 48"/>
                <a:gd name="T57" fmla="*/ 34 h 100"/>
                <a:gd name="T58" fmla="*/ 38 w 48"/>
                <a:gd name="T59" fmla="*/ 23 h 100"/>
                <a:gd name="T60" fmla="*/ 47 w 48"/>
                <a:gd name="T61" fmla="*/ 14 h 100"/>
                <a:gd name="T62" fmla="*/ 42 w 48"/>
                <a:gd name="T63" fmla="*/ 29 h 100"/>
                <a:gd name="T64" fmla="*/ 45 w 48"/>
                <a:gd name="T65" fmla="*/ 51 h 100"/>
                <a:gd name="T66" fmla="*/ 46 w 48"/>
                <a:gd name="T67" fmla="*/ 43 h 100"/>
                <a:gd name="T68" fmla="*/ 40 w 48"/>
                <a:gd name="T69" fmla="*/ 34 h 100"/>
                <a:gd name="T70" fmla="*/ 18 w 48"/>
                <a:gd name="T71" fmla="*/ 78 h 100"/>
                <a:gd name="T72" fmla="*/ 18 w 48"/>
                <a:gd name="T73" fmla="*/ 82 h 100"/>
                <a:gd name="T74" fmla="*/ 29 w 48"/>
                <a:gd name="T75" fmla="*/ 64 h 100"/>
                <a:gd name="T76" fmla="*/ 30 w 48"/>
                <a:gd name="T77" fmla="*/ 59 h 100"/>
                <a:gd name="T78" fmla="*/ 37 w 48"/>
                <a:gd name="T79" fmla="*/ 96 h 100"/>
                <a:gd name="T80" fmla="*/ 42 w 48"/>
                <a:gd name="T81" fmla="*/ 98 h 100"/>
                <a:gd name="T82" fmla="*/ 40 w 48"/>
                <a:gd name="T83" fmla="*/ 77 h 100"/>
                <a:gd name="T84" fmla="*/ 40 w 48"/>
                <a:gd name="T85" fmla="*/ 38 h 100"/>
                <a:gd name="T86" fmla="*/ 29 w 48"/>
                <a:gd name="T87" fmla="*/ 49 h 100"/>
                <a:gd name="T88" fmla="*/ 8 w 48"/>
                <a:gd name="T89" fmla="*/ 47 h 100"/>
                <a:gd name="T90" fmla="*/ 11 w 48"/>
                <a:gd name="T91" fmla="*/ 52 h 100"/>
                <a:gd name="T92" fmla="*/ 9 w 48"/>
                <a:gd name="T93" fmla="*/ 57 h 100"/>
                <a:gd name="T94" fmla="*/ 20 w 48"/>
                <a:gd name="T95" fmla="*/ 48 h 100"/>
                <a:gd name="T96" fmla="*/ 28 w 48"/>
                <a:gd name="T97" fmla="*/ 41 h 100"/>
                <a:gd name="T98" fmla="*/ 36 w 48"/>
                <a:gd name="T99" fmla="*/ 31 h 100"/>
                <a:gd name="T100" fmla="*/ 36 w 48"/>
                <a:gd name="T101" fmla="*/ 20 h 100"/>
                <a:gd name="T102" fmla="*/ 20 w 48"/>
                <a:gd name="T103" fmla="*/ 34 h 100"/>
                <a:gd name="T104" fmla="*/ 17 w 48"/>
                <a:gd name="T105" fmla="*/ 35 h 100"/>
                <a:gd name="T106" fmla="*/ 10 w 48"/>
                <a:gd name="T107" fmla="*/ 26 h 100"/>
                <a:gd name="T108" fmla="*/ 1 w 48"/>
                <a:gd name="T109" fmla="*/ 27 h 100"/>
                <a:gd name="T110" fmla="*/ 5 w 48"/>
                <a:gd name="T111" fmla="*/ 18 h 100"/>
                <a:gd name="T112" fmla="*/ 2 w 48"/>
                <a:gd name="T113" fmla="*/ 13 h 100"/>
                <a:gd name="T114" fmla="*/ 28 w 48"/>
                <a:gd name="T115" fmla="*/ 56 h 100"/>
                <a:gd name="T116" fmla="*/ 39 w 48"/>
                <a:gd name="T117" fmla="*/ 85 h 100"/>
                <a:gd name="T118" fmla="*/ 33 w 48"/>
                <a:gd name="T119" fmla="*/ 23 h 100"/>
                <a:gd name="T120" fmla="*/ 23 w 48"/>
                <a:gd name="T121" fmla="*/ 23 h 100"/>
                <a:gd name="T122" fmla="*/ 24 w 48"/>
                <a:gd name="T123" fmla="*/ 7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8" h="100">
                  <a:moveTo>
                    <a:pt x="35" y="22"/>
                  </a:moveTo>
                  <a:cubicBezTo>
                    <a:pt x="35" y="22"/>
                    <a:pt x="35" y="22"/>
                    <a:pt x="35" y="22"/>
                  </a:cubicBezTo>
                  <a:close/>
                  <a:moveTo>
                    <a:pt x="37" y="7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2"/>
                    <a:pt x="37" y="72"/>
                    <a:pt x="37" y="72"/>
                  </a:cubicBezTo>
                  <a:cubicBezTo>
                    <a:pt x="37" y="71"/>
                    <a:pt x="37" y="71"/>
                    <a:pt x="37" y="71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1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6"/>
                    <a:pt x="7" y="17"/>
                    <a:pt x="6" y="17"/>
                  </a:cubicBezTo>
                  <a:cubicBezTo>
                    <a:pt x="6" y="18"/>
                    <a:pt x="6" y="19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2"/>
                    <a:pt x="6" y="24"/>
                    <a:pt x="7" y="25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26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7"/>
                    <a:pt x="11" y="28"/>
                    <a:pt x="11" y="29"/>
                  </a:cubicBezTo>
                  <a:cubicBezTo>
                    <a:pt x="11" y="30"/>
                    <a:pt x="11" y="30"/>
                    <a:pt x="12" y="31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2"/>
                    <a:pt x="14" y="31"/>
                    <a:pt x="14" y="30"/>
                  </a:cubicBezTo>
                  <a:cubicBezTo>
                    <a:pt x="16" y="28"/>
                    <a:pt x="18" y="27"/>
                    <a:pt x="19" y="26"/>
                  </a:cubicBezTo>
                  <a:cubicBezTo>
                    <a:pt x="20" y="25"/>
                    <a:pt x="21" y="24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2"/>
                    <a:pt x="18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7"/>
                    <a:pt x="14" y="14"/>
                    <a:pt x="16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20" y="13"/>
                    <a:pt x="21" y="13"/>
                  </a:cubicBezTo>
                  <a:cubicBezTo>
                    <a:pt x="22" y="13"/>
                    <a:pt x="23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9" y="17"/>
                    <a:pt x="30" y="19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7"/>
                    <a:pt x="32" y="16"/>
                    <a:pt x="32" y="16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4"/>
                    <a:pt x="34" y="11"/>
                    <a:pt x="34" y="1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1"/>
                    <a:pt x="35" y="9"/>
                    <a:pt x="35" y="8"/>
                  </a:cubicBezTo>
                  <a:cubicBezTo>
                    <a:pt x="35" y="4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8" y="0"/>
                    <a:pt x="40" y="6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1" y="10"/>
                    <a:pt x="42" y="8"/>
                    <a:pt x="43" y="6"/>
                  </a:cubicBezTo>
                  <a:cubicBezTo>
                    <a:pt x="45" y="4"/>
                    <a:pt x="46" y="2"/>
                    <a:pt x="46" y="2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7" y="3"/>
                    <a:pt x="48" y="4"/>
                    <a:pt x="48" y="5"/>
                  </a:cubicBezTo>
                  <a:cubicBezTo>
                    <a:pt x="47" y="9"/>
                    <a:pt x="45" y="13"/>
                    <a:pt x="44" y="15"/>
                  </a:cubicBezTo>
                  <a:cubicBezTo>
                    <a:pt x="45" y="14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7"/>
                    <a:pt x="45" y="20"/>
                    <a:pt x="44" y="21"/>
                  </a:cubicBezTo>
                  <a:cubicBezTo>
                    <a:pt x="45" y="21"/>
                    <a:pt x="47" y="20"/>
                    <a:pt x="47" y="20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4"/>
                    <a:pt x="44" y="27"/>
                    <a:pt x="43" y="28"/>
                  </a:cubicBezTo>
                  <a:cubicBezTo>
                    <a:pt x="45" y="28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5" y="31"/>
                    <a:pt x="44" y="32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6" y="33"/>
                    <a:pt x="48" y="35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41"/>
                    <a:pt x="47" y="42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8" y="44"/>
                    <a:pt x="48" y="48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51"/>
                    <a:pt x="46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5" y="51"/>
                    <a:pt x="45" y="49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6" y="47"/>
                    <a:pt x="43" y="45"/>
                    <a:pt x="43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0"/>
                    <a:pt x="45" y="39"/>
                    <a:pt x="45" y="39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0" y="39"/>
                    <a:pt x="40" y="40"/>
                    <a:pt x="40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48"/>
                    <a:pt x="47" y="54"/>
                    <a:pt x="47" y="59"/>
                  </a:cubicBezTo>
                  <a:cubicBezTo>
                    <a:pt x="47" y="62"/>
                    <a:pt x="44" y="65"/>
                    <a:pt x="43" y="66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4" y="70"/>
                    <a:pt x="44" y="70"/>
                    <a:pt x="44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2" y="73"/>
                    <a:pt x="42" y="73"/>
                    <a:pt x="42" y="73"/>
                  </a:cubicBezTo>
                  <a:cubicBezTo>
                    <a:pt x="42" y="74"/>
                    <a:pt x="42" y="74"/>
                    <a:pt x="42" y="74"/>
                  </a:cubicBezTo>
                  <a:cubicBezTo>
                    <a:pt x="42" y="75"/>
                    <a:pt x="42" y="75"/>
                    <a:pt x="42" y="75"/>
                  </a:cubicBezTo>
                  <a:cubicBezTo>
                    <a:pt x="41" y="75"/>
                    <a:pt x="41" y="75"/>
                    <a:pt x="41" y="75"/>
                  </a:cubicBezTo>
                  <a:cubicBezTo>
                    <a:pt x="41" y="77"/>
                    <a:pt x="41" y="77"/>
                    <a:pt x="41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9"/>
                    <a:pt x="41" y="79"/>
                    <a:pt x="41" y="79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3" y="83"/>
                    <a:pt x="42" y="84"/>
                    <a:pt x="42" y="86"/>
                  </a:cubicBezTo>
                  <a:cubicBezTo>
                    <a:pt x="42" y="87"/>
                    <a:pt x="42" y="88"/>
                    <a:pt x="42" y="88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3" y="95"/>
                    <a:pt x="43" y="95"/>
                    <a:pt x="43" y="95"/>
                  </a:cubicBezTo>
                  <a:cubicBezTo>
                    <a:pt x="42" y="99"/>
                    <a:pt x="42" y="99"/>
                    <a:pt x="42" y="99"/>
                  </a:cubicBezTo>
                  <a:cubicBezTo>
                    <a:pt x="42" y="100"/>
                    <a:pt x="41" y="100"/>
                    <a:pt x="40" y="100"/>
                  </a:cubicBezTo>
                  <a:cubicBezTo>
                    <a:pt x="39" y="100"/>
                    <a:pt x="39" y="100"/>
                    <a:pt x="39" y="100"/>
                  </a:cubicBezTo>
                  <a:cubicBezTo>
                    <a:pt x="38" y="100"/>
                    <a:pt x="36" y="100"/>
                    <a:pt x="35" y="100"/>
                  </a:cubicBezTo>
                  <a:cubicBezTo>
                    <a:pt x="34" y="100"/>
                    <a:pt x="32" y="99"/>
                    <a:pt x="31" y="98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2" y="95"/>
                    <a:pt x="32" y="95"/>
                    <a:pt x="32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5" y="95"/>
                    <a:pt x="35" y="95"/>
                    <a:pt x="35" y="95"/>
                  </a:cubicBezTo>
                  <a:cubicBezTo>
                    <a:pt x="36" y="95"/>
                    <a:pt x="36" y="96"/>
                    <a:pt x="37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9" y="96"/>
                    <a:pt x="39" y="94"/>
                    <a:pt x="39" y="93"/>
                  </a:cubicBezTo>
                  <a:cubicBezTo>
                    <a:pt x="39" y="92"/>
                    <a:pt x="39" y="92"/>
                    <a:pt x="39" y="92"/>
                  </a:cubicBezTo>
                  <a:cubicBezTo>
                    <a:pt x="39" y="91"/>
                    <a:pt x="39" y="91"/>
                    <a:pt x="38" y="90"/>
                  </a:cubicBezTo>
                  <a:cubicBezTo>
                    <a:pt x="38" y="89"/>
                    <a:pt x="38" y="88"/>
                    <a:pt x="38" y="87"/>
                  </a:cubicBezTo>
                  <a:cubicBezTo>
                    <a:pt x="38" y="86"/>
                    <a:pt x="38" y="86"/>
                    <a:pt x="38" y="86"/>
                  </a:cubicBezTo>
                  <a:cubicBezTo>
                    <a:pt x="38" y="85"/>
                    <a:pt x="38" y="85"/>
                    <a:pt x="37" y="84"/>
                  </a:cubicBezTo>
                  <a:cubicBezTo>
                    <a:pt x="36" y="83"/>
                    <a:pt x="36" y="82"/>
                    <a:pt x="36" y="81"/>
                  </a:cubicBezTo>
                  <a:cubicBezTo>
                    <a:pt x="36" y="80"/>
                    <a:pt x="36" y="79"/>
                    <a:pt x="35" y="78"/>
                  </a:cubicBezTo>
                  <a:cubicBezTo>
                    <a:pt x="33" y="77"/>
                    <a:pt x="32" y="75"/>
                    <a:pt x="32" y="74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29" y="69"/>
                    <a:pt x="29" y="69"/>
                    <a:pt x="28" y="68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71"/>
                    <a:pt x="28" y="71"/>
                    <a:pt x="28" y="71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26" y="75"/>
                    <a:pt x="26" y="75"/>
                    <a:pt x="26" y="75"/>
                  </a:cubicBezTo>
                  <a:cubicBezTo>
                    <a:pt x="25" y="76"/>
                    <a:pt x="25" y="76"/>
                    <a:pt x="25" y="76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1" y="81"/>
                    <a:pt x="21" y="81"/>
                    <a:pt x="21" y="81"/>
                  </a:cubicBezTo>
                  <a:cubicBezTo>
                    <a:pt x="20" y="82"/>
                    <a:pt x="19" y="83"/>
                    <a:pt x="18" y="83"/>
                  </a:cubicBezTo>
                  <a:cubicBezTo>
                    <a:pt x="16" y="83"/>
                    <a:pt x="15" y="80"/>
                    <a:pt x="14" y="79"/>
                  </a:cubicBezTo>
                  <a:cubicBezTo>
                    <a:pt x="14" y="78"/>
                    <a:pt x="13" y="76"/>
                    <a:pt x="13" y="75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5" y="73"/>
                    <a:pt x="15" y="73"/>
                    <a:pt x="15" y="73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9" y="76"/>
                    <a:pt x="19" y="76"/>
                    <a:pt x="19" y="76"/>
                  </a:cubicBezTo>
                  <a:cubicBezTo>
                    <a:pt x="20" y="76"/>
                    <a:pt x="21" y="74"/>
                    <a:pt x="22" y="73"/>
                  </a:cubicBezTo>
                  <a:cubicBezTo>
                    <a:pt x="22" y="72"/>
                    <a:pt x="23" y="71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2" y="68"/>
                    <a:pt x="19" y="66"/>
                    <a:pt x="18" y="65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17" y="62"/>
                    <a:pt x="17" y="61"/>
                    <a:pt x="17" y="61"/>
                  </a:cubicBezTo>
                  <a:cubicBezTo>
                    <a:pt x="17" y="57"/>
                    <a:pt x="20" y="56"/>
                    <a:pt x="22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7" y="52"/>
                    <a:pt x="16" y="56"/>
                    <a:pt x="16" y="56"/>
                  </a:cubicBezTo>
                  <a:cubicBezTo>
                    <a:pt x="16" y="57"/>
                    <a:pt x="16" y="57"/>
                    <a:pt x="16" y="57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5" y="55"/>
                    <a:pt x="15" y="54"/>
                    <a:pt x="15" y="53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2" y="54"/>
                    <a:pt x="12" y="54"/>
                    <a:pt x="11" y="55"/>
                  </a:cubicBezTo>
                  <a:cubicBezTo>
                    <a:pt x="10" y="55"/>
                    <a:pt x="10" y="55"/>
                    <a:pt x="9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6" y="54"/>
                    <a:pt x="6" y="52"/>
                    <a:pt x="6" y="52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1" y="52"/>
                    <a:pt x="13" y="51"/>
                    <a:pt x="14" y="50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46"/>
                    <a:pt x="14" y="45"/>
                    <a:pt x="12" y="43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8"/>
                    <a:pt x="8" y="37"/>
                    <a:pt x="8" y="36"/>
                  </a:cubicBezTo>
                  <a:cubicBezTo>
                    <a:pt x="8" y="35"/>
                    <a:pt x="7" y="33"/>
                    <a:pt x="6" y="33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4" y="32"/>
                    <a:pt x="4" y="34"/>
                    <a:pt x="4" y="34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4" y="31"/>
                    <a:pt x="5" y="30"/>
                    <a:pt x="5" y="30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28"/>
                    <a:pt x="4" y="27"/>
                    <a:pt x="4" y="26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lnTo>
                    <a:pt x="0" y="12"/>
                  </a:lnTo>
                  <a:close/>
                  <a:moveTo>
                    <a:pt x="13" y="21"/>
                  </a:moveTo>
                  <a:cubicBezTo>
                    <a:pt x="13" y="21"/>
                    <a:pt x="13" y="21"/>
                    <a:pt x="13" y="21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13" y="21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lnTo>
                    <a:pt x="4" y="10"/>
                  </a:lnTo>
                  <a:close/>
                  <a:moveTo>
                    <a:pt x="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lnTo>
                    <a:pt x="6" y="12"/>
                  </a:lnTo>
                  <a:close/>
                  <a:moveTo>
                    <a:pt x="6" y="17"/>
                  </a:moveTo>
                  <a:cubicBezTo>
                    <a:pt x="7" y="16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5"/>
                    <a:pt x="6" y="15"/>
                    <a:pt x="5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6" y="17"/>
                  </a:lnTo>
                  <a:close/>
                  <a:moveTo>
                    <a:pt x="19" y="21"/>
                  </a:moveTo>
                  <a:cubicBezTo>
                    <a:pt x="20" y="21"/>
                    <a:pt x="20" y="21"/>
                    <a:pt x="20" y="21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7" y="22"/>
                    <a:pt x="17" y="22"/>
                    <a:pt x="17" y="22"/>
                  </a:cubicBezTo>
                  <a:lnTo>
                    <a:pt x="19" y="21"/>
                  </a:lnTo>
                  <a:close/>
                  <a:moveTo>
                    <a:pt x="21" y="20"/>
                  </a:moveTo>
                  <a:cubicBezTo>
                    <a:pt x="21" y="20"/>
                    <a:pt x="21" y="20"/>
                    <a:pt x="21" y="20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1" y="20"/>
                    <a:pt x="21" y="20"/>
                    <a:pt x="21" y="20"/>
                  </a:cubicBezTo>
                  <a:close/>
                  <a:moveTo>
                    <a:pt x="16" y="21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lnTo>
                    <a:pt x="16" y="21"/>
                  </a:lnTo>
                  <a:close/>
                  <a:moveTo>
                    <a:pt x="16" y="15"/>
                  </a:moveTo>
                  <a:cubicBezTo>
                    <a:pt x="15" y="15"/>
                    <a:pt x="15" y="15"/>
                    <a:pt x="15" y="16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5"/>
                    <a:pt x="19" y="15"/>
                    <a:pt x="19" y="15"/>
                  </a:cubicBezTo>
                  <a:lnTo>
                    <a:pt x="16" y="15"/>
                  </a:lnTo>
                  <a:close/>
                  <a:moveTo>
                    <a:pt x="20" y="15"/>
                  </a:move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lose/>
                  <a:moveTo>
                    <a:pt x="26" y="13"/>
                  </a:move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lnTo>
                    <a:pt x="26" y="13"/>
                  </a:lnTo>
                  <a:close/>
                  <a:moveTo>
                    <a:pt x="28" y="16"/>
                  </a:move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2" y="14"/>
                    <a:pt x="22" y="13"/>
                    <a:pt x="21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4"/>
                    <a:pt x="21" y="25"/>
                    <a:pt x="19" y="26"/>
                  </a:cubicBezTo>
                  <a:cubicBezTo>
                    <a:pt x="18" y="27"/>
                    <a:pt x="16" y="29"/>
                    <a:pt x="15" y="30"/>
                  </a:cubicBezTo>
                  <a:cubicBezTo>
                    <a:pt x="13" y="32"/>
                    <a:pt x="13" y="34"/>
                    <a:pt x="13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2"/>
                    <a:pt x="28" y="32"/>
                    <a:pt x="28" y="31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29"/>
                    <a:pt x="29" y="28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18"/>
                    <a:pt x="28" y="17"/>
                    <a:pt x="28" y="16"/>
                  </a:cubicBezTo>
                  <a:moveTo>
                    <a:pt x="29" y="31"/>
                  </a:move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31" y="32"/>
                    <a:pt x="32" y="31"/>
                    <a:pt x="32" y="29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1" y="28"/>
                    <a:pt x="30" y="27"/>
                    <a:pt x="29" y="27"/>
                  </a:cubicBezTo>
                  <a:cubicBezTo>
                    <a:pt x="29" y="28"/>
                    <a:pt x="29" y="30"/>
                    <a:pt x="29" y="30"/>
                  </a:cubicBezTo>
                  <a:lnTo>
                    <a:pt x="29" y="31"/>
                  </a:lnTo>
                  <a:close/>
                  <a:moveTo>
                    <a:pt x="33" y="18"/>
                  </a:moveTo>
                  <a:cubicBezTo>
                    <a:pt x="33" y="18"/>
                    <a:pt x="33" y="18"/>
                    <a:pt x="33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0"/>
                    <a:pt x="33" y="20"/>
                    <a:pt x="33" y="20"/>
                  </a:cubicBezTo>
                  <a:lnTo>
                    <a:pt x="33" y="18"/>
                  </a:lnTo>
                  <a:close/>
                  <a:moveTo>
                    <a:pt x="35" y="13"/>
                  </a:moveTo>
                  <a:cubicBezTo>
                    <a:pt x="35" y="13"/>
                    <a:pt x="35" y="13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4" y="12"/>
                    <a:pt x="34" y="16"/>
                    <a:pt x="33" y="17"/>
                  </a:cubicBezTo>
                  <a:cubicBezTo>
                    <a:pt x="33" y="18"/>
                    <a:pt x="34" y="19"/>
                    <a:pt x="34" y="20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5"/>
                    <a:pt x="35" y="14"/>
                    <a:pt x="35" y="13"/>
                  </a:cubicBezTo>
                  <a:moveTo>
                    <a:pt x="36" y="1"/>
                  </a:moveTo>
                  <a:cubicBezTo>
                    <a:pt x="36" y="2"/>
                    <a:pt x="36" y="5"/>
                    <a:pt x="36" y="8"/>
                  </a:cubicBezTo>
                  <a:cubicBezTo>
                    <a:pt x="36" y="9"/>
                    <a:pt x="36" y="11"/>
                    <a:pt x="35" y="12"/>
                  </a:cubicBezTo>
                  <a:cubicBezTo>
                    <a:pt x="35" y="12"/>
                    <a:pt x="36" y="13"/>
                    <a:pt x="36" y="14"/>
                  </a:cubicBezTo>
                  <a:cubicBezTo>
                    <a:pt x="36" y="14"/>
                    <a:pt x="38" y="10"/>
                    <a:pt x="38" y="7"/>
                  </a:cubicBezTo>
                  <a:cubicBezTo>
                    <a:pt x="38" y="5"/>
                    <a:pt x="37" y="3"/>
                    <a:pt x="36" y="1"/>
                  </a:cubicBezTo>
                  <a:moveTo>
                    <a:pt x="37" y="2"/>
                  </a:moveTo>
                  <a:cubicBezTo>
                    <a:pt x="38" y="4"/>
                    <a:pt x="38" y="5"/>
                    <a:pt x="38" y="7"/>
                  </a:cubicBezTo>
                  <a:cubicBezTo>
                    <a:pt x="38" y="11"/>
                    <a:pt x="36" y="15"/>
                    <a:pt x="36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5"/>
                    <a:pt x="37" y="15"/>
                    <a:pt x="37" y="15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38" y="4"/>
                    <a:pt x="37" y="2"/>
                  </a:cubicBezTo>
                  <a:moveTo>
                    <a:pt x="40" y="12"/>
                  </a:moveTo>
                  <a:cubicBezTo>
                    <a:pt x="40" y="11"/>
                    <a:pt x="40" y="11"/>
                    <a:pt x="40" y="11"/>
                  </a:cubicBezTo>
                  <a:cubicBezTo>
                    <a:pt x="39" y="13"/>
                    <a:pt x="37" y="16"/>
                    <a:pt x="37" y="17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40" y="16"/>
                    <a:pt x="40" y="12"/>
                  </a:cubicBezTo>
                  <a:close/>
                  <a:moveTo>
                    <a:pt x="27" y="44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5" y="43"/>
                    <a:pt x="27" y="44"/>
                  </a:cubicBezTo>
                  <a:moveTo>
                    <a:pt x="27" y="44"/>
                  </a:moveTo>
                  <a:cubicBezTo>
                    <a:pt x="29" y="48"/>
                    <a:pt x="29" y="48"/>
                    <a:pt x="29" y="48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6"/>
                    <a:pt x="28" y="45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lnTo>
                    <a:pt x="27" y="44"/>
                  </a:lnTo>
                  <a:close/>
                  <a:moveTo>
                    <a:pt x="28" y="44"/>
                  </a:move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7" y="41"/>
                    <a:pt x="27" y="41"/>
                    <a:pt x="27" y="41"/>
                  </a:cubicBezTo>
                  <a:lnTo>
                    <a:pt x="28" y="44"/>
                  </a:lnTo>
                  <a:close/>
                  <a:moveTo>
                    <a:pt x="28" y="44"/>
                  </a:moveTo>
                  <a:cubicBezTo>
                    <a:pt x="28" y="44"/>
                    <a:pt x="28" y="44"/>
                    <a:pt x="28" y="44"/>
                  </a:cubicBezTo>
                  <a:cubicBezTo>
                    <a:pt x="29" y="44"/>
                    <a:pt x="30" y="45"/>
                    <a:pt x="33" y="45"/>
                  </a:cubicBezTo>
                  <a:cubicBezTo>
                    <a:pt x="31" y="45"/>
                    <a:pt x="30" y="43"/>
                    <a:pt x="30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8" y="44"/>
                  </a:lnTo>
                  <a:close/>
                  <a:moveTo>
                    <a:pt x="37" y="34"/>
                  </a:move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lose/>
                  <a:moveTo>
                    <a:pt x="37" y="38"/>
                  </a:moveTo>
                  <a:cubicBezTo>
                    <a:pt x="36" y="39"/>
                    <a:pt x="35" y="39"/>
                    <a:pt x="35" y="3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8" y="41"/>
                    <a:pt x="38" y="39"/>
                    <a:pt x="37" y="38"/>
                  </a:cubicBezTo>
                  <a:moveTo>
                    <a:pt x="34" y="40"/>
                  </a:moveTo>
                  <a:cubicBezTo>
                    <a:pt x="34" y="41"/>
                    <a:pt x="34" y="42"/>
                    <a:pt x="34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2" y="42"/>
                    <a:pt x="31" y="42"/>
                    <a:pt x="31" y="42"/>
                  </a:cubicBezTo>
                  <a:cubicBezTo>
                    <a:pt x="31" y="43"/>
                    <a:pt x="32" y="45"/>
                    <a:pt x="34" y="45"/>
                  </a:cubicBezTo>
                  <a:cubicBezTo>
                    <a:pt x="34" y="45"/>
                    <a:pt x="34" y="43"/>
                    <a:pt x="33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6" y="42"/>
                    <a:pt x="35" y="40"/>
                    <a:pt x="34" y="40"/>
                  </a:cubicBezTo>
                  <a:moveTo>
                    <a:pt x="37" y="44"/>
                  </a:moveTo>
                  <a:cubicBezTo>
                    <a:pt x="37" y="43"/>
                    <a:pt x="37" y="43"/>
                    <a:pt x="37" y="43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4"/>
                    <a:pt x="35" y="45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8"/>
                    <a:pt x="33" y="48"/>
                    <a:pt x="33" y="50"/>
                  </a:cubicBezTo>
                  <a:cubicBezTo>
                    <a:pt x="34" y="52"/>
                    <a:pt x="36" y="54"/>
                    <a:pt x="38" y="55"/>
                  </a:cubicBezTo>
                  <a:cubicBezTo>
                    <a:pt x="39" y="57"/>
                    <a:pt x="40" y="58"/>
                    <a:pt x="41" y="60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3" y="61"/>
                    <a:pt x="44" y="59"/>
                    <a:pt x="44" y="59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4" y="54"/>
                    <a:pt x="39" y="52"/>
                    <a:pt x="37" y="44"/>
                  </a:cubicBezTo>
                  <a:moveTo>
                    <a:pt x="31" y="42"/>
                  </a:moveTo>
                  <a:cubicBezTo>
                    <a:pt x="32" y="42"/>
                    <a:pt x="32" y="42"/>
                    <a:pt x="32" y="42"/>
                  </a:cubicBezTo>
                  <a:cubicBezTo>
                    <a:pt x="31" y="41"/>
                    <a:pt x="31" y="40"/>
                    <a:pt x="31" y="39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31" y="42"/>
                  </a:lnTo>
                  <a:close/>
                  <a:moveTo>
                    <a:pt x="33" y="41"/>
                  </a:move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5" y="39"/>
                    <a:pt x="37" y="38"/>
                  </a:cubicBezTo>
                  <a:cubicBezTo>
                    <a:pt x="36" y="38"/>
                    <a:pt x="35" y="37"/>
                    <a:pt x="35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3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2" y="41"/>
                    <a:pt x="33" y="41"/>
                  </a:cubicBezTo>
                  <a:moveTo>
                    <a:pt x="35" y="35"/>
                  </a:moveTo>
                  <a:cubicBezTo>
                    <a:pt x="35" y="35"/>
                    <a:pt x="35" y="35"/>
                    <a:pt x="35" y="35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7"/>
                    <a:pt x="37" y="38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5" y="35"/>
                    <a:pt x="35" y="35"/>
                    <a:pt x="35" y="35"/>
                  </a:cubicBezTo>
                  <a:close/>
                  <a:moveTo>
                    <a:pt x="39" y="34"/>
                  </a:moveTo>
                  <a:cubicBezTo>
                    <a:pt x="39" y="32"/>
                    <a:pt x="39" y="32"/>
                    <a:pt x="39" y="32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9" y="29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7" y="32"/>
                    <a:pt x="37" y="32"/>
                    <a:pt x="37" y="32"/>
                  </a:cubicBezTo>
                  <a:lnTo>
                    <a:pt x="39" y="34"/>
                  </a:lnTo>
                  <a:close/>
                  <a:moveTo>
                    <a:pt x="38" y="27"/>
                  </a:moveTo>
                  <a:cubicBezTo>
                    <a:pt x="39" y="27"/>
                    <a:pt x="40" y="27"/>
                    <a:pt x="41" y="28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8" y="27"/>
                    <a:pt x="38" y="27"/>
                    <a:pt x="38" y="27"/>
                  </a:cubicBezTo>
                  <a:close/>
                  <a:moveTo>
                    <a:pt x="40" y="25"/>
                  </a:move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1" y="24"/>
                    <a:pt x="41" y="23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9" y="25"/>
                    <a:pt x="39" y="25"/>
                    <a:pt x="39" y="25"/>
                  </a:cubicBezTo>
                  <a:lnTo>
                    <a:pt x="40" y="25"/>
                  </a:lnTo>
                  <a:close/>
                  <a:moveTo>
                    <a:pt x="38" y="23"/>
                  </a:moveTo>
                  <a:cubicBezTo>
                    <a:pt x="39" y="22"/>
                    <a:pt x="40" y="22"/>
                    <a:pt x="41" y="22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lnTo>
                    <a:pt x="38" y="23"/>
                  </a:lnTo>
                  <a:close/>
                  <a:moveTo>
                    <a:pt x="46" y="3"/>
                  </a:moveTo>
                  <a:cubicBezTo>
                    <a:pt x="45" y="5"/>
                    <a:pt x="42" y="10"/>
                    <a:pt x="40" y="12"/>
                  </a:cubicBezTo>
                  <a:cubicBezTo>
                    <a:pt x="40" y="13"/>
                    <a:pt x="40" y="14"/>
                    <a:pt x="40" y="15"/>
                  </a:cubicBezTo>
                  <a:cubicBezTo>
                    <a:pt x="42" y="13"/>
                    <a:pt x="46" y="7"/>
                    <a:pt x="46" y="3"/>
                  </a:cubicBezTo>
                  <a:close/>
                  <a:moveTo>
                    <a:pt x="46" y="2"/>
                  </a:moveTo>
                  <a:cubicBezTo>
                    <a:pt x="46" y="3"/>
                    <a:pt x="46" y="3"/>
                    <a:pt x="46" y="3"/>
                  </a:cubicBezTo>
                  <a:cubicBezTo>
                    <a:pt x="46" y="2"/>
                    <a:pt x="46" y="2"/>
                    <a:pt x="46" y="2"/>
                  </a:cubicBezTo>
                  <a:close/>
                  <a:moveTo>
                    <a:pt x="47" y="5"/>
                  </a:move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9"/>
                    <a:pt x="40" y="16"/>
                    <a:pt x="40" y="16"/>
                  </a:cubicBezTo>
                  <a:cubicBezTo>
                    <a:pt x="40" y="17"/>
                    <a:pt x="39" y="19"/>
                    <a:pt x="39" y="20"/>
                  </a:cubicBezTo>
                  <a:cubicBezTo>
                    <a:pt x="40" y="19"/>
                    <a:pt x="41" y="18"/>
                    <a:pt x="42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16"/>
                    <a:pt x="47" y="10"/>
                    <a:pt x="47" y="5"/>
                  </a:cubicBezTo>
                  <a:moveTo>
                    <a:pt x="43" y="16"/>
                  </a:moveTo>
                  <a:cubicBezTo>
                    <a:pt x="41" y="18"/>
                    <a:pt x="39" y="20"/>
                    <a:pt x="39" y="20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2" y="19"/>
                    <a:pt x="43" y="18"/>
                  </a:cubicBezTo>
                  <a:cubicBezTo>
                    <a:pt x="44" y="17"/>
                    <a:pt x="46" y="15"/>
                    <a:pt x="47" y="13"/>
                  </a:cubicBezTo>
                  <a:cubicBezTo>
                    <a:pt x="46" y="14"/>
                    <a:pt x="44" y="16"/>
                    <a:pt x="43" y="16"/>
                  </a:cubicBezTo>
                  <a:moveTo>
                    <a:pt x="43" y="22"/>
                  </a:move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7" y="18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6" y="17"/>
                    <a:pt x="41" y="20"/>
                    <a:pt x="40" y="21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4"/>
                    <a:pt x="41" y="25"/>
                    <a:pt x="40" y="25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1" y="25"/>
                    <a:pt x="42" y="25"/>
                    <a:pt x="43" y="24"/>
                  </a:cubicBezTo>
                  <a:cubicBezTo>
                    <a:pt x="45" y="23"/>
                    <a:pt x="46" y="22"/>
                    <a:pt x="46" y="21"/>
                  </a:cubicBezTo>
                  <a:cubicBezTo>
                    <a:pt x="45" y="21"/>
                    <a:pt x="44" y="21"/>
                    <a:pt x="43" y="22"/>
                  </a:cubicBezTo>
                  <a:moveTo>
                    <a:pt x="44" y="26"/>
                  </a:moveTo>
                  <a:cubicBezTo>
                    <a:pt x="45" y="25"/>
                    <a:pt x="46" y="23"/>
                    <a:pt x="47" y="22"/>
                  </a:cubicBezTo>
                  <a:cubicBezTo>
                    <a:pt x="45" y="24"/>
                    <a:pt x="42" y="26"/>
                    <a:pt x="41" y="26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4" y="27"/>
                    <a:pt x="44" y="26"/>
                  </a:cubicBezTo>
                  <a:moveTo>
                    <a:pt x="45" y="29"/>
                  </a:moveTo>
                  <a:cubicBezTo>
                    <a:pt x="44" y="29"/>
                    <a:pt x="44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0"/>
                    <a:pt x="45" y="29"/>
                    <a:pt x="45" y="29"/>
                  </a:cubicBezTo>
                  <a:close/>
                  <a:moveTo>
                    <a:pt x="45" y="30"/>
                  </a:moveTo>
                  <a:cubicBezTo>
                    <a:pt x="43" y="31"/>
                    <a:pt x="41" y="31"/>
                    <a:pt x="40" y="31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2" y="33"/>
                    <a:pt x="44" y="32"/>
                    <a:pt x="45" y="30"/>
                  </a:cubicBezTo>
                  <a:moveTo>
                    <a:pt x="43" y="35"/>
                  </a:moveTo>
                  <a:cubicBezTo>
                    <a:pt x="43" y="35"/>
                    <a:pt x="43" y="35"/>
                    <a:pt x="43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35"/>
                    <a:pt x="46" y="36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40"/>
                    <a:pt x="43" y="40"/>
                    <a:pt x="43" y="42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5"/>
                    <a:pt x="46" y="46"/>
                    <a:pt x="46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5" y="50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6" y="50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5" y="45"/>
                    <a:pt x="44" y="44"/>
                    <a:pt x="44" y="43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1"/>
                    <a:pt x="46" y="40"/>
                    <a:pt x="46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5" y="41"/>
                    <a:pt x="45" y="42"/>
                  </a:cubicBezTo>
                  <a:cubicBezTo>
                    <a:pt x="45" y="43"/>
                    <a:pt x="45" y="43"/>
                    <a:pt x="45" y="43"/>
                  </a:cubicBezTo>
                  <a:cubicBezTo>
                    <a:pt x="45" y="44"/>
                    <a:pt x="46" y="45"/>
                    <a:pt x="46" y="46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6" y="50"/>
                    <a:pt x="46" y="50"/>
                    <a:pt x="46" y="50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7" y="49"/>
                    <a:pt x="47" y="49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7"/>
                    <a:pt x="46" y="43"/>
                    <a:pt x="45" y="43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5" y="41"/>
                    <a:pt x="47" y="40"/>
                    <a:pt x="47" y="40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6" y="43"/>
                    <a:pt x="47" y="46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8" y="50"/>
                    <a:pt x="48" y="49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7" y="44"/>
                    <a:pt x="47" y="44"/>
                    <a:pt x="46" y="43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7" y="42"/>
                    <a:pt x="48" y="41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35"/>
                    <a:pt x="46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3" y="35"/>
                  </a:lnTo>
                  <a:close/>
                  <a:moveTo>
                    <a:pt x="40" y="34"/>
                  </a:move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41" y="37"/>
                    <a:pt x="41" y="37"/>
                    <a:pt x="41" y="37"/>
                  </a:cubicBezTo>
                  <a:lnTo>
                    <a:pt x="40" y="34"/>
                  </a:lnTo>
                  <a:close/>
                  <a:moveTo>
                    <a:pt x="41" y="37"/>
                  </a:moveTo>
                  <a:cubicBezTo>
                    <a:pt x="40" y="37"/>
                    <a:pt x="38" y="36"/>
                    <a:pt x="38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40" y="37"/>
                    <a:pt x="41" y="37"/>
                  </a:cubicBezTo>
                  <a:moveTo>
                    <a:pt x="22" y="57"/>
                  </a:moveTo>
                  <a:cubicBezTo>
                    <a:pt x="20" y="57"/>
                    <a:pt x="18" y="57"/>
                    <a:pt x="17" y="61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0" y="66"/>
                    <a:pt x="22" y="68"/>
                    <a:pt x="23" y="69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24" y="71"/>
                    <a:pt x="23" y="72"/>
                    <a:pt x="22" y="73"/>
                  </a:cubicBezTo>
                  <a:cubicBezTo>
                    <a:pt x="22" y="74"/>
                    <a:pt x="20" y="76"/>
                    <a:pt x="19" y="77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8" y="80"/>
                    <a:pt x="18" y="80"/>
                    <a:pt x="18" y="80"/>
                  </a:cubicBezTo>
                  <a:cubicBezTo>
                    <a:pt x="18" y="79"/>
                    <a:pt x="18" y="79"/>
                    <a:pt x="18" y="79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7" y="78"/>
                    <a:pt x="17" y="78"/>
                    <a:pt x="17" y="78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5" y="76"/>
                    <a:pt x="15" y="76"/>
                    <a:pt x="15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5" y="79"/>
                    <a:pt x="15" y="79"/>
                    <a:pt x="15" y="79"/>
                  </a:cubicBezTo>
                  <a:cubicBezTo>
                    <a:pt x="15" y="80"/>
                    <a:pt x="17" y="82"/>
                    <a:pt x="18" y="82"/>
                  </a:cubicBezTo>
                  <a:cubicBezTo>
                    <a:pt x="19" y="82"/>
                    <a:pt x="20" y="82"/>
                    <a:pt x="20" y="81"/>
                  </a:cubicBezTo>
                  <a:cubicBezTo>
                    <a:pt x="21" y="80"/>
                    <a:pt x="21" y="78"/>
                    <a:pt x="21" y="78"/>
                  </a:cubicBezTo>
                  <a:cubicBezTo>
                    <a:pt x="21" y="78"/>
                    <a:pt x="21" y="78"/>
                    <a:pt x="21" y="78"/>
                  </a:cubicBezTo>
                  <a:cubicBezTo>
                    <a:pt x="22" y="78"/>
                    <a:pt x="22" y="78"/>
                    <a:pt x="22" y="78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26" y="65"/>
                    <a:pt x="26" y="64"/>
                    <a:pt x="25" y="63"/>
                  </a:cubicBezTo>
                  <a:cubicBezTo>
                    <a:pt x="25" y="62"/>
                    <a:pt x="23" y="62"/>
                    <a:pt x="23" y="62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4"/>
                    <a:pt x="27" y="65"/>
                    <a:pt x="27" y="67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9" y="67"/>
                    <a:pt x="29" y="65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8" y="61"/>
                    <a:pt x="27" y="61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4" y="57"/>
                    <a:pt x="23" y="57"/>
                    <a:pt x="22" y="57"/>
                  </a:cubicBezTo>
                  <a:moveTo>
                    <a:pt x="21" y="52"/>
                  </a:moveTo>
                  <a:cubicBezTo>
                    <a:pt x="21" y="52"/>
                    <a:pt x="21" y="52"/>
                    <a:pt x="21" y="52"/>
                  </a:cubicBezTo>
                  <a:cubicBezTo>
                    <a:pt x="21" y="53"/>
                    <a:pt x="23" y="54"/>
                    <a:pt x="24" y="55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30" y="61"/>
                    <a:pt x="30" y="60"/>
                    <a:pt x="30" y="60"/>
                  </a:cubicBezTo>
                  <a:cubicBezTo>
                    <a:pt x="30" y="59"/>
                    <a:pt x="30" y="59"/>
                    <a:pt x="30" y="59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1" y="58"/>
                    <a:pt x="31" y="59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1" y="60"/>
                    <a:pt x="30" y="61"/>
                    <a:pt x="30" y="62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6"/>
                    <a:pt x="30" y="68"/>
                    <a:pt x="31" y="70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33" y="74"/>
                    <a:pt x="34" y="77"/>
                    <a:pt x="35" y="78"/>
                  </a:cubicBezTo>
                  <a:cubicBezTo>
                    <a:pt x="36" y="79"/>
                    <a:pt x="36" y="80"/>
                    <a:pt x="37" y="81"/>
                  </a:cubicBezTo>
                  <a:cubicBezTo>
                    <a:pt x="37" y="82"/>
                    <a:pt x="36" y="83"/>
                    <a:pt x="37" y="83"/>
                  </a:cubicBezTo>
                  <a:cubicBezTo>
                    <a:pt x="38" y="85"/>
                    <a:pt x="38" y="85"/>
                    <a:pt x="38" y="86"/>
                  </a:cubicBezTo>
                  <a:cubicBezTo>
                    <a:pt x="38" y="87"/>
                    <a:pt x="38" y="87"/>
                    <a:pt x="38" y="87"/>
                  </a:cubicBezTo>
                  <a:cubicBezTo>
                    <a:pt x="38" y="88"/>
                    <a:pt x="38" y="88"/>
                    <a:pt x="39" y="89"/>
                  </a:cubicBezTo>
                  <a:cubicBezTo>
                    <a:pt x="39" y="90"/>
                    <a:pt x="40" y="91"/>
                    <a:pt x="40" y="92"/>
                  </a:cubicBezTo>
                  <a:cubicBezTo>
                    <a:pt x="39" y="93"/>
                    <a:pt x="39" y="93"/>
                    <a:pt x="39" y="93"/>
                  </a:cubicBezTo>
                  <a:cubicBezTo>
                    <a:pt x="39" y="94"/>
                    <a:pt x="39" y="96"/>
                    <a:pt x="38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8"/>
                    <a:pt x="32" y="98"/>
                    <a:pt x="32" y="98"/>
                  </a:cubicBezTo>
                  <a:cubicBezTo>
                    <a:pt x="33" y="99"/>
                    <a:pt x="34" y="99"/>
                    <a:pt x="35" y="100"/>
                  </a:cubicBezTo>
                  <a:cubicBezTo>
                    <a:pt x="36" y="100"/>
                    <a:pt x="38" y="100"/>
                    <a:pt x="39" y="100"/>
                  </a:cubicBezTo>
                  <a:cubicBezTo>
                    <a:pt x="40" y="100"/>
                    <a:pt x="40" y="100"/>
                    <a:pt x="40" y="100"/>
                  </a:cubicBezTo>
                  <a:cubicBezTo>
                    <a:pt x="42" y="98"/>
                    <a:pt x="42" y="98"/>
                    <a:pt x="42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2" y="88"/>
                    <a:pt x="42" y="88"/>
                    <a:pt x="42" y="88"/>
                  </a:cubicBezTo>
                  <a:cubicBezTo>
                    <a:pt x="42" y="88"/>
                    <a:pt x="41" y="87"/>
                    <a:pt x="41" y="86"/>
                  </a:cubicBezTo>
                  <a:cubicBezTo>
                    <a:pt x="41" y="84"/>
                    <a:pt x="42" y="83"/>
                    <a:pt x="42" y="82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8"/>
                    <a:pt x="40" y="78"/>
                    <a:pt x="40" y="78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4"/>
                    <a:pt x="38" y="73"/>
                    <a:pt x="39" y="72"/>
                  </a:cubicBezTo>
                  <a:cubicBezTo>
                    <a:pt x="40" y="70"/>
                    <a:pt x="41" y="67"/>
                    <a:pt x="41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1" y="65"/>
                    <a:pt x="40" y="62"/>
                    <a:pt x="40" y="62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2"/>
                    <a:pt x="42" y="64"/>
                    <a:pt x="42" y="66"/>
                  </a:cubicBezTo>
                  <a:cubicBezTo>
                    <a:pt x="42" y="66"/>
                    <a:pt x="42" y="66"/>
                    <a:pt x="42" y="66"/>
                  </a:cubicBezTo>
                  <a:cubicBezTo>
                    <a:pt x="41" y="67"/>
                    <a:pt x="40" y="71"/>
                    <a:pt x="40" y="72"/>
                  </a:cubicBezTo>
                  <a:cubicBezTo>
                    <a:pt x="39" y="73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40" y="75"/>
                    <a:pt x="40" y="75"/>
                    <a:pt x="40" y="75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41" y="73"/>
                    <a:pt x="41" y="73"/>
                    <a:pt x="41" y="73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2" y="70"/>
                    <a:pt x="42" y="70"/>
                    <a:pt x="42" y="70"/>
                  </a:cubicBezTo>
                  <a:cubicBezTo>
                    <a:pt x="42" y="69"/>
                    <a:pt x="42" y="69"/>
                    <a:pt x="42" y="69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65"/>
                    <a:pt x="47" y="62"/>
                    <a:pt x="47" y="59"/>
                  </a:cubicBezTo>
                  <a:cubicBezTo>
                    <a:pt x="47" y="55"/>
                    <a:pt x="39" y="48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0"/>
                    <a:pt x="39" y="39"/>
                    <a:pt x="40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0"/>
                    <a:pt x="38" y="42"/>
                    <a:pt x="38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9" y="51"/>
                    <a:pt x="45" y="53"/>
                    <a:pt x="45" y="58"/>
                  </a:cubicBezTo>
                  <a:cubicBezTo>
                    <a:pt x="45" y="59"/>
                    <a:pt x="45" y="59"/>
                    <a:pt x="45" y="59"/>
                  </a:cubicBezTo>
                  <a:cubicBezTo>
                    <a:pt x="45" y="59"/>
                    <a:pt x="44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39" y="58"/>
                    <a:pt x="39" y="57"/>
                    <a:pt x="37" y="56"/>
                  </a:cubicBezTo>
                  <a:cubicBezTo>
                    <a:pt x="36" y="54"/>
                    <a:pt x="33" y="52"/>
                    <a:pt x="33" y="50"/>
                  </a:cubicBezTo>
                  <a:cubicBezTo>
                    <a:pt x="32" y="49"/>
                    <a:pt x="31" y="48"/>
                    <a:pt x="31" y="47"/>
                  </a:cubicBezTo>
                  <a:cubicBezTo>
                    <a:pt x="31" y="46"/>
                    <a:pt x="31" y="46"/>
                    <a:pt x="31" y="46"/>
                  </a:cubicBezTo>
                  <a:cubicBezTo>
                    <a:pt x="30" y="46"/>
                    <a:pt x="30" y="45"/>
                    <a:pt x="29" y="45"/>
                  </a:cubicBezTo>
                  <a:cubicBezTo>
                    <a:pt x="30" y="47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27" y="49"/>
                    <a:pt x="25" y="46"/>
                    <a:pt x="24" y="46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21" y="52"/>
                  </a:lnTo>
                  <a:close/>
                  <a:moveTo>
                    <a:pt x="9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2"/>
                    <a:pt x="10" y="62"/>
                    <a:pt x="10" y="62"/>
                  </a:cubicBezTo>
                  <a:lnTo>
                    <a:pt x="9" y="62"/>
                  </a:lnTo>
                  <a:close/>
                  <a:moveTo>
                    <a:pt x="5" y="45"/>
                  </a:move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8" y="48"/>
                  </a:move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8"/>
                    <a:pt x="8" y="48"/>
                    <a:pt x="8" y="48"/>
                  </a:cubicBezTo>
                  <a:close/>
                  <a:moveTo>
                    <a:pt x="9" y="49"/>
                  </a:move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lnTo>
                    <a:pt x="9" y="49"/>
                  </a:lnTo>
                  <a:close/>
                  <a:moveTo>
                    <a:pt x="13" y="51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2" y="52"/>
                    <a:pt x="11" y="52"/>
                    <a:pt x="11" y="52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6"/>
                    <a:pt x="9" y="57"/>
                    <a:pt x="9" y="58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5"/>
                    <a:pt x="10" y="55"/>
                    <a:pt x="11" y="54"/>
                  </a:cubicBezTo>
                  <a:cubicBezTo>
                    <a:pt x="12" y="54"/>
                    <a:pt x="12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lnTo>
                    <a:pt x="13" y="51"/>
                  </a:lnTo>
                  <a:close/>
                  <a:moveTo>
                    <a:pt x="13" y="47"/>
                  </a:moveTo>
                  <a:cubicBezTo>
                    <a:pt x="14" y="49"/>
                    <a:pt x="14" y="49"/>
                    <a:pt x="14" y="4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3"/>
                    <a:pt x="15" y="54"/>
                    <a:pt x="16" y="55"/>
                  </a:cubicBezTo>
                  <a:cubicBezTo>
                    <a:pt x="16" y="54"/>
                    <a:pt x="18" y="51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6" y="47"/>
                    <a:pt x="29" y="48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3" y="43"/>
                    <a:pt x="22" y="41"/>
                    <a:pt x="22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7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7" y="19"/>
                    <a:pt x="37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7"/>
                    <a:pt x="36" y="18"/>
                    <a:pt x="35" y="19"/>
                  </a:cubicBezTo>
                  <a:cubicBezTo>
                    <a:pt x="35" y="20"/>
                    <a:pt x="34" y="21"/>
                    <a:pt x="32" y="22"/>
                  </a:cubicBezTo>
                  <a:cubicBezTo>
                    <a:pt x="31" y="23"/>
                    <a:pt x="30" y="24"/>
                    <a:pt x="30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6"/>
                    <a:pt x="31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31"/>
                    <a:pt x="32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6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41"/>
                    <a:pt x="18" y="43"/>
                    <a:pt x="18" y="44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46"/>
                    <a:pt x="17" y="48"/>
                    <a:pt x="17" y="48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5" y="48"/>
                    <a:pt x="13" y="47"/>
                  </a:cubicBezTo>
                  <a:moveTo>
                    <a:pt x="37" y="27"/>
                  </a:moveTo>
                  <a:cubicBezTo>
                    <a:pt x="37" y="27"/>
                    <a:pt x="37" y="27"/>
                    <a:pt x="37" y="27"/>
                  </a:cubicBezTo>
                  <a:cubicBezTo>
                    <a:pt x="37" y="27"/>
                    <a:pt x="37" y="27"/>
                    <a:pt x="37" y="27"/>
                  </a:cubicBezTo>
                  <a:close/>
                  <a:moveTo>
                    <a:pt x="13" y="42"/>
                  </a:moveTo>
                  <a:cubicBezTo>
                    <a:pt x="14" y="45"/>
                    <a:pt x="16" y="47"/>
                    <a:pt x="17" y="48"/>
                  </a:cubicBezTo>
                  <a:cubicBezTo>
                    <a:pt x="17" y="47"/>
                    <a:pt x="18" y="46"/>
                    <a:pt x="18" y="45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3"/>
                    <a:pt x="17" y="41"/>
                    <a:pt x="17" y="39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40"/>
                    <a:pt x="12" y="41"/>
                    <a:pt x="13" y="42"/>
                  </a:cubicBezTo>
                  <a:moveTo>
                    <a:pt x="4" y="32"/>
                  </a:moveTo>
                  <a:cubicBezTo>
                    <a:pt x="5" y="32"/>
                    <a:pt x="5" y="32"/>
                    <a:pt x="5" y="32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8" y="33"/>
                    <a:pt x="8" y="35"/>
                    <a:pt x="8" y="36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0" y="30"/>
                    <a:pt x="10" y="29"/>
                  </a:cubicBezTo>
                  <a:cubicBezTo>
                    <a:pt x="10" y="28"/>
                    <a:pt x="10" y="27"/>
                    <a:pt x="10" y="26"/>
                  </a:cubicBezTo>
                  <a:cubicBezTo>
                    <a:pt x="9" y="27"/>
                    <a:pt x="8" y="28"/>
                    <a:pt x="8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5" y="31"/>
                    <a:pt x="4" y="32"/>
                  </a:cubicBezTo>
                  <a:moveTo>
                    <a:pt x="1" y="29"/>
                  </a:move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lnTo>
                    <a:pt x="1" y="29"/>
                  </a:lnTo>
                  <a:close/>
                  <a:moveTo>
                    <a:pt x="1" y="15"/>
                  </a:moveTo>
                  <a:cubicBezTo>
                    <a:pt x="3" y="18"/>
                    <a:pt x="3" y="18"/>
                    <a:pt x="3" y="18"/>
                  </a:cubicBezTo>
                  <a:cubicBezTo>
                    <a:pt x="3" y="18"/>
                    <a:pt x="3" y="19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5" y="25"/>
                    <a:pt x="5" y="26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4"/>
                    <a:pt x="1" y="14"/>
                    <a:pt x="1" y="14"/>
                  </a:cubicBezTo>
                  <a:lnTo>
                    <a:pt x="1" y="15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1" y="13"/>
                  </a:lnTo>
                  <a:close/>
                  <a:moveTo>
                    <a:pt x="37" y="78"/>
                  </a:moveTo>
                  <a:cubicBezTo>
                    <a:pt x="38" y="79"/>
                    <a:pt x="38" y="79"/>
                    <a:pt x="38" y="79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78"/>
                    <a:pt x="37" y="78"/>
                    <a:pt x="37" y="78"/>
                  </a:cubicBezTo>
                  <a:close/>
                  <a:moveTo>
                    <a:pt x="23" y="52"/>
                  </a:moveTo>
                  <a:cubicBezTo>
                    <a:pt x="23" y="52"/>
                    <a:pt x="24" y="53"/>
                    <a:pt x="26" y="54"/>
                  </a:cubicBezTo>
                  <a:cubicBezTo>
                    <a:pt x="28" y="55"/>
                    <a:pt x="29" y="55"/>
                    <a:pt x="29" y="56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28" y="55"/>
                    <a:pt x="28" y="55"/>
                    <a:pt x="26" y="54"/>
                  </a:cubicBezTo>
                  <a:cubicBezTo>
                    <a:pt x="24" y="54"/>
                    <a:pt x="22" y="52"/>
                    <a:pt x="22" y="52"/>
                  </a:cubicBezTo>
                  <a:lnTo>
                    <a:pt x="23" y="52"/>
                  </a:lnTo>
                  <a:close/>
                  <a:moveTo>
                    <a:pt x="41" y="82"/>
                  </a:move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40" y="85"/>
                    <a:pt x="40" y="86"/>
                    <a:pt x="40" y="86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2" y="89"/>
                    <a:pt x="42" y="89"/>
                    <a:pt x="42" y="89"/>
                  </a:cubicBezTo>
                  <a:cubicBezTo>
                    <a:pt x="42" y="90"/>
                    <a:pt x="41" y="91"/>
                    <a:pt x="41" y="92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6"/>
                    <a:pt x="41" y="96"/>
                    <a:pt x="41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2"/>
                    <a:pt x="41" y="92"/>
                    <a:pt x="41" y="92"/>
                  </a:cubicBezTo>
                  <a:cubicBezTo>
                    <a:pt x="41" y="91"/>
                    <a:pt x="41" y="90"/>
                    <a:pt x="41" y="89"/>
                  </a:cubicBezTo>
                  <a:cubicBezTo>
                    <a:pt x="41" y="89"/>
                    <a:pt x="41" y="89"/>
                    <a:pt x="41" y="89"/>
                  </a:cubicBezTo>
                  <a:cubicBezTo>
                    <a:pt x="40" y="87"/>
                    <a:pt x="40" y="87"/>
                    <a:pt x="40" y="87"/>
                  </a:cubicBezTo>
                  <a:cubicBezTo>
                    <a:pt x="39" y="85"/>
                    <a:pt x="39" y="85"/>
                    <a:pt x="39" y="85"/>
                  </a:cubicBezTo>
                  <a:cubicBezTo>
                    <a:pt x="39" y="84"/>
                    <a:pt x="39" y="84"/>
                    <a:pt x="39" y="84"/>
                  </a:cubicBezTo>
                  <a:cubicBezTo>
                    <a:pt x="39" y="83"/>
                    <a:pt x="40" y="83"/>
                    <a:pt x="40" y="82"/>
                  </a:cubicBezTo>
                  <a:lnTo>
                    <a:pt x="41" y="82"/>
                  </a:lnTo>
                  <a:close/>
                  <a:moveTo>
                    <a:pt x="28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2"/>
                    <a:pt x="31" y="32"/>
                    <a:pt x="33" y="32"/>
                  </a:cubicBezTo>
                  <a:cubicBezTo>
                    <a:pt x="34" y="31"/>
                    <a:pt x="34" y="31"/>
                    <a:pt x="34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1"/>
                    <a:pt x="34" y="32"/>
                    <a:pt x="33" y="32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6" y="36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6"/>
                    <a:pt x="27" y="34"/>
                    <a:pt x="28" y="34"/>
                  </a:cubicBezTo>
                  <a:moveTo>
                    <a:pt x="23" y="23"/>
                  </a:moveTo>
                  <a:cubicBezTo>
                    <a:pt x="23" y="20"/>
                    <a:pt x="23" y="20"/>
                    <a:pt x="23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2"/>
                    <a:pt x="23" y="22"/>
                    <a:pt x="23" y="22"/>
                  </a:cubicBezTo>
                  <a:lnTo>
                    <a:pt x="23" y="23"/>
                  </a:lnTo>
                  <a:close/>
                  <a:moveTo>
                    <a:pt x="26" y="73"/>
                  </a:moveTo>
                  <a:cubicBezTo>
                    <a:pt x="26" y="73"/>
                    <a:pt x="26" y="73"/>
                    <a:pt x="26" y="73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23" y="75"/>
                    <a:pt x="23" y="77"/>
                    <a:pt x="22" y="78"/>
                  </a:cubicBezTo>
                  <a:cubicBezTo>
                    <a:pt x="21" y="78"/>
                    <a:pt x="21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1" y="77"/>
                    <a:pt x="21" y="77"/>
                    <a:pt x="21" y="77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3"/>
                    <a:pt x="25" y="73"/>
                    <a:pt x="25" y="73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5" y="72"/>
                    <a:pt x="26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2" name="Freeform 34">
              <a:extLst>
                <a:ext uri="{FF2B5EF4-FFF2-40B4-BE49-F238E27FC236}">
                  <a16:creationId xmlns:a16="http://schemas.microsoft.com/office/drawing/2014/main" id="{35EFFDDD-6341-49DC-9AC3-FE95DEF8DD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8700" y="2516188"/>
              <a:ext cx="288925" cy="365125"/>
            </a:xfrm>
            <a:custGeom>
              <a:avLst/>
              <a:gdLst>
                <a:gd name="T0" fmla="*/ 127 w 133"/>
                <a:gd name="T1" fmla="*/ 60 h 169"/>
                <a:gd name="T2" fmla="*/ 60 w 133"/>
                <a:gd name="T3" fmla="*/ 165 h 169"/>
                <a:gd name="T4" fmla="*/ 79 w 133"/>
                <a:gd name="T5" fmla="*/ 158 h 169"/>
                <a:gd name="T6" fmla="*/ 60 w 133"/>
                <a:gd name="T7" fmla="*/ 157 h 169"/>
                <a:gd name="T8" fmla="*/ 79 w 133"/>
                <a:gd name="T9" fmla="*/ 154 h 169"/>
                <a:gd name="T10" fmla="*/ 42 w 133"/>
                <a:gd name="T11" fmla="*/ 151 h 169"/>
                <a:gd name="T12" fmla="*/ 66 w 133"/>
                <a:gd name="T13" fmla="*/ 164 h 169"/>
                <a:gd name="T14" fmla="*/ 123 w 133"/>
                <a:gd name="T15" fmla="*/ 35 h 169"/>
                <a:gd name="T16" fmla="*/ 86 w 133"/>
                <a:gd name="T17" fmla="*/ 152 h 169"/>
                <a:gd name="T18" fmla="*/ 53 w 133"/>
                <a:gd name="T19" fmla="*/ 150 h 169"/>
                <a:gd name="T20" fmla="*/ 85 w 133"/>
                <a:gd name="T21" fmla="*/ 153 h 169"/>
                <a:gd name="T22" fmla="*/ 39 w 133"/>
                <a:gd name="T23" fmla="*/ 62 h 169"/>
                <a:gd name="T24" fmla="*/ 29 w 133"/>
                <a:gd name="T25" fmla="*/ 53 h 169"/>
                <a:gd name="T26" fmla="*/ 32 w 133"/>
                <a:gd name="T27" fmla="*/ 78 h 169"/>
                <a:gd name="T28" fmla="*/ 27 w 133"/>
                <a:gd name="T29" fmla="*/ 79 h 169"/>
                <a:gd name="T30" fmla="*/ 18 w 133"/>
                <a:gd name="T31" fmla="*/ 72 h 169"/>
                <a:gd name="T32" fmla="*/ 17 w 133"/>
                <a:gd name="T33" fmla="*/ 96 h 169"/>
                <a:gd name="T34" fmla="*/ 7 w 133"/>
                <a:gd name="T35" fmla="*/ 83 h 169"/>
                <a:gd name="T36" fmla="*/ 7 w 133"/>
                <a:gd name="T37" fmla="*/ 71 h 169"/>
                <a:gd name="T38" fmla="*/ 6 w 133"/>
                <a:gd name="T39" fmla="*/ 37 h 169"/>
                <a:gd name="T40" fmla="*/ 8 w 133"/>
                <a:gd name="T41" fmla="*/ 35 h 169"/>
                <a:gd name="T42" fmla="*/ 10 w 133"/>
                <a:gd name="T43" fmla="*/ 11 h 169"/>
                <a:gd name="T44" fmla="*/ 21 w 133"/>
                <a:gd name="T45" fmla="*/ 14 h 169"/>
                <a:gd name="T46" fmla="*/ 33 w 133"/>
                <a:gd name="T47" fmla="*/ 16 h 169"/>
                <a:gd name="T48" fmla="*/ 30 w 133"/>
                <a:gd name="T49" fmla="*/ 23 h 169"/>
                <a:gd name="T50" fmla="*/ 41 w 133"/>
                <a:gd name="T51" fmla="*/ 30 h 169"/>
                <a:gd name="T52" fmla="*/ 44 w 133"/>
                <a:gd name="T53" fmla="*/ 12 h 169"/>
                <a:gd name="T54" fmla="*/ 46 w 133"/>
                <a:gd name="T55" fmla="*/ 16 h 169"/>
                <a:gd name="T56" fmla="*/ 47 w 133"/>
                <a:gd name="T57" fmla="*/ 22 h 169"/>
                <a:gd name="T58" fmla="*/ 47 w 133"/>
                <a:gd name="T59" fmla="*/ 27 h 169"/>
                <a:gd name="T60" fmla="*/ 37 w 133"/>
                <a:gd name="T61" fmla="*/ 43 h 169"/>
                <a:gd name="T62" fmla="*/ 40 w 133"/>
                <a:gd name="T63" fmla="*/ 50 h 169"/>
                <a:gd name="T64" fmla="*/ 0 w 133"/>
                <a:gd name="T65" fmla="*/ 82 h 169"/>
                <a:gd name="T66" fmla="*/ 12 w 133"/>
                <a:gd name="T67" fmla="*/ 45 h 169"/>
                <a:gd name="T68" fmla="*/ 12 w 133"/>
                <a:gd name="T69" fmla="*/ 44 h 169"/>
                <a:gd name="T70" fmla="*/ 44 w 133"/>
                <a:gd name="T71" fmla="*/ 50 h 169"/>
                <a:gd name="T72" fmla="*/ 40 w 133"/>
                <a:gd name="T73" fmla="*/ 62 h 169"/>
                <a:gd name="T74" fmla="*/ 132 w 133"/>
                <a:gd name="T75" fmla="*/ 0 h 169"/>
                <a:gd name="T76" fmla="*/ 124 w 133"/>
                <a:gd name="T77" fmla="*/ 38 h 169"/>
                <a:gd name="T78" fmla="*/ 125 w 133"/>
                <a:gd name="T79" fmla="*/ 72 h 169"/>
                <a:gd name="T80" fmla="*/ 125 w 133"/>
                <a:gd name="T81" fmla="*/ 89 h 169"/>
                <a:gd name="T82" fmla="*/ 121 w 133"/>
                <a:gd name="T83" fmla="*/ 97 h 169"/>
                <a:gd name="T84" fmla="*/ 111 w 133"/>
                <a:gd name="T85" fmla="*/ 69 h 169"/>
                <a:gd name="T86" fmla="*/ 103 w 133"/>
                <a:gd name="T87" fmla="*/ 82 h 169"/>
                <a:gd name="T88" fmla="*/ 102 w 133"/>
                <a:gd name="T89" fmla="*/ 78 h 169"/>
                <a:gd name="T90" fmla="*/ 99 w 133"/>
                <a:gd name="T91" fmla="*/ 57 h 169"/>
                <a:gd name="T92" fmla="*/ 92 w 133"/>
                <a:gd name="T93" fmla="*/ 63 h 169"/>
                <a:gd name="T94" fmla="*/ 88 w 133"/>
                <a:gd name="T95" fmla="*/ 47 h 169"/>
                <a:gd name="T96" fmla="*/ 91 w 133"/>
                <a:gd name="T97" fmla="*/ 53 h 169"/>
                <a:gd name="T98" fmla="*/ 92 w 133"/>
                <a:gd name="T99" fmla="*/ 39 h 169"/>
                <a:gd name="T100" fmla="*/ 85 w 133"/>
                <a:gd name="T101" fmla="*/ 29 h 169"/>
                <a:gd name="T102" fmla="*/ 84 w 133"/>
                <a:gd name="T103" fmla="*/ 16 h 169"/>
                <a:gd name="T104" fmla="*/ 87 w 133"/>
                <a:gd name="T105" fmla="*/ 13 h 169"/>
                <a:gd name="T106" fmla="*/ 90 w 133"/>
                <a:gd name="T107" fmla="*/ 14 h 169"/>
                <a:gd name="T108" fmla="*/ 93 w 133"/>
                <a:gd name="T109" fmla="*/ 30 h 169"/>
                <a:gd name="T110" fmla="*/ 97 w 133"/>
                <a:gd name="T111" fmla="*/ 23 h 169"/>
                <a:gd name="T112" fmla="*/ 107 w 133"/>
                <a:gd name="T113" fmla="*/ 14 h 169"/>
                <a:gd name="T114" fmla="*/ 113 w 133"/>
                <a:gd name="T115" fmla="*/ 22 h 169"/>
                <a:gd name="T116" fmla="*/ 129 w 133"/>
                <a:gd name="T117" fmla="*/ 3 h 169"/>
                <a:gd name="T118" fmla="*/ 130 w 133"/>
                <a:gd name="T119" fmla="*/ 4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3" h="169">
                  <a:moveTo>
                    <a:pt x="120" y="44"/>
                  </a:moveTo>
                  <a:cubicBezTo>
                    <a:pt x="118" y="44"/>
                    <a:pt x="117" y="43"/>
                    <a:pt x="117" y="43"/>
                  </a:cubicBezTo>
                  <a:cubicBezTo>
                    <a:pt x="117" y="45"/>
                    <a:pt x="117" y="47"/>
                    <a:pt x="117" y="47"/>
                  </a:cubicBezTo>
                  <a:cubicBezTo>
                    <a:pt x="116" y="47"/>
                    <a:pt x="116" y="47"/>
                    <a:pt x="115" y="47"/>
                  </a:cubicBezTo>
                  <a:cubicBezTo>
                    <a:pt x="115" y="48"/>
                    <a:pt x="115" y="48"/>
                    <a:pt x="115" y="48"/>
                  </a:cubicBezTo>
                  <a:cubicBezTo>
                    <a:pt x="115" y="49"/>
                    <a:pt x="115" y="50"/>
                    <a:pt x="116" y="51"/>
                  </a:cubicBezTo>
                  <a:cubicBezTo>
                    <a:pt x="116" y="53"/>
                    <a:pt x="119" y="55"/>
                    <a:pt x="121" y="56"/>
                  </a:cubicBezTo>
                  <a:cubicBezTo>
                    <a:pt x="122" y="58"/>
                    <a:pt x="123" y="59"/>
                    <a:pt x="123" y="61"/>
                  </a:cubicBezTo>
                  <a:cubicBezTo>
                    <a:pt x="124" y="62"/>
                    <a:pt x="123" y="63"/>
                    <a:pt x="125" y="63"/>
                  </a:cubicBezTo>
                  <a:cubicBezTo>
                    <a:pt x="127" y="62"/>
                    <a:pt x="127" y="60"/>
                    <a:pt x="127" y="60"/>
                  </a:cubicBezTo>
                  <a:cubicBezTo>
                    <a:pt x="128" y="54"/>
                    <a:pt x="122" y="53"/>
                    <a:pt x="120" y="45"/>
                  </a:cubicBezTo>
                  <a:lnTo>
                    <a:pt x="120" y="44"/>
                  </a:lnTo>
                  <a:close/>
                  <a:moveTo>
                    <a:pt x="112" y="26"/>
                  </a:moveTo>
                  <a:cubicBezTo>
                    <a:pt x="113" y="24"/>
                    <a:pt x="113" y="24"/>
                    <a:pt x="113" y="24"/>
                  </a:cubicBezTo>
                  <a:lnTo>
                    <a:pt x="112" y="26"/>
                  </a:lnTo>
                  <a:close/>
                  <a:moveTo>
                    <a:pt x="67" y="169"/>
                  </a:moveTo>
                  <a:cubicBezTo>
                    <a:pt x="67" y="169"/>
                    <a:pt x="72" y="167"/>
                    <a:pt x="79" y="163"/>
                  </a:cubicBezTo>
                  <a:cubicBezTo>
                    <a:pt x="76" y="163"/>
                    <a:pt x="76" y="165"/>
                    <a:pt x="73" y="165"/>
                  </a:cubicBezTo>
                  <a:cubicBezTo>
                    <a:pt x="70" y="165"/>
                    <a:pt x="69" y="163"/>
                    <a:pt x="66" y="163"/>
                  </a:cubicBezTo>
                  <a:cubicBezTo>
                    <a:pt x="62" y="163"/>
                    <a:pt x="62" y="165"/>
                    <a:pt x="60" y="165"/>
                  </a:cubicBezTo>
                  <a:cubicBezTo>
                    <a:pt x="57" y="165"/>
                    <a:pt x="56" y="164"/>
                    <a:pt x="55" y="163"/>
                  </a:cubicBezTo>
                  <a:cubicBezTo>
                    <a:pt x="49" y="160"/>
                    <a:pt x="49" y="160"/>
                    <a:pt x="49" y="160"/>
                  </a:cubicBezTo>
                  <a:cubicBezTo>
                    <a:pt x="50" y="160"/>
                    <a:pt x="51" y="159"/>
                    <a:pt x="53" y="159"/>
                  </a:cubicBezTo>
                  <a:cubicBezTo>
                    <a:pt x="56" y="159"/>
                    <a:pt x="57" y="161"/>
                    <a:pt x="60" y="161"/>
                  </a:cubicBezTo>
                  <a:cubicBezTo>
                    <a:pt x="62" y="161"/>
                    <a:pt x="62" y="159"/>
                    <a:pt x="66" y="159"/>
                  </a:cubicBezTo>
                  <a:cubicBezTo>
                    <a:pt x="69" y="159"/>
                    <a:pt x="70" y="161"/>
                    <a:pt x="73" y="161"/>
                  </a:cubicBezTo>
                  <a:cubicBezTo>
                    <a:pt x="76" y="161"/>
                    <a:pt x="76" y="159"/>
                    <a:pt x="79" y="159"/>
                  </a:cubicBezTo>
                  <a:cubicBezTo>
                    <a:pt x="82" y="159"/>
                    <a:pt x="82" y="160"/>
                    <a:pt x="84" y="161"/>
                  </a:cubicBezTo>
                  <a:cubicBezTo>
                    <a:pt x="85" y="160"/>
                    <a:pt x="85" y="160"/>
                    <a:pt x="85" y="160"/>
                  </a:cubicBezTo>
                  <a:cubicBezTo>
                    <a:pt x="83" y="160"/>
                    <a:pt x="82" y="158"/>
                    <a:pt x="79" y="158"/>
                  </a:cubicBezTo>
                  <a:cubicBezTo>
                    <a:pt x="76" y="158"/>
                    <a:pt x="76" y="160"/>
                    <a:pt x="73" y="160"/>
                  </a:cubicBezTo>
                  <a:cubicBezTo>
                    <a:pt x="70" y="160"/>
                    <a:pt x="69" y="158"/>
                    <a:pt x="66" y="158"/>
                  </a:cubicBezTo>
                  <a:cubicBezTo>
                    <a:pt x="62" y="158"/>
                    <a:pt x="62" y="160"/>
                    <a:pt x="60" y="160"/>
                  </a:cubicBezTo>
                  <a:cubicBezTo>
                    <a:pt x="57" y="160"/>
                    <a:pt x="56" y="158"/>
                    <a:pt x="53" y="158"/>
                  </a:cubicBezTo>
                  <a:cubicBezTo>
                    <a:pt x="50" y="158"/>
                    <a:pt x="50" y="159"/>
                    <a:pt x="48" y="160"/>
                  </a:cubicBezTo>
                  <a:cubicBezTo>
                    <a:pt x="41" y="155"/>
                    <a:pt x="41" y="155"/>
                    <a:pt x="41" y="155"/>
                  </a:cubicBezTo>
                  <a:cubicBezTo>
                    <a:pt x="42" y="155"/>
                    <a:pt x="42" y="155"/>
                    <a:pt x="42" y="155"/>
                  </a:cubicBezTo>
                  <a:cubicBezTo>
                    <a:pt x="46" y="155"/>
                    <a:pt x="47" y="157"/>
                    <a:pt x="47" y="157"/>
                  </a:cubicBezTo>
                  <a:cubicBezTo>
                    <a:pt x="50" y="157"/>
                    <a:pt x="50" y="155"/>
                    <a:pt x="53" y="155"/>
                  </a:cubicBezTo>
                  <a:cubicBezTo>
                    <a:pt x="56" y="155"/>
                    <a:pt x="57" y="157"/>
                    <a:pt x="60" y="157"/>
                  </a:cubicBezTo>
                  <a:cubicBezTo>
                    <a:pt x="62" y="157"/>
                    <a:pt x="62" y="155"/>
                    <a:pt x="66" y="155"/>
                  </a:cubicBezTo>
                  <a:cubicBezTo>
                    <a:pt x="69" y="155"/>
                    <a:pt x="70" y="157"/>
                    <a:pt x="73" y="157"/>
                  </a:cubicBezTo>
                  <a:cubicBezTo>
                    <a:pt x="76" y="156"/>
                    <a:pt x="76" y="155"/>
                    <a:pt x="79" y="155"/>
                  </a:cubicBezTo>
                  <a:cubicBezTo>
                    <a:pt x="82" y="155"/>
                    <a:pt x="83" y="157"/>
                    <a:pt x="85" y="157"/>
                  </a:cubicBezTo>
                  <a:cubicBezTo>
                    <a:pt x="88" y="157"/>
                    <a:pt x="88" y="155"/>
                    <a:pt x="92" y="155"/>
                  </a:cubicBezTo>
                  <a:cubicBezTo>
                    <a:pt x="92" y="155"/>
                    <a:pt x="92" y="155"/>
                    <a:pt x="92" y="155"/>
                  </a:cubicBezTo>
                  <a:cubicBezTo>
                    <a:pt x="94" y="154"/>
                    <a:pt x="94" y="154"/>
                    <a:pt x="94" y="154"/>
                  </a:cubicBezTo>
                  <a:cubicBezTo>
                    <a:pt x="93" y="154"/>
                    <a:pt x="93" y="154"/>
                    <a:pt x="92" y="154"/>
                  </a:cubicBezTo>
                  <a:cubicBezTo>
                    <a:pt x="88" y="154"/>
                    <a:pt x="88" y="156"/>
                    <a:pt x="85" y="156"/>
                  </a:cubicBezTo>
                  <a:cubicBezTo>
                    <a:pt x="83" y="156"/>
                    <a:pt x="82" y="154"/>
                    <a:pt x="79" y="154"/>
                  </a:cubicBezTo>
                  <a:cubicBezTo>
                    <a:pt x="76" y="154"/>
                    <a:pt x="76" y="156"/>
                    <a:pt x="73" y="156"/>
                  </a:cubicBezTo>
                  <a:cubicBezTo>
                    <a:pt x="70" y="156"/>
                    <a:pt x="69" y="154"/>
                    <a:pt x="66" y="154"/>
                  </a:cubicBezTo>
                  <a:cubicBezTo>
                    <a:pt x="62" y="154"/>
                    <a:pt x="62" y="156"/>
                    <a:pt x="60" y="156"/>
                  </a:cubicBezTo>
                  <a:cubicBezTo>
                    <a:pt x="57" y="156"/>
                    <a:pt x="56" y="154"/>
                    <a:pt x="53" y="154"/>
                  </a:cubicBezTo>
                  <a:cubicBezTo>
                    <a:pt x="50" y="154"/>
                    <a:pt x="50" y="155"/>
                    <a:pt x="47" y="156"/>
                  </a:cubicBezTo>
                  <a:cubicBezTo>
                    <a:pt x="47" y="156"/>
                    <a:pt x="46" y="154"/>
                    <a:pt x="42" y="154"/>
                  </a:cubicBezTo>
                  <a:cubicBezTo>
                    <a:pt x="41" y="154"/>
                    <a:pt x="40" y="154"/>
                    <a:pt x="40" y="154"/>
                  </a:cubicBezTo>
                  <a:cubicBezTo>
                    <a:pt x="37" y="152"/>
                    <a:pt x="37" y="152"/>
                    <a:pt x="37" y="152"/>
                  </a:cubicBezTo>
                  <a:cubicBezTo>
                    <a:pt x="39" y="152"/>
                    <a:pt x="39" y="151"/>
                    <a:pt x="42" y="151"/>
                  </a:cubicBezTo>
                  <a:cubicBezTo>
                    <a:pt x="42" y="151"/>
                    <a:pt x="42" y="151"/>
                    <a:pt x="42" y="151"/>
                  </a:cubicBezTo>
                  <a:cubicBezTo>
                    <a:pt x="41" y="150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2" y="147"/>
                    <a:pt x="44" y="146"/>
                  </a:cubicBezTo>
                  <a:cubicBezTo>
                    <a:pt x="45" y="145"/>
                    <a:pt x="45" y="144"/>
                    <a:pt x="46" y="144"/>
                  </a:cubicBezTo>
                  <a:cubicBezTo>
                    <a:pt x="48" y="142"/>
                    <a:pt x="48" y="142"/>
                    <a:pt x="48" y="142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19" y="135"/>
                    <a:pt x="19" y="135"/>
                    <a:pt x="19" y="135"/>
                  </a:cubicBezTo>
                  <a:cubicBezTo>
                    <a:pt x="39" y="160"/>
                    <a:pt x="67" y="169"/>
                    <a:pt x="67" y="169"/>
                  </a:cubicBezTo>
                  <a:moveTo>
                    <a:pt x="66" y="164"/>
                  </a:moveTo>
                  <a:cubicBezTo>
                    <a:pt x="69" y="164"/>
                    <a:pt x="70" y="166"/>
                    <a:pt x="73" y="166"/>
                  </a:cubicBezTo>
                  <a:cubicBezTo>
                    <a:pt x="67" y="169"/>
                    <a:pt x="67" y="169"/>
                    <a:pt x="67" y="16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2" y="166"/>
                    <a:pt x="62" y="164"/>
                    <a:pt x="66" y="164"/>
                  </a:cubicBezTo>
                  <a:moveTo>
                    <a:pt x="59" y="0"/>
                  </a:moveTo>
                  <a:cubicBezTo>
                    <a:pt x="72" y="0"/>
                    <a:pt x="72" y="0"/>
                    <a:pt x="7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59" y="0"/>
                    <a:pt x="59" y="0"/>
                    <a:pt x="59" y="0"/>
                  </a:cubicBezTo>
                  <a:close/>
                  <a:moveTo>
                    <a:pt x="123" y="35"/>
                  </a:moveTo>
                  <a:cubicBezTo>
                    <a:pt x="123" y="35"/>
                    <a:pt x="123" y="35"/>
                    <a:pt x="123" y="35"/>
                  </a:cubicBezTo>
                  <a:cubicBezTo>
                    <a:pt x="123" y="35"/>
                    <a:pt x="123" y="35"/>
                    <a:pt x="123" y="35"/>
                  </a:cubicBezTo>
                  <a:close/>
                  <a:moveTo>
                    <a:pt x="85" y="142"/>
                  </a:moveTo>
                  <a:cubicBezTo>
                    <a:pt x="85" y="143"/>
                    <a:pt x="85" y="143"/>
                    <a:pt x="85" y="143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8" y="146"/>
                    <a:pt x="88" y="146"/>
                    <a:pt x="88" y="146"/>
                  </a:cubicBezTo>
                  <a:cubicBezTo>
                    <a:pt x="91" y="150"/>
                    <a:pt x="91" y="150"/>
                    <a:pt x="91" y="150"/>
                  </a:cubicBezTo>
                  <a:cubicBezTo>
                    <a:pt x="92" y="150"/>
                    <a:pt x="92" y="150"/>
                    <a:pt x="92" y="150"/>
                  </a:cubicBezTo>
                  <a:cubicBezTo>
                    <a:pt x="91" y="151"/>
                    <a:pt x="91" y="151"/>
                    <a:pt x="91" y="151"/>
                  </a:cubicBezTo>
                  <a:cubicBezTo>
                    <a:pt x="91" y="151"/>
                    <a:pt x="89" y="151"/>
                    <a:pt x="87" y="151"/>
                  </a:cubicBezTo>
                  <a:cubicBezTo>
                    <a:pt x="86" y="152"/>
                    <a:pt x="86" y="152"/>
                    <a:pt x="86" y="152"/>
                  </a:cubicBezTo>
                  <a:cubicBezTo>
                    <a:pt x="85" y="152"/>
                    <a:pt x="84" y="151"/>
                    <a:pt x="83" y="151"/>
                  </a:cubicBezTo>
                  <a:cubicBezTo>
                    <a:pt x="81" y="151"/>
                    <a:pt x="80" y="150"/>
                    <a:pt x="78" y="150"/>
                  </a:cubicBezTo>
                  <a:cubicBezTo>
                    <a:pt x="76" y="150"/>
                    <a:pt x="75" y="151"/>
                    <a:pt x="73" y="152"/>
                  </a:cubicBezTo>
                  <a:cubicBezTo>
                    <a:pt x="72" y="152"/>
                    <a:pt x="72" y="152"/>
                    <a:pt x="72" y="152"/>
                  </a:cubicBezTo>
                  <a:cubicBezTo>
                    <a:pt x="70" y="152"/>
                    <a:pt x="67" y="150"/>
                    <a:pt x="66" y="150"/>
                  </a:cubicBezTo>
                  <a:cubicBezTo>
                    <a:pt x="66" y="150"/>
                    <a:pt x="66" y="150"/>
                    <a:pt x="66" y="150"/>
                  </a:cubicBezTo>
                  <a:cubicBezTo>
                    <a:pt x="64" y="150"/>
                    <a:pt x="61" y="152"/>
                    <a:pt x="60" y="152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59" y="152"/>
                    <a:pt x="58" y="152"/>
                    <a:pt x="57" y="151"/>
                  </a:cubicBezTo>
                  <a:cubicBezTo>
                    <a:pt x="56" y="151"/>
                    <a:pt x="54" y="150"/>
                    <a:pt x="53" y="150"/>
                  </a:cubicBezTo>
                  <a:cubicBezTo>
                    <a:pt x="53" y="150"/>
                    <a:pt x="53" y="150"/>
                    <a:pt x="53" y="150"/>
                  </a:cubicBezTo>
                  <a:cubicBezTo>
                    <a:pt x="52" y="150"/>
                    <a:pt x="50" y="151"/>
                    <a:pt x="49" y="152"/>
                  </a:cubicBezTo>
                  <a:cubicBezTo>
                    <a:pt x="49" y="152"/>
                    <a:pt x="48" y="152"/>
                    <a:pt x="47" y="152"/>
                  </a:cubicBezTo>
                  <a:cubicBezTo>
                    <a:pt x="47" y="153"/>
                    <a:pt x="47" y="153"/>
                    <a:pt x="47" y="153"/>
                  </a:cubicBezTo>
                  <a:cubicBezTo>
                    <a:pt x="50" y="152"/>
                    <a:pt x="50" y="151"/>
                    <a:pt x="53" y="151"/>
                  </a:cubicBezTo>
                  <a:cubicBezTo>
                    <a:pt x="56" y="151"/>
                    <a:pt x="57" y="153"/>
                    <a:pt x="60" y="153"/>
                  </a:cubicBezTo>
                  <a:cubicBezTo>
                    <a:pt x="62" y="153"/>
                    <a:pt x="62" y="151"/>
                    <a:pt x="66" y="151"/>
                  </a:cubicBezTo>
                  <a:cubicBezTo>
                    <a:pt x="69" y="151"/>
                    <a:pt x="70" y="153"/>
                    <a:pt x="73" y="153"/>
                  </a:cubicBezTo>
                  <a:cubicBezTo>
                    <a:pt x="76" y="153"/>
                    <a:pt x="76" y="151"/>
                    <a:pt x="79" y="151"/>
                  </a:cubicBezTo>
                  <a:cubicBezTo>
                    <a:pt x="82" y="151"/>
                    <a:pt x="83" y="153"/>
                    <a:pt x="85" y="153"/>
                  </a:cubicBezTo>
                  <a:cubicBezTo>
                    <a:pt x="88" y="153"/>
                    <a:pt x="88" y="151"/>
                    <a:pt x="92" y="151"/>
                  </a:cubicBezTo>
                  <a:cubicBezTo>
                    <a:pt x="95" y="151"/>
                    <a:pt x="94" y="152"/>
                    <a:pt x="96" y="152"/>
                  </a:cubicBezTo>
                  <a:cubicBezTo>
                    <a:pt x="102" y="148"/>
                    <a:pt x="108" y="142"/>
                    <a:pt x="113" y="136"/>
                  </a:cubicBezTo>
                  <a:cubicBezTo>
                    <a:pt x="84" y="136"/>
                    <a:pt x="84" y="136"/>
                    <a:pt x="84" y="136"/>
                  </a:cubicBezTo>
                  <a:lnTo>
                    <a:pt x="85" y="142"/>
                  </a:lnTo>
                  <a:close/>
                  <a:moveTo>
                    <a:pt x="0" y="82"/>
                  </a:moveTo>
                  <a:cubicBezTo>
                    <a:pt x="0" y="105"/>
                    <a:pt x="9" y="122"/>
                    <a:pt x="19" y="135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0" y="57"/>
                    <a:pt x="40" y="57"/>
                    <a:pt x="40" y="57"/>
                  </a:cubicBezTo>
                  <a:cubicBezTo>
                    <a:pt x="40" y="56"/>
                    <a:pt x="40" y="56"/>
                    <a:pt x="39" y="55"/>
                  </a:cubicBezTo>
                  <a:cubicBezTo>
                    <a:pt x="38" y="55"/>
                    <a:pt x="37" y="54"/>
                    <a:pt x="37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5"/>
                    <a:pt x="34" y="56"/>
                    <a:pt x="34" y="57"/>
                  </a:cubicBezTo>
                  <a:cubicBezTo>
                    <a:pt x="34" y="57"/>
                    <a:pt x="32" y="53"/>
                    <a:pt x="30" y="52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30" y="54"/>
                    <a:pt x="27" y="55"/>
                    <a:pt x="26" y="56"/>
                  </a:cubicBezTo>
                  <a:cubicBezTo>
                    <a:pt x="25" y="57"/>
                    <a:pt x="25" y="58"/>
                    <a:pt x="25" y="58"/>
                  </a:cubicBezTo>
                  <a:cubicBezTo>
                    <a:pt x="26" y="58"/>
                    <a:pt x="32" y="56"/>
                    <a:pt x="32" y="62"/>
                  </a:cubicBezTo>
                  <a:cubicBezTo>
                    <a:pt x="32" y="62"/>
                    <a:pt x="32" y="64"/>
                    <a:pt x="31" y="64"/>
                  </a:cubicBezTo>
                  <a:cubicBezTo>
                    <a:pt x="31" y="64"/>
                    <a:pt x="32" y="65"/>
                    <a:pt x="31" y="66"/>
                  </a:cubicBezTo>
                  <a:cubicBezTo>
                    <a:pt x="30" y="67"/>
                    <a:pt x="28" y="69"/>
                    <a:pt x="27" y="70"/>
                  </a:cubicBezTo>
                  <a:cubicBezTo>
                    <a:pt x="25" y="72"/>
                    <a:pt x="27" y="73"/>
                    <a:pt x="28" y="74"/>
                  </a:cubicBezTo>
                  <a:cubicBezTo>
                    <a:pt x="28" y="75"/>
                    <a:pt x="30" y="77"/>
                    <a:pt x="30" y="78"/>
                  </a:cubicBezTo>
                  <a:cubicBezTo>
                    <a:pt x="32" y="79"/>
                    <a:pt x="32" y="79"/>
                    <a:pt x="32" y="79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6" y="73"/>
                    <a:pt x="36" y="73"/>
                    <a:pt x="36" y="73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6" y="76"/>
                    <a:pt x="36" y="79"/>
                    <a:pt x="35" y="80"/>
                  </a:cubicBezTo>
                  <a:cubicBezTo>
                    <a:pt x="34" y="81"/>
                    <a:pt x="33" y="83"/>
                    <a:pt x="32" y="83"/>
                  </a:cubicBezTo>
                  <a:cubicBezTo>
                    <a:pt x="30" y="83"/>
                    <a:pt x="30" y="83"/>
                    <a:pt x="29" y="82"/>
                  </a:cubicBezTo>
                  <a:cubicBezTo>
                    <a:pt x="29" y="81"/>
                    <a:pt x="28" y="79"/>
                    <a:pt x="28" y="79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3" y="68"/>
                    <a:pt x="22" y="69"/>
                    <a:pt x="21" y="69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8" y="72"/>
                    <a:pt x="18" y="74"/>
                    <a:pt x="18" y="75"/>
                  </a:cubicBezTo>
                  <a:cubicBezTo>
                    <a:pt x="17" y="75"/>
                    <a:pt x="16" y="78"/>
                    <a:pt x="15" y="79"/>
                  </a:cubicBezTo>
                  <a:cubicBezTo>
                    <a:pt x="14" y="80"/>
                    <a:pt x="13" y="81"/>
                    <a:pt x="13" y="82"/>
                  </a:cubicBezTo>
                  <a:cubicBezTo>
                    <a:pt x="13" y="83"/>
                    <a:pt x="13" y="84"/>
                    <a:pt x="13" y="85"/>
                  </a:cubicBezTo>
                  <a:cubicBezTo>
                    <a:pt x="12" y="86"/>
                    <a:pt x="12" y="86"/>
                    <a:pt x="12" y="87"/>
                  </a:cubicBezTo>
                  <a:cubicBezTo>
                    <a:pt x="12" y="88"/>
                    <a:pt x="12" y="89"/>
                    <a:pt x="11" y="91"/>
                  </a:cubicBezTo>
                  <a:cubicBezTo>
                    <a:pt x="10" y="92"/>
                    <a:pt x="10" y="93"/>
                    <a:pt x="10" y="94"/>
                  </a:cubicBezTo>
                  <a:cubicBezTo>
                    <a:pt x="11" y="95"/>
                    <a:pt x="11" y="97"/>
                    <a:pt x="12" y="97"/>
                  </a:cubicBezTo>
                  <a:cubicBezTo>
                    <a:pt x="13" y="97"/>
                    <a:pt x="14" y="96"/>
                    <a:pt x="15" y="96"/>
                  </a:cubicBezTo>
                  <a:cubicBezTo>
                    <a:pt x="16" y="96"/>
                    <a:pt x="17" y="96"/>
                    <a:pt x="17" y="96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9" y="99"/>
                    <a:pt x="19" y="98"/>
                    <a:pt x="18" y="99"/>
                  </a:cubicBezTo>
                  <a:cubicBezTo>
                    <a:pt x="17" y="100"/>
                    <a:pt x="16" y="101"/>
                    <a:pt x="14" y="101"/>
                  </a:cubicBezTo>
                  <a:cubicBezTo>
                    <a:pt x="13" y="101"/>
                    <a:pt x="11" y="101"/>
                    <a:pt x="10" y="101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7" y="96"/>
                    <a:pt x="7" y="96"/>
                    <a:pt x="7" y="96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8" y="89"/>
                    <a:pt x="8" y="88"/>
                    <a:pt x="8" y="87"/>
                  </a:cubicBezTo>
                  <a:cubicBezTo>
                    <a:pt x="8" y="85"/>
                    <a:pt x="7" y="84"/>
                    <a:pt x="7" y="83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7" y="67"/>
                    <a:pt x="3" y="64"/>
                    <a:pt x="3" y="60"/>
                  </a:cubicBezTo>
                  <a:cubicBezTo>
                    <a:pt x="3" y="55"/>
                    <a:pt x="10" y="49"/>
                    <a:pt x="10" y="42"/>
                  </a:cubicBezTo>
                  <a:cubicBezTo>
                    <a:pt x="10" y="41"/>
                    <a:pt x="10" y="39"/>
                    <a:pt x="10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6"/>
                    <a:pt x="6" y="37"/>
                    <a:pt x="6" y="37"/>
                  </a:cubicBezTo>
                  <a:cubicBezTo>
                    <a:pt x="6" y="36"/>
                    <a:pt x="4" y="37"/>
                    <a:pt x="4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4" y="40"/>
                    <a:pt x="8" y="41"/>
                    <a:pt x="7" y="44"/>
                  </a:cubicBezTo>
                  <a:cubicBezTo>
                    <a:pt x="6" y="46"/>
                    <a:pt x="4" y="48"/>
                    <a:pt x="4" y="49"/>
                  </a:cubicBezTo>
                  <a:cubicBezTo>
                    <a:pt x="4" y="50"/>
                    <a:pt x="5" y="52"/>
                    <a:pt x="5" y="52"/>
                  </a:cubicBezTo>
                  <a:cubicBezTo>
                    <a:pt x="6" y="52"/>
                    <a:pt x="1" y="53"/>
                    <a:pt x="2" y="49"/>
                  </a:cubicBezTo>
                  <a:cubicBezTo>
                    <a:pt x="2" y="45"/>
                    <a:pt x="3" y="45"/>
                    <a:pt x="3" y="44"/>
                  </a:cubicBezTo>
                  <a:cubicBezTo>
                    <a:pt x="3" y="43"/>
                    <a:pt x="1" y="42"/>
                    <a:pt x="1" y="39"/>
                  </a:cubicBezTo>
                  <a:cubicBezTo>
                    <a:pt x="2" y="36"/>
                    <a:pt x="4" y="35"/>
                    <a:pt x="6" y="34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7" y="34"/>
                    <a:pt x="5" y="33"/>
                    <a:pt x="4" y="30"/>
                  </a:cubicBezTo>
                  <a:cubicBezTo>
                    <a:pt x="4" y="30"/>
                    <a:pt x="5" y="29"/>
                    <a:pt x="7" y="29"/>
                  </a:cubicBezTo>
                  <a:cubicBezTo>
                    <a:pt x="6" y="29"/>
                    <a:pt x="2" y="24"/>
                    <a:pt x="3" y="22"/>
                  </a:cubicBezTo>
                  <a:cubicBezTo>
                    <a:pt x="3" y="22"/>
                    <a:pt x="6" y="22"/>
                    <a:pt x="7" y="23"/>
                  </a:cubicBezTo>
                  <a:cubicBezTo>
                    <a:pt x="7" y="23"/>
                    <a:pt x="1" y="18"/>
                    <a:pt x="2" y="14"/>
                  </a:cubicBezTo>
                  <a:cubicBezTo>
                    <a:pt x="2" y="14"/>
                    <a:pt x="6" y="17"/>
                    <a:pt x="7" y="17"/>
                  </a:cubicBezTo>
                  <a:cubicBezTo>
                    <a:pt x="7" y="17"/>
                    <a:pt x="0" y="7"/>
                    <a:pt x="4" y="3"/>
                  </a:cubicBezTo>
                  <a:cubicBezTo>
                    <a:pt x="4" y="3"/>
                    <a:pt x="8" y="12"/>
                    <a:pt x="9" y="13"/>
                  </a:cubicBezTo>
                  <a:cubicBezTo>
                    <a:pt x="9" y="13"/>
                    <a:pt x="10" y="12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8"/>
                    <a:pt x="12" y="2"/>
                    <a:pt x="14" y="1"/>
                  </a:cubicBezTo>
                  <a:cubicBezTo>
                    <a:pt x="14" y="1"/>
                    <a:pt x="13" y="11"/>
                    <a:pt x="15" y="13"/>
                  </a:cubicBezTo>
                  <a:cubicBezTo>
                    <a:pt x="15" y="13"/>
                    <a:pt x="15" y="12"/>
                    <a:pt x="16" y="12"/>
                  </a:cubicBezTo>
                  <a:cubicBezTo>
                    <a:pt x="16" y="12"/>
                    <a:pt x="16" y="17"/>
                    <a:pt x="17" y="18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20"/>
                    <a:pt x="20" y="21"/>
                  </a:cubicBezTo>
                  <a:cubicBezTo>
                    <a:pt x="20" y="21"/>
                    <a:pt x="20" y="21"/>
                    <a:pt x="20" y="22"/>
                  </a:cubicBezTo>
                  <a:cubicBezTo>
                    <a:pt x="20" y="19"/>
                    <a:pt x="21" y="18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4"/>
                    <a:pt x="28" y="14"/>
                  </a:cubicBezTo>
                  <a:cubicBezTo>
                    <a:pt x="30" y="14"/>
                    <a:pt x="30" y="16"/>
                    <a:pt x="30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6" y="16"/>
                    <a:pt x="36" y="19"/>
                    <a:pt x="36" y="1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4" y="24"/>
                    <a:pt x="33" y="24"/>
                  </a:cubicBezTo>
                  <a:cubicBezTo>
                    <a:pt x="32" y="24"/>
                    <a:pt x="31" y="23"/>
                    <a:pt x="30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5"/>
                    <a:pt x="29" y="26"/>
                    <a:pt x="30" y="27"/>
                  </a:cubicBezTo>
                  <a:cubicBezTo>
                    <a:pt x="32" y="28"/>
                    <a:pt x="34" y="30"/>
                    <a:pt x="35" y="31"/>
                  </a:cubicBezTo>
                  <a:cubicBezTo>
                    <a:pt x="36" y="32"/>
                    <a:pt x="36" y="34"/>
                    <a:pt x="37" y="35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1"/>
                    <a:pt x="39" y="31"/>
                    <a:pt x="39" y="30"/>
                  </a:cubicBezTo>
                  <a:cubicBezTo>
                    <a:pt x="39" y="29"/>
                    <a:pt x="40" y="27"/>
                    <a:pt x="40" y="27"/>
                  </a:cubicBezTo>
                  <a:cubicBezTo>
                    <a:pt x="40" y="27"/>
                    <a:pt x="42" y="28"/>
                    <a:pt x="41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4" y="25"/>
                    <a:pt x="44" y="23"/>
                    <a:pt x="44" y="21"/>
                  </a:cubicBezTo>
                  <a:cubicBezTo>
                    <a:pt x="44" y="20"/>
                    <a:pt x="44" y="19"/>
                    <a:pt x="43" y="18"/>
                  </a:cubicBezTo>
                  <a:cubicBezTo>
                    <a:pt x="43" y="17"/>
                    <a:pt x="42" y="16"/>
                    <a:pt x="42" y="16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1"/>
                    <a:pt x="46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6" y="11"/>
                    <a:pt x="45" y="12"/>
                    <a:pt x="45" y="1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7" y="12"/>
                    <a:pt x="50" y="13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6"/>
                    <a:pt x="45" y="27"/>
                  </a:cubicBezTo>
                  <a:cubicBezTo>
                    <a:pt x="45" y="28"/>
                    <a:pt x="44" y="29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4" y="31"/>
                    <a:pt x="46" y="31"/>
                    <a:pt x="46" y="35"/>
                  </a:cubicBezTo>
                  <a:cubicBezTo>
                    <a:pt x="46" y="35"/>
                    <a:pt x="45" y="32"/>
                    <a:pt x="43" y="33"/>
                  </a:cubicBezTo>
                  <a:cubicBezTo>
                    <a:pt x="41" y="35"/>
                    <a:pt x="42" y="39"/>
                    <a:pt x="41" y="39"/>
                  </a:cubicBezTo>
                  <a:cubicBezTo>
                    <a:pt x="40" y="39"/>
                    <a:pt x="38" y="40"/>
                    <a:pt x="38" y="41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5" y="46"/>
                    <a:pt x="34" y="48"/>
                    <a:pt x="33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9"/>
                    <a:pt x="35" y="48"/>
                    <a:pt x="37" y="48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7" y="52"/>
                    <a:pt x="38" y="53"/>
                    <a:pt x="39" y="53"/>
                  </a:cubicBezTo>
                  <a:cubicBezTo>
                    <a:pt x="40" y="54"/>
                    <a:pt x="40" y="54"/>
                    <a:pt x="40" y="54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2"/>
                  </a:lnTo>
                  <a:close/>
                  <a:moveTo>
                    <a:pt x="115" y="29"/>
                  </a:moveTo>
                  <a:cubicBezTo>
                    <a:pt x="113" y="29"/>
                    <a:pt x="113" y="27"/>
                    <a:pt x="112" y="27"/>
                  </a:cubicBezTo>
                  <a:cubicBezTo>
                    <a:pt x="112" y="29"/>
                    <a:pt x="111" y="31"/>
                    <a:pt x="111" y="31"/>
                  </a:cubicBezTo>
                  <a:cubicBezTo>
                    <a:pt x="111" y="33"/>
                    <a:pt x="112" y="33"/>
                    <a:pt x="112" y="34"/>
                  </a:cubicBezTo>
                  <a:cubicBezTo>
                    <a:pt x="116" y="33"/>
                    <a:pt x="115" y="29"/>
                    <a:pt x="115" y="29"/>
                  </a:cubicBezTo>
                  <a:moveTo>
                    <a:pt x="20" y="26"/>
                  </a:moveTo>
                  <a:cubicBezTo>
                    <a:pt x="20" y="24"/>
                    <a:pt x="20" y="24"/>
                    <a:pt x="20" y="24"/>
                  </a:cubicBezTo>
                  <a:lnTo>
                    <a:pt x="20" y="26"/>
                  </a:lnTo>
                  <a:close/>
                  <a:moveTo>
                    <a:pt x="12" y="44"/>
                  </a:moveTo>
                  <a:cubicBezTo>
                    <a:pt x="12" y="45"/>
                    <a:pt x="12" y="45"/>
                    <a:pt x="12" y="45"/>
                  </a:cubicBezTo>
                  <a:cubicBezTo>
                    <a:pt x="10" y="53"/>
                    <a:pt x="5" y="54"/>
                    <a:pt x="5" y="60"/>
                  </a:cubicBezTo>
                  <a:cubicBezTo>
                    <a:pt x="5" y="60"/>
                    <a:pt x="6" y="62"/>
                    <a:pt x="7" y="63"/>
                  </a:cubicBezTo>
                  <a:cubicBezTo>
                    <a:pt x="9" y="63"/>
                    <a:pt x="8" y="62"/>
                    <a:pt x="9" y="61"/>
                  </a:cubicBezTo>
                  <a:cubicBezTo>
                    <a:pt x="10" y="59"/>
                    <a:pt x="10" y="58"/>
                    <a:pt x="12" y="56"/>
                  </a:cubicBezTo>
                  <a:cubicBezTo>
                    <a:pt x="14" y="55"/>
                    <a:pt x="16" y="53"/>
                    <a:pt x="17" y="51"/>
                  </a:cubicBezTo>
                  <a:cubicBezTo>
                    <a:pt x="17" y="50"/>
                    <a:pt x="18" y="49"/>
                    <a:pt x="18" y="48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7" y="47"/>
                    <a:pt x="16" y="47"/>
                    <a:pt x="15" y="47"/>
                  </a:cubicBezTo>
                  <a:cubicBezTo>
                    <a:pt x="15" y="47"/>
                    <a:pt x="15" y="45"/>
                    <a:pt x="16" y="43"/>
                  </a:cubicBezTo>
                  <a:cubicBezTo>
                    <a:pt x="16" y="43"/>
                    <a:pt x="15" y="44"/>
                    <a:pt x="12" y="44"/>
                  </a:cubicBezTo>
                  <a:moveTo>
                    <a:pt x="21" y="34"/>
                  </a:moveTo>
                  <a:cubicBezTo>
                    <a:pt x="21" y="33"/>
                    <a:pt x="21" y="33"/>
                    <a:pt x="21" y="31"/>
                  </a:cubicBezTo>
                  <a:cubicBezTo>
                    <a:pt x="21" y="31"/>
                    <a:pt x="21" y="29"/>
                    <a:pt x="20" y="27"/>
                  </a:cubicBezTo>
                  <a:cubicBezTo>
                    <a:pt x="20" y="27"/>
                    <a:pt x="19" y="29"/>
                    <a:pt x="18" y="29"/>
                  </a:cubicBezTo>
                  <a:cubicBezTo>
                    <a:pt x="18" y="29"/>
                    <a:pt x="16" y="33"/>
                    <a:pt x="21" y="34"/>
                  </a:cubicBezTo>
                  <a:moveTo>
                    <a:pt x="9" y="35"/>
                  </a:moveTo>
                  <a:cubicBezTo>
                    <a:pt x="9" y="35"/>
                    <a:pt x="9" y="35"/>
                    <a:pt x="9" y="35"/>
                  </a:cubicBezTo>
                  <a:cubicBezTo>
                    <a:pt x="9" y="35"/>
                    <a:pt x="9" y="35"/>
                    <a:pt x="9" y="35"/>
                  </a:cubicBez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3" y="52"/>
                    <a:pt x="43" y="52"/>
                    <a:pt x="43" y="52"/>
                  </a:cubicBezTo>
                  <a:lnTo>
                    <a:pt x="44" y="50"/>
                  </a:lnTo>
                  <a:close/>
                  <a:moveTo>
                    <a:pt x="45" y="47"/>
                  </a:moveTo>
                  <a:cubicBezTo>
                    <a:pt x="45" y="47"/>
                    <a:pt x="45" y="47"/>
                    <a:pt x="45" y="47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7"/>
                  </a:lnTo>
                  <a:close/>
                  <a:moveTo>
                    <a:pt x="40" y="61"/>
                  </a:moveTo>
                  <a:cubicBezTo>
                    <a:pt x="40" y="62"/>
                    <a:pt x="40" y="62"/>
                    <a:pt x="40" y="62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7"/>
                    <a:pt x="41" y="58"/>
                    <a:pt x="41" y="59"/>
                  </a:cubicBezTo>
                  <a:lnTo>
                    <a:pt x="40" y="61"/>
                  </a:lnTo>
                  <a:close/>
                  <a:moveTo>
                    <a:pt x="72" y="0"/>
                  </a:moveTo>
                  <a:cubicBezTo>
                    <a:pt x="113" y="136"/>
                    <a:pt x="113" y="136"/>
                    <a:pt x="113" y="136"/>
                  </a:cubicBezTo>
                  <a:cubicBezTo>
                    <a:pt x="124" y="123"/>
                    <a:pt x="132" y="105"/>
                    <a:pt x="132" y="82"/>
                  </a:cubicBezTo>
                  <a:cubicBezTo>
                    <a:pt x="132" y="0"/>
                    <a:pt x="132" y="0"/>
                    <a:pt x="132" y="0"/>
                  </a:cubicBezTo>
                  <a:lnTo>
                    <a:pt x="72" y="0"/>
                  </a:lnTo>
                  <a:close/>
                  <a:moveTo>
                    <a:pt x="131" y="49"/>
                  </a:moveTo>
                  <a:cubicBezTo>
                    <a:pt x="132" y="53"/>
                    <a:pt x="127" y="52"/>
                    <a:pt x="127" y="52"/>
                  </a:cubicBezTo>
                  <a:cubicBezTo>
                    <a:pt x="128" y="52"/>
                    <a:pt x="129" y="50"/>
                    <a:pt x="129" y="49"/>
                  </a:cubicBezTo>
                  <a:cubicBezTo>
                    <a:pt x="129" y="48"/>
                    <a:pt x="127" y="46"/>
                    <a:pt x="126" y="44"/>
                  </a:cubicBezTo>
                  <a:cubicBezTo>
                    <a:pt x="125" y="41"/>
                    <a:pt x="128" y="40"/>
                    <a:pt x="128" y="40"/>
                  </a:cubicBezTo>
                  <a:cubicBezTo>
                    <a:pt x="129" y="39"/>
                    <a:pt x="129" y="39"/>
                    <a:pt x="129" y="39"/>
                  </a:cubicBezTo>
                  <a:cubicBezTo>
                    <a:pt x="129" y="37"/>
                    <a:pt x="127" y="36"/>
                    <a:pt x="126" y="37"/>
                  </a:cubicBezTo>
                  <a:cubicBezTo>
                    <a:pt x="126" y="37"/>
                    <a:pt x="125" y="36"/>
                    <a:pt x="124" y="37"/>
                  </a:cubicBezTo>
                  <a:cubicBezTo>
                    <a:pt x="124" y="38"/>
                    <a:pt x="124" y="38"/>
                    <a:pt x="124" y="38"/>
                  </a:cubicBezTo>
                  <a:cubicBezTo>
                    <a:pt x="123" y="39"/>
                    <a:pt x="123" y="39"/>
                    <a:pt x="123" y="39"/>
                  </a:cubicBezTo>
                  <a:cubicBezTo>
                    <a:pt x="123" y="39"/>
                    <a:pt x="123" y="41"/>
                    <a:pt x="123" y="42"/>
                  </a:cubicBezTo>
                  <a:cubicBezTo>
                    <a:pt x="123" y="49"/>
                    <a:pt x="130" y="55"/>
                    <a:pt x="130" y="60"/>
                  </a:cubicBezTo>
                  <a:cubicBezTo>
                    <a:pt x="130" y="64"/>
                    <a:pt x="126" y="67"/>
                    <a:pt x="126" y="67"/>
                  </a:cubicBezTo>
                  <a:cubicBezTo>
                    <a:pt x="127" y="69"/>
                    <a:pt x="127" y="69"/>
                    <a:pt x="127" y="69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5" y="71"/>
                    <a:pt x="125" y="71"/>
                    <a:pt x="125" y="71"/>
                  </a:cubicBezTo>
                  <a:cubicBezTo>
                    <a:pt x="126" y="72"/>
                    <a:pt x="126" y="72"/>
                    <a:pt x="126" y="72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5" y="74"/>
                    <a:pt x="125" y="74"/>
                    <a:pt x="125" y="74"/>
                  </a:cubicBezTo>
                  <a:cubicBezTo>
                    <a:pt x="124" y="74"/>
                    <a:pt x="124" y="74"/>
                    <a:pt x="124" y="74"/>
                  </a:cubicBezTo>
                  <a:cubicBezTo>
                    <a:pt x="125" y="75"/>
                    <a:pt x="125" y="75"/>
                    <a:pt x="125" y="75"/>
                  </a:cubicBezTo>
                  <a:cubicBezTo>
                    <a:pt x="123" y="75"/>
                    <a:pt x="123" y="75"/>
                    <a:pt x="123" y="75"/>
                  </a:cubicBezTo>
                  <a:cubicBezTo>
                    <a:pt x="124" y="78"/>
                    <a:pt x="124" y="78"/>
                    <a:pt x="124" y="78"/>
                  </a:cubicBezTo>
                  <a:cubicBezTo>
                    <a:pt x="123" y="78"/>
                    <a:pt x="123" y="78"/>
                    <a:pt x="123" y="78"/>
                  </a:cubicBezTo>
                  <a:cubicBezTo>
                    <a:pt x="124" y="80"/>
                    <a:pt x="124" y="80"/>
                    <a:pt x="124" y="80"/>
                  </a:cubicBezTo>
                  <a:cubicBezTo>
                    <a:pt x="125" y="83"/>
                    <a:pt x="125" y="83"/>
                    <a:pt x="125" y="83"/>
                  </a:cubicBezTo>
                  <a:cubicBezTo>
                    <a:pt x="125" y="84"/>
                    <a:pt x="125" y="85"/>
                    <a:pt x="125" y="87"/>
                  </a:cubicBezTo>
                  <a:cubicBezTo>
                    <a:pt x="125" y="88"/>
                    <a:pt x="125" y="89"/>
                    <a:pt x="125" y="89"/>
                  </a:cubicBezTo>
                  <a:cubicBezTo>
                    <a:pt x="126" y="94"/>
                    <a:pt x="126" y="94"/>
                    <a:pt x="126" y="94"/>
                  </a:cubicBezTo>
                  <a:cubicBezTo>
                    <a:pt x="125" y="96"/>
                    <a:pt x="125" y="96"/>
                    <a:pt x="125" y="96"/>
                  </a:cubicBezTo>
                  <a:cubicBezTo>
                    <a:pt x="125" y="100"/>
                    <a:pt x="125" y="100"/>
                    <a:pt x="125" y="100"/>
                  </a:cubicBezTo>
                  <a:cubicBezTo>
                    <a:pt x="123" y="101"/>
                    <a:pt x="123" y="101"/>
                    <a:pt x="123" y="101"/>
                  </a:cubicBezTo>
                  <a:cubicBezTo>
                    <a:pt x="122" y="101"/>
                    <a:pt x="120" y="101"/>
                    <a:pt x="118" y="101"/>
                  </a:cubicBezTo>
                  <a:cubicBezTo>
                    <a:pt x="117" y="101"/>
                    <a:pt x="116" y="100"/>
                    <a:pt x="114" y="99"/>
                  </a:cubicBezTo>
                  <a:cubicBezTo>
                    <a:pt x="113" y="98"/>
                    <a:pt x="113" y="99"/>
                    <a:pt x="113" y="98"/>
                  </a:cubicBezTo>
                  <a:cubicBezTo>
                    <a:pt x="115" y="96"/>
                    <a:pt x="115" y="96"/>
                    <a:pt x="115" y="96"/>
                  </a:cubicBezTo>
                  <a:cubicBezTo>
                    <a:pt x="116" y="96"/>
                    <a:pt x="117" y="96"/>
                    <a:pt x="118" y="96"/>
                  </a:cubicBezTo>
                  <a:cubicBezTo>
                    <a:pt x="119" y="96"/>
                    <a:pt x="119" y="97"/>
                    <a:pt x="121" y="97"/>
                  </a:cubicBezTo>
                  <a:cubicBezTo>
                    <a:pt x="122" y="97"/>
                    <a:pt x="122" y="95"/>
                    <a:pt x="122" y="94"/>
                  </a:cubicBezTo>
                  <a:cubicBezTo>
                    <a:pt x="122" y="93"/>
                    <a:pt x="123" y="92"/>
                    <a:pt x="122" y="91"/>
                  </a:cubicBezTo>
                  <a:cubicBezTo>
                    <a:pt x="121" y="89"/>
                    <a:pt x="121" y="88"/>
                    <a:pt x="121" y="87"/>
                  </a:cubicBezTo>
                  <a:cubicBezTo>
                    <a:pt x="121" y="86"/>
                    <a:pt x="121" y="86"/>
                    <a:pt x="120" y="85"/>
                  </a:cubicBezTo>
                  <a:cubicBezTo>
                    <a:pt x="119" y="84"/>
                    <a:pt x="119" y="83"/>
                    <a:pt x="119" y="82"/>
                  </a:cubicBezTo>
                  <a:cubicBezTo>
                    <a:pt x="119" y="81"/>
                    <a:pt x="119" y="80"/>
                    <a:pt x="118" y="79"/>
                  </a:cubicBezTo>
                  <a:cubicBezTo>
                    <a:pt x="117" y="78"/>
                    <a:pt x="116" y="75"/>
                    <a:pt x="115" y="75"/>
                  </a:cubicBezTo>
                  <a:cubicBezTo>
                    <a:pt x="115" y="74"/>
                    <a:pt x="114" y="72"/>
                    <a:pt x="114" y="72"/>
                  </a:cubicBezTo>
                  <a:cubicBezTo>
                    <a:pt x="113" y="70"/>
                    <a:pt x="113" y="70"/>
                    <a:pt x="113" y="70"/>
                  </a:cubicBezTo>
                  <a:cubicBezTo>
                    <a:pt x="111" y="69"/>
                    <a:pt x="111" y="69"/>
                    <a:pt x="111" y="69"/>
                  </a:cubicBezTo>
                  <a:cubicBezTo>
                    <a:pt x="110" y="68"/>
                    <a:pt x="110" y="68"/>
                    <a:pt x="110" y="68"/>
                  </a:cubicBezTo>
                  <a:cubicBezTo>
                    <a:pt x="110" y="69"/>
                    <a:pt x="110" y="69"/>
                    <a:pt x="110" y="69"/>
                  </a:cubicBezTo>
                  <a:cubicBezTo>
                    <a:pt x="110" y="70"/>
                    <a:pt x="110" y="70"/>
                    <a:pt x="110" y="70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11" y="74"/>
                    <a:pt x="111" y="74"/>
                    <a:pt x="111" y="74"/>
                  </a:cubicBezTo>
                  <a:cubicBezTo>
                    <a:pt x="109" y="75"/>
                    <a:pt x="109" y="75"/>
                    <a:pt x="109" y="75"/>
                  </a:cubicBezTo>
                  <a:cubicBezTo>
                    <a:pt x="107" y="77"/>
                    <a:pt x="107" y="77"/>
                    <a:pt x="107" y="77"/>
                  </a:cubicBezTo>
                  <a:cubicBezTo>
                    <a:pt x="106" y="79"/>
                    <a:pt x="106" y="79"/>
                    <a:pt x="106" y="79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105" y="79"/>
                    <a:pt x="104" y="81"/>
                    <a:pt x="103" y="82"/>
                  </a:cubicBezTo>
                  <a:cubicBezTo>
                    <a:pt x="103" y="83"/>
                    <a:pt x="102" y="83"/>
                    <a:pt x="101" y="83"/>
                  </a:cubicBezTo>
                  <a:cubicBezTo>
                    <a:pt x="100" y="83"/>
                    <a:pt x="98" y="81"/>
                    <a:pt x="98" y="80"/>
                  </a:cubicBezTo>
                  <a:cubicBezTo>
                    <a:pt x="97" y="79"/>
                    <a:pt x="96" y="76"/>
                    <a:pt x="96" y="76"/>
                  </a:cubicBezTo>
                  <a:cubicBezTo>
                    <a:pt x="96" y="73"/>
                    <a:pt x="96" y="73"/>
                    <a:pt x="96" y="73"/>
                  </a:cubicBezTo>
                  <a:cubicBezTo>
                    <a:pt x="98" y="74"/>
                    <a:pt x="98" y="74"/>
                    <a:pt x="98" y="74"/>
                  </a:cubicBezTo>
                  <a:cubicBezTo>
                    <a:pt x="99" y="75"/>
                    <a:pt x="99" y="75"/>
                    <a:pt x="99" y="75"/>
                  </a:cubicBezTo>
                  <a:cubicBezTo>
                    <a:pt x="100" y="76"/>
                    <a:pt x="100" y="76"/>
                    <a:pt x="100" y="76"/>
                  </a:cubicBezTo>
                  <a:cubicBezTo>
                    <a:pt x="100" y="78"/>
                    <a:pt x="100" y="78"/>
                    <a:pt x="100" y="78"/>
                  </a:cubicBezTo>
                  <a:cubicBezTo>
                    <a:pt x="101" y="79"/>
                    <a:pt x="101" y="79"/>
                    <a:pt x="101" y="79"/>
                  </a:cubicBezTo>
                  <a:cubicBezTo>
                    <a:pt x="101" y="78"/>
                    <a:pt x="101" y="78"/>
                    <a:pt x="102" y="78"/>
                  </a:cubicBezTo>
                  <a:cubicBezTo>
                    <a:pt x="103" y="77"/>
                    <a:pt x="105" y="75"/>
                    <a:pt x="105" y="74"/>
                  </a:cubicBezTo>
                  <a:cubicBezTo>
                    <a:pt x="106" y="73"/>
                    <a:pt x="107" y="72"/>
                    <a:pt x="106" y="70"/>
                  </a:cubicBezTo>
                  <a:cubicBezTo>
                    <a:pt x="105" y="69"/>
                    <a:pt x="103" y="67"/>
                    <a:pt x="102" y="66"/>
                  </a:cubicBezTo>
                  <a:cubicBezTo>
                    <a:pt x="100" y="65"/>
                    <a:pt x="102" y="64"/>
                    <a:pt x="102" y="64"/>
                  </a:cubicBezTo>
                  <a:cubicBezTo>
                    <a:pt x="100" y="64"/>
                    <a:pt x="100" y="62"/>
                    <a:pt x="100" y="62"/>
                  </a:cubicBezTo>
                  <a:cubicBezTo>
                    <a:pt x="101" y="56"/>
                    <a:pt x="107" y="58"/>
                    <a:pt x="108" y="58"/>
                  </a:cubicBezTo>
                  <a:cubicBezTo>
                    <a:pt x="108" y="58"/>
                    <a:pt x="107" y="57"/>
                    <a:pt x="107" y="56"/>
                  </a:cubicBezTo>
                  <a:cubicBezTo>
                    <a:pt x="106" y="55"/>
                    <a:pt x="103" y="54"/>
                    <a:pt x="103" y="53"/>
                  </a:cubicBezTo>
                  <a:cubicBezTo>
                    <a:pt x="103" y="52"/>
                    <a:pt x="103" y="52"/>
                    <a:pt x="103" y="52"/>
                  </a:cubicBezTo>
                  <a:cubicBezTo>
                    <a:pt x="100" y="53"/>
                    <a:pt x="99" y="57"/>
                    <a:pt x="99" y="57"/>
                  </a:cubicBezTo>
                  <a:cubicBezTo>
                    <a:pt x="98" y="56"/>
                    <a:pt x="98" y="55"/>
                    <a:pt x="98" y="54"/>
                  </a:cubicBezTo>
                  <a:cubicBezTo>
                    <a:pt x="96" y="54"/>
                    <a:pt x="96" y="54"/>
                    <a:pt x="96" y="54"/>
                  </a:cubicBezTo>
                  <a:cubicBezTo>
                    <a:pt x="95" y="54"/>
                    <a:pt x="95" y="55"/>
                    <a:pt x="94" y="55"/>
                  </a:cubicBezTo>
                  <a:cubicBezTo>
                    <a:pt x="93" y="56"/>
                    <a:pt x="93" y="56"/>
                    <a:pt x="92" y="57"/>
                  </a:cubicBezTo>
                  <a:cubicBezTo>
                    <a:pt x="93" y="58"/>
                    <a:pt x="93" y="58"/>
                    <a:pt x="93" y="58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61"/>
                    <a:pt x="94" y="61"/>
                    <a:pt x="94" y="6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93" y="63"/>
                    <a:pt x="93" y="63"/>
                    <a:pt x="93" y="63"/>
                  </a:cubicBezTo>
                  <a:cubicBezTo>
                    <a:pt x="93" y="62"/>
                    <a:pt x="93" y="62"/>
                    <a:pt x="93" y="62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91" y="59"/>
                    <a:pt x="91" y="59"/>
                    <a:pt x="91" y="59"/>
                  </a:cubicBezTo>
                  <a:cubicBezTo>
                    <a:pt x="91" y="58"/>
                    <a:pt x="91" y="57"/>
                    <a:pt x="90" y="56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9" y="46"/>
                    <a:pt x="89" y="46"/>
                    <a:pt x="89" y="46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1" y="53"/>
                    <a:pt x="91" y="53"/>
                    <a:pt x="91" y="53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94" y="53"/>
                    <a:pt x="94" y="53"/>
                    <a:pt x="94" y="53"/>
                  </a:cubicBezTo>
                  <a:cubicBezTo>
                    <a:pt x="94" y="53"/>
                    <a:pt x="96" y="52"/>
                    <a:pt x="97" y="51"/>
                  </a:cubicBezTo>
                  <a:cubicBezTo>
                    <a:pt x="97" y="50"/>
                    <a:pt x="97" y="50"/>
                    <a:pt x="97" y="50"/>
                  </a:cubicBezTo>
                  <a:cubicBezTo>
                    <a:pt x="95" y="48"/>
                    <a:pt x="95" y="48"/>
                    <a:pt x="95" y="48"/>
                  </a:cubicBezTo>
                  <a:cubicBezTo>
                    <a:pt x="98" y="48"/>
                    <a:pt x="99" y="49"/>
                    <a:pt x="99" y="49"/>
                  </a:cubicBezTo>
                  <a:cubicBezTo>
                    <a:pt x="99" y="49"/>
                    <a:pt x="99" y="49"/>
                    <a:pt x="99" y="49"/>
                  </a:cubicBezTo>
                  <a:cubicBezTo>
                    <a:pt x="99" y="48"/>
                    <a:pt x="97" y="46"/>
                    <a:pt x="95" y="43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2" y="39"/>
                    <a:pt x="92" y="39"/>
                  </a:cubicBezTo>
                  <a:cubicBezTo>
                    <a:pt x="91" y="39"/>
                    <a:pt x="92" y="35"/>
                    <a:pt x="90" y="33"/>
                  </a:cubicBezTo>
                  <a:cubicBezTo>
                    <a:pt x="87" y="32"/>
                    <a:pt x="87" y="35"/>
                    <a:pt x="87" y="35"/>
                  </a:cubicBezTo>
                  <a:cubicBezTo>
                    <a:pt x="87" y="31"/>
                    <a:pt x="88" y="31"/>
                    <a:pt x="89" y="31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7" y="26"/>
                    <a:pt x="86" y="25"/>
                    <a:pt x="86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6" y="29"/>
                    <a:pt x="86" y="29"/>
                    <a:pt x="86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5" y="26"/>
                    <a:pt x="85" y="26"/>
                    <a:pt x="85" y="26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85" y="19"/>
                    <a:pt x="85" y="19"/>
                    <a:pt x="85" y="19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5" y="12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8" y="12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8" y="11"/>
                    <a:pt x="88" y="13"/>
                    <a:pt x="88" y="13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90" y="13"/>
                    <a:pt x="90" y="14"/>
                    <a:pt x="90" y="14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1" y="16"/>
                    <a:pt x="90" y="17"/>
                    <a:pt x="89" y="18"/>
                  </a:cubicBezTo>
                  <a:cubicBezTo>
                    <a:pt x="89" y="19"/>
                    <a:pt x="89" y="20"/>
                    <a:pt x="88" y="21"/>
                  </a:cubicBezTo>
                  <a:cubicBezTo>
                    <a:pt x="88" y="23"/>
                    <a:pt x="89" y="25"/>
                    <a:pt x="90" y="27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1" y="30"/>
                    <a:pt x="91" y="30"/>
                    <a:pt x="91" y="30"/>
                  </a:cubicBezTo>
                  <a:cubicBezTo>
                    <a:pt x="91" y="28"/>
                    <a:pt x="93" y="27"/>
                    <a:pt x="93" y="27"/>
                  </a:cubicBezTo>
                  <a:cubicBezTo>
                    <a:pt x="93" y="27"/>
                    <a:pt x="93" y="29"/>
                    <a:pt x="93" y="30"/>
                  </a:cubicBezTo>
                  <a:cubicBezTo>
                    <a:pt x="94" y="31"/>
                    <a:pt x="94" y="31"/>
                    <a:pt x="94" y="32"/>
                  </a:cubicBezTo>
                  <a:cubicBezTo>
                    <a:pt x="96" y="35"/>
                    <a:pt x="96" y="35"/>
                    <a:pt x="96" y="35"/>
                  </a:cubicBezTo>
                  <a:cubicBezTo>
                    <a:pt x="96" y="34"/>
                    <a:pt x="97" y="32"/>
                    <a:pt x="98" y="31"/>
                  </a:cubicBezTo>
                  <a:cubicBezTo>
                    <a:pt x="99" y="30"/>
                    <a:pt x="101" y="28"/>
                    <a:pt x="102" y="27"/>
                  </a:cubicBezTo>
                  <a:cubicBezTo>
                    <a:pt x="103" y="26"/>
                    <a:pt x="105" y="25"/>
                    <a:pt x="105" y="24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2" y="23"/>
                    <a:pt x="102" y="23"/>
                    <a:pt x="102" y="23"/>
                  </a:cubicBezTo>
                  <a:cubicBezTo>
                    <a:pt x="102" y="23"/>
                    <a:pt x="101" y="24"/>
                    <a:pt x="100" y="24"/>
                  </a:cubicBezTo>
                  <a:cubicBezTo>
                    <a:pt x="98" y="24"/>
                    <a:pt x="98" y="23"/>
                    <a:pt x="97" y="23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0" y="21"/>
                    <a:pt x="100" y="21"/>
                    <a:pt x="100" y="21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7" y="19"/>
                    <a:pt x="97" y="19"/>
                    <a:pt x="97" y="19"/>
                  </a:cubicBezTo>
                  <a:cubicBezTo>
                    <a:pt x="97" y="19"/>
                    <a:pt x="97" y="16"/>
                    <a:pt x="99" y="16"/>
                  </a:cubicBezTo>
                  <a:cubicBezTo>
                    <a:pt x="102" y="16"/>
                    <a:pt x="102" y="16"/>
                    <a:pt x="102" y="16"/>
                  </a:cubicBezTo>
                  <a:cubicBezTo>
                    <a:pt x="102" y="16"/>
                    <a:pt x="103" y="14"/>
                    <a:pt x="104" y="14"/>
                  </a:cubicBezTo>
                  <a:cubicBezTo>
                    <a:pt x="105" y="14"/>
                    <a:pt x="106" y="14"/>
                    <a:pt x="107" y="14"/>
                  </a:cubicBezTo>
                  <a:cubicBezTo>
                    <a:pt x="108" y="15"/>
                    <a:pt x="108" y="15"/>
                    <a:pt x="108" y="15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9" y="14"/>
                    <a:pt x="109" y="14"/>
                    <a:pt x="109" y="14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09" y="15"/>
                    <a:pt x="109" y="15"/>
                    <a:pt x="109" y="15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2" y="17"/>
                    <a:pt x="112" y="17"/>
                    <a:pt x="112" y="17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1" y="18"/>
                    <a:pt x="113" y="19"/>
                    <a:pt x="113" y="22"/>
                  </a:cubicBezTo>
                  <a:cubicBezTo>
                    <a:pt x="113" y="21"/>
                    <a:pt x="113" y="21"/>
                    <a:pt x="113" y="21"/>
                  </a:cubicBezTo>
                  <a:cubicBezTo>
                    <a:pt x="114" y="20"/>
                    <a:pt x="115" y="17"/>
                    <a:pt x="115" y="17"/>
                  </a:cubicBezTo>
                  <a:cubicBezTo>
                    <a:pt x="116" y="18"/>
                    <a:pt x="116" y="18"/>
                    <a:pt x="116" y="18"/>
                  </a:cubicBezTo>
                  <a:cubicBezTo>
                    <a:pt x="116" y="17"/>
                    <a:pt x="117" y="12"/>
                    <a:pt x="117" y="12"/>
                  </a:cubicBezTo>
                  <a:cubicBezTo>
                    <a:pt x="118" y="12"/>
                    <a:pt x="118" y="13"/>
                    <a:pt x="118" y="13"/>
                  </a:cubicBezTo>
                  <a:cubicBezTo>
                    <a:pt x="119" y="11"/>
                    <a:pt x="118" y="1"/>
                    <a:pt x="118" y="1"/>
                  </a:cubicBezTo>
                  <a:cubicBezTo>
                    <a:pt x="121" y="2"/>
                    <a:pt x="123" y="8"/>
                    <a:pt x="122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3" y="12"/>
                    <a:pt x="123" y="13"/>
                    <a:pt x="123" y="13"/>
                  </a:cubicBezTo>
                  <a:cubicBezTo>
                    <a:pt x="125" y="12"/>
                    <a:pt x="129" y="3"/>
                    <a:pt x="129" y="3"/>
                  </a:cubicBezTo>
                  <a:cubicBezTo>
                    <a:pt x="133" y="7"/>
                    <a:pt x="126" y="17"/>
                    <a:pt x="126" y="17"/>
                  </a:cubicBezTo>
                  <a:cubicBezTo>
                    <a:pt x="127" y="17"/>
                    <a:pt x="130" y="14"/>
                    <a:pt x="130" y="14"/>
                  </a:cubicBezTo>
                  <a:cubicBezTo>
                    <a:pt x="132" y="18"/>
                    <a:pt x="125" y="23"/>
                    <a:pt x="125" y="23"/>
                  </a:cubicBezTo>
                  <a:cubicBezTo>
                    <a:pt x="127" y="22"/>
                    <a:pt x="130" y="22"/>
                    <a:pt x="130" y="22"/>
                  </a:cubicBezTo>
                  <a:cubicBezTo>
                    <a:pt x="130" y="24"/>
                    <a:pt x="126" y="29"/>
                    <a:pt x="125" y="29"/>
                  </a:cubicBezTo>
                  <a:cubicBezTo>
                    <a:pt x="128" y="29"/>
                    <a:pt x="129" y="30"/>
                    <a:pt x="129" y="30"/>
                  </a:cubicBezTo>
                  <a:cubicBezTo>
                    <a:pt x="128" y="33"/>
                    <a:pt x="126" y="34"/>
                    <a:pt x="124" y="35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9" y="35"/>
                    <a:pt x="131" y="36"/>
                    <a:pt x="131" y="39"/>
                  </a:cubicBezTo>
                  <a:cubicBezTo>
                    <a:pt x="131" y="42"/>
                    <a:pt x="130" y="43"/>
                    <a:pt x="130" y="44"/>
                  </a:cubicBezTo>
                  <a:cubicBezTo>
                    <a:pt x="130" y="45"/>
                    <a:pt x="130" y="45"/>
                    <a:pt x="131" y="4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3" name="Freeform 35">
              <a:extLst>
                <a:ext uri="{FF2B5EF4-FFF2-40B4-BE49-F238E27FC236}">
                  <a16:creationId xmlns:a16="http://schemas.microsoft.com/office/drawing/2014/main" id="{BE146320-5638-4CD8-83B6-B28234429C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0775" y="2614613"/>
              <a:ext cx="103188" cy="122238"/>
            </a:xfrm>
            <a:custGeom>
              <a:avLst/>
              <a:gdLst>
                <a:gd name="T0" fmla="*/ 21 w 48"/>
                <a:gd name="T1" fmla="*/ 19 h 56"/>
                <a:gd name="T2" fmla="*/ 23 w 48"/>
                <a:gd name="T3" fmla="*/ 4 h 56"/>
                <a:gd name="T4" fmla="*/ 19 w 48"/>
                <a:gd name="T5" fmla="*/ 21 h 56"/>
                <a:gd name="T6" fmla="*/ 7 w 48"/>
                <a:gd name="T7" fmla="*/ 22 h 56"/>
                <a:gd name="T8" fmla="*/ 25 w 48"/>
                <a:gd name="T9" fmla="*/ 24 h 56"/>
                <a:gd name="T10" fmla="*/ 42 w 48"/>
                <a:gd name="T11" fmla="*/ 23 h 56"/>
                <a:gd name="T12" fmla="*/ 43 w 48"/>
                <a:gd name="T13" fmla="*/ 23 h 56"/>
                <a:gd name="T14" fmla="*/ 25 w 48"/>
                <a:gd name="T15" fmla="*/ 23 h 56"/>
                <a:gd name="T16" fmla="*/ 31 w 48"/>
                <a:gd name="T17" fmla="*/ 17 h 56"/>
                <a:gd name="T18" fmla="*/ 24 w 48"/>
                <a:gd name="T19" fmla="*/ 22 h 56"/>
                <a:gd name="T20" fmla="*/ 24 w 48"/>
                <a:gd name="T21" fmla="*/ 4 h 56"/>
                <a:gd name="T22" fmla="*/ 24 w 48"/>
                <a:gd name="T23" fmla="*/ 4 h 56"/>
                <a:gd name="T24" fmla="*/ 24 w 48"/>
                <a:gd name="T25" fmla="*/ 22 h 56"/>
                <a:gd name="T26" fmla="*/ 17 w 48"/>
                <a:gd name="T27" fmla="*/ 17 h 56"/>
                <a:gd name="T28" fmla="*/ 23 w 48"/>
                <a:gd name="T29" fmla="*/ 23 h 56"/>
                <a:gd name="T30" fmla="*/ 7 w 48"/>
                <a:gd name="T31" fmla="*/ 23 h 56"/>
                <a:gd name="T32" fmla="*/ 5 w 48"/>
                <a:gd name="T33" fmla="*/ 23 h 56"/>
                <a:gd name="T34" fmla="*/ 6 w 48"/>
                <a:gd name="T35" fmla="*/ 23 h 56"/>
                <a:gd name="T36" fmla="*/ 18 w 48"/>
                <a:gd name="T37" fmla="*/ 28 h 56"/>
                <a:gd name="T38" fmla="*/ 19 w 48"/>
                <a:gd name="T39" fmla="*/ 29 h 56"/>
                <a:gd name="T40" fmla="*/ 24 w 48"/>
                <a:gd name="T41" fmla="*/ 49 h 56"/>
                <a:gd name="T42" fmla="*/ 24 w 48"/>
                <a:gd name="T43" fmla="*/ 50 h 56"/>
                <a:gd name="T44" fmla="*/ 24 w 48"/>
                <a:gd name="T45" fmla="*/ 25 h 56"/>
                <a:gd name="T46" fmla="*/ 29 w 48"/>
                <a:gd name="T47" fmla="*/ 29 h 56"/>
                <a:gd name="T48" fmla="*/ 30 w 48"/>
                <a:gd name="T49" fmla="*/ 28 h 56"/>
                <a:gd name="T50" fmla="*/ 44 w 48"/>
                <a:gd name="T51" fmla="*/ 23 h 56"/>
                <a:gd name="T52" fmla="*/ 26 w 48"/>
                <a:gd name="T53" fmla="*/ 24 h 56"/>
                <a:gd name="T54" fmla="*/ 48 w 48"/>
                <a:gd name="T55" fmla="*/ 23 h 56"/>
                <a:gd name="T56" fmla="*/ 43 w 48"/>
                <a:gd name="T57" fmla="*/ 22 h 56"/>
                <a:gd name="T58" fmla="*/ 44 w 48"/>
                <a:gd name="T59" fmla="*/ 23 h 56"/>
                <a:gd name="T60" fmla="*/ 24 w 48"/>
                <a:gd name="T61" fmla="*/ 50 h 56"/>
                <a:gd name="T62" fmla="*/ 23 w 48"/>
                <a:gd name="T63" fmla="*/ 25 h 56"/>
                <a:gd name="T64" fmla="*/ 24 w 48"/>
                <a:gd name="T65" fmla="*/ 56 h 56"/>
                <a:gd name="T66" fmla="*/ 28 w 48"/>
                <a:gd name="T67" fmla="*/ 29 h 56"/>
                <a:gd name="T68" fmla="*/ 25 w 48"/>
                <a:gd name="T69" fmla="*/ 49 h 56"/>
                <a:gd name="T70" fmla="*/ 6 w 48"/>
                <a:gd name="T71" fmla="*/ 24 h 56"/>
                <a:gd name="T72" fmla="*/ 6 w 48"/>
                <a:gd name="T73" fmla="*/ 22 h 56"/>
                <a:gd name="T74" fmla="*/ 0 w 48"/>
                <a:gd name="T75" fmla="*/ 23 h 56"/>
                <a:gd name="T76" fmla="*/ 22 w 48"/>
                <a:gd name="T77" fmla="*/ 24 h 56"/>
                <a:gd name="T78" fmla="*/ 43 w 48"/>
                <a:gd name="T79" fmla="*/ 22 h 56"/>
                <a:gd name="T80" fmla="*/ 26 w 48"/>
                <a:gd name="T81" fmla="*/ 22 h 56"/>
                <a:gd name="T82" fmla="*/ 25 w 48"/>
                <a:gd name="T83" fmla="*/ 4 h 56"/>
                <a:gd name="T84" fmla="*/ 25 w 48"/>
                <a:gd name="T85" fmla="*/ 21 h 56"/>
                <a:gd name="T86" fmla="*/ 24 w 48"/>
                <a:gd name="T87" fmla="*/ 0 h 56"/>
                <a:gd name="T88" fmla="*/ 23 w 48"/>
                <a:gd name="T89" fmla="*/ 4 h 56"/>
                <a:gd name="T90" fmla="*/ 24 w 48"/>
                <a:gd name="T91" fmla="*/ 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8" h="56">
                  <a:moveTo>
                    <a:pt x="23" y="4"/>
                  </a:moveTo>
                  <a:cubicBezTo>
                    <a:pt x="21" y="19"/>
                    <a:pt x="21" y="19"/>
                    <a:pt x="21" y="19"/>
                  </a:cubicBezTo>
                  <a:cubicBezTo>
                    <a:pt x="23" y="21"/>
                    <a:pt x="23" y="21"/>
                    <a:pt x="23" y="21"/>
                  </a:cubicBezTo>
                  <a:lnTo>
                    <a:pt x="23" y="4"/>
                  </a:lnTo>
                  <a:close/>
                  <a:moveTo>
                    <a:pt x="22" y="22"/>
                  </a:moveTo>
                  <a:cubicBezTo>
                    <a:pt x="19" y="21"/>
                    <a:pt x="19" y="21"/>
                    <a:pt x="19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10" y="22"/>
                    <a:pt x="19" y="22"/>
                    <a:pt x="22" y="22"/>
                  </a:cubicBezTo>
                  <a:moveTo>
                    <a:pt x="25" y="24"/>
                  </a:moveTo>
                  <a:cubicBezTo>
                    <a:pt x="26" y="24"/>
                    <a:pt x="26" y="24"/>
                    <a:pt x="26" y="24"/>
                  </a:cubicBezTo>
                  <a:cubicBezTo>
                    <a:pt x="26" y="24"/>
                    <a:pt x="40" y="23"/>
                    <a:pt x="42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10" y="23"/>
                    <a:pt x="7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8"/>
                    <a:pt x="30" y="28"/>
                    <a:pt x="30" y="28"/>
                  </a:cubicBezTo>
                  <a:lnTo>
                    <a:pt x="25" y="24"/>
                  </a:lnTo>
                  <a:close/>
                  <a:moveTo>
                    <a:pt x="44" y="23"/>
                  </a:moveTo>
                  <a:cubicBezTo>
                    <a:pt x="42" y="24"/>
                    <a:pt x="42" y="24"/>
                    <a:pt x="42" y="24"/>
                  </a:cubicBezTo>
                  <a:cubicBezTo>
                    <a:pt x="41" y="24"/>
                    <a:pt x="29" y="24"/>
                    <a:pt x="26" y="24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3" y="22"/>
                    <a:pt x="43" y="22"/>
                    <a:pt x="43" y="22"/>
                  </a:cubicBezTo>
                  <a:lnTo>
                    <a:pt x="44" y="23"/>
                  </a:lnTo>
                  <a:close/>
                  <a:moveTo>
                    <a:pt x="25" y="49"/>
                  </a:moveTo>
                  <a:cubicBezTo>
                    <a:pt x="25" y="50"/>
                    <a:pt x="25" y="50"/>
                    <a:pt x="24" y="50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5" y="25"/>
                    <a:pt x="25" y="25"/>
                    <a:pt x="25" y="25"/>
                  </a:cubicBezTo>
                  <a:lnTo>
                    <a:pt x="25" y="49"/>
                  </a:lnTo>
                  <a:close/>
                  <a:moveTo>
                    <a:pt x="22" y="24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5" y="24"/>
                    <a:pt x="5" y="2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9" y="26"/>
                    <a:pt x="19" y="26"/>
                    <a:pt x="19" y="26"/>
                  </a:cubicBezTo>
                  <a:lnTo>
                    <a:pt x="22" y="24"/>
                  </a:lnTo>
                  <a:close/>
                  <a:moveTo>
                    <a:pt x="26" y="22"/>
                  </a:moveTo>
                  <a:cubicBezTo>
                    <a:pt x="43" y="22"/>
                    <a:pt x="43" y="22"/>
                    <a:pt x="43" y="22"/>
                  </a:cubicBezTo>
                  <a:cubicBezTo>
                    <a:pt x="28" y="20"/>
                    <a:pt x="28" y="20"/>
                    <a:pt x="28" y="20"/>
                  </a:cubicBezTo>
                  <a:lnTo>
                    <a:pt x="26" y="22"/>
                  </a:lnTo>
                  <a:close/>
                  <a:moveTo>
                    <a:pt x="24" y="4"/>
                  </a:moveTo>
                  <a:cubicBezTo>
                    <a:pt x="25" y="4"/>
                    <a:pt x="25" y="4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lnTo>
                    <a:pt x="2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4" name="Freeform 36">
              <a:extLst>
                <a:ext uri="{FF2B5EF4-FFF2-40B4-BE49-F238E27FC236}">
                  <a16:creationId xmlns:a16="http://schemas.microsoft.com/office/drawing/2014/main" id="{03CE0CB8-6E7C-4FEB-A0A0-28E923818D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97600" y="2746375"/>
              <a:ext cx="107950" cy="98425"/>
            </a:xfrm>
            <a:custGeom>
              <a:avLst/>
              <a:gdLst>
                <a:gd name="T0" fmla="*/ 14 w 50"/>
                <a:gd name="T1" fmla="*/ 20 h 45"/>
                <a:gd name="T2" fmla="*/ 15 w 50"/>
                <a:gd name="T3" fmla="*/ 11 h 45"/>
                <a:gd name="T4" fmla="*/ 13 w 50"/>
                <a:gd name="T5" fmla="*/ 27 h 45"/>
                <a:gd name="T6" fmla="*/ 22 w 50"/>
                <a:gd name="T7" fmla="*/ 14 h 45"/>
                <a:gd name="T8" fmla="*/ 37 w 50"/>
                <a:gd name="T9" fmla="*/ 24 h 45"/>
                <a:gd name="T10" fmla="*/ 25 w 50"/>
                <a:gd name="T11" fmla="*/ 24 h 45"/>
                <a:gd name="T12" fmla="*/ 43 w 50"/>
                <a:gd name="T13" fmla="*/ 31 h 45"/>
                <a:gd name="T14" fmla="*/ 25 w 50"/>
                <a:gd name="T15" fmla="*/ 22 h 45"/>
                <a:gd name="T16" fmla="*/ 38 w 50"/>
                <a:gd name="T17" fmla="*/ 3 h 45"/>
                <a:gd name="T18" fmla="*/ 19 w 50"/>
                <a:gd name="T19" fmla="*/ 3 h 45"/>
                <a:gd name="T20" fmla="*/ 40 w 50"/>
                <a:gd name="T21" fmla="*/ 0 h 45"/>
                <a:gd name="T22" fmla="*/ 43 w 50"/>
                <a:gd name="T23" fmla="*/ 39 h 45"/>
                <a:gd name="T24" fmla="*/ 46 w 50"/>
                <a:gd name="T25" fmla="*/ 41 h 45"/>
                <a:gd name="T26" fmla="*/ 47 w 50"/>
                <a:gd name="T27" fmla="*/ 44 h 45"/>
                <a:gd name="T28" fmla="*/ 7 w 50"/>
                <a:gd name="T29" fmla="*/ 39 h 45"/>
                <a:gd name="T30" fmla="*/ 10 w 50"/>
                <a:gd name="T31" fmla="*/ 41 h 45"/>
                <a:gd name="T32" fmla="*/ 14 w 50"/>
                <a:gd name="T33" fmla="*/ 41 h 45"/>
                <a:gd name="T34" fmla="*/ 17 w 50"/>
                <a:gd name="T35" fmla="*/ 43 h 45"/>
                <a:gd name="T36" fmla="*/ 20 w 50"/>
                <a:gd name="T37" fmla="*/ 42 h 45"/>
                <a:gd name="T38" fmla="*/ 18 w 50"/>
                <a:gd name="T39" fmla="*/ 38 h 45"/>
                <a:gd name="T40" fmla="*/ 10 w 50"/>
                <a:gd name="T41" fmla="*/ 38 h 45"/>
                <a:gd name="T42" fmla="*/ 5 w 50"/>
                <a:gd name="T43" fmla="*/ 37 h 45"/>
                <a:gd name="T44" fmla="*/ 32 w 50"/>
                <a:gd name="T45" fmla="*/ 10 h 45"/>
                <a:gd name="T46" fmla="*/ 26 w 50"/>
                <a:gd name="T47" fmla="*/ 17 h 45"/>
                <a:gd name="T48" fmla="*/ 37 w 50"/>
                <a:gd name="T49" fmla="*/ 17 h 45"/>
                <a:gd name="T50" fmla="*/ 33 w 50"/>
                <a:gd name="T51" fmla="*/ 21 h 45"/>
                <a:gd name="T52" fmla="*/ 42 w 50"/>
                <a:gd name="T53" fmla="*/ 43 h 45"/>
                <a:gd name="T54" fmla="*/ 42 w 50"/>
                <a:gd name="T55" fmla="*/ 42 h 45"/>
                <a:gd name="T56" fmla="*/ 38 w 50"/>
                <a:gd name="T57" fmla="*/ 27 h 45"/>
                <a:gd name="T58" fmla="*/ 12 w 50"/>
                <a:gd name="T59" fmla="*/ 24 h 45"/>
                <a:gd name="T60" fmla="*/ 10 w 50"/>
                <a:gd name="T61" fmla="*/ 37 h 45"/>
                <a:gd name="T62" fmla="*/ 18 w 50"/>
                <a:gd name="T63" fmla="*/ 38 h 45"/>
                <a:gd name="T64" fmla="*/ 32 w 50"/>
                <a:gd name="T65" fmla="*/ 38 h 45"/>
                <a:gd name="T66" fmla="*/ 45 w 50"/>
                <a:gd name="T67" fmla="*/ 38 h 45"/>
                <a:gd name="T68" fmla="*/ 43 w 50"/>
                <a:gd name="T69" fmla="*/ 40 h 45"/>
                <a:gd name="T70" fmla="*/ 38 w 50"/>
                <a:gd name="T71" fmla="*/ 39 h 45"/>
                <a:gd name="T72" fmla="*/ 40 w 50"/>
                <a:gd name="T73" fmla="*/ 42 h 45"/>
                <a:gd name="T74" fmla="*/ 42 w 50"/>
                <a:gd name="T75" fmla="*/ 41 h 45"/>
                <a:gd name="T76" fmla="*/ 31 w 50"/>
                <a:gd name="T77" fmla="*/ 40 h 45"/>
                <a:gd name="T78" fmla="*/ 28 w 50"/>
                <a:gd name="T79" fmla="*/ 39 h 45"/>
                <a:gd name="T80" fmla="*/ 23 w 50"/>
                <a:gd name="T81" fmla="*/ 40 h 45"/>
                <a:gd name="T82" fmla="*/ 20 w 50"/>
                <a:gd name="T83" fmla="*/ 41 h 45"/>
                <a:gd name="T84" fmla="*/ 44 w 50"/>
                <a:gd name="T85" fmla="*/ 42 h 45"/>
                <a:gd name="T86" fmla="*/ 41 w 50"/>
                <a:gd name="T87" fmla="*/ 43 h 45"/>
                <a:gd name="T88" fmla="*/ 34 w 50"/>
                <a:gd name="T89" fmla="*/ 43 h 45"/>
                <a:gd name="T90" fmla="*/ 27 w 50"/>
                <a:gd name="T91" fmla="*/ 43 h 45"/>
                <a:gd name="T92" fmla="*/ 46 w 50"/>
                <a:gd name="T93" fmla="*/ 44 h 45"/>
                <a:gd name="T94" fmla="*/ 18 w 50"/>
                <a:gd name="T95" fmla="*/ 44 h 45"/>
                <a:gd name="T96" fmla="*/ 14 w 50"/>
                <a:gd name="T97" fmla="*/ 42 h 45"/>
                <a:gd name="T98" fmla="*/ 11 w 50"/>
                <a:gd name="T99" fmla="*/ 42 h 45"/>
                <a:gd name="T100" fmla="*/ 1 w 50"/>
                <a:gd name="T101" fmla="*/ 44 h 45"/>
                <a:gd name="T102" fmla="*/ 19 w 50"/>
                <a:gd name="T103" fmla="*/ 45 h 45"/>
                <a:gd name="T104" fmla="*/ 38 w 50"/>
                <a:gd name="T105" fmla="*/ 40 h 45"/>
                <a:gd name="T106" fmla="*/ 35 w 50"/>
                <a:gd name="T107" fmla="*/ 40 h 45"/>
                <a:gd name="T108" fmla="*/ 17 w 50"/>
                <a:gd name="T109" fmla="*/ 24 h 45"/>
                <a:gd name="T110" fmla="*/ 36 w 50"/>
                <a:gd name="T111" fmla="*/ 11 h 45"/>
                <a:gd name="T112" fmla="*/ 41 w 50"/>
                <a:gd name="T113" fmla="*/ 24 h 45"/>
                <a:gd name="T114" fmla="*/ 13 w 50"/>
                <a:gd name="T115" fmla="*/ 17 h 45"/>
                <a:gd name="T116" fmla="*/ 11 w 50"/>
                <a:gd name="T117" fmla="*/ 14 h 45"/>
                <a:gd name="T118" fmla="*/ 38 w 50"/>
                <a:gd name="T119" fmla="*/ 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" h="45">
                  <a:moveTo>
                    <a:pt x="20" y="24"/>
                  </a:moveTo>
                  <a:cubicBezTo>
                    <a:pt x="21" y="23"/>
                    <a:pt x="22" y="22"/>
                    <a:pt x="25" y="22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20" y="24"/>
                    <a:pt x="20" y="24"/>
                    <a:pt x="20" y="24"/>
                  </a:cubicBezTo>
                  <a:close/>
                  <a:moveTo>
                    <a:pt x="21" y="17"/>
                  </a:moveTo>
                  <a:cubicBezTo>
                    <a:pt x="14" y="17"/>
                    <a:pt x="14" y="17"/>
                    <a:pt x="14" y="17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21" y="20"/>
                    <a:pt x="21" y="20"/>
                    <a:pt x="21" y="20"/>
                  </a:cubicBezTo>
                  <a:lnTo>
                    <a:pt x="21" y="17"/>
                  </a:lnTo>
                  <a:close/>
                  <a:moveTo>
                    <a:pt x="25" y="15"/>
                  </a:moveTo>
                  <a:cubicBezTo>
                    <a:pt x="18" y="15"/>
                    <a:pt x="18" y="15"/>
                    <a:pt x="18" y="15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25" y="17"/>
                    <a:pt x="25" y="17"/>
                    <a:pt x="25" y="17"/>
                  </a:cubicBezTo>
                  <a:lnTo>
                    <a:pt x="25" y="15"/>
                  </a:lnTo>
                  <a:close/>
                  <a:moveTo>
                    <a:pt x="21" y="11"/>
                  </a:moveTo>
                  <a:cubicBezTo>
                    <a:pt x="15" y="11"/>
                    <a:pt x="15" y="11"/>
                    <a:pt x="15" y="11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21" y="14"/>
                    <a:pt x="21" y="14"/>
                    <a:pt x="21" y="14"/>
                  </a:cubicBezTo>
                  <a:lnTo>
                    <a:pt x="21" y="11"/>
                  </a:lnTo>
                  <a:close/>
                  <a:moveTo>
                    <a:pt x="13" y="27"/>
                  </a:moveTo>
                  <a:cubicBezTo>
                    <a:pt x="19" y="27"/>
                    <a:pt x="19" y="27"/>
                    <a:pt x="19" y="27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13" y="24"/>
                    <a:pt x="13" y="24"/>
                    <a:pt x="13" y="24"/>
                  </a:cubicBezTo>
                  <a:lnTo>
                    <a:pt x="13" y="27"/>
                  </a:lnTo>
                  <a:close/>
                  <a:moveTo>
                    <a:pt x="30" y="30"/>
                  </a:moveTo>
                  <a:cubicBezTo>
                    <a:pt x="34" y="30"/>
                    <a:pt x="34" y="30"/>
                    <a:pt x="34" y="30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0" y="29"/>
                    <a:pt x="30" y="29"/>
                    <a:pt x="30" y="29"/>
                  </a:cubicBezTo>
                  <a:lnTo>
                    <a:pt x="30" y="30"/>
                  </a:lnTo>
                  <a:close/>
                  <a:moveTo>
                    <a:pt x="22" y="14"/>
                  </a:moveTo>
                  <a:cubicBezTo>
                    <a:pt x="28" y="14"/>
                    <a:pt x="28" y="14"/>
                    <a:pt x="28" y="14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2" y="11"/>
                    <a:pt x="22" y="11"/>
                    <a:pt x="22" y="11"/>
                  </a:cubicBezTo>
                  <a:lnTo>
                    <a:pt x="22" y="14"/>
                  </a:lnTo>
                  <a:close/>
                  <a:moveTo>
                    <a:pt x="37" y="24"/>
                  </a:moveTo>
                  <a:cubicBezTo>
                    <a:pt x="31" y="24"/>
                    <a:pt x="31" y="24"/>
                    <a:pt x="31" y="24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7" y="27"/>
                    <a:pt x="37" y="27"/>
                    <a:pt x="37" y="27"/>
                  </a:cubicBezTo>
                  <a:lnTo>
                    <a:pt x="37" y="24"/>
                  </a:lnTo>
                  <a:close/>
                  <a:moveTo>
                    <a:pt x="20" y="29"/>
                  </a:move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20" y="30"/>
                    <a:pt x="20" y="30"/>
                    <a:pt x="20" y="30"/>
                  </a:cubicBezTo>
                  <a:lnTo>
                    <a:pt x="20" y="29"/>
                  </a:lnTo>
                  <a:close/>
                  <a:moveTo>
                    <a:pt x="25" y="24"/>
                  </a:moveTo>
                  <a:cubicBezTo>
                    <a:pt x="21" y="24"/>
                    <a:pt x="21" y="27"/>
                    <a:pt x="21" y="29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0" y="28"/>
                    <a:pt x="29" y="24"/>
                    <a:pt x="25" y="24"/>
                  </a:cubicBezTo>
                  <a:moveTo>
                    <a:pt x="30" y="35"/>
                  </a:moveTo>
                  <a:cubicBezTo>
                    <a:pt x="32" y="35"/>
                    <a:pt x="32" y="35"/>
                    <a:pt x="32" y="35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30" y="31"/>
                    <a:pt x="30" y="31"/>
                    <a:pt x="30" y="31"/>
                  </a:cubicBezTo>
                  <a:lnTo>
                    <a:pt x="30" y="35"/>
                  </a:lnTo>
                  <a:close/>
                  <a:moveTo>
                    <a:pt x="34" y="30"/>
                  </a:moveTo>
                  <a:cubicBezTo>
                    <a:pt x="43" y="30"/>
                    <a:pt x="43" y="30"/>
                    <a:pt x="43" y="30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34" y="27"/>
                    <a:pt x="34" y="27"/>
                    <a:pt x="34" y="27"/>
                  </a:cubicBezTo>
                  <a:lnTo>
                    <a:pt x="34" y="30"/>
                  </a:lnTo>
                  <a:close/>
                  <a:moveTo>
                    <a:pt x="32" y="28"/>
                  </a:moveTo>
                  <a:cubicBezTo>
                    <a:pt x="32" y="27"/>
                    <a:pt x="31" y="22"/>
                    <a:pt x="25" y="22"/>
                  </a:cubicBezTo>
                  <a:cubicBezTo>
                    <a:pt x="20" y="22"/>
                    <a:pt x="19" y="27"/>
                    <a:pt x="19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7"/>
                    <a:pt x="21" y="26"/>
                    <a:pt x="21" y="25"/>
                  </a:cubicBezTo>
                  <a:cubicBezTo>
                    <a:pt x="22" y="24"/>
                    <a:pt x="23" y="23"/>
                    <a:pt x="25" y="23"/>
                  </a:cubicBezTo>
                  <a:cubicBezTo>
                    <a:pt x="30" y="23"/>
                    <a:pt x="30" y="27"/>
                    <a:pt x="30" y="29"/>
                  </a:cubicBezTo>
                  <a:lnTo>
                    <a:pt x="32" y="28"/>
                  </a:lnTo>
                  <a:close/>
                  <a:moveTo>
                    <a:pt x="4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40" y="5"/>
                    <a:pt x="40" y="5"/>
                    <a:pt x="40" y="5"/>
                  </a:cubicBezTo>
                  <a:lnTo>
                    <a:pt x="40" y="0"/>
                  </a:lnTo>
                  <a:close/>
                  <a:moveTo>
                    <a:pt x="47" y="39"/>
                  </a:move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8" y="44"/>
                    <a:pt x="49" y="43"/>
                    <a:pt x="50" y="43"/>
                  </a:cubicBezTo>
                  <a:cubicBezTo>
                    <a:pt x="49" y="42"/>
                    <a:pt x="47" y="39"/>
                    <a:pt x="47" y="39"/>
                  </a:cubicBezTo>
                  <a:moveTo>
                    <a:pt x="6" y="39"/>
                  </a:move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7" y="39"/>
                    <a:pt x="16" y="39"/>
                    <a:pt x="15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8"/>
                    <a:pt x="12" y="38"/>
                    <a:pt x="11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9" y="38"/>
                    <a:pt x="8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4" y="38"/>
                    <a:pt x="3" y="39"/>
                  </a:cubicBezTo>
                  <a:cubicBezTo>
                    <a:pt x="2" y="40"/>
                    <a:pt x="1" y="42"/>
                    <a:pt x="0" y="42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2" y="43"/>
                    <a:pt x="3" y="42"/>
                    <a:pt x="4" y="41"/>
                  </a:cubicBezTo>
                  <a:lnTo>
                    <a:pt x="6" y="39"/>
                  </a:lnTo>
                  <a:close/>
                  <a:moveTo>
                    <a:pt x="26" y="10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26" y="9"/>
                    <a:pt x="26" y="9"/>
                    <a:pt x="26" y="9"/>
                  </a:cubicBezTo>
                  <a:lnTo>
                    <a:pt x="26" y="10"/>
                  </a:lnTo>
                  <a:close/>
                  <a:moveTo>
                    <a:pt x="29" y="14"/>
                  </a:moveTo>
                  <a:cubicBezTo>
                    <a:pt x="36" y="14"/>
                    <a:pt x="36" y="14"/>
                    <a:pt x="36" y="14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29" y="11"/>
                    <a:pt x="29" y="11"/>
                    <a:pt x="29" y="11"/>
                  </a:cubicBezTo>
                  <a:lnTo>
                    <a:pt x="29" y="14"/>
                  </a:lnTo>
                  <a:close/>
                  <a:moveTo>
                    <a:pt x="26" y="17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26" y="15"/>
                    <a:pt x="26" y="15"/>
                    <a:pt x="26" y="15"/>
                  </a:cubicBezTo>
                  <a:lnTo>
                    <a:pt x="26" y="17"/>
                  </a:lnTo>
                  <a:close/>
                  <a:moveTo>
                    <a:pt x="37" y="17"/>
                  </a:moveTo>
                  <a:cubicBezTo>
                    <a:pt x="29" y="17"/>
                    <a:pt x="29" y="17"/>
                    <a:pt x="29" y="17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7" y="20"/>
                    <a:pt x="37" y="20"/>
                    <a:pt x="37" y="20"/>
                  </a:cubicBezTo>
                  <a:lnTo>
                    <a:pt x="37" y="17"/>
                  </a:lnTo>
                  <a:close/>
                  <a:moveTo>
                    <a:pt x="29" y="17"/>
                  </a:moveTo>
                  <a:cubicBezTo>
                    <a:pt x="22" y="17"/>
                    <a:pt x="22" y="17"/>
                    <a:pt x="22" y="17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9" y="20"/>
                    <a:pt x="29" y="20"/>
                    <a:pt x="29" y="20"/>
                  </a:cubicBezTo>
                  <a:lnTo>
                    <a:pt x="29" y="17"/>
                  </a:lnTo>
                  <a:close/>
                  <a:moveTo>
                    <a:pt x="26" y="22"/>
                  </a:moveTo>
                  <a:cubicBezTo>
                    <a:pt x="28" y="22"/>
                    <a:pt x="29" y="23"/>
                    <a:pt x="30" y="24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26" y="21"/>
                    <a:pt x="26" y="21"/>
                    <a:pt x="26" y="21"/>
                  </a:cubicBezTo>
                  <a:lnTo>
                    <a:pt x="26" y="22"/>
                  </a:lnTo>
                  <a:close/>
                  <a:moveTo>
                    <a:pt x="19" y="10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19" y="9"/>
                    <a:pt x="19" y="9"/>
                    <a:pt x="19" y="9"/>
                  </a:cubicBezTo>
                  <a:lnTo>
                    <a:pt x="19" y="10"/>
                  </a:lnTo>
                  <a:close/>
                  <a:moveTo>
                    <a:pt x="42" y="43"/>
                  </a:move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3"/>
                    <a:pt x="42" y="43"/>
                    <a:pt x="42" y="43"/>
                  </a:cubicBezTo>
                  <a:close/>
                  <a:moveTo>
                    <a:pt x="20" y="31"/>
                  </a:moveTo>
                  <a:cubicBezTo>
                    <a:pt x="8" y="31"/>
                    <a:pt x="8" y="31"/>
                    <a:pt x="8" y="31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31"/>
                  </a:lnTo>
                  <a:close/>
                  <a:moveTo>
                    <a:pt x="38" y="27"/>
                  </a:moveTo>
                  <a:cubicBezTo>
                    <a:pt x="42" y="27"/>
                    <a:pt x="42" y="27"/>
                    <a:pt x="42" y="27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38" y="24"/>
                    <a:pt x="38" y="24"/>
                    <a:pt x="38" y="24"/>
                  </a:cubicBezTo>
                  <a:lnTo>
                    <a:pt x="38" y="27"/>
                  </a:lnTo>
                  <a:close/>
                  <a:moveTo>
                    <a:pt x="12" y="24"/>
                  </a:moveTo>
                  <a:cubicBezTo>
                    <a:pt x="9" y="24"/>
                    <a:pt x="9" y="24"/>
                    <a:pt x="9" y="24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12" y="27"/>
                    <a:pt x="12" y="27"/>
                    <a:pt x="12" y="27"/>
                  </a:cubicBezTo>
                  <a:lnTo>
                    <a:pt x="12" y="24"/>
                  </a:lnTo>
                  <a:close/>
                  <a:moveTo>
                    <a:pt x="16" y="27"/>
                  </a:moveTo>
                  <a:cubicBezTo>
                    <a:pt x="9" y="27"/>
                    <a:pt x="9" y="27"/>
                    <a:pt x="9" y="27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16" y="30"/>
                    <a:pt x="16" y="30"/>
                    <a:pt x="16" y="30"/>
                  </a:cubicBezTo>
                  <a:lnTo>
                    <a:pt x="16" y="27"/>
                  </a:lnTo>
                  <a:close/>
                  <a:moveTo>
                    <a:pt x="7" y="37"/>
                  </a:move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8" y="37"/>
                    <a:pt x="9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3" y="38"/>
                    <a:pt x="14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6" y="38"/>
                    <a:pt x="17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2" y="38"/>
                    <a:pt x="24" y="38"/>
                    <a:pt x="27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9" y="38"/>
                    <a:pt x="30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lnTo>
                    <a:pt x="7" y="37"/>
                  </a:lnTo>
                  <a:close/>
                  <a:moveTo>
                    <a:pt x="43" y="40"/>
                  </a:moveTo>
                  <a:cubicBezTo>
                    <a:pt x="42" y="39"/>
                    <a:pt x="42" y="39"/>
                    <a:pt x="42" y="39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0"/>
                    <a:pt x="43" y="40"/>
                    <a:pt x="43" y="40"/>
                  </a:cubicBezTo>
                  <a:close/>
                  <a:moveTo>
                    <a:pt x="29" y="40"/>
                  </a:move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1"/>
                    <a:pt x="33" y="43"/>
                    <a:pt x="34" y="43"/>
                  </a:cubicBezTo>
                  <a:cubicBezTo>
                    <a:pt x="34" y="42"/>
                    <a:pt x="34" y="41"/>
                    <a:pt x="34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0" y="39"/>
                    <a:pt x="29" y="39"/>
                    <a:pt x="28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3" y="38"/>
                    <a:pt x="22" y="38"/>
                    <a:pt x="21" y="38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4" y="42"/>
                    <a:pt x="26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42"/>
                    <a:pt x="28" y="41"/>
                    <a:pt x="29" y="40"/>
                  </a:cubicBezTo>
                  <a:moveTo>
                    <a:pt x="46" y="42"/>
                  </a:moveTo>
                  <a:cubicBezTo>
                    <a:pt x="46" y="42"/>
                    <a:pt x="46" y="42"/>
                    <a:pt x="46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2"/>
                    <a:pt x="43" y="43"/>
                    <a:pt x="43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1"/>
                    <a:pt x="35" y="42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2" y="43"/>
                    <a:pt x="31" y="41"/>
                    <a:pt x="31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7" y="43"/>
                    <a:pt x="30" y="44"/>
                    <a:pt x="31" y="44"/>
                  </a:cubicBezTo>
                  <a:cubicBezTo>
                    <a:pt x="34" y="44"/>
                    <a:pt x="35" y="43"/>
                    <a:pt x="37" y="43"/>
                  </a:cubicBezTo>
                  <a:cubicBezTo>
                    <a:pt x="39" y="43"/>
                    <a:pt x="40" y="43"/>
                    <a:pt x="42" y="44"/>
                  </a:cubicBezTo>
                  <a:cubicBezTo>
                    <a:pt x="43" y="44"/>
                    <a:pt x="44" y="44"/>
                    <a:pt x="45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lnTo>
                    <a:pt x="46" y="42"/>
                  </a:lnTo>
                  <a:close/>
                  <a:moveTo>
                    <a:pt x="22" y="42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5" y="43"/>
                    <a:pt x="5" y="43"/>
                    <a:pt x="4" y="42"/>
                  </a:cubicBezTo>
                  <a:cubicBezTo>
                    <a:pt x="4" y="42"/>
                    <a:pt x="3" y="43"/>
                    <a:pt x="1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3" y="44"/>
                    <a:pt x="3" y="44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7" y="45"/>
                    <a:pt x="8" y="44"/>
                    <a:pt x="8" y="44"/>
                  </a:cubicBezTo>
                  <a:cubicBezTo>
                    <a:pt x="9" y="44"/>
                    <a:pt x="11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5" y="43"/>
                    <a:pt x="16" y="44"/>
                  </a:cubicBezTo>
                  <a:cubicBezTo>
                    <a:pt x="17" y="44"/>
                    <a:pt x="18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0" y="45"/>
                    <a:pt x="22" y="43"/>
                    <a:pt x="24" y="43"/>
                  </a:cubicBezTo>
                  <a:lnTo>
                    <a:pt x="22" y="42"/>
                  </a:lnTo>
                  <a:close/>
                  <a:moveTo>
                    <a:pt x="37" y="42"/>
                  </a:move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7" y="42"/>
                  </a:lnTo>
                  <a:close/>
                  <a:moveTo>
                    <a:pt x="17" y="21"/>
                  </a:moveTo>
                  <a:cubicBezTo>
                    <a:pt x="10" y="21"/>
                    <a:pt x="10" y="21"/>
                    <a:pt x="10" y="21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7" y="24"/>
                    <a:pt x="17" y="24"/>
                    <a:pt x="17" y="24"/>
                  </a:cubicBezTo>
                  <a:lnTo>
                    <a:pt x="17" y="21"/>
                  </a:lnTo>
                  <a:close/>
                  <a:moveTo>
                    <a:pt x="32" y="9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8" y="9"/>
                    <a:pt x="38" y="9"/>
                    <a:pt x="38" y="9"/>
                  </a:cubicBezTo>
                  <a:lnTo>
                    <a:pt x="32" y="9"/>
                  </a:lnTo>
                  <a:close/>
                  <a:moveTo>
                    <a:pt x="39" y="14"/>
                  </a:moveTo>
                  <a:cubicBezTo>
                    <a:pt x="39" y="11"/>
                    <a:pt x="39" y="11"/>
                    <a:pt x="39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4"/>
                    <a:pt x="36" y="14"/>
                    <a:pt x="36" y="14"/>
                  </a:cubicBezTo>
                  <a:lnTo>
                    <a:pt x="39" y="14"/>
                  </a:lnTo>
                  <a:close/>
                  <a:moveTo>
                    <a:pt x="40" y="15"/>
                  </a:moveTo>
                  <a:cubicBezTo>
                    <a:pt x="33" y="15"/>
                    <a:pt x="33" y="15"/>
                    <a:pt x="33" y="15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40" y="15"/>
                  </a:lnTo>
                  <a:close/>
                  <a:moveTo>
                    <a:pt x="34" y="24"/>
                  </a:moveTo>
                  <a:cubicBezTo>
                    <a:pt x="41" y="24"/>
                    <a:pt x="41" y="24"/>
                    <a:pt x="41" y="24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34" y="21"/>
                    <a:pt x="34" y="21"/>
                    <a:pt x="34" y="21"/>
                  </a:cubicBezTo>
                  <a:lnTo>
                    <a:pt x="34" y="24"/>
                  </a:lnTo>
                  <a:close/>
                  <a:moveTo>
                    <a:pt x="37" y="17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41" y="20"/>
                    <a:pt x="41" y="20"/>
                    <a:pt x="41" y="20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37" y="17"/>
                  </a:lnTo>
                  <a:close/>
                  <a:moveTo>
                    <a:pt x="13" y="17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3" y="20"/>
                    <a:pt x="13" y="20"/>
                    <a:pt x="13" y="20"/>
                  </a:cubicBezTo>
                  <a:lnTo>
                    <a:pt x="13" y="17"/>
                  </a:lnTo>
                  <a:close/>
                  <a:moveTo>
                    <a:pt x="11" y="14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2" y="11"/>
                    <a:pt x="12" y="11"/>
                    <a:pt x="12" y="11"/>
                  </a:cubicBezTo>
                  <a:lnTo>
                    <a:pt x="11" y="14"/>
                  </a:lnTo>
                  <a:close/>
                  <a:moveTo>
                    <a:pt x="18" y="15"/>
                  </a:moveTo>
                  <a:cubicBezTo>
                    <a:pt x="11" y="15"/>
                    <a:pt x="11" y="15"/>
                    <a:pt x="11" y="15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8" y="15"/>
                  </a:lnTo>
                  <a:close/>
                  <a:moveTo>
                    <a:pt x="10" y="6"/>
                  </a:moveTo>
                  <a:cubicBezTo>
                    <a:pt x="12" y="8"/>
                    <a:pt x="12" y="8"/>
                    <a:pt x="12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0" y="6"/>
                    <a:pt x="40" y="6"/>
                    <a:pt x="40" y="6"/>
                  </a:cubicBezTo>
                  <a:lnTo>
                    <a:pt x="10" y="6"/>
                  </a:lnTo>
                  <a:close/>
                  <a:moveTo>
                    <a:pt x="18" y="9"/>
                  </a:moveTo>
                  <a:cubicBezTo>
                    <a:pt x="12" y="9"/>
                    <a:pt x="12" y="9"/>
                    <a:pt x="12" y="9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8" y="10"/>
                    <a:pt x="18" y="10"/>
                    <a:pt x="18" y="10"/>
                  </a:cubicBezTo>
                  <a:lnTo>
                    <a:pt x="1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35" name="Grupo 134">
            <a:extLst>
              <a:ext uri="{FF2B5EF4-FFF2-40B4-BE49-F238E27FC236}">
                <a16:creationId xmlns:a16="http://schemas.microsoft.com/office/drawing/2014/main" id="{5A253E82-27A2-4183-8EF5-BEF0DBC974EE}"/>
              </a:ext>
            </a:extLst>
          </p:cNvPr>
          <p:cNvGrpSpPr/>
          <p:nvPr userDrawn="1"/>
        </p:nvGrpSpPr>
        <p:grpSpPr>
          <a:xfrm>
            <a:off x="9269672" y="352811"/>
            <a:ext cx="1108652" cy="538385"/>
            <a:chOff x="3838575" y="2246313"/>
            <a:chExt cx="1931988" cy="938213"/>
          </a:xfrm>
        </p:grpSpPr>
        <p:sp>
          <p:nvSpPr>
            <p:cNvPr id="136" name="Rectangle 5">
              <a:extLst>
                <a:ext uri="{FF2B5EF4-FFF2-40B4-BE49-F238E27FC236}">
                  <a16:creationId xmlns:a16="http://schemas.microsoft.com/office/drawing/2014/main" id="{9156220A-AF44-4CA1-9150-CC8BA2B1F5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575" y="2246313"/>
              <a:ext cx="1931988" cy="938213"/>
            </a:xfrm>
            <a:prstGeom prst="rect">
              <a:avLst/>
            </a:prstGeom>
            <a:solidFill>
              <a:srgbClr val="00B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7" name="Freeform 37">
              <a:extLst>
                <a:ext uri="{FF2B5EF4-FFF2-40B4-BE49-F238E27FC236}">
                  <a16:creationId xmlns:a16="http://schemas.microsoft.com/office/drawing/2014/main" id="{BAD51698-CEE8-47D5-9E82-F78D58E336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727325"/>
              <a:ext cx="1668463" cy="123825"/>
            </a:xfrm>
            <a:custGeom>
              <a:avLst/>
              <a:gdLst>
                <a:gd name="T0" fmla="*/ 768 w 770"/>
                <a:gd name="T1" fmla="*/ 17 h 57"/>
                <a:gd name="T2" fmla="*/ 743 w 770"/>
                <a:gd name="T3" fmla="*/ 44 h 57"/>
                <a:gd name="T4" fmla="*/ 715 w 770"/>
                <a:gd name="T5" fmla="*/ 22 h 57"/>
                <a:gd name="T6" fmla="*/ 720 w 770"/>
                <a:gd name="T7" fmla="*/ 17 h 57"/>
                <a:gd name="T8" fmla="*/ 704 w 770"/>
                <a:gd name="T9" fmla="*/ 51 h 57"/>
                <a:gd name="T10" fmla="*/ 689 w 770"/>
                <a:gd name="T11" fmla="*/ 56 h 57"/>
                <a:gd name="T12" fmla="*/ 669 w 770"/>
                <a:gd name="T13" fmla="*/ 20 h 57"/>
                <a:gd name="T14" fmla="*/ 662 w 770"/>
                <a:gd name="T15" fmla="*/ 48 h 57"/>
                <a:gd name="T16" fmla="*/ 662 w 770"/>
                <a:gd name="T17" fmla="*/ 17 h 57"/>
                <a:gd name="T18" fmla="*/ 607 w 770"/>
                <a:gd name="T19" fmla="*/ 17 h 57"/>
                <a:gd name="T20" fmla="*/ 593 w 770"/>
                <a:gd name="T21" fmla="*/ 17 h 57"/>
                <a:gd name="T22" fmla="*/ 597 w 770"/>
                <a:gd name="T23" fmla="*/ 56 h 57"/>
                <a:gd name="T24" fmla="*/ 610 w 770"/>
                <a:gd name="T25" fmla="*/ 56 h 57"/>
                <a:gd name="T26" fmla="*/ 563 w 770"/>
                <a:gd name="T27" fmla="*/ 51 h 57"/>
                <a:gd name="T28" fmla="*/ 560 w 770"/>
                <a:gd name="T29" fmla="*/ 29 h 57"/>
                <a:gd name="T30" fmla="*/ 568 w 770"/>
                <a:gd name="T31" fmla="*/ 17 h 57"/>
                <a:gd name="T32" fmla="*/ 569 w 770"/>
                <a:gd name="T33" fmla="*/ 56 h 57"/>
                <a:gd name="T34" fmla="*/ 511 w 770"/>
                <a:gd name="T35" fmla="*/ 17 h 57"/>
                <a:gd name="T36" fmla="*/ 504 w 770"/>
                <a:gd name="T37" fmla="*/ 54 h 57"/>
                <a:gd name="T38" fmla="*/ 504 w 770"/>
                <a:gd name="T39" fmla="*/ 29 h 57"/>
                <a:gd name="T40" fmla="*/ 453 w 770"/>
                <a:gd name="T41" fmla="*/ 17 h 57"/>
                <a:gd name="T42" fmla="*/ 430 w 770"/>
                <a:gd name="T43" fmla="*/ 17 h 57"/>
                <a:gd name="T44" fmla="*/ 422 w 770"/>
                <a:gd name="T45" fmla="*/ 56 h 57"/>
                <a:gd name="T46" fmla="*/ 379 w 770"/>
                <a:gd name="T47" fmla="*/ 41 h 57"/>
                <a:gd name="T48" fmla="*/ 395 w 770"/>
                <a:gd name="T49" fmla="*/ 56 h 57"/>
                <a:gd name="T50" fmla="*/ 350 w 770"/>
                <a:gd name="T51" fmla="*/ 56 h 57"/>
                <a:gd name="T52" fmla="*/ 377 w 770"/>
                <a:gd name="T53" fmla="*/ 52 h 57"/>
                <a:gd name="T54" fmla="*/ 347 w 770"/>
                <a:gd name="T55" fmla="*/ 20 h 57"/>
                <a:gd name="T56" fmla="*/ 327 w 770"/>
                <a:gd name="T57" fmla="*/ 56 h 57"/>
                <a:gd name="T58" fmla="*/ 310 w 770"/>
                <a:gd name="T59" fmla="*/ 28 h 57"/>
                <a:gd name="T60" fmla="*/ 320 w 770"/>
                <a:gd name="T61" fmla="*/ 52 h 57"/>
                <a:gd name="T62" fmla="*/ 284 w 770"/>
                <a:gd name="T63" fmla="*/ 17 h 57"/>
                <a:gd name="T64" fmla="*/ 303 w 770"/>
                <a:gd name="T65" fmla="*/ 52 h 57"/>
                <a:gd name="T66" fmla="*/ 275 w 770"/>
                <a:gd name="T67" fmla="*/ 45 h 57"/>
                <a:gd name="T68" fmla="*/ 271 w 770"/>
                <a:gd name="T69" fmla="*/ 42 h 57"/>
                <a:gd name="T70" fmla="*/ 270 w 770"/>
                <a:gd name="T71" fmla="*/ 27 h 57"/>
                <a:gd name="T72" fmla="*/ 245 w 770"/>
                <a:gd name="T73" fmla="*/ 52 h 57"/>
                <a:gd name="T74" fmla="*/ 238 w 770"/>
                <a:gd name="T75" fmla="*/ 20 h 57"/>
                <a:gd name="T76" fmla="*/ 218 w 770"/>
                <a:gd name="T77" fmla="*/ 56 h 57"/>
                <a:gd name="T78" fmla="*/ 199 w 770"/>
                <a:gd name="T79" fmla="*/ 35 h 57"/>
                <a:gd name="T80" fmla="*/ 171 w 770"/>
                <a:gd name="T81" fmla="*/ 21 h 57"/>
                <a:gd name="T82" fmla="*/ 177 w 770"/>
                <a:gd name="T83" fmla="*/ 34 h 57"/>
                <a:gd name="T84" fmla="*/ 211 w 770"/>
                <a:gd name="T85" fmla="*/ 20 h 57"/>
                <a:gd name="T86" fmla="*/ 145 w 770"/>
                <a:gd name="T87" fmla="*/ 38 h 57"/>
                <a:gd name="T88" fmla="*/ 138 w 770"/>
                <a:gd name="T89" fmla="*/ 21 h 57"/>
                <a:gd name="T90" fmla="*/ 131 w 770"/>
                <a:gd name="T91" fmla="*/ 21 h 57"/>
                <a:gd name="T92" fmla="*/ 102 w 770"/>
                <a:gd name="T93" fmla="*/ 35 h 57"/>
                <a:gd name="T94" fmla="*/ 108 w 770"/>
                <a:gd name="T95" fmla="*/ 22 h 57"/>
                <a:gd name="T96" fmla="*/ 115 w 770"/>
                <a:gd name="T97" fmla="*/ 54 h 57"/>
                <a:gd name="T98" fmla="*/ 62 w 770"/>
                <a:gd name="T99" fmla="*/ 21 h 57"/>
                <a:gd name="T100" fmla="*/ 27 w 770"/>
                <a:gd name="T101" fmla="*/ 20 h 57"/>
                <a:gd name="T102" fmla="*/ 40 w 770"/>
                <a:gd name="T103" fmla="*/ 51 h 57"/>
                <a:gd name="T104" fmla="*/ 69 w 770"/>
                <a:gd name="T105" fmla="*/ 21 h 57"/>
                <a:gd name="T106" fmla="*/ 20 w 770"/>
                <a:gd name="T107" fmla="*/ 17 h 57"/>
                <a:gd name="T108" fmla="*/ 20 w 770"/>
                <a:gd name="T109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70" h="57">
                  <a:moveTo>
                    <a:pt x="770" y="44"/>
                  </a:moveTo>
                  <a:cubicBezTo>
                    <a:pt x="770" y="31"/>
                    <a:pt x="750" y="35"/>
                    <a:pt x="750" y="27"/>
                  </a:cubicBezTo>
                  <a:cubicBezTo>
                    <a:pt x="750" y="23"/>
                    <a:pt x="752" y="21"/>
                    <a:pt x="758" y="21"/>
                  </a:cubicBezTo>
                  <a:cubicBezTo>
                    <a:pt x="759" y="21"/>
                    <a:pt x="761" y="21"/>
                    <a:pt x="762" y="21"/>
                  </a:cubicBezTo>
                  <a:cubicBezTo>
                    <a:pt x="763" y="23"/>
                    <a:pt x="763" y="25"/>
                    <a:pt x="763" y="28"/>
                  </a:cubicBezTo>
                  <a:cubicBezTo>
                    <a:pt x="768" y="28"/>
                    <a:pt x="768" y="28"/>
                    <a:pt x="768" y="28"/>
                  </a:cubicBezTo>
                  <a:cubicBezTo>
                    <a:pt x="768" y="17"/>
                    <a:pt x="768" y="17"/>
                    <a:pt x="768" y="17"/>
                  </a:cubicBezTo>
                  <a:cubicBezTo>
                    <a:pt x="765" y="16"/>
                    <a:pt x="761" y="16"/>
                    <a:pt x="758" y="16"/>
                  </a:cubicBezTo>
                  <a:cubicBezTo>
                    <a:pt x="748" y="16"/>
                    <a:pt x="742" y="21"/>
                    <a:pt x="742" y="28"/>
                  </a:cubicBezTo>
                  <a:cubicBezTo>
                    <a:pt x="742" y="40"/>
                    <a:pt x="763" y="36"/>
                    <a:pt x="763" y="45"/>
                  </a:cubicBezTo>
                  <a:cubicBezTo>
                    <a:pt x="763" y="50"/>
                    <a:pt x="758" y="51"/>
                    <a:pt x="754" y="51"/>
                  </a:cubicBezTo>
                  <a:cubicBezTo>
                    <a:pt x="752" y="51"/>
                    <a:pt x="750" y="51"/>
                    <a:pt x="749" y="51"/>
                  </a:cubicBezTo>
                  <a:cubicBezTo>
                    <a:pt x="748" y="49"/>
                    <a:pt x="748" y="47"/>
                    <a:pt x="748" y="44"/>
                  </a:cubicBezTo>
                  <a:cubicBezTo>
                    <a:pt x="743" y="44"/>
                    <a:pt x="743" y="44"/>
                    <a:pt x="743" y="44"/>
                  </a:cubicBezTo>
                  <a:cubicBezTo>
                    <a:pt x="743" y="55"/>
                    <a:pt x="743" y="55"/>
                    <a:pt x="743" y="55"/>
                  </a:cubicBezTo>
                  <a:cubicBezTo>
                    <a:pt x="746" y="56"/>
                    <a:pt x="750" y="57"/>
                    <a:pt x="753" y="57"/>
                  </a:cubicBezTo>
                  <a:cubicBezTo>
                    <a:pt x="763" y="57"/>
                    <a:pt x="770" y="52"/>
                    <a:pt x="770" y="44"/>
                  </a:cubicBezTo>
                  <a:moveTo>
                    <a:pt x="722" y="41"/>
                  </a:moveTo>
                  <a:cubicBezTo>
                    <a:pt x="708" y="41"/>
                    <a:pt x="708" y="41"/>
                    <a:pt x="708" y="41"/>
                  </a:cubicBezTo>
                  <a:cubicBezTo>
                    <a:pt x="713" y="29"/>
                    <a:pt x="713" y="29"/>
                    <a:pt x="713" y="29"/>
                  </a:cubicBezTo>
                  <a:cubicBezTo>
                    <a:pt x="713" y="27"/>
                    <a:pt x="714" y="24"/>
                    <a:pt x="715" y="22"/>
                  </a:cubicBezTo>
                  <a:cubicBezTo>
                    <a:pt x="715" y="22"/>
                    <a:pt x="715" y="22"/>
                    <a:pt x="715" y="22"/>
                  </a:cubicBezTo>
                  <a:cubicBezTo>
                    <a:pt x="715" y="24"/>
                    <a:pt x="716" y="27"/>
                    <a:pt x="717" y="29"/>
                  </a:cubicBezTo>
                  <a:lnTo>
                    <a:pt x="722" y="41"/>
                  </a:lnTo>
                  <a:close/>
                  <a:moveTo>
                    <a:pt x="737" y="56"/>
                  </a:moveTo>
                  <a:cubicBezTo>
                    <a:pt x="737" y="52"/>
                    <a:pt x="737" y="52"/>
                    <a:pt x="737" y="52"/>
                  </a:cubicBezTo>
                  <a:cubicBezTo>
                    <a:pt x="736" y="52"/>
                    <a:pt x="734" y="51"/>
                    <a:pt x="733" y="51"/>
                  </a:cubicBezTo>
                  <a:cubicBezTo>
                    <a:pt x="720" y="17"/>
                    <a:pt x="720" y="17"/>
                    <a:pt x="720" y="17"/>
                  </a:cubicBezTo>
                  <a:cubicBezTo>
                    <a:pt x="711" y="17"/>
                    <a:pt x="711" y="17"/>
                    <a:pt x="711" y="17"/>
                  </a:cubicBezTo>
                  <a:cubicBezTo>
                    <a:pt x="697" y="51"/>
                    <a:pt x="697" y="51"/>
                    <a:pt x="697" y="51"/>
                  </a:cubicBezTo>
                  <a:cubicBezTo>
                    <a:pt x="696" y="51"/>
                    <a:pt x="694" y="52"/>
                    <a:pt x="693" y="52"/>
                  </a:cubicBezTo>
                  <a:cubicBezTo>
                    <a:pt x="693" y="56"/>
                    <a:pt x="693" y="56"/>
                    <a:pt x="693" y="56"/>
                  </a:cubicBezTo>
                  <a:cubicBezTo>
                    <a:pt x="710" y="56"/>
                    <a:pt x="710" y="56"/>
                    <a:pt x="710" y="56"/>
                  </a:cubicBezTo>
                  <a:cubicBezTo>
                    <a:pt x="710" y="52"/>
                    <a:pt x="710" y="52"/>
                    <a:pt x="710" y="52"/>
                  </a:cubicBezTo>
                  <a:cubicBezTo>
                    <a:pt x="708" y="52"/>
                    <a:pt x="706" y="51"/>
                    <a:pt x="704" y="51"/>
                  </a:cubicBezTo>
                  <a:cubicBezTo>
                    <a:pt x="706" y="46"/>
                    <a:pt x="706" y="46"/>
                    <a:pt x="706" y="46"/>
                  </a:cubicBezTo>
                  <a:cubicBezTo>
                    <a:pt x="723" y="46"/>
                    <a:pt x="723" y="46"/>
                    <a:pt x="723" y="46"/>
                  </a:cubicBezTo>
                  <a:cubicBezTo>
                    <a:pt x="725" y="51"/>
                    <a:pt x="725" y="51"/>
                    <a:pt x="725" y="51"/>
                  </a:cubicBezTo>
                  <a:cubicBezTo>
                    <a:pt x="723" y="51"/>
                    <a:pt x="721" y="52"/>
                    <a:pt x="719" y="52"/>
                  </a:cubicBezTo>
                  <a:cubicBezTo>
                    <a:pt x="719" y="56"/>
                    <a:pt x="719" y="56"/>
                    <a:pt x="719" y="56"/>
                  </a:cubicBezTo>
                  <a:lnTo>
                    <a:pt x="737" y="56"/>
                  </a:lnTo>
                  <a:close/>
                  <a:moveTo>
                    <a:pt x="689" y="56"/>
                  </a:moveTo>
                  <a:cubicBezTo>
                    <a:pt x="689" y="52"/>
                    <a:pt x="689" y="52"/>
                    <a:pt x="689" y="52"/>
                  </a:cubicBezTo>
                  <a:cubicBezTo>
                    <a:pt x="687" y="52"/>
                    <a:pt x="685" y="51"/>
                    <a:pt x="683" y="51"/>
                  </a:cubicBezTo>
                  <a:cubicBezTo>
                    <a:pt x="683" y="21"/>
                    <a:pt x="683" y="21"/>
                    <a:pt x="683" y="21"/>
                  </a:cubicBezTo>
                  <a:cubicBezTo>
                    <a:pt x="685" y="21"/>
                    <a:pt x="687" y="21"/>
                    <a:pt x="689" y="20"/>
                  </a:cubicBezTo>
                  <a:cubicBezTo>
                    <a:pt x="689" y="17"/>
                    <a:pt x="689" y="17"/>
                    <a:pt x="689" y="17"/>
                  </a:cubicBezTo>
                  <a:cubicBezTo>
                    <a:pt x="669" y="17"/>
                    <a:pt x="669" y="17"/>
                    <a:pt x="669" y="17"/>
                  </a:cubicBezTo>
                  <a:cubicBezTo>
                    <a:pt x="669" y="20"/>
                    <a:pt x="669" y="20"/>
                    <a:pt x="669" y="20"/>
                  </a:cubicBezTo>
                  <a:cubicBezTo>
                    <a:pt x="671" y="21"/>
                    <a:pt x="674" y="21"/>
                    <a:pt x="676" y="21"/>
                  </a:cubicBezTo>
                  <a:cubicBezTo>
                    <a:pt x="676" y="51"/>
                    <a:pt x="676" y="51"/>
                    <a:pt x="676" y="51"/>
                  </a:cubicBezTo>
                  <a:cubicBezTo>
                    <a:pt x="674" y="51"/>
                    <a:pt x="671" y="52"/>
                    <a:pt x="669" y="52"/>
                  </a:cubicBezTo>
                  <a:cubicBezTo>
                    <a:pt x="669" y="56"/>
                    <a:pt x="669" y="56"/>
                    <a:pt x="669" y="56"/>
                  </a:cubicBezTo>
                  <a:lnTo>
                    <a:pt x="689" y="56"/>
                  </a:lnTo>
                  <a:close/>
                  <a:moveTo>
                    <a:pt x="662" y="54"/>
                  </a:moveTo>
                  <a:cubicBezTo>
                    <a:pt x="662" y="48"/>
                    <a:pt x="662" y="48"/>
                    <a:pt x="662" y="48"/>
                  </a:cubicBezTo>
                  <a:cubicBezTo>
                    <a:pt x="659" y="49"/>
                    <a:pt x="655" y="50"/>
                    <a:pt x="652" y="50"/>
                  </a:cubicBezTo>
                  <a:cubicBezTo>
                    <a:pt x="643" y="50"/>
                    <a:pt x="638" y="45"/>
                    <a:pt x="638" y="36"/>
                  </a:cubicBezTo>
                  <a:cubicBezTo>
                    <a:pt x="638" y="28"/>
                    <a:pt x="643" y="22"/>
                    <a:pt x="651" y="22"/>
                  </a:cubicBezTo>
                  <a:cubicBezTo>
                    <a:pt x="653" y="22"/>
                    <a:pt x="654" y="22"/>
                    <a:pt x="656" y="23"/>
                  </a:cubicBezTo>
                  <a:cubicBezTo>
                    <a:pt x="656" y="25"/>
                    <a:pt x="656" y="27"/>
                    <a:pt x="657" y="29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62" y="17"/>
                    <a:pt x="662" y="17"/>
                    <a:pt x="662" y="17"/>
                  </a:cubicBezTo>
                  <a:cubicBezTo>
                    <a:pt x="659" y="17"/>
                    <a:pt x="655" y="16"/>
                    <a:pt x="652" y="16"/>
                  </a:cubicBezTo>
                  <a:cubicBezTo>
                    <a:pt x="638" y="16"/>
                    <a:pt x="631" y="26"/>
                    <a:pt x="631" y="37"/>
                  </a:cubicBezTo>
                  <a:cubicBezTo>
                    <a:pt x="631" y="49"/>
                    <a:pt x="638" y="56"/>
                    <a:pt x="651" y="56"/>
                  </a:cubicBezTo>
                  <a:cubicBezTo>
                    <a:pt x="655" y="56"/>
                    <a:pt x="659" y="56"/>
                    <a:pt x="662" y="54"/>
                  </a:cubicBezTo>
                  <a:moveTo>
                    <a:pt x="625" y="20"/>
                  </a:moveTo>
                  <a:cubicBezTo>
                    <a:pt x="625" y="17"/>
                    <a:pt x="625" y="17"/>
                    <a:pt x="625" y="17"/>
                  </a:cubicBezTo>
                  <a:cubicBezTo>
                    <a:pt x="607" y="17"/>
                    <a:pt x="607" y="17"/>
                    <a:pt x="607" y="17"/>
                  </a:cubicBezTo>
                  <a:cubicBezTo>
                    <a:pt x="607" y="20"/>
                    <a:pt x="607" y="20"/>
                    <a:pt x="607" y="20"/>
                  </a:cubicBezTo>
                  <a:cubicBezTo>
                    <a:pt x="608" y="21"/>
                    <a:pt x="611" y="21"/>
                    <a:pt x="613" y="21"/>
                  </a:cubicBezTo>
                  <a:cubicBezTo>
                    <a:pt x="613" y="35"/>
                    <a:pt x="613" y="35"/>
                    <a:pt x="613" y="35"/>
                  </a:cubicBezTo>
                  <a:cubicBezTo>
                    <a:pt x="613" y="41"/>
                    <a:pt x="613" y="45"/>
                    <a:pt x="613" y="48"/>
                  </a:cubicBezTo>
                  <a:cubicBezTo>
                    <a:pt x="613" y="48"/>
                    <a:pt x="613" y="48"/>
                    <a:pt x="613" y="48"/>
                  </a:cubicBezTo>
                  <a:cubicBezTo>
                    <a:pt x="612" y="45"/>
                    <a:pt x="610" y="42"/>
                    <a:pt x="608" y="40"/>
                  </a:cubicBezTo>
                  <a:cubicBezTo>
                    <a:pt x="593" y="17"/>
                    <a:pt x="593" y="17"/>
                    <a:pt x="593" y="17"/>
                  </a:cubicBezTo>
                  <a:cubicBezTo>
                    <a:pt x="577" y="17"/>
                    <a:pt x="577" y="17"/>
                    <a:pt x="577" y="17"/>
                  </a:cubicBezTo>
                  <a:cubicBezTo>
                    <a:pt x="577" y="20"/>
                    <a:pt x="577" y="20"/>
                    <a:pt x="577" y="20"/>
                  </a:cubicBezTo>
                  <a:cubicBezTo>
                    <a:pt x="579" y="21"/>
                    <a:pt x="582" y="21"/>
                    <a:pt x="584" y="21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2" y="51"/>
                    <a:pt x="579" y="52"/>
                    <a:pt x="577" y="52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97" y="56"/>
                    <a:pt x="597" y="56"/>
                    <a:pt x="597" y="56"/>
                  </a:cubicBezTo>
                  <a:cubicBezTo>
                    <a:pt x="597" y="52"/>
                    <a:pt x="597" y="52"/>
                    <a:pt x="597" y="52"/>
                  </a:cubicBezTo>
                  <a:cubicBezTo>
                    <a:pt x="595" y="52"/>
                    <a:pt x="593" y="51"/>
                    <a:pt x="591" y="51"/>
                  </a:cubicBezTo>
                  <a:cubicBezTo>
                    <a:pt x="591" y="34"/>
                    <a:pt x="591" y="34"/>
                    <a:pt x="591" y="34"/>
                  </a:cubicBezTo>
                  <a:cubicBezTo>
                    <a:pt x="591" y="30"/>
                    <a:pt x="590" y="27"/>
                    <a:pt x="590" y="25"/>
                  </a:cubicBezTo>
                  <a:cubicBezTo>
                    <a:pt x="590" y="25"/>
                    <a:pt x="590" y="25"/>
                    <a:pt x="590" y="25"/>
                  </a:cubicBezTo>
                  <a:cubicBezTo>
                    <a:pt x="592" y="27"/>
                    <a:pt x="593" y="30"/>
                    <a:pt x="595" y="32"/>
                  </a:cubicBezTo>
                  <a:cubicBezTo>
                    <a:pt x="610" y="56"/>
                    <a:pt x="610" y="56"/>
                    <a:pt x="610" y="56"/>
                  </a:cubicBezTo>
                  <a:cubicBezTo>
                    <a:pt x="619" y="56"/>
                    <a:pt x="619" y="56"/>
                    <a:pt x="619" y="56"/>
                  </a:cubicBezTo>
                  <a:cubicBezTo>
                    <a:pt x="619" y="21"/>
                    <a:pt x="619" y="21"/>
                    <a:pt x="619" y="21"/>
                  </a:cubicBezTo>
                  <a:cubicBezTo>
                    <a:pt x="621" y="21"/>
                    <a:pt x="623" y="21"/>
                    <a:pt x="625" y="20"/>
                  </a:cubicBezTo>
                  <a:moveTo>
                    <a:pt x="569" y="56"/>
                  </a:moveTo>
                  <a:cubicBezTo>
                    <a:pt x="569" y="45"/>
                    <a:pt x="569" y="45"/>
                    <a:pt x="569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3" y="47"/>
                    <a:pt x="563" y="49"/>
                    <a:pt x="563" y="51"/>
                  </a:cubicBezTo>
                  <a:cubicBezTo>
                    <a:pt x="552" y="51"/>
                    <a:pt x="552" y="51"/>
                    <a:pt x="552" y="51"/>
                  </a:cubicBezTo>
                  <a:cubicBezTo>
                    <a:pt x="552" y="38"/>
                    <a:pt x="552" y="38"/>
                    <a:pt x="552" y="38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559" y="40"/>
                    <a:pt x="559" y="41"/>
                    <a:pt x="560" y="42"/>
                  </a:cubicBezTo>
                  <a:cubicBezTo>
                    <a:pt x="564" y="42"/>
                    <a:pt x="564" y="42"/>
                    <a:pt x="564" y="42"/>
                  </a:cubicBezTo>
                  <a:cubicBezTo>
                    <a:pt x="564" y="29"/>
                    <a:pt x="564" y="29"/>
                    <a:pt x="564" y="29"/>
                  </a:cubicBezTo>
                  <a:cubicBezTo>
                    <a:pt x="560" y="29"/>
                    <a:pt x="560" y="29"/>
                    <a:pt x="560" y="29"/>
                  </a:cubicBezTo>
                  <a:cubicBezTo>
                    <a:pt x="559" y="30"/>
                    <a:pt x="559" y="32"/>
                    <a:pt x="55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21"/>
                    <a:pt x="552" y="21"/>
                    <a:pt x="552" y="21"/>
                  </a:cubicBezTo>
                  <a:cubicBezTo>
                    <a:pt x="563" y="21"/>
                    <a:pt x="563" y="21"/>
                    <a:pt x="563" y="21"/>
                  </a:cubicBezTo>
                  <a:cubicBezTo>
                    <a:pt x="563" y="23"/>
                    <a:pt x="563" y="25"/>
                    <a:pt x="564" y="27"/>
                  </a:cubicBezTo>
                  <a:cubicBezTo>
                    <a:pt x="568" y="27"/>
                    <a:pt x="568" y="27"/>
                    <a:pt x="568" y="27"/>
                  </a:cubicBezTo>
                  <a:cubicBezTo>
                    <a:pt x="568" y="17"/>
                    <a:pt x="568" y="17"/>
                    <a:pt x="568" y="17"/>
                  </a:cubicBezTo>
                  <a:cubicBezTo>
                    <a:pt x="538" y="17"/>
                    <a:pt x="538" y="17"/>
                    <a:pt x="538" y="17"/>
                  </a:cubicBezTo>
                  <a:cubicBezTo>
                    <a:pt x="538" y="20"/>
                    <a:pt x="538" y="20"/>
                    <a:pt x="538" y="20"/>
                  </a:cubicBezTo>
                  <a:cubicBezTo>
                    <a:pt x="540" y="21"/>
                    <a:pt x="543" y="21"/>
                    <a:pt x="545" y="21"/>
                  </a:cubicBezTo>
                  <a:cubicBezTo>
                    <a:pt x="545" y="51"/>
                    <a:pt x="545" y="51"/>
                    <a:pt x="545" y="51"/>
                  </a:cubicBezTo>
                  <a:cubicBezTo>
                    <a:pt x="543" y="51"/>
                    <a:pt x="540" y="52"/>
                    <a:pt x="538" y="52"/>
                  </a:cubicBezTo>
                  <a:cubicBezTo>
                    <a:pt x="538" y="56"/>
                    <a:pt x="538" y="56"/>
                    <a:pt x="538" y="56"/>
                  </a:cubicBezTo>
                  <a:lnTo>
                    <a:pt x="569" y="56"/>
                  </a:lnTo>
                  <a:close/>
                  <a:moveTo>
                    <a:pt x="531" y="56"/>
                  </a:moveTo>
                  <a:cubicBezTo>
                    <a:pt x="531" y="52"/>
                    <a:pt x="531" y="52"/>
                    <a:pt x="531" y="52"/>
                  </a:cubicBezTo>
                  <a:cubicBezTo>
                    <a:pt x="529" y="52"/>
                    <a:pt x="527" y="51"/>
                    <a:pt x="525" y="51"/>
                  </a:cubicBezTo>
                  <a:cubicBezTo>
                    <a:pt x="525" y="21"/>
                    <a:pt x="525" y="21"/>
                    <a:pt x="525" y="21"/>
                  </a:cubicBezTo>
                  <a:cubicBezTo>
                    <a:pt x="527" y="21"/>
                    <a:pt x="529" y="21"/>
                    <a:pt x="531" y="20"/>
                  </a:cubicBezTo>
                  <a:cubicBezTo>
                    <a:pt x="531" y="17"/>
                    <a:pt x="531" y="17"/>
                    <a:pt x="531" y="17"/>
                  </a:cubicBezTo>
                  <a:cubicBezTo>
                    <a:pt x="511" y="17"/>
                    <a:pt x="511" y="17"/>
                    <a:pt x="511" y="17"/>
                  </a:cubicBezTo>
                  <a:cubicBezTo>
                    <a:pt x="511" y="20"/>
                    <a:pt x="511" y="20"/>
                    <a:pt x="511" y="20"/>
                  </a:cubicBezTo>
                  <a:cubicBezTo>
                    <a:pt x="513" y="21"/>
                    <a:pt x="516" y="21"/>
                    <a:pt x="518" y="21"/>
                  </a:cubicBezTo>
                  <a:cubicBezTo>
                    <a:pt x="518" y="51"/>
                    <a:pt x="518" y="51"/>
                    <a:pt x="518" y="51"/>
                  </a:cubicBezTo>
                  <a:cubicBezTo>
                    <a:pt x="516" y="51"/>
                    <a:pt x="513" y="52"/>
                    <a:pt x="511" y="52"/>
                  </a:cubicBezTo>
                  <a:cubicBezTo>
                    <a:pt x="511" y="56"/>
                    <a:pt x="511" y="56"/>
                    <a:pt x="511" y="56"/>
                  </a:cubicBezTo>
                  <a:lnTo>
                    <a:pt x="531" y="56"/>
                  </a:lnTo>
                  <a:close/>
                  <a:moveTo>
                    <a:pt x="504" y="54"/>
                  </a:moveTo>
                  <a:cubicBezTo>
                    <a:pt x="504" y="48"/>
                    <a:pt x="504" y="48"/>
                    <a:pt x="504" y="48"/>
                  </a:cubicBezTo>
                  <a:cubicBezTo>
                    <a:pt x="501" y="49"/>
                    <a:pt x="497" y="50"/>
                    <a:pt x="494" y="50"/>
                  </a:cubicBezTo>
                  <a:cubicBezTo>
                    <a:pt x="485" y="50"/>
                    <a:pt x="481" y="45"/>
                    <a:pt x="481" y="36"/>
                  </a:cubicBezTo>
                  <a:cubicBezTo>
                    <a:pt x="481" y="28"/>
                    <a:pt x="485" y="22"/>
                    <a:pt x="493" y="22"/>
                  </a:cubicBezTo>
                  <a:cubicBezTo>
                    <a:pt x="495" y="22"/>
                    <a:pt x="496" y="22"/>
                    <a:pt x="498" y="23"/>
                  </a:cubicBezTo>
                  <a:cubicBezTo>
                    <a:pt x="498" y="25"/>
                    <a:pt x="499" y="27"/>
                    <a:pt x="499" y="29"/>
                  </a:cubicBezTo>
                  <a:cubicBezTo>
                    <a:pt x="504" y="29"/>
                    <a:pt x="504" y="29"/>
                    <a:pt x="504" y="29"/>
                  </a:cubicBezTo>
                  <a:cubicBezTo>
                    <a:pt x="504" y="17"/>
                    <a:pt x="504" y="17"/>
                    <a:pt x="504" y="17"/>
                  </a:cubicBezTo>
                  <a:cubicBezTo>
                    <a:pt x="501" y="17"/>
                    <a:pt x="497" y="16"/>
                    <a:pt x="494" y="16"/>
                  </a:cubicBezTo>
                  <a:cubicBezTo>
                    <a:pt x="480" y="16"/>
                    <a:pt x="473" y="26"/>
                    <a:pt x="473" y="37"/>
                  </a:cubicBezTo>
                  <a:cubicBezTo>
                    <a:pt x="473" y="49"/>
                    <a:pt x="480" y="56"/>
                    <a:pt x="493" y="56"/>
                  </a:cubicBezTo>
                  <a:cubicBezTo>
                    <a:pt x="497" y="56"/>
                    <a:pt x="501" y="56"/>
                    <a:pt x="504" y="54"/>
                  </a:cubicBezTo>
                  <a:moveTo>
                    <a:pt x="453" y="20"/>
                  </a:moveTo>
                  <a:cubicBezTo>
                    <a:pt x="453" y="17"/>
                    <a:pt x="453" y="17"/>
                    <a:pt x="453" y="17"/>
                  </a:cubicBezTo>
                  <a:cubicBezTo>
                    <a:pt x="436" y="17"/>
                    <a:pt x="436" y="17"/>
                    <a:pt x="436" y="17"/>
                  </a:cubicBezTo>
                  <a:cubicBezTo>
                    <a:pt x="436" y="20"/>
                    <a:pt x="436" y="20"/>
                    <a:pt x="436" y="20"/>
                  </a:cubicBezTo>
                  <a:cubicBezTo>
                    <a:pt x="437" y="21"/>
                    <a:pt x="439" y="21"/>
                    <a:pt x="440" y="21"/>
                  </a:cubicBezTo>
                  <a:cubicBezTo>
                    <a:pt x="433" y="36"/>
                    <a:pt x="433" y="36"/>
                    <a:pt x="433" y="36"/>
                  </a:cubicBezTo>
                  <a:cubicBezTo>
                    <a:pt x="425" y="21"/>
                    <a:pt x="425" y="21"/>
                    <a:pt x="425" y="21"/>
                  </a:cubicBezTo>
                  <a:cubicBezTo>
                    <a:pt x="426" y="21"/>
                    <a:pt x="428" y="21"/>
                    <a:pt x="430" y="20"/>
                  </a:cubicBezTo>
                  <a:cubicBezTo>
                    <a:pt x="430" y="17"/>
                    <a:pt x="430" y="17"/>
                    <a:pt x="430" y="17"/>
                  </a:cubicBezTo>
                  <a:cubicBezTo>
                    <a:pt x="412" y="17"/>
                    <a:pt x="412" y="17"/>
                    <a:pt x="412" y="17"/>
                  </a:cubicBezTo>
                  <a:cubicBezTo>
                    <a:pt x="412" y="20"/>
                    <a:pt x="412" y="20"/>
                    <a:pt x="412" y="20"/>
                  </a:cubicBezTo>
                  <a:cubicBezTo>
                    <a:pt x="414" y="21"/>
                    <a:pt x="415" y="21"/>
                    <a:pt x="417" y="21"/>
                  </a:cubicBezTo>
                  <a:cubicBezTo>
                    <a:pt x="429" y="42"/>
                    <a:pt x="429" y="42"/>
                    <a:pt x="429" y="42"/>
                  </a:cubicBezTo>
                  <a:cubicBezTo>
                    <a:pt x="429" y="51"/>
                    <a:pt x="429" y="51"/>
                    <a:pt x="429" y="51"/>
                  </a:cubicBezTo>
                  <a:cubicBezTo>
                    <a:pt x="427" y="51"/>
                    <a:pt x="424" y="52"/>
                    <a:pt x="422" y="52"/>
                  </a:cubicBezTo>
                  <a:cubicBezTo>
                    <a:pt x="422" y="56"/>
                    <a:pt x="422" y="56"/>
                    <a:pt x="422" y="56"/>
                  </a:cubicBezTo>
                  <a:cubicBezTo>
                    <a:pt x="442" y="56"/>
                    <a:pt x="442" y="56"/>
                    <a:pt x="442" y="56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0" y="52"/>
                    <a:pt x="438" y="51"/>
                    <a:pt x="436" y="51"/>
                  </a:cubicBezTo>
                  <a:cubicBezTo>
                    <a:pt x="436" y="42"/>
                    <a:pt x="436" y="42"/>
                    <a:pt x="436" y="42"/>
                  </a:cubicBezTo>
                  <a:cubicBezTo>
                    <a:pt x="448" y="21"/>
                    <a:pt x="448" y="21"/>
                    <a:pt x="448" y="21"/>
                  </a:cubicBezTo>
                  <a:cubicBezTo>
                    <a:pt x="449" y="21"/>
                    <a:pt x="451" y="21"/>
                    <a:pt x="453" y="20"/>
                  </a:cubicBezTo>
                  <a:moveTo>
                    <a:pt x="379" y="41"/>
                  </a:moveTo>
                  <a:cubicBezTo>
                    <a:pt x="365" y="41"/>
                    <a:pt x="365" y="41"/>
                    <a:pt x="365" y="41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71" y="27"/>
                    <a:pt x="372" y="24"/>
                    <a:pt x="372" y="22"/>
                  </a:cubicBezTo>
                  <a:cubicBezTo>
                    <a:pt x="372" y="22"/>
                    <a:pt x="372" y="22"/>
                    <a:pt x="372" y="22"/>
                  </a:cubicBezTo>
                  <a:cubicBezTo>
                    <a:pt x="373" y="24"/>
                    <a:pt x="373" y="27"/>
                    <a:pt x="374" y="29"/>
                  </a:cubicBezTo>
                  <a:lnTo>
                    <a:pt x="379" y="41"/>
                  </a:lnTo>
                  <a:close/>
                  <a:moveTo>
                    <a:pt x="395" y="56"/>
                  </a:moveTo>
                  <a:cubicBezTo>
                    <a:pt x="395" y="52"/>
                    <a:pt x="395" y="52"/>
                    <a:pt x="395" y="52"/>
                  </a:cubicBezTo>
                  <a:cubicBezTo>
                    <a:pt x="393" y="52"/>
                    <a:pt x="392" y="51"/>
                    <a:pt x="390" y="51"/>
                  </a:cubicBezTo>
                  <a:cubicBezTo>
                    <a:pt x="377" y="17"/>
                    <a:pt x="377" y="17"/>
                    <a:pt x="377" y="17"/>
                  </a:cubicBezTo>
                  <a:cubicBezTo>
                    <a:pt x="368" y="17"/>
                    <a:pt x="368" y="17"/>
                    <a:pt x="368" y="17"/>
                  </a:cubicBezTo>
                  <a:cubicBezTo>
                    <a:pt x="355" y="51"/>
                    <a:pt x="355" y="51"/>
                    <a:pt x="355" y="51"/>
                  </a:cubicBezTo>
                  <a:cubicBezTo>
                    <a:pt x="353" y="51"/>
                    <a:pt x="351" y="52"/>
                    <a:pt x="350" y="52"/>
                  </a:cubicBezTo>
                  <a:cubicBezTo>
                    <a:pt x="350" y="56"/>
                    <a:pt x="350" y="56"/>
                    <a:pt x="350" y="56"/>
                  </a:cubicBezTo>
                  <a:cubicBezTo>
                    <a:pt x="367" y="56"/>
                    <a:pt x="367" y="56"/>
                    <a:pt x="367" y="56"/>
                  </a:cubicBezTo>
                  <a:cubicBezTo>
                    <a:pt x="367" y="52"/>
                    <a:pt x="367" y="52"/>
                    <a:pt x="367" y="52"/>
                  </a:cubicBezTo>
                  <a:cubicBezTo>
                    <a:pt x="366" y="52"/>
                    <a:pt x="363" y="51"/>
                    <a:pt x="362" y="51"/>
                  </a:cubicBezTo>
                  <a:cubicBezTo>
                    <a:pt x="364" y="46"/>
                    <a:pt x="364" y="46"/>
                    <a:pt x="364" y="46"/>
                  </a:cubicBezTo>
                  <a:cubicBezTo>
                    <a:pt x="381" y="46"/>
                    <a:pt x="381" y="46"/>
                    <a:pt x="381" y="46"/>
                  </a:cubicBezTo>
                  <a:cubicBezTo>
                    <a:pt x="383" y="51"/>
                    <a:pt x="383" y="51"/>
                    <a:pt x="383" y="51"/>
                  </a:cubicBezTo>
                  <a:cubicBezTo>
                    <a:pt x="381" y="51"/>
                    <a:pt x="379" y="52"/>
                    <a:pt x="377" y="52"/>
                  </a:cubicBezTo>
                  <a:cubicBezTo>
                    <a:pt x="377" y="56"/>
                    <a:pt x="377" y="56"/>
                    <a:pt x="377" y="56"/>
                  </a:cubicBezTo>
                  <a:lnTo>
                    <a:pt x="395" y="56"/>
                  </a:lnTo>
                  <a:close/>
                  <a:moveTo>
                    <a:pt x="347" y="56"/>
                  </a:moveTo>
                  <a:cubicBezTo>
                    <a:pt x="347" y="52"/>
                    <a:pt x="347" y="52"/>
                    <a:pt x="347" y="52"/>
                  </a:cubicBezTo>
                  <a:cubicBezTo>
                    <a:pt x="345" y="52"/>
                    <a:pt x="342" y="51"/>
                    <a:pt x="340" y="5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2" y="21"/>
                    <a:pt x="345" y="21"/>
                    <a:pt x="347" y="20"/>
                  </a:cubicBezTo>
                  <a:cubicBezTo>
                    <a:pt x="347" y="17"/>
                    <a:pt x="347" y="17"/>
                    <a:pt x="347" y="17"/>
                  </a:cubicBezTo>
                  <a:cubicBezTo>
                    <a:pt x="327" y="17"/>
                    <a:pt x="327" y="17"/>
                    <a:pt x="327" y="17"/>
                  </a:cubicBezTo>
                  <a:cubicBezTo>
                    <a:pt x="327" y="20"/>
                    <a:pt x="327" y="20"/>
                    <a:pt x="327" y="20"/>
                  </a:cubicBezTo>
                  <a:cubicBezTo>
                    <a:pt x="329" y="21"/>
                    <a:pt x="331" y="21"/>
                    <a:pt x="333" y="21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1" y="51"/>
                    <a:pt x="329" y="52"/>
                    <a:pt x="327" y="52"/>
                  </a:cubicBezTo>
                  <a:cubicBezTo>
                    <a:pt x="327" y="56"/>
                    <a:pt x="327" y="56"/>
                    <a:pt x="327" y="56"/>
                  </a:cubicBezTo>
                  <a:lnTo>
                    <a:pt x="347" y="56"/>
                  </a:lnTo>
                  <a:close/>
                  <a:moveTo>
                    <a:pt x="346" y="5"/>
                  </a:moveTo>
                  <a:cubicBezTo>
                    <a:pt x="343" y="0"/>
                    <a:pt x="343" y="0"/>
                    <a:pt x="343" y="0"/>
                  </a:cubicBezTo>
                  <a:cubicBezTo>
                    <a:pt x="332" y="9"/>
                    <a:pt x="332" y="9"/>
                    <a:pt x="332" y="9"/>
                  </a:cubicBezTo>
                  <a:cubicBezTo>
                    <a:pt x="335" y="12"/>
                    <a:pt x="335" y="12"/>
                    <a:pt x="335" y="12"/>
                  </a:cubicBezTo>
                  <a:lnTo>
                    <a:pt x="346" y="5"/>
                  </a:lnTo>
                  <a:close/>
                  <a:moveTo>
                    <a:pt x="310" y="28"/>
                  </a:moveTo>
                  <a:cubicBezTo>
                    <a:pt x="310" y="32"/>
                    <a:pt x="307" y="34"/>
                    <a:pt x="302" y="34"/>
                  </a:cubicBezTo>
                  <a:cubicBezTo>
                    <a:pt x="300" y="34"/>
                    <a:pt x="299" y="34"/>
                    <a:pt x="298" y="34"/>
                  </a:cubicBezTo>
                  <a:cubicBezTo>
                    <a:pt x="298" y="22"/>
                    <a:pt x="298" y="22"/>
                    <a:pt x="298" y="22"/>
                  </a:cubicBezTo>
                  <a:cubicBezTo>
                    <a:pt x="299" y="22"/>
                    <a:pt x="300" y="21"/>
                    <a:pt x="302" y="21"/>
                  </a:cubicBezTo>
                  <a:cubicBezTo>
                    <a:pt x="307" y="21"/>
                    <a:pt x="310" y="23"/>
                    <a:pt x="310" y="28"/>
                  </a:cubicBezTo>
                  <a:moveTo>
                    <a:pt x="320" y="56"/>
                  </a:moveTo>
                  <a:cubicBezTo>
                    <a:pt x="320" y="52"/>
                    <a:pt x="320" y="52"/>
                    <a:pt x="320" y="52"/>
                  </a:cubicBezTo>
                  <a:cubicBezTo>
                    <a:pt x="319" y="52"/>
                    <a:pt x="317" y="51"/>
                    <a:pt x="315" y="51"/>
                  </a:cubicBezTo>
                  <a:cubicBezTo>
                    <a:pt x="309" y="42"/>
                    <a:pt x="309" y="42"/>
                    <a:pt x="309" y="42"/>
                  </a:cubicBezTo>
                  <a:cubicBezTo>
                    <a:pt x="308" y="40"/>
                    <a:pt x="307" y="39"/>
                    <a:pt x="306" y="38"/>
                  </a:cubicBezTo>
                  <a:cubicBezTo>
                    <a:pt x="313" y="37"/>
                    <a:pt x="317" y="33"/>
                    <a:pt x="317" y="27"/>
                  </a:cubicBezTo>
                  <a:cubicBezTo>
                    <a:pt x="317" y="20"/>
                    <a:pt x="312" y="16"/>
                    <a:pt x="303" y="16"/>
                  </a:cubicBezTo>
                  <a:cubicBezTo>
                    <a:pt x="298" y="16"/>
                    <a:pt x="293" y="17"/>
                    <a:pt x="290" y="17"/>
                  </a:cubicBezTo>
                  <a:cubicBezTo>
                    <a:pt x="284" y="17"/>
                    <a:pt x="284" y="17"/>
                    <a:pt x="284" y="17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6" y="21"/>
                    <a:pt x="288" y="21"/>
                    <a:pt x="291" y="2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88" y="51"/>
                    <a:pt x="286" y="52"/>
                    <a:pt x="284" y="52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303" y="56"/>
                    <a:pt x="303" y="56"/>
                    <a:pt x="303" y="56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299" y="51"/>
                    <a:pt x="298" y="51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310" y="56"/>
                    <a:pt x="310" y="56"/>
                    <a:pt x="310" y="56"/>
                  </a:cubicBezTo>
                  <a:lnTo>
                    <a:pt x="320" y="56"/>
                  </a:lnTo>
                  <a:close/>
                  <a:moveTo>
                    <a:pt x="275" y="56"/>
                  </a:moveTo>
                  <a:cubicBezTo>
                    <a:pt x="275" y="45"/>
                    <a:pt x="275" y="45"/>
                    <a:pt x="275" y="45"/>
                  </a:cubicBezTo>
                  <a:cubicBezTo>
                    <a:pt x="270" y="45"/>
                    <a:pt x="270" y="45"/>
                    <a:pt x="270" y="45"/>
                  </a:cubicBezTo>
                  <a:cubicBezTo>
                    <a:pt x="270" y="47"/>
                    <a:pt x="270" y="49"/>
                    <a:pt x="269" y="51"/>
                  </a:cubicBezTo>
                  <a:cubicBezTo>
                    <a:pt x="258" y="51"/>
                    <a:pt x="258" y="51"/>
                    <a:pt x="258" y="51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40"/>
                    <a:pt x="266" y="41"/>
                    <a:pt x="266" y="42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1" y="29"/>
                    <a:pt x="271" y="29"/>
                    <a:pt x="271" y="29"/>
                  </a:cubicBezTo>
                  <a:cubicBezTo>
                    <a:pt x="266" y="29"/>
                    <a:pt x="266" y="29"/>
                    <a:pt x="266" y="29"/>
                  </a:cubicBezTo>
                  <a:cubicBezTo>
                    <a:pt x="266" y="30"/>
                    <a:pt x="266" y="32"/>
                    <a:pt x="266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8" y="21"/>
                    <a:pt x="258" y="21"/>
                    <a:pt x="258" y="21"/>
                  </a:cubicBezTo>
                  <a:cubicBezTo>
                    <a:pt x="269" y="21"/>
                    <a:pt x="269" y="21"/>
                    <a:pt x="269" y="21"/>
                  </a:cubicBezTo>
                  <a:cubicBezTo>
                    <a:pt x="269" y="23"/>
                    <a:pt x="270" y="25"/>
                    <a:pt x="270" y="27"/>
                  </a:cubicBezTo>
                  <a:cubicBezTo>
                    <a:pt x="275" y="27"/>
                    <a:pt x="275" y="27"/>
                    <a:pt x="275" y="27"/>
                  </a:cubicBezTo>
                  <a:cubicBezTo>
                    <a:pt x="275" y="17"/>
                    <a:pt x="275" y="17"/>
                    <a:pt x="275" y="17"/>
                  </a:cubicBezTo>
                  <a:cubicBezTo>
                    <a:pt x="245" y="17"/>
                    <a:pt x="245" y="17"/>
                    <a:pt x="245" y="1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7" y="21"/>
                    <a:pt x="249" y="21"/>
                    <a:pt x="252" y="21"/>
                  </a:cubicBezTo>
                  <a:cubicBezTo>
                    <a:pt x="252" y="51"/>
                    <a:pt x="252" y="51"/>
                    <a:pt x="252" y="51"/>
                  </a:cubicBezTo>
                  <a:cubicBezTo>
                    <a:pt x="249" y="51"/>
                    <a:pt x="247" y="52"/>
                    <a:pt x="245" y="52"/>
                  </a:cubicBezTo>
                  <a:cubicBezTo>
                    <a:pt x="245" y="56"/>
                    <a:pt x="245" y="56"/>
                    <a:pt x="245" y="56"/>
                  </a:cubicBezTo>
                  <a:lnTo>
                    <a:pt x="275" y="56"/>
                  </a:lnTo>
                  <a:close/>
                  <a:moveTo>
                    <a:pt x="238" y="56"/>
                  </a:moveTo>
                  <a:cubicBezTo>
                    <a:pt x="238" y="52"/>
                    <a:pt x="238" y="52"/>
                    <a:pt x="238" y="52"/>
                  </a:cubicBezTo>
                  <a:cubicBezTo>
                    <a:pt x="236" y="52"/>
                    <a:pt x="234" y="51"/>
                    <a:pt x="232" y="51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4" y="21"/>
                    <a:pt x="236" y="21"/>
                    <a:pt x="238" y="20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18" y="17"/>
                    <a:pt x="218" y="17"/>
                    <a:pt x="218" y="17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20" y="21"/>
                    <a:pt x="222" y="21"/>
                    <a:pt x="225" y="21"/>
                  </a:cubicBezTo>
                  <a:cubicBezTo>
                    <a:pt x="225" y="51"/>
                    <a:pt x="225" y="51"/>
                    <a:pt x="225" y="51"/>
                  </a:cubicBezTo>
                  <a:cubicBezTo>
                    <a:pt x="222" y="51"/>
                    <a:pt x="220" y="52"/>
                    <a:pt x="218" y="52"/>
                  </a:cubicBezTo>
                  <a:cubicBezTo>
                    <a:pt x="218" y="56"/>
                    <a:pt x="218" y="56"/>
                    <a:pt x="218" y="56"/>
                  </a:cubicBezTo>
                  <a:lnTo>
                    <a:pt x="238" y="56"/>
                  </a:lnTo>
                  <a:close/>
                  <a:moveTo>
                    <a:pt x="211" y="20"/>
                  </a:moveTo>
                  <a:cubicBezTo>
                    <a:pt x="211" y="17"/>
                    <a:pt x="211" y="17"/>
                    <a:pt x="211" y="17"/>
                  </a:cubicBezTo>
                  <a:cubicBezTo>
                    <a:pt x="193" y="17"/>
                    <a:pt x="193" y="17"/>
                    <a:pt x="193" y="17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5" y="21"/>
                    <a:pt x="197" y="21"/>
                    <a:pt x="199" y="21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9" y="41"/>
                    <a:pt x="199" y="45"/>
                    <a:pt x="200" y="48"/>
                  </a:cubicBezTo>
                  <a:cubicBezTo>
                    <a:pt x="199" y="48"/>
                    <a:pt x="199" y="48"/>
                    <a:pt x="199" y="48"/>
                  </a:cubicBezTo>
                  <a:cubicBezTo>
                    <a:pt x="198" y="45"/>
                    <a:pt x="196" y="42"/>
                    <a:pt x="195" y="40"/>
                  </a:cubicBezTo>
                  <a:cubicBezTo>
                    <a:pt x="180" y="17"/>
                    <a:pt x="180" y="17"/>
                    <a:pt x="180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4" y="20"/>
                    <a:pt x="164" y="20"/>
                    <a:pt x="164" y="20"/>
                  </a:cubicBezTo>
                  <a:cubicBezTo>
                    <a:pt x="166" y="21"/>
                    <a:pt x="168" y="21"/>
                    <a:pt x="171" y="21"/>
                  </a:cubicBezTo>
                  <a:cubicBezTo>
                    <a:pt x="171" y="51"/>
                    <a:pt x="171" y="51"/>
                    <a:pt x="171" y="51"/>
                  </a:cubicBezTo>
                  <a:cubicBezTo>
                    <a:pt x="168" y="51"/>
                    <a:pt x="166" y="52"/>
                    <a:pt x="164" y="52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83" y="56"/>
                    <a:pt x="183" y="56"/>
                    <a:pt x="183" y="56"/>
                  </a:cubicBezTo>
                  <a:cubicBezTo>
                    <a:pt x="183" y="52"/>
                    <a:pt x="183" y="52"/>
                    <a:pt x="183" y="52"/>
                  </a:cubicBezTo>
                  <a:cubicBezTo>
                    <a:pt x="182" y="52"/>
                    <a:pt x="179" y="51"/>
                    <a:pt x="177" y="51"/>
                  </a:cubicBezTo>
                  <a:cubicBezTo>
                    <a:pt x="177" y="34"/>
                    <a:pt x="177" y="34"/>
                    <a:pt x="177" y="34"/>
                  </a:cubicBezTo>
                  <a:cubicBezTo>
                    <a:pt x="177" y="30"/>
                    <a:pt x="177" y="27"/>
                    <a:pt x="177" y="25"/>
                  </a:cubicBezTo>
                  <a:cubicBezTo>
                    <a:pt x="177" y="25"/>
                    <a:pt x="177" y="25"/>
                    <a:pt x="177" y="25"/>
                  </a:cubicBezTo>
                  <a:cubicBezTo>
                    <a:pt x="178" y="27"/>
                    <a:pt x="180" y="30"/>
                    <a:pt x="181" y="32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8" y="21"/>
                    <a:pt x="210" y="21"/>
                    <a:pt x="211" y="20"/>
                  </a:cubicBezTo>
                  <a:moveTo>
                    <a:pt x="155" y="56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0" y="47"/>
                    <a:pt x="149" y="49"/>
                    <a:pt x="149" y="51"/>
                  </a:cubicBezTo>
                  <a:cubicBezTo>
                    <a:pt x="138" y="51"/>
                    <a:pt x="138" y="51"/>
                    <a:pt x="138" y="51"/>
                  </a:cubicBezTo>
                  <a:cubicBezTo>
                    <a:pt x="138" y="38"/>
                    <a:pt x="138" y="38"/>
                    <a:pt x="138" y="38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5" y="40"/>
                    <a:pt x="146" y="41"/>
                    <a:pt x="146" y="42"/>
                  </a:cubicBezTo>
                  <a:cubicBezTo>
                    <a:pt x="151" y="42"/>
                    <a:pt x="151" y="42"/>
                    <a:pt x="151" y="42"/>
                  </a:cubicBezTo>
                  <a:cubicBezTo>
                    <a:pt x="151" y="29"/>
                    <a:pt x="151" y="29"/>
                    <a:pt x="151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30"/>
                    <a:pt x="146" y="32"/>
                    <a:pt x="145" y="33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49" y="23"/>
                    <a:pt x="150" y="25"/>
                    <a:pt x="150" y="27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25" y="17"/>
                    <a:pt x="125" y="17"/>
                    <a:pt x="125" y="17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7" y="21"/>
                    <a:pt x="129" y="21"/>
                    <a:pt x="131" y="21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29" y="51"/>
                    <a:pt x="127" y="52"/>
                    <a:pt x="125" y="52"/>
                  </a:cubicBezTo>
                  <a:cubicBezTo>
                    <a:pt x="125" y="56"/>
                    <a:pt x="125" y="56"/>
                    <a:pt x="125" y="56"/>
                  </a:cubicBezTo>
                  <a:lnTo>
                    <a:pt x="155" y="56"/>
                  </a:lnTo>
                  <a:close/>
                  <a:moveTo>
                    <a:pt x="120" y="39"/>
                  </a:moveTo>
                  <a:cubicBezTo>
                    <a:pt x="120" y="35"/>
                    <a:pt x="120" y="35"/>
                    <a:pt x="12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104" y="40"/>
                    <a:pt x="106" y="40"/>
                    <a:pt x="108" y="40"/>
                  </a:cubicBezTo>
                  <a:cubicBezTo>
                    <a:pt x="108" y="50"/>
                    <a:pt x="108" y="50"/>
                    <a:pt x="108" y="50"/>
                  </a:cubicBezTo>
                  <a:cubicBezTo>
                    <a:pt x="106" y="50"/>
                    <a:pt x="104" y="51"/>
                    <a:pt x="102" y="51"/>
                  </a:cubicBezTo>
                  <a:cubicBezTo>
                    <a:pt x="93" y="51"/>
                    <a:pt x="88" y="46"/>
                    <a:pt x="88" y="36"/>
                  </a:cubicBezTo>
                  <a:cubicBezTo>
                    <a:pt x="88" y="27"/>
                    <a:pt x="94" y="22"/>
                    <a:pt x="102" y="22"/>
                  </a:cubicBezTo>
                  <a:cubicBezTo>
                    <a:pt x="104" y="22"/>
                    <a:pt x="106" y="22"/>
                    <a:pt x="108" y="22"/>
                  </a:cubicBezTo>
                  <a:cubicBezTo>
                    <a:pt x="108" y="24"/>
                    <a:pt x="109" y="26"/>
                    <a:pt x="109" y="29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0" y="16"/>
                    <a:pt x="106" y="16"/>
                    <a:pt x="102" y="16"/>
                  </a:cubicBezTo>
                  <a:cubicBezTo>
                    <a:pt x="88" y="16"/>
                    <a:pt x="80" y="25"/>
                    <a:pt x="80" y="37"/>
                  </a:cubicBezTo>
                  <a:cubicBezTo>
                    <a:pt x="80" y="50"/>
                    <a:pt x="89" y="56"/>
                    <a:pt x="101" y="56"/>
                  </a:cubicBezTo>
                  <a:cubicBezTo>
                    <a:pt x="106" y="56"/>
                    <a:pt x="111" y="56"/>
                    <a:pt x="115" y="54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8" y="40"/>
                    <a:pt x="120" y="39"/>
                  </a:cubicBezTo>
                  <a:moveTo>
                    <a:pt x="74" y="20"/>
                  </a:moveTo>
                  <a:cubicBezTo>
                    <a:pt x="74" y="17"/>
                    <a:pt x="74" y="17"/>
                    <a:pt x="74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8" y="21"/>
                    <a:pt x="60" y="21"/>
                    <a:pt x="62" y="21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41"/>
                    <a:pt x="62" y="45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1" y="45"/>
                    <a:pt x="59" y="42"/>
                    <a:pt x="58" y="40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1"/>
                    <a:pt x="31" y="21"/>
                    <a:pt x="34" y="2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1" y="51"/>
                    <a:pt x="29" y="52"/>
                    <a:pt x="27" y="52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4" y="52"/>
                    <a:pt x="42" y="51"/>
                    <a:pt x="40" y="51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0"/>
                    <a:pt x="40" y="27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1" y="27"/>
                    <a:pt x="43" y="30"/>
                    <a:pt x="44" y="32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1" y="21"/>
                    <a:pt x="73" y="21"/>
                    <a:pt x="74" y="20"/>
                  </a:cubicBezTo>
                  <a:moveTo>
                    <a:pt x="20" y="56"/>
                  </a:moveTo>
                  <a:cubicBezTo>
                    <a:pt x="20" y="52"/>
                    <a:pt x="20" y="52"/>
                    <a:pt x="20" y="52"/>
                  </a:cubicBezTo>
                  <a:cubicBezTo>
                    <a:pt x="18" y="52"/>
                    <a:pt x="16" y="51"/>
                    <a:pt x="13" y="5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21"/>
                    <a:pt x="18" y="21"/>
                    <a:pt x="20" y="20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21"/>
                    <a:pt x="4" y="21"/>
                    <a:pt x="7" y="2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4" y="51"/>
                    <a:pt x="2" y="52"/>
                    <a:pt x="0" y="52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8" name="Freeform 38">
              <a:extLst>
                <a:ext uri="{FF2B5EF4-FFF2-40B4-BE49-F238E27FC236}">
                  <a16:creationId xmlns:a16="http://schemas.microsoft.com/office/drawing/2014/main" id="{075AA5A3-AC80-4A6B-A3A0-11374F8334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597150"/>
              <a:ext cx="908050" cy="88900"/>
            </a:xfrm>
            <a:custGeom>
              <a:avLst/>
              <a:gdLst>
                <a:gd name="T0" fmla="*/ 413 w 419"/>
                <a:gd name="T1" fmla="*/ 35 h 41"/>
                <a:gd name="T2" fmla="*/ 410 w 419"/>
                <a:gd name="T3" fmla="*/ 27 h 41"/>
                <a:gd name="T4" fmla="*/ 410 w 419"/>
                <a:gd name="T5" fmla="*/ 18 h 41"/>
                <a:gd name="T6" fmla="*/ 414 w 419"/>
                <a:gd name="T7" fmla="*/ 12 h 41"/>
                <a:gd name="T8" fmla="*/ 389 w 419"/>
                <a:gd name="T9" fmla="*/ 5 h 41"/>
                <a:gd name="T10" fmla="*/ 389 w 419"/>
                <a:gd name="T11" fmla="*/ 40 h 41"/>
                <a:gd name="T12" fmla="*/ 355 w 419"/>
                <a:gd name="T13" fmla="*/ 35 h 41"/>
                <a:gd name="T14" fmla="*/ 383 w 419"/>
                <a:gd name="T15" fmla="*/ 20 h 41"/>
                <a:gd name="T16" fmla="*/ 342 w 419"/>
                <a:gd name="T17" fmla="*/ 5 h 41"/>
                <a:gd name="T18" fmla="*/ 342 w 419"/>
                <a:gd name="T19" fmla="*/ 40 h 41"/>
                <a:gd name="T20" fmla="*/ 312 w 419"/>
                <a:gd name="T21" fmla="*/ 20 h 41"/>
                <a:gd name="T22" fmla="*/ 297 w 419"/>
                <a:gd name="T23" fmla="*/ 6 h 41"/>
                <a:gd name="T24" fmla="*/ 285 w 419"/>
                <a:gd name="T25" fmla="*/ 1 h 41"/>
                <a:gd name="T26" fmla="*/ 285 w 419"/>
                <a:gd name="T27" fmla="*/ 35 h 41"/>
                <a:gd name="T28" fmla="*/ 296 w 419"/>
                <a:gd name="T29" fmla="*/ 41 h 41"/>
                <a:gd name="T30" fmla="*/ 250 w 419"/>
                <a:gd name="T31" fmla="*/ 13 h 41"/>
                <a:gd name="T32" fmla="*/ 259 w 419"/>
                <a:gd name="T33" fmla="*/ 25 h 41"/>
                <a:gd name="T34" fmla="*/ 257 w 419"/>
                <a:gd name="T35" fmla="*/ 1 h 41"/>
                <a:gd name="T36" fmla="*/ 230 w 419"/>
                <a:gd name="T37" fmla="*/ 40 h 41"/>
                <a:gd name="T38" fmla="*/ 243 w 419"/>
                <a:gd name="T39" fmla="*/ 30 h 41"/>
                <a:gd name="T40" fmla="*/ 257 w 419"/>
                <a:gd name="T41" fmla="*/ 40 h 41"/>
                <a:gd name="T42" fmla="*/ 195 w 419"/>
                <a:gd name="T43" fmla="*/ 1 h 41"/>
                <a:gd name="T44" fmla="*/ 209 w 419"/>
                <a:gd name="T45" fmla="*/ 6 h 41"/>
                <a:gd name="T46" fmla="*/ 223 w 419"/>
                <a:gd name="T47" fmla="*/ 40 h 41"/>
                <a:gd name="T48" fmla="*/ 225 w 419"/>
                <a:gd name="T49" fmla="*/ 6 h 41"/>
                <a:gd name="T50" fmla="*/ 194 w 419"/>
                <a:gd name="T51" fmla="*/ 28 h 41"/>
                <a:gd name="T52" fmla="*/ 178 w 419"/>
                <a:gd name="T53" fmla="*/ 6 h 41"/>
                <a:gd name="T54" fmla="*/ 164 w 419"/>
                <a:gd name="T55" fmla="*/ 5 h 41"/>
                <a:gd name="T56" fmla="*/ 164 w 419"/>
                <a:gd name="T57" fmla="*/ 40 h 41"/>
                <a:gd name="T58" fmla="*/ 140 w 419"/>
                <a:gd name="T59" fmla="*/ 1 h 41"/>
                <a:gd name="T60" fmla="*/ 136 w 419"/>
                <a:gd name="T61" fmla="*/ 35 h 41"/>
                <a:gd name="T62" fmla="*/ 132 w 419"/>
                <a:gd name="T63" fmla="*/ 1 h 41"/>
                <a:gd name="T64" fmla="*/ 119 w 419"/>
                <a:gd name="T65" fmla="*/ 27 h 41"/>
                <a:gd name="T66" fmla="*/ 158 w 419"/>
                <a:gd name="T67" fmla="*/ 5 h 41"/>
                <a:gd name="T68" fmla="*/ 84 w 419"/>
                <a:gd name="T69" fmla="*/ 21 h 41"/>
                <a:gd name="T70" fmla="*/ 107 w 419"/>
                <a:gd name="T71" fmla="*/ 13 h 41"/>
                <a:gd name="T72" fmla="*/ 96 w 419"/>
                <a:gd name="T73" fmla="*/ 41 h 41"/>
                <a:gd name="T74" fmla="*/ 49 w 419"/>
                <a:gd name="T75" fmla="*/ 13 h 41"/>
                <a:gd name="T76" fmla="*/ 58 w 419"/>
                <a:gd name="T77" fmla="*/ 25 h 41"/>
                <a:gd name="T78" fmla="*/ 56 w 419"/>
                <a:gd name="T79" fmla="*/ 1 h 41"/>
                <a:gd name="T80" fmla="*/ 29 w 419"/>
                <a:gd name="T81" fmla="*/ 40 h 41"/>
                <a:gd name="T82" fmla="*/ 43 w 419"/>
                <a:gd name="T83" fmla="*/ 30 h 41"/>
                <a:gd name="T84" fmla="*/ 56 w 419"/>
                <a:gd name="T85" fmla="*/ 40 h 41"/>
                <a:gd name="T86" fmla="*/ 0 w 419"/>
                <a:gd name="T87" fmla="*/ 1 h 41"/>
                <a:gd name="T88" fmla="*/ 0 w 419"/>
                <a:gd name="T89" fmla="*/ 36 h 41"/>
                <a:gd name="T90" fmla="*/ 13 w 419"/>
                <a:gd name="T91" fmla="*/ 35 h 41"/>
                <a:gd name="T92" fmla="*/ 26 w 419"/>
                <a:gd name="T93" fmla="*/ 27 h 41"/>
                <a:gd name="T94" fmla="*/ 13 w 419"/>
                <a:gd name="T95" fmla="*/ 18 h 41"/>
                <a:gd name="T96" fmla="*/ 30 w 419"/>
                <a:gd name="T97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9" h="41">
                  <a:moveTo>
                    <a:pt x="419" y="40"/>
                  </a:moveTo>
                  <a:cubicBezTo>
                    <a:pt x="419" y="29"/>
                    <a:pt x="419" y="29"/>
                    <a:pt x="419" y="29"/>
                  </a:cubicBezTo>
                  <a:cubicBezTo>
                    <a:pt x="414" y="29"/>
                    <a:pt x="414" y="29"/>
                    <a:pt x="414" y="29"/>
                  </a:cubicBezTo>
                  <a:cubicBezTo>
                    <a:pt x="414" y="31"/>
                    <a:pt x="414" y="34"/>
                    <a:pt x="413" y="35"/>
                  </a:cubicBezTo>
                  <a:cubicBezTo>
                    <a:pt x="402" y="35"/>
                    <a:pt x="402" y="35"/>
                    <a:pt x="402" y="35"/>
                  </a:cubicBezTo>
                  <a:cubicBezTo>
                    <a:pt x="402" y="22"/>
                    <a:pt x="402" y="22"/>
                    <a:pt x="402" y="22"/>
                  </a:cubicBezTo>
                  <a:cubicBezTo>
                    <a:pt x="410" y="22"/>
                    <a:pt x="410" y="22"/>
                    <a:pt x="410" y="22"/>
                  </a:cubicBezTo>
                  <a:cubicBezTo>
                    <a:pt x="410" y="24"/>
                    <a:pt x="410" y="25"/>
                    <a:pt x="410" y="27"/>
                  </a:cubicBezTo>
                  <a:cubicBezTo>
                    <a:pt x="415" y="27"/>
                    <a:pt x="415" y="27"/>
                    <a:pt x="415" y="27"/>
                  </a:cubicBezTo>
                  <a:cubicBezTo>
                    <a:pt x="415" y="14"/>
                    <a:pt x="415" y="14"/>
                    <a:pt x="415" y="14"/>
                  </a:cubicBezTo>
                  <a:cubicBezTo>
                    <a:pt x="410" y="14"/>
                    <a:pt x="410" y="14"/>
                    <a:pt x="410" y="14"/>
                  </a:cubicBezTo>
                  <a:cubicBezTo>
                    <a:pt x="410" y="15"/>
                    <a:pt x="410" y="16"/>
                    <a:pt x="410" y="18"/>
                  </a:cubicBezTo>
                  <a:cubicBezTo>
                    <a:pt x="402" y="18"/>
                    <a:pt x="402" y="18"/>
                    <a:pt x="402" y="18"/>
                  </a:cubicBezTo>
                  <a:cubicBezTo>
                    <a:pt x="402" y="6"/>
                    <a:pt x="402" y="6"/>
                    <a:pt x="402" y="6"/>
                  </a:cubicBezTo>
                  <a:cubicBezTo>
                    <a:pt x="413" y="6"/>
                    <a:pt x="413" y="6"/>
                    <a:pt x="413" y="6"/>
                  </a:cubicBezTo>
                  <a:cubicBezTo>
                    <a:pt x="413" y="7"/>
                    <a:pt x="414" y="10"/>
                    <a:pt x="414" y="12"/>
                  </a:cubicBezTo>
                  <a:cubicBezTo>
                    <a:pt x="419" y="12"/>
                    <a:pt x="419" y="12"/>
                    <a:pt x="419" y="12"/>
                  </a:cubicBezTo>
                  <a:cubicBezTo>
                    <a:pt x="419" y="1"/>
                    <a:pt x="419" y="1"/>
                    <a:pt x="419" y="1"/>
                  </a:cubicBezTo>
                  <a:cubicBezTo>
                    <a:pt x="389" y="1"/>
                    <a:pt x="389" y="1"/>
                    <a:pt x="389" y="1"/>
                  </a:cubicBezTo>
                  <a:cubicBezTo>
                    <a:pt x="389" y="5"/>
                    <a:pt x="389" y="5"/>
                    <a:pt x="389" y="5"/>
                  </a:cubicBezTo>
                  <a:cubicBezTo>
                    <a:pt x="391" y="5"/>
                    <a:pt x="393" y="6"/>
                    <a:pt x="396" y="6"/>
                  </a:cubicBezTo>
                  <a:cubicBezTo>
                    <a:pt x="396" y="35"/>
                    <a:pt x="396" y="35"/>
                    <a:pt x="396" y="35"/>
                  </a:cubicBezTo>
                  <a:cubicBezTo>
                    <a:pt x="393" y="36"/>
                    <a:pt x="391" y="36"/>
                    <a:pt x="389" y="36"/>
                  </a:cubicBezTo>
                  <a:cubicBezTo>
                    <a:pt x="389" y="40"/>
                    <a:pt x="389" y="40"/>
                    <a:pt x="389" y="40"/>
                  </a:cubicBezTo>
                  <a:lnTo>
                    <a:pt x="419" y="40"/>
                  </a:lnTo>
                  <a:close/>
                  <a:moveTo>
                    <a:pt x="376" y="20"/>
                  </a:moveTo>
                  <a:cubicBezTo>
                    <a:pt x="376" y="30"/>
                    <a:pt x="369" y="35"/>
                    <a:pt x="360" y="35"/>
                  </a:cubicBezTo>
                  <a:cubicBezTo>
                    <a:pt x="359" y="35"/>
                    <a:pt x="356" y="35"/>
                    <a:pt x="355" y="35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7" y="6"/>
                    <a:pt x="359" y="6"/>
                    <a:pt x="361" y="6"/>
                  </a:cubicBezTo>
                  <a:cubicBezTo>
                    <a:pt x="371" y="6"/>
                    <a:pt x="376" y="11"/>
                    <a:pt x="376" y="20"/>
                  </a:cubicBezTo>
                  <a:moveTo>
                    <a:pt x="383" y="20"/>
                  </a:moveTo>
                  <a:cubicBezTo>
                    <a:pt x="383" y="6"/>
                    <a:pt x="375" y="1"/>
                    <a:pt x="362" y="1"/>
                  </a:cubicBezTo>
                  <a:cubicBezTo>
                    <a:pt x="357" y="1"/>
                    <a:pt x="352" y="1"/>
                    <a:pt x="348" y="1"/>
                  </a:cubicBezTo>
                  <a:cubicBezTo>
                    <a:pt x="342" y="1"/>
                    <a:pt x="342" y="1"/>
                    <a:pt x="342" y="1"/>
                  </a:cubicBezTo>
                  <a:cubicBezTo>
                    <a:pt x="342" y="5"/>
                    <a:pt x="342" y="5"/>
                    <a:pt x="342" y="5"/>
                  </a:cubicBezTo>
                  <a:cubicBezTo>
                    <a:pt x="344" y="5"/>
                    <a:pt x="346" y="6"/>
                    <a:pt x="348" y="6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46" y="36"/>
                    <a:pt x="344" y="36"/>
                    <a:pt x="342" y="36"/>
                  </a:cubicBezTo>
                  <a:cubicBezTo>
                    <a:pt x="342" y="40"/>
                    <a:pt x="342" y="40"/>
                    <a:pt x="342" y="40"/>
                  </a:cubicBezTo>
                  <a:cubicBezTo>
                    <a:pt x="348" y="40"/>
                    <a:pt x="348" y="40"/>
                    <a:pt x="348" y="40"/>
                  </a:cubicBezTo>
                  <a:cubicBezTo>
                    <a:pt x="352" y="40"/>
                    <a:pt x="355" y="41"/>
                    <a:pt x="360" y="41"/>
                  </a:cubicBezTo>
                  <a:cubicBezTo>
                    <a:pt x="373" y="41"/>
                    <a:pt x="383" y="34"/>
                    <a:pt x="383" y="20"/>
                  </a:cubicBezTo>
                  <a:moveTo>
                    <a:pt x="312" y="20"/>
                  </a:moveTo>
                  <a:cubicBezTo>
                    <a:pt x="312" y="30"/>
                    <a:pt x="306" y="35"/>
                    <a:pt x="297" y="35"/>
                  </a:cubicBezTo>
                  <a:cubicBezTo>
                    <a:pt x="295" y="35"/>
                    <a:pt x="293" y="35"/>
                    <a:pt x="291" y="35"/>
                  </a:cubicBezTo>
                  <a:cubicBezTo>
                    <a:pt x="291" y="6"/>
                    <a:pt x="291" y="6"/>
                    <a:pt x="291" y="6"/>
                  </a:cubicBezTo>
                  <a:cubicBezTo>
                    <a:pt x="293" y="6"/>
                    <a:pt x="295" y="6"/>
                    <a:pt x="297" y="6"/>
                  </a:cubicBezTo>
                  <a:cubicBezTo>
                    <a:pt x="307" y="6"/>
                    <a:pt x="312" y="11"/>
                    <a:pt x="312" y="20"/>
                  </a:cubicBezTo>
                  <a:moveTo>
                    <a:pt x="319" y="20"/>
                  </a:moveTo>
                  <a:cubicBezTo>
                    <a:pt x="319" y="6"/>
                    <a:pt x="311" y="1"/>
                    <a:pt x="298" y="1"/>
                  </a:cubicBezTo>
                  <a:cubicBezTo>
                    <a:pt x="294" y="1"/>
                    <a:pt x="288" y="1"/>
                    <a:pt x="285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5"/>
                    <a:pt x="278" y="5"/>
                    <a:pt x="278" y="5"/>
                  </a:cubicBezTo>
                  <a:cubicBezTo>
                    <a:pt x="280" y="5"/>
                    <a:pt x="282" y="6"/>
                    <a:pt x="285" y="6"/>
                  </a:cubicBezTo>
                  <a:cubicBezTo>
                    <a:pt x="285" y="35"/>
                    <a:pt x="285" y="35"/>
                    <a:pt x="285" y="35"/>
                  </a:cubicBezTo>
                  <a:cubicBezTo>
                    <a:pt x="282" y="36"/>
                    <a:pt x="280" y="36"/>
                    <a:pt x="278" y="36"/>
                  </a:cubicBezTo>
                  <a:cubicBezTo>
                    <a:pt x="278" y="40"/>
                    <a:pt x="278" y="40"/>
                    <a:pt x="278" y="40"/>
                  </a:cubicBezTo>
                  <a:cubicBezTo>
                    <a:pt x="285" y="40"/>
                    <a:pt x="285" y="40"/>
                    <a:pt x="285" y="40"/>
                  </a:cubicBezTo>
                  <a:cubicBezTo>
                    <a:pt x="288" y="40"/>
                    <a:pt x="291" y="41"/>
                    <a:pt x="296" y="41"/>
                  </a:cubicBezTo>
                  <a:cubicBezTo>
                    <a:pt x="309" y="41"/>
                    <a:pt x="319" y="34"/>
                    <a:pt x="319" y="20"/>
                  </a:cubicBezTo>
                  <a:moveTo>
                    <a:pt x="259" y="25"/>
                  </a:moveTo>
                  <a:cubicBezTo>
                    <a:pt x="245" y="25"/>
                    <a:pt x="245" y="25"/>
                    <a:pt x="245" y="25"/>
                  </a:cubicBezTo>
                  <a:cubicBezTo>
                    <a:pt x="250" y="13"/>
                    <a:pt x="250" y="13"/>
                    <a:pt x="250" y="13"/>
                  </a:cubicBezTo>
                  <a:cubicBezTo>
                    <a:pt x="251" y="11"/>
                    <a:pt x="251" y="9"/>
                    <a:pt x="252" y="7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3" y="9"/>
                    <a:pt x="253" y="11"/>
                    <a:pt x="254" y="13"/>
                  </a:cubicBezTo>
                  <a:lnTo>
                    <a:pt x="259" y="25"/>
                  </a:lnTo>
                  <a:close/>
                  <a:moveTo>
                    <a:pt x="275" y="40"/>
                  </a:moveTo>
                  <a:cubicBezTo>
                    <a:pt x="275" y="36"/>
                    <a:pt x="275" y="36"/>
                    <a:pt x="275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57" y="1"/>
                    <a:pt x="257" y="1"/>
                    <a:pt x="257" y="1"/>
                  </a:cubicBezTo>
                  <a:cubicBezTo>
                    <a:pt x="248" y="1"/>
                    <a:pt x="248" y="1"/>
                    <a:pt x="248" y="1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3" y="36"/>
                    <a:pt x="231" y="36"/>
                    <a:pt x="230" y="36"/>
                  </a:cubicBezTo>
                  <a:cubicBezTo>
                    <a:pt x="230" y="40"/>
                    <a:pt x="230" y="40"/>
                    <a:pt x="230" y="40"/>
                  </a:cubicBezTo>
                  <a:cubicBezTo>
                    <a:pt x="247" y="40"/>
                    <a:pt x="247" y="40"/>
                    <a:pt x="247" y="40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6" y="36"/>
                    <a:pt x="243" y="36"/>
                    <a:pt x="241" y="36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61" y="30"/>
                    <a:pt x="261" y="30"/>
                    <a:pt x="261" y="30"/>
                  </a:cubicBezTo>
                  <a:cubicBezTo>
                    <a:pt x="262" y="36"/>
                    <a:pt x="262" y="36"/>
                    <a:pt x="262" y="36"/>
                  </a:cubicBezTo>
                  <a:cubicBezTo>
                    <a:pt x="261" y="36"/>
                    <a:pt x="258" y="36"/>
                    <a:pt x="257" y="36"/>
                  </a:cubicBezTo>
                  <a:cubicBezTo>
                    <a:pt x="257" y="40"/>
                    <a:pt x="257" y="40"/>
                    <a:pt x="257" y="40"/>
                  </a:cubicBezTo>
                  <a:lnTo>
                    <a:pt x="275" y="40"/>
                  </a:lnTo>
                  <a:close/>
                  <a:moveTo>
                    <a:pt x="231" y="14"/>
                  </a:moveTo>
                  <a:cubicBezTo>
                    <a:pt x="231" y="1"/>
                    <a:pt x="231" y="1"/>
                    <a:pt x="231" y="1"/>
                  </a:cubicBezTo>
                  <a:cubicBezTo>
                    <a:pt x="195" y="1"/>
                    <a:pt x="195" y="1"/>
                    <a:pt x="195" y="1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9" y="14"/>
                    <a:pt x="199" y="14"/>
                    <a:pt x="199" y="14"/>
                  </a:cubicBezTo>
                  <a:cubicBezTo>
                    <a:pt x="200" y="11"/>
                    <a:pt x="200" y="8"/>
                    <a:pt x="200" y="6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7" y="36"/>
                    <a:pt x="205" y="36"/>
                    <a:pt x="203" y="36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23" y="40"/>
                    <a:pt x="223" y="40"/>
                    <a:pt x="223" y="40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1" y="36"/>
                    <a:pt x="218" y="36"/>
                    <a:pt x="216" y="35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225" y="6"/>
                    <a:pt x="225" y="6"/>
                    <a:pt x="225" y="6"/>
                  </a:cubicBezTo>
                  <a:cubicBezTo>
                    <a:pt x="225" y="8"/>
                    <a:pt x="226" y="11"/>
                    <a:pt x="226" y="14"/>
                  </a:cubicBezTo>
                  <a:lnTo>
                    <a:pt x="231" y="14"/>
                  </a:lnTo>
                  <a:close/>
                  <a:moveTo>
                    <a:pt x="194" y="40"/>
                  </a:moveTo>
                  <a:cubicBezTo>
                    <a:pt x="194" y="28"/>
                    <a:pt x="194" y="28"/>
                    <a:pt x="194" y="28"/>
                  </a:cubicBezTo>
                  <a:cubicBezTo>
                    <a:pt x="189" y="28"/>
                    <a:pt x="189" y="28"/>
                    <a:pt x="189" y="28"/>
                  </a:cubicBezTo>
                  <a:cubicBezTo>
                    <a:pt x="189" y="30"/>
                    <a:pt x="189" y="33"/>
                    <a:pt x="188" y="35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80" y="6"/>
                    <a:pt x="182" y="5"/>
                    <a:pt x="184" y="5"/>
                  </a:cubicBezTo>
                  <a:cubicBezTo>
                    <a:pt x="184" y="1"/>
                    <a:pt x="184" y="1"/>
                    <a:pt x="184" y="1"/>
                  </a:cubicBezTo>
                  <a:cubicBezTo>
                    <a:pt x="164" y="1"/>
                    <a:pt x="164" y="1"/>
                    <a:pt x="164" y="1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6" y="5"/>
                    <a:pt x="169" y="6"/>
                    <a:pt x="171" y="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69" y="36"/>
                    <a:pt x="166" y="36"/>
                    <a:pt x="164" y="36"/>
                  </a:cubicBezTo>
                  <a:cubicBezTo>
                    <a:pt x="164" y="40"/>
                    <a:pt x="164" y="40"/>
                    <a:pt x="164" y="40"/>
                  </a:cubicBezTo>
                  <a:lnTo>
                    <a:pt x="194" y="40"/>
                  </a:lnTo>
                  <a:close/>
                  <a:moveTo>
                    <a:pt x="158" y="5"/>
                  </a:moveTo>
                  <a:cubicBezTo>
                    <a:pt x="158" y="1"/>
                    <a:pt x="158" y="1"/>
                    <a:pt x="158" y="1"/>
                  </a:cubicBezTo>
                  <a:cubicBezTo>
                    <a:pt x="140" y="1"/>
                    <a:pt x="140" y="1"/>
                    <a:pt x="140" y="1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2" y="5"/>
                    <a:pt x="144" y="6"/>
                    <a:pt x="146" y="6"/>
                  </a:cubicBezTo>
                  <a:cubicBezTo>
                    <a:pt x="146" y="25"/>
                    <a:pt x="146" y="25"/>
                    <a:pt x="146" y="25"/>
                  </a:cubicBezTo>
                  <a:cubicBezTo>
                    <a:pt x="146" y="31"/>
                    <a:pt x="143" y="35"/>
                    <a:pt x="136" y="35"/>
                  </a:cubicBezTo>
                  <a:cubicBezTo>
                    <a:pt x="129" y="35"/>
                    <a:pt x="126" y="32"/>
                    <a:pt x="126" y="25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8" y="6"/>
                    <a:pt x="130" y="5"/>
                    <a:pt x="132" y="5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5" y="5"/>
                    <a:pt x="117" y="6"/>
                    <a:pt x="119" y="6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36"/>
                    <a:pt x="125" y="41"/>
                    <a:pt x="135" y="41"/>
                  </a:cubicBezTo>
                  <a:cubicBezTo>
                    <a:pt x="148" y="41"/>
                    <a:pt x="153" y="34"/>
                    <a:pt x="153" y="25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5" y="6"/>
                    <a:pt x="157" y="5"/>
                    <a:pt x="158" y="5"/>
                  </a:cubicBezTo>
                  <a:moveTo>
                    <a:pt x="107" y="39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4" y="34"/>
                    <a:pt x="101" y="35"/>
                    <a:pt x="97" y="35"/>
                  </a:cubicBezTo>
                  <a:cubicBezTo>
                    <a:pt x="88" y="35"/>
                    <a:pt x="84" y="30"/>
                    <a:pt x="84" y="21"/>
                  </a:cubicBezTo>
                  <a:cubicBezTo>
                    <a:pt x="84" y="13"/>
                    <a:pt x="88" y="6"/>
                    <a:pt x="96" y="6"/>
                  </a:cubicBezTo>
                  <a:cubicBezTo>
                    <a:pt x="98" y="6"/>
                    <a:pt x="99" y="7"/>
                    <a:pt x="101" y="7"/>
                  </a:cubicBezTo>
                  <a:cubicBezTo>
                    <a:pt x="101" y="9"/>
                    <a:pt x="102" y="11"/>
                    <a:pt x="102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2"/>
                    <a:pt x="107" y="2"/>
                    <a:pt x="107" y="2"/>
                  </a:cubicBezTo>
                  <a:cubicBezTo>
                    <a:pt x="104" y="1"/>
                    <a:pt x="100" y="0"/>
                    <a:pt x="97" y="0"/>
                  </a:cubicBezTo>
                  <a:cubicBezTo>
                    <a:pt x="83" y="0"/>
                    <a:pt x="76" y="10"/>
                    <a:pt x="76" y="21"/>
                  </a:cubicBezTo>
                  <a:cubicBezTo>
                    <a:pt x="76" y="33"/>
                    <a:pt x="83" y="41"/>
                    <a:pt x="96" y="41"/>
                  </a:cubicBezTo>
                  <a:cubicBezTo>
                    <a:pt x="100" y="41"/>
                    <a:pt x="104" y="40"/>
                    <a:pt x="107" y="39"/>
                  </a:cubicBezTo>
                  <a:moveTo>
                    <a:pt x="58" y="25"/>
                  </a:moveTo>
                  <a:cubicBezTo>
                    <a:pt x="45" y="25"/>
                    <a:pt x="45" y="25"/>
                    <a:pt x="45" y="25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0" y="11"/>
                    <a:pt x="51" y="9"/>
                    <a:pt x="51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9"/>
                    <a:pt x="53" y="11"/>
                    <a:pt x="54" y="13"/>
                  </a:cubicBezTo>
                  <a:lnTo>
                    <a:pt x="58" y="25"/>
                  </a:lnTo>
                  <a:close/>
                  <a:moveTo>
                    <a:pt x="74" y="40"/>
                  </a:moveTo>
                  <a:cubicBezTo>
                    <a:pt x="74" y="36"/>
                    <a:pt x="74" y="36"/>
                    <a:pt x="74" y="36"/>
                  </a:cubicBezTo>
                  <a:cubicBezTo>
                    <a:pt x="73" y="36"/>
                    <a:pt x="71" y="36"/>
                    <a:pt x="69" y="36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1" y="36"/>
                    <a:pt x="29" y="36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5" y="36"/>
                    <a:pt x="43" y="36"/>
                    <a:pt x="41" y="36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0" y="36"/>
                    <a:pt x="58" y="36"/>
                    <a:pt x="56" y="36"/>
                  </a:cubicBezTo>
                  <a:cubicBezTo>
                    <a:pt x="56" y="40"/>
                    <a:pt x="56" y="40"/>
                    <a:pt x="56" y="40"/>
                  </a:cubicBezTo>
                  <a:lnTo>
                    <a:pt x="74" y="40"/>
                  </a:lnTo>
                  <a:close/>
                  <a:moveTo>
                    <a:pt x="30" y="12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6"/>
                    <a:pt x="7" y="6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4" y="36"/>
                    <a:pt x="2" y="36"/>
                    <a:pt x="0" y="3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8" y="36"/>
                    <a:pt x="16" y="36"/>
                    <a:pt x="13" y="35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6"/>
                    <a:pt x="22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7"/>
                    <a:pt x="21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10"/>
                    <a:pt x="25" y="12"/>
                  </a:cubicBezTo>
                  <a:lnTo>
                    <a:pt x="3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43" name="Marcador de texto 2">
            <a:extLst>
              <a:ext uri="{FF2B5EF4-FFF2-40B4-BE49-F238E27FC236}">
                <a16:creationId xmlns:a16="http://schemas.microsoft.com/office/drawing/2014/main" id="{9F6B68FB-2535-48EA-AEE9-209765466B6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-947059" y="4430107"/>
            <a:ext cx="4200014" cy="276265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4000" b="0" u="none" strike="noStrike" spc="0" baseline="0">
                <a:solidFill>
                  <a:schemeClr val="tx2">
                    <a:lumMod val="20000"/>
                    <a:lumOff val="80000"/>
                    <a:alpha val="5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 Semibold" panose="020B07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44" name="Marcador de número de diapositiva 70">
            <a:extLst>
              <a:ext uri="{FF2B5EF4-FFF2-40B4-BE49-F238E27FC236}">
                <a16:creationId xmlns:a16="http://schemas.microsoft.com/office/drawing/2014/main" id="{1C1914F0-4918-414A-8C37-B7E61BBA55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  <p:sp>
        <p:nvSpPr>
          <p:cNvPr id="145" name="Marcador de texto 2">
            <a:extLst>
              <a:ext uri="{FF2B5EF4-FFF2-40B4-BE49-F238E27FC236}">
                <a16:creationId xmlns:a16="http://schemas.microsoft.com/office/drawing/2014/main" id="{16A23D30-DC58-4BA7-8A12-7E1F2A10C03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3525" y="1995079"/>
            <a:ext cx="11449050" cy="1707126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 algn="ctr">
              <a:lnSpc>
                <a:spcPts val="5200"/>
              </a:lnSpc>
              <a:buNone/>
              <a:defRPr sz="5000" b="1" u="none" strike="noStrike" spc="30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portadilla </a:t>
            </a:r>
            <a:br>
              <a:rPr lang="es-ES" dirty="0"/>
            </a:br>
            <a:r>
              <a:rPr lang="es-ES" dirty="0"/>
              <a:t>en altas y bajas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091119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_Interior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70">
            <a:extLst>
              <a:ext uri="{FF2B5EF4-FFF2-40B4-BE49-F238E27FC236}">
                <a16:creationId xmlns:a16="http://schemas.microsoft.com/office/drawing/2014/main" id="{0EFF9DC4-4189-44F2-9202-B096455FD1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40CAF8-E3C6-48FD-B4E9-870A2C80EBC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5" name="Marcador de texto 2">
            <a:extLst>
              <a:ext uri="{FF2B5EF4-FFF2-40B4-BE49-F238E27FC236}">
                <a16:creationId xmlns:a16="http://schemas.microsoft.com/office/drawing/2014/main" id="{93936722-5BBE-472C-B3BB-AA40F149F7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0F7A5622-587C-4BEC-9344-0B35285F7DB9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Marcador de texto 2">
            <a:extLst>
              <a:ext uri="{FF2B5EF4-FFF2-40B4-BE49-F238E27FC236}">
                <a16:creationId xmlns:a16="http://schemas.microsoft.com/office/drawing/2014/main" id="{FB9DF791-6648-48B1-8907-EA33B7CABEA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-947059" y="4430107"/>
            <a:ext cx="4200014" cy="276265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4000" b="0" u="none" strike="noStrike" spc="0" baseline="0">
                <a:solidFill>
                  <a:schemeClr val="tx2">
                    <a:lumMod val="20000"/>
                    <a:lumOff val="80000"/>
                    <a:alpha val="5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 Semibold" panose="020B07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8" name="Marcador de texto 2">
            <a:extLst>
              <a:ext uri="{FF2B5EF4-FFF2-40B4-BE49-F238E27FC236}">
                <a16:creationId xmlns:a16="http://schemas.microsoft.com/office/drawing/2014/main" id="{0AED89BE-4190-4F17-8C99-777CEA3BDF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32999" y="1096296"/>
            <a:ext cx="2153782" cy="365808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Tema 1</a:t>
            </a:r>
            <a:endParaRPr lang="es-CL" dirty="0"/>
          </a:p>
        </p:txBody>
      </p:sp>
      <p:sp>
        <p:nvSpPr>
          <p:cNvPr id="9" name="Marcador de texto 2">
            <a:extLst>
              <a:ext uri="{FF2B5EF4-FFF2-40B4-BE49-F238E27FC236}">
                <a16:creationId xmlns:a16="http://schemas.microsoft.com/office/drawing/2014/main" id="{6FF11B25-7BA0-4353-8263-010230C6B06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32998" y="1468240"/>
            <a:ext cx="7608383" cy="1168091"/>
          </a:xfrm>
          <a:prstGeom prst="rect">
            <a:avLst/>
          </a:prstGeom>
        </p:spPr>
        <p:txBody>
          <a:bodyPr lIns="0"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</a:t>
            </a:r>
          </a:p>
          <a:p>
            <a:pPr lvl="0"/>
            <a:r>
              <a:rPr lang="es-ES" dirty="0"/>
              <a:t>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potente.</a:t>
            </a:r>
          </a:p>
        </p:txBody>
      </p:sp>
    </p:spTree>
    <p:extLst>
      <p:ext uri="{BB962C8B-B14F-4D97-AF65-F5344CB8AC3E}">
        <p14:creationId xmlns:p14="http://schemas.microsoft.com/office/powerpoint/2010/main" val="2604736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_Formato simple + imagen al cost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B2B59E48-79D4-489E-9C99-A9990F7CF6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11517" cy="6858000"/>
          </a:xfrm>
          <a:prstGeom prst="rect">
            <a:avLst/>
          </a:prstGeom>
        </p:spPr>
      </p:pic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5740CAF8-E3C6-48FD-B4E9-870A2C80EBC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93936722-5BBE-472C-B3BB-AA40F149F7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0F7A5622-587C-4BEC-9344-0B35285F7DB9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Marcador de número de diapositiva 70">
            <a:extLst>
              <a:ext uri="{FF2B5EF4-FFF2-40B4-BE49-F238E27FC236}">
                <a16:creationId xmlns:a16="http://schemas.microsoft.com/office/drawing/2014/main" id="{96C1F2AD-89A3-4FC0-83B2-66AD0CBC0C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  <p:sp>
        <p:nvSpPr>
          <p:cNvPr id="7" name="Marcador de texto 2">
            <a:extLst>
              <a:ext uri="{FF2B5EF4-FFF2-40B4-BE49-F238E27FC236}">
                <a16:creationId xmlns:a16="http://schemas.microsoft.com/office/drawing/2014/main" id="{0AED89BE-4190-4F17-8C99-777CEA3BDF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32999" y="1096296"/>
            <a:ext cx="2153782" cy="365808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Tema 1</a:t>
            </a:r>
            <a:endParaRPr lang="es-CL" dirty="0"/>
          </a:p>
        </p:txBody>
      </p:sp>
      <p:sp>
        <p:nvSpPr>
          <p:cNvPr id="8" name="Marcador de texto 2">
            <a:extLst>
              <a:ext uri="{FF2B5EF4-FFF2-40B4-BE49-F238E27FC236}">
                <a16:creationId xmlns:a16="http://schemas.microsoft.com/office/drawing/2014/main" id="{6FF11B25-7BA0-4353-8263-010230C6B06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32998" y="1468240"/>
            <a:ext cx="7608383" cy="1168091"/>
          </a:xfrm>
          <a:prstGeom prst="rect">
            <a:avLst/>
          </a:prstGeom>
        </p:spPr>
        <p:txBody>
          <a:bodyPr lIns="0"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</a:t>
            </a:r>
          </a:p>
          <a:p>
            <a:pPr lvl="0"/>
            <a:r>
              <a:rPr lang="es-ES" dirty="0"/>
              <a:t>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</a:t>
            </a:r>
            <a:r>
              <a:rPr lang="es-ES" dirty="0" err="1"/>
              <a:t>mauris</a:t>
            </a:r>
            <a:r>
              <a:rPr lang="es-ES" dirty="0"/>
              <a:t> </a:t>
            </a:r>
            <a:r>
              <a:rPr lang="es-ES" dirty="0" err="1"/>
              <a:t>sagittis</a:t>
            </a:r>
            <a:r>
              <a:rPr lang="es-ES" dirty="0"/>
              <a:t> per ut potente.</a:t>
            </a:r>
          </a:p>
          <a:p>
            <a:pPr lvl="0"/>
            <a:endParaRPr lang="es-ES" dirty="0"/>
          </a:p>
          <a:p>
            <a:pPr lvl="0"/>
            <a:endParaRPr lang="es-ES" dirty="0"/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C57F0DD5-4E47-40D8-BC15-9AC7527AEDD0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7" name="Freeform 109">
              <a:extLst>
                <a:ext uri="{FF2B5EF4-FFF2-40B4-BE49-F238E27FC236}">
                  <a16:creationId xmlns:a16="http://schemas.microsoft.com/office/drawing/2014/main" id="{9E09FA03-1EEA-4349-8A15-18EEC800B31C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8" name="Freeform 110">
              <a:extLst>
                <a:ext uri="{FF2B5EF4-FFF2-40B4-BE49-F238E27FC236}">
                  <a16:creationId xmlns:a16="http://schemas.microsoft.com/office/drawing/2014/main" id="{9FB92F10-C235-4A99-A153-D9FCB435E5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9" name="Grupo 18">
              <a:extLst>
                <a:ext uri="{FF2B5EF4-FFF2-40B4-BE49-F238E27FC236}">
                  <a16:creationId xmlns:a16="http://schemas.microsoft.com/office/drawing/2014/main" id="{79A2D63D-0707-4220-BACD-1A515A395B31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30" name="Freeform 111">
                <a:extLst>
                  <a:ext uri="{FF2B5EF4-FFF2-40B4-BE49-F238E27FC236}">
                    <a16:creationId xmlns:a16="http://schemas.microsoft.com/office/drawing/2014/main" id="{53266A3A-1783-4E51-9670-AE89378879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1" name="Freeform 112">
                <a:extLst>
                  <a:ext uri="{FF2B5EF4-FFF2-40B4-BE49-F238E27FC236}">
                    <a16:creationId xmlns:a16="http://schemas.microsoft.com/office/drawing/2014/main" id="{5FE732ED-C46D-4AE4-82D1-4911BD6183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2" name="Freeform 113">
                <a:extLst>
                  <a:ext uri="{FF2B5EF4-FFF2-40B4-BE49-F238E27FC236}">
                    <a16:creationId xmlns:a16="http://schemas.microsoft.com/office/drawing/2014/main" id="{2D5E0327-F2EE-4D7C-83C7-4DCB6CA9674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3" name="Freeform 114">
                <a:extLst>
                  <a:ext uri="{FF2B5EF4-FFF2-40B4-BE49-F238E27FC236}">
                    <a16:creationId xmlns:a16="http://schemas.microsoft.com/office/drawing/2014/main" id="{CA188C7F-6727-4298-AE44-66B3530CDCE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4" name="Freeform 115">
                <a:extLst>
                  <a:ext uri="{FF2B5EF4-FFF2-40B4-BE49-F238E27FC236}">
                    <a16:creationId xmlns:a16="http://schemas.microsoft.com/office/drawing/2014/main" id="{7B6BF606-9E33-4029-8A5B-0BAED7A65D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5" name="Freeform 116">
                <a:extLst>
                  <a:ext uri="{FF2B5EF4-FFF2-40B4-BE49-F238E27FC236}">
                    <a16:creationId xmlns:a16="http://schemas.microsoft.com/office/drawing/2014/main" id="{B8FC23C2-2C03-4763-8564-779B516195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6" name="Freeform 117">
                <a:extLst>
                  <a:ext uri="{FF2B5EF4-FFF2-40B4-BE49-F238E27FC236}">
                    <a16:creationId xmlns:a16="http://schemas.microsoft.com/office/drawing/2014/main" id="{D715F00F-6E90-4F9E-943C-8191618766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7" name="Freeform 118">
                <a:extLst>
                  <a:ext uri="{FF2B5EF4-FFF2-40B4-BE49-F238E27FC236}">
                    <a16:creationId xmlns:a16="http://schemas.microsoft.com/office/drawing/2014/main" id="{F7664B0F-B11B-4293-8F83-69713E0552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8" name="Freeform 119">
                <a:extLst>
                  <a:ext uri="{FF2B5EF4-FFF2-40B4-BE49-F238E27FC236}">
                    <a16:creationId xmlns:a16="http://schemas.microsoft.com/office/drawing/2014/main" id="{8F0612F2-9E25-412B-9204-625B615C28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9" name="Freeform 120">
                <a:extLst>
                  <a:ext uri="{FF2B5EF4-FFF2-40B4-BE49-F238E27FC236}">
                    <a16:creationId xmlns:a16="http://schemas.microsoft.com/office/drawing/2014/main" id="{0A0163BF-ADFF-4B0A-9B30-0CA06E7209C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0" name="Freeform 121">
                <a:extLst>
                  <a:ext uri="{FF2B5EF4-FFF2-40B4-BE49-F238E27FC236}">
                    <a16:creationId xmlns:a16="http://schemas.microsoft.com/office/drawing/2014/main" id="{26E7A3F5-0749-4171-B431-054CB2367F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1" name="Freeform 122">
                <a:extLst>
                  <a:ext uri="{FF2B5EF4-FFF2-40B4-BE49-F238E27FC236}">
                    <a16:creationId xmlns:a16="http://schemas.microsoft.com/office/drawing/2014/main" id="{B69D9636-6B41-4C44-AA50-C163EDC0AE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2" name="Freeform 123">
                <a:extLst>
                  <a:ext uri="{FF2B5EF4-FFF2-40B4-BE49-F238E27FC236}">
                    <a16:creationId xmlns:a16="http://schemas.microsoft.com/office/drawing/2014/main" id="{D06811DE-0803-4CCF-8FF4-9BE7195B898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3" name="Freeform 124">
                <a:extLst>
                  <a:ext uri="{FF2B5EF4-FFF2-40B4-BE49-F238E27FC236}">
                    <a16:creationId xmlns:a16="http://schemas.microsoft.com/office/drawing/2014/main" id="{156477C2-82B5-46A7-B4A3-E663BE4499F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4" name="Freeform 125">
                <a:extLst>
                  <a:ext uri="{FF2B5EF4-FFF2-40B4-BE49-F238E27FC236}">
                    <a16:creationId xmlns:a16="http://schemas.microsoft.com/office/drawing/2014/main" id="{DE8FE1C1-BA46-4776-B3EC-FB47F5161A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5" name="Freeform 126">
                <a:extLst>
                  <a:ext uri="{FF2B5EF4-FFF2-40B4-BE49-F238E27FC236}">
                    <a16:creationId xmlns:a16="http://schemas.microsoft.com/office/drawing/2014/main" id="{CB03B7AF-1D26-4697-8899-D7680CFCCB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6" name="Freeform 127">
                <a:extLst>
                  <a:ext uri="{FF2B5EF4-FFF2-40B4-BE49-F238E27FC236}">
                    <a16:creationId xmlns:a16="http://schemas.microsoft.com/office/drawing/2014/main" id="{E9812B02-6277-404C-A7DE-01ED0D1824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20" name="Freeform 128">
              <a:extLst>
                <a:ext uri="{FF2B5EF4-FFF2-40B4-BE49-F238E27FC236}">
                  <a16:creationId xmlns:a16="http://schemas.microsoft.com/office/drawing/2014/main" id="{CEA5A31A-2473-4E17-8DCC-43B5CE9E31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1" name="Freeform 129">
              <a:extLst>
                <a:ext uri="{FF2B5EF4-FFF2-40B4-BE49-F238E27FC236}">
                  <a16:creationId xmlns:a16="http://schemas.microsoft.com/office/drawing/2014/main" id="{190371FA-B733-4385-BDCC-5CBB535ACD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2" name="Freeform 130">
              <a:extLst>
                <a:ext uri="{FF2B5EF4-FFF2-40B4-BE49-F238E27FC236}">
                  <a16:creationId xmlns:a16="http://schemas.microsoft.com/office/drawing/2014/main" id="{21D5889B-B5E7-4AE1-93A2-4B293FFAC4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3" name="Freeform 131">
              <a:extLst>
                <a:ext uri="{FF2B5EF4-FFF2-40B4-BE49-F238E27FC236}">
                  <a16:creationId xmlns:a16="http://schemas.microsoft.com/office/drawing/2014/main" id="{68BEB1B4-371D-4063-8F96-C007E6171E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4" name="Freeform 132">
              <a:extLst>
                <a:ext uri="{FF2B5EF4-FFF2-40B4-BE49-F238E27FC236}">
                  <a16:creationId xmlns:a16="http://schemas.microsoft.com/office/drawing/2014/main" id="{04410E0A-FD6D-42BA-8556-FAA04FEE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5" name="Freeform 133">
              <a:extLst>
                <a:ext uri="{FF2B5EF4-FFF2-40B4-BE49-F238E27FC236}">
                  <a16:creationId xmlns:a16="http://schemas.microsoft.com/office/drawing/2014/main" id="{182A21BD-DF65-40DC-8C03-92F06534BFC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6" name="Freeform 134">
              <a:extLst>
                <a:ext uri="{FF2B5EF4-FFF2-40B4-BE49-F238E27FC236}">
                  <a16:creationId xmlns:a16="http://schemas.microsoft.com/office/drawing/2014/main" id="{42D20EE6-8419-49A7-A812-A2224F7E41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7" name="Freeform 135">
              <a:extLst>
                <a:ext uri="{FF2B5EF4-FFF2-40B4-BE49-F238E27FC236}">
                  <a16:creationId xmlns:a16="http://schemas.microsoft.com/office/drawing/2014/main" id="{07691D25-746F-4D65-B5B4-B249EDB5312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8" name="Freeform 136">
              <a:extLst>
                <a:ext uri="{FF2B5EF4-FFF2-40B4-BE49-F238E27FC236}">
                  <a16:creationId xmlns:a16="http://schemas.microsoft.com/office/drawing/2014/main" id="{537BA009-3BFA-4382-B9BD-3B71C794C439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9" name="Freeform 137">
              <a:extLst>
                <a:ext uri="{FF2B5EF4-FFF2-40B4-BE49-F238E27FC236}">
                  <a16:creationId xmlns:a16="http://schemas.microsoft.com/office/drawing/2014/main" id="{59FAC82F-1F19-4D77-8A28-8B7ACA79C2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</p:spTree>
    <p:extLst>
      <p:ext uri="{BB962C8B-B14F-4D97-AF65-F5344CB8AC3E}">
        <p14:creationId xmlns:p14="http://schemas.microsoft.com/office/powerpoint/2010/main" val="838948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8_ numeros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0AED89BE-4190-4F17-8C99-777CEA3BDF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66146" y="1096296"/>
            <a:ext cx="2153782" cy="365808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Tema 1</a:t>
            </a:r>
            <a:endParaRPr lang="es-CL" dirty="0"/>
          </a:p>
        </p:txBody>
      </p:sp>
      <p:sp>
        <p:nvSpPr>
          <p:cNvPr id="21" name="Marcador de texto 2">
            <a:extLst>
              <a:ext uri="{FF2B5EF4-FFF2-40B4-BE49-F238E27FC236}">
                <a16:creationId xmlns:a16="http://schemas.microsoft.com/office/drawing/2014/main" id="{6FF11B25-7BA0-4353-8263-010230C6B06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66145" y="1468240"/>
            <a:ext cx="7608383" cy="1168091"/>
          </a:xfrm>
          <a:prstGeom prst="rect">
            <a:avLst/>
          </a:prstGeom>
        </p:spPr>
        <p:txBody>
          <a:bodyPr lIns="0"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endParaRPr lang="es-ES" dirty="0"/>
          </a:p>
        </p:txBody>
      </p:sp>
      <p:sp>
        <p:nvSpPr>
          <p:cNvPr id="13" name="Marcador de texto 2">
            <a:extLst>
              <a:ext uri="{FF2B5EF4-FFF2-40B4-BE49-F238E27FC236}">
                <a16:creationId xmlns:a16="http://schemas.microsoft.com/office/drawing/2014/main" id="{E14B7ABE-AD5D-44A6-8B2A-46C0E81EF14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4" name="Marcador de texto 2">
            <a:extLst>
              <a:ext uri="{FF2B5EF4-FFF2-40B4-BE49-F238E27FC236}">
                <a16:creationId xmlns:a16="http://schemas.microsoft.com/office/drawing/2014/main" id="{F3454048-41F3-4E12-8DD2-B779CE0E572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D202BE0F-EDF0-40FA-B93F-335B05F5ADCF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Marcador de número de diapositiva 70">
            <a:extLst>
              <a:ext uri="{FF2B5EF4-FFF2-40B4-BE49-F238E27FC236}">
                <a16:creationId xmlns:a16="http://schemas.microsoft.com/office/drawing/2014/main" id="{BB373FE5-8D47-449E-BAFC-736B200BE4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  <p:sp>
        <p:nvSpPr>
          <p:cNvPr id="16" name="Marcador de texto 2">
            <a:extLst>
              <a:ext uri="{FF2B5EF4-FFF2-40B4-BE49-F238E27FC236}">
                <a16:creationId xmlns:a16="http://schemas.microsoft.com/office/drawing/2014/main" id="{52FADE42-D7A1-4C91-ADE6-DDD45A43BBA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40377" y="1095600"/>
            <a:ext cx="922131" cy="367200"/>
          </a:xfrm>
          <a:prstGeom prst="rect">
            <a:avLst/>
          </a:prstGeom>
        </p:spPr>
        <p:txBody>
          <a:bodyPr tIns="0" r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8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B437D2C6-0DB8-493C-9930-CC56CBC8F64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566146" y="2925096"/>
            <a:ext cx="2153782" cy="365808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Tema 2</a:t>
            </a:r>
            <a:endParaRPr lang="es-CL" dirty="0"/>
          </a:p>
        </p:txBody>
      </p:sp>
      <p:sp>
        <p:nvSpPr>
          <p:cNvPr id="25" name="Marcador de texto 2">
            <a:extLst>
              <a:ext uri="{FF2B5EF4-FFF2-40B4-BE49-F238E27FC236}">
                <a16:creationId xmlns:a16="http://schemas.microsoft.com/office/drawing/2014/main" id="{3013F99B-4B6A-4E1B-9051-B1585230C35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66145" y="3297040"/>
            <a:ext cx="7608383" cy="1168091"/>
          </a:xfrm>
          <a:prstGeom prst="rect">
            <a:avLst/>
          </a:prstGeom>
        </p:spPr>
        <p:txBody>
          <a:bodyPr lIns="0"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endParaRPr lang="es-ES" dirty="0"/>
          </a:p>
        </p:txBody>
      </p:sp>
      <p:sp>
        <p:nvSpPr>
          <p:cNvPr id="30" name="Marcador de texto 2">
            <a:extLst>
              <a:ext uri="{FF2B5EF4-FFF2-40B4-BE49-F238E27FC236}">
                <a16:creationId xmlns:a16="http://schemas.microsoft.com/office/drawing/2014/main" id="{B1D0621B-7B03-41A3-8F14-262F29903DC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40377" y="2924400"/>
            <a:ext cx="922131" cy="367200"/>
          </a:xfrm>
          <a:prstGeom prst="rect">
            <a:avLst/>
          </a:prstGeom>
        </p:spPr>
        <p:txBody>
          <a:bodyPr tIns="0" r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8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02</a:t>
            </a:r>
            <a:endParaRPr lang="es-CL" dirty="0"/>
          </a:p>
        </p:txBody>
      </p:sp>
      <p:sp>
        <p:nvSpPr>
          <p:cNvPr id="31" name="Marcador de texto 2">
            <a:extLst>
              <a:ext uri="{FF2B5EF4-FFF2-40B4-BE49-F238E27FC236}">
                <a16:creationId xmlns:a16="http://schemas.microsoft.com/office/drawing/2014/main" id="{709FBE3F-858F-43A3-A1BE-E6D72F244FF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566146" y="4776198"/>
            <a:ext cx="2153782" cy="365808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Tema 3</a:t>
            </a:r>
            <a:endParaRPr lang="es-CL" dirty="0"/>
          </a:p>
        </p:txBody>
      </p:sp>
      <p:sp>
        <p:nvSpPr>
          <p:cNvPr id="32" name="Marcador de texto 2">
            <a:extLst>
              <a:ext uri="{FF2B5EF4-FFF2-40B4-BE49-F238E27FC236}">
                <a16:creationId xmlns:a16="http://schemas.microsoft.com/office/drawing/2014/main" id="{B4E97635-6CC1-476E-904B-66E892EB10B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566145" y="5148142"/>
            <a:ext cx="7608383" cy="1168091"/>
          </a:xfrm>
          <a:prstGeom prst="rect">
            <a:avLst/>
          </a:prstGeom>
        </p:spPr>
        <p:txBody>
          <a:bodyPr lIns="0"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endParaRPr lang="es-ES" dirty="0"/>
          </a:p>
        </p:txBody>
      </p:sp>
      <p:sp>
        <p:nvSpPr>
          <p:cNvPr id="33" name="Marcador de texto 2">
            <a:extLst>
              <a:ext uri="{FF2B5EF4-FFF2-40B4-BE49-F238E27FC236}">
                <a16:creationId xmlns:a16="http://schemas.microsoft.com/office/drawing/2014/main" id="{B76645D5-B6F6-4FC8-89F9-B0AFC3FC3F2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640377" y="4775502"/>
            <a:ext cx="922131" cy="367200"/>
          </a:xfrm>
          <a:prstGeom prst="rect">
            <a:avLst/>
          </a:prstGeom>
        </p:spPr>
        <p:txBody>
          <a:bodyPr tIns="0" r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8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03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4474879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9_ Iconos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posición de imagen 4">
            <a:extLst>
              <a:ext uri="{FF2B5EF4-FFF2-40B4-BE49-F238E27FC236}">
                <a16:creationId xmlns:a16="http://schemas.microsoft.com/office/drawing/2014/main" id="{3421AE41-2E31-4FD2-A4CE-F9A4AC11EC0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20610" y="1076553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2"/>
                </a:solidFill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0AED89BE-4190-4F17-8C99-777CEA3BDF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46884" y="1094561"/>
            <a:ext cx="2153782" cy="36580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Tema 1</a:t>
            </a:r>
            <a:endParaRPr lang="es-CL" dirty="0"/>
          </a:p>
        </p:txBody>
      </p:sp>
      <p:sp>
        <p:nvSpPr>
          <p:cNvPr id="21" name="Marcador de texto 2">
            <a:extLst>
              <a:ext uri="{FF2B5EF4-FFF2-40B4-BE49-F238E27FC236}">
                <a16:creationId xmlns:a16="http://schemas.microsoft.com/office/drawing/2014/main" id="{6FF11B25-7BA0-4353-8263-010230C6B06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46883" y="1477831"/>
            <a:ext cx="7608383" cy="1168091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endParaRPr lang="es-ES" dirty="0"/>
          </a:p>
        </p:txBody>
      </p:sp>
      <p:sp>
        <p:nvSpPr>
          <p:cNvPr id="13" name="Marcador de texto 2">
            <a:extLst>
              <a:ext uri="{FF2B5EF4-FFF2-40B4-BE49-F238E27FC236}">
                <a16:creationId xmlns:a16="http://schemas.microsoft.com/office/drawing/2014/main" id="{E14B7ABE-AD5D-44A6-8B2A-46C0E81EF14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4" name="Marcador de texto 2">
            <a:extLst>
              <a:ext uri="{FF2B5EF4-FFF2-40B4-BE49-F238E27FC236}">
                <a16:creationId xmlns:a16="http://schemas.microsoft.com/office/drawing/2014/main" id="{F3454048-41F3-4E12-8DD2-B779CE0E572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D202BE0F-EDF0-40FA-B93F-335B05F5ADCF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Marcador de posición de imagen 4">
            <a:extLst>
              <a:ext uri="{FF2B5EF4-FFF2-40B4-BE49-F238E27FC236}">
                <a16:creationId xmlns:a16="http://schemas.microsoft.com/office/drawing/2014/main" id="{A53B2E55-10A3-4EB8-9D79-99F65244160E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20610" y="2924097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2"/>
                </a:solidFill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22" name="Marcador de texto 2">
            <a:extLst>
              <a:ext uri="{FF2B5EF4-FFF2-40B4-BE49-F238E27FC236}">
                <a16:creationId xmlns:a16="http://schemas.microsoft.com/office/drawing/2014/main" id="{41AC8940-6770-43AA-8F24-83D7957AD85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146884" y="2922649"/>
            <a:ext cx="2153782" cy="36580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Tema 2</a:t>
            </a:r>
            <a:endParaRPr lang="es-CL" dirty="0"/>
          </a:p>
        </p:txBody>
      </p:sp>
      <p:sp>
        <p:nvSpPr>
          <p:cNvPr id="24" name="Marcador de texto 2">
            <a:extLst>
              <a:ext uri="{FF2B5EF4-FFF2-40B4-BE49-F238E27FC236}">
                <a16:creationId xmlns:a16="http://schemas.microsoft.com/office/drawing/2014/main" id="{0ADC3A77-93C8-4C56-BDBE-546FE5A5F6A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146883" y="3305919"/>
            <a:ext cx="7608383" cy="1168091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endParaRPr lang="es-ES" dirty="0"/>
          </a:p>
        </p:txBody>
      </p:sp>
      <p:sp>
        <p:nvSpPr>
          <p:cNvPr id="26" name="Marcador de posición de imagen 4">
            <a:extLst>
              <a:ext uri="{FF2B5EF4-FFF2-40B4-BE49-F238E27FC236}">
                <a16:creationId xmlns:a16="http://schemas.microsoft.com/office/drawing/2014/main" id="{180D7933-E305-48EE-A94D-42C280C253FE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1020610" y="4752423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2"/>
                </a:solidFill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27" name="Marcador de texto 2">
            <a:extLst>
              <a:ext uri="{FF2B5EF4-FFF2-40B4-BE49-F238E27FC236}">
                <a16:creationId xmlns:a16="http://schemas.microsoft.com/office/drawing/2014/main" id="{AFC07F10-867E-49C8-A631-B9681F783AC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146884" y="4770430"/>
            <a:ext cx="2153782" cy="36580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Tema 3</a:t>
            </a:r>
            <a:endParaRPr lang="es-CL" dirty="0"/>
          </a:p>
        </p:txBody>
      </p:sp>
      <p:sp>
        <p:nvSpPr>
          <p:cNvPr id="28" name="Marcador de texto 2">
            <a:extLst>
              <a:ext uri="{FF2B5EF4-FFF2-40B4-BE49-F238E27FC236}">
                <a16:creationId xmlns:a16="http://schemas.microsoft.com/office/drawing/2014/main" id="{C2C66C14-3394-4278-B0C2-99D4367B319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46883" y="5153700"/>
            <a:ext cx="7608383" cy="1168091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endParaRPr lang="es-ES" dirty="0"/>
          </a:p>
        </p:txBody>
      </p:sp>
      <p:sp>
        <p:nvSpPr>
          <p:cNvPr id="29" name="Marcador de número de diapositiva 70">
            <a:extLst>
              <a:ext uri="{FF2B5EF4-FFF2-40B4-BE49-F238E27FC236}">
                <a16:creationId xmlns:a16="http://schemas.microsoft.com/office/drawing/2014/main" id="{BB373FE5-8D47-449E-BAFC-736B200BE4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29633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 Iconos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posición de imagen 4">
            <a:extLst>
              <a:ext uri="{FF2B5EF4-FFF2-40B4-BE49-F238E27FC236}">
                <a16:creationId xmlns:a16="http://schemas.microsoft.com/office/drawing/2014/main" id="{3421AE41-2E31-4FD2-A4CE-F9A4AC11EC0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847850" y="1087705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2"/>
                </a:solidFill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0AED89BE-4190-4F17-8C99-777CEA3BDF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47850" y="2042415"/>
            <a:ext cx="2153782" cy="36580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NOMBRE ÍCONO</a:t>
            </a:r>
            <a:endParaRPr lang="es-CL" dirty="0"/>
          </a:p>
        </p:txBody>
      </p:sp>
      <p:sp>
        <p:nvSpPr>
          <p:cNvPr id="17" name="Marcador de posición de imagen 4">
            <a:extLst>
              <a:ext uri="{FF2B5EF4-FFF2-40B4-BE49-F238E27FC236}">
                <a16:creationId xmlns:a16="http://schemas.microsoft.com/office/drawing/2014/main" id="{C3DA7A9B-5C9D-472C-97D8-C713F5B31A60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630057" y="1087705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2"/>
                </a:solidFill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3E904E4B-1F61-4C47-93FC-DA92AEFB1F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30057" y="2042415"/>
            <a:ext cx="2153782" cy="36580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NOMBRE ÍCONO</a:t>
            </a:r>
            <a:endParaRPr lang="es-CL" dirty="0"/>
          </a:p>
        </p:txBody>
      </p:sp>
      <p:sp>
        <p:nvSpPr>
          <p:cNvPr id="13" name="Marcador de texto 2">
            <a:extLst>
              <a:ext uri="{FF2B5EF4-FFF2-40B4-BE49-F238E27FC236}">
                <a16:creationId xmlns:a16="http://schemas.microsoft.com/office/drawing/2014/main" id="{E14B7ABE-AD5D-44A6-8B2A-46C0E81EF14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4" name="Marcador de texto 2">
            <a:extLst>
              <a:ext uri="{FF2B5EF4-FFF2-40B4-BE49-F238E27FC236}">
                <a16:creationId xmlns:a16="http://schemas.microsoft.com/office/drawing/2014/main" id="{F3454048-41F3-4E12-8DD2-B779CE0E572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D202BE0F-EDF0-40FA-B93F-335B05F5ADCF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arcador de texto 2">
            <a:extLst>
              <a:ext uri="{FF2B5EF4-FFF2-40B4-BE49-F238E27FC236}">
                <a16:creationId xmlns:a16="http://schemas.microsoft.com/office/drawing/2014/main" id="{FE6F7E4B-2DE7-46CE-BD7C-CA3D8562919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-947059" y="4430107"/>
            <a:ext cx="4200014" cy="276265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4000" b="0" u="none" strike="noStrike" spc="0" baseline="0">
                <a:solidFill>
                  <a:schemeClr val="tx2">
                    <a:lumMod val="20000"/>
                    <a:lumOff val="80000"/>
                    <a:alpha val="5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 Semibold" panose="020B07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20" name="Marcador de número de diapositiva 70">
            <a:extLst>
              <a:ext uri="{FF2B5EF4-FFF2-40B4-BE49-F238E27FC236}">
                <a16:creationId xmlns:a16="http://schemas.microsoft.com/office/drawing/2014/main" id="{51E493BB-BBCE-41DF-AA09-F6E284E29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EAEE86EF-5EFF-4749-8135-3D6C0A7A7C6E}"/>
              </a:ext>
            </a:extLst>
          </p:cNvPr>
          <p:cNvCxnSpPr>
            <a:cxnSpLocks/>
          </p:cNvCxnSpPr>
          <p:nvPr userDrawn="1"/>
        </p:nvCxnSpPr>
        <p:spPr>
          <a:xfrm>
            <a:off x="1847850" y="2421271"/>
            <a:ext cx="4248150" cy="0"/>
          </a:xfrm>
          <a:prstGeom prst="line">
            <a:avLst/>
          </a:prstGeom>
          <a:ln w="19050" cap="rnd">
            <a:solidFill>
              <a:schemeClr val="accent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64D38D91-CF3E-44E3-A838-D9B4EF44F467}"/>
              </a:ext>
            </a:extLst>
          </p:cNvPr>
          <p:cNvCxnSpPr>
            <a:cxnSpLocks/>
          </p:cNvCxnSpPr>
          <p:nvPr userDrawn="1"/>
        </p:nvCxnSpPr>
        <p:spPr>
          <a:xfrm>
            <a:off x="6630057" y="2421271"/>
            <a:ext cx="4248150" cy="0"/>
          </a:xfrm>
          <a:prstGeom prst="line">
            <a:avLst/>
          </a:prstGeom>
          <a:ln w="19050" cap="rnd">
            <a:solidFill>
              <a:schemeClr val="accent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9E6A8206-3F05-4A7E-BA6A-3027AB4AC3C3}"/>
              </a:ext>
            </a:extLst>
          </p:cNvPr>
          <p:cNvCxnSpPr/>
          <p:nvPr userDrawn="1"/>
        </p:nvCxnSpPr>
        <p:spPr>
          <a:xfrm>
            <a:off x="1485397" y="2578847"/>
            <a:ext cx="275303" cy="0"/>
          </a:xfrm>
          <a:prstGeom prst="straightConnector1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37740217-17BD-419B-B77D-962C9D2A283B}"/>
              </a:ext>
            </a:extLst>
          </p:cNvPr>
          <p:cNvCxnSpPr/>
          <p:nvPr userDrawn="1"/>
        </p:nvCxnSpPr>
        <p:spPr>
          <a:xfrm>
            <a:off x="6276750" y="2578847"/>
            <a:ext cx="275303" cy="0"/>
          </a:xfrm>
          <a:prstGeom prst="straightConnector1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Marcador de texto 6"/>
          <p:cNvSpPr>
            <a:spLocks noGrp="1"/>
          </p:cNvSpPr>
          <p:nvPr>
            <p:ph type="body" sz="quarter" idx="27" hasCustomPrompt="1"/>
          </p:nvPr>
        </p:nvSpPr>
        <p:spPr>
          <a:xfrm>
            <a:off x="1848735" y="2423967"/>
            <a:ext cx="4260182" cy="914400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>
              <a:defRPr sz="1400">
                <a:solidFill>
                  <a:schemeClr val="tx2"/>
                </a:solidFill>
                <a:latin typeface="+mn-lt"/>
              </a:defRPr>
            </a:lvl2pPr>
            <a:lvl3pPr>
              <a:defRPr sz="1400">
                <a:solidFill>
                  <a:schemeClr val="tx2"/>
                </a:solidFill>
                <a:latin typeface="+mn-lt"/>
              </a:defRPr>
            </a:lvl3pPr>
            <a:lvl4pPr>
              <a:defRPr sz="1400">
                <a:solidFill>
                  <a:schemeClr val="tx2"/>
                </a:solidFill>
                <a:latin typeface="+mn-lt"/>
              </a:defRPr>
            </a:lvl4pPr>
            <a:lvl5pPr>
              <a:defRPr sz="1400">
                <a:solidFill>
                  <a:schemeClr val="tx2"/>
                </a:solidFill>
                <a:latin typeface="+mn-lt"/>
              </a:defRPr>
            </a:lvl5pPr>
          </a:lstStyle>
          <a:p>
            <a:pPr marL="0" lv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</a:pP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</a:t>
            </a:r>
            <a:r>
              <a:rPr lang="es-ES" dirty="0" err="1"/>
              <a:t>mauris</a:t>
            </a:r>
            <a:r>
              <a:rPr lang="es-ES" dirty="0"/>
              <a:t>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r>
              <a:rPr lang="es-ES" dirty="0"/>
              <a:t> </a:t>
            </a:r>
            <a:r>
              <a:rPr lang="es-ES" dirty="0" err="1"/>
              <a:t>tristique</a:t>
            </a:r>
            <a:r>
              <a:rPr lang="es-ES" dirty="0"/>
              <a:t>. </a:t>
            </a:r>
          </a:p>
        </p:txBody>
      </p:sp>
      <p:sp>
        <p:nvSpPr>
          <p:cNvPr id="29" name="Marcador de texto 6"/>
          <p:cNvSpPr>
            <a:spLocks noGrp="1"/>
          </p:cNvSpPr>
          <p:nvPr>
            <p:ph type="body" sz="quarter" idx="28" hasCustomPrompt="1"/>
          </p:nvPr>
        </p:nvSpPr>
        <p:spPr>
          <a:xfrm>
            <a:off x="6629178" y="2431508"/>
            <a:ext cx="4260182" cy="914400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>
              <a:defRPr sz="1400">
                <a:solidFill>
                  <a:schemeClr val="tx2"/>
                </a:solidFill>
                <a:latin typeface="+mn-lt"/>
              </a:defRPr>
            </a:lvl2pPr>
            <a:lvl3pPr>
              <a:defRPr sz="1400">
                <a:solidFill>
                  <a:schemeClr val="tx2"/>
                </a:solidFill>
                <a:latin typeface="+mn-lt"/>
              </a:defRPr>
            </a:lvl3pPr>
            <a:lvl4pPr>
              <a:defRPr sz="1400">
                <a:solidFill>
                  <a:schemeClr val="tx2"/>
                </a:solidFill>
                <a:latin typeface="+mn-lt"/>
              </a:defRPr>
            </a:lvl4pPr>
            <a:lvl5pPr>
              <a:defRPr sz="1400">
                <a:solidFill>
                  <a:schemeClr val="tx2"/>
                </a:solidFill>
                <a:latin typeface="+mn-lt"/>
              </a:defRPr>
            </a:lvl5pPr>
          </a:lstStyle>
          <a:p>
            <a:pPr marL="0" lv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</a:pP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</a:t>
            </a:r>
            <a:r>
              <a:rPr lang="es-ES" dirty="0" err="1"/>
              <a:t>mauris</a:t>
            </a:r>
            <a:r>
              <a:rPr lang="es-ES" dirty="0"/>
              <a:t>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r>
              <a:rPr lang="es-ES" dirty="0"/>
              <a:t> </a:t>
            </a:r>
            <a:r>
              <a:rPr lang="es-ES" dirty="0" err="1"/>
              <a:t>tristique</a:t>
            </a:r>
            <a:r>
              <a:rPr lang="es-E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8594587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 + 2 image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CF58CF30-9789-4AF6-88DD-000B526B4DF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104305" y="1162662"/>
            <a:ext cx="8075577" cy="797969"/>
          </a:xfrm>
          <a:prstGeom prst="rect">
            <a:avLst/>
          </a:prstGeom>
        </p:spPr>
        <p:txBody>
          <a:bodyPr lIns="0"/>
          <a:lstStyle>
            <a:lvl1pPr>
              <a:defRPr lang="es-CL" sz="1600" b="1" strike="noStrike" cap="all" baseline="0" dirty="0"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</a:lstStyle>
          <a:p>
            <a:pPr marL="0" lvl="0" indent="0">
              <a:lnSpc>
                <a:spcPts val="2400"/>
              </a:lnSpc>
              <a:buNone/>
            </a:pPr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onsect</a:t>
            </a:r>
            <a:r>
              <a:rPr lang="es-ES" dirty="0"/>
              <a:t> </a:t>
            </a:r>
            <a:r>
              <a:rPr lang="es-ES" dirty="0" err="1"/>
              <a:t>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endParaRPr lang="es-CL" dirty="0"/>
          </a:p>
        </p:txBody>
      </p:sp>
      <p:sp>
        <p:nvSpPr>
          <p:cNvPr id="8" name="Marcador de texto 2">
            <a:extLst>
              <a:ext uri="{FF2B5EF4-FFF2-40B4-BE49-F238E27FC236}">
                <a16:creationId xmlns:a16="http://schemas.microsoft.com/office/drawing/2014/main" id="{0FDD434A-37AA-48EB-8E6A-6C267B0EFA9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9" name="Marcador de texto 2">
            <a:extLst>
              <a:ext uri="{FF2B5EF4-FFF2-40B4-BE49-F238E27FC236}">
                <a16:creationId xmlns:a16="http://schemas.microsoft.com/office/drawing/2014/main" id="{4EF9038D-C976-465C-8430-875FA011A5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027A3780-4BA0-4898-B348-55D1A71546A4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C8C3643C-B3A7-4913-99FD-32FFBD7345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-947059" y="4430107"/>
            <a:ext cx="4200014" cy="276265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4000" b="0" u="none" strike="noStrike" spc="0" baseline="0">
                <a:solidFill>
                  <a:schemeClr val="tx2">
                    <a:lumMod val="20000"/>
                    <a:lumOff val="80000"/>
                    <a:alpha val="5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 Semibold" panose="020B07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2" name="Marcador de número de diapositiva 70">
            <a:extLst>
              <a:ext uri="{FF2B5EF4-FFF2-40B4-BE49-F238E27FC236}">
                <a16:creationId xmlns:a16="http://schemas.microsoft.com/office/drawing/2014/main" id="{EAC10AA9-FCCB-41F7-BD74-69E5FD57EE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  <p:sp>
        <p:nvSpPr>
          <p:cNvPr id="13" name="Marcador de posición de imagen 26">
            <a:extLst>
              <a:ext uri="{FF2B5EF4-FFF2-40B4-BE49-F238E27FC236}">
                <a16:creationId xmlns:a16="http://schemas.microsoft.com/office/drawing/2014/main" id="{7E66DFDF-3671-4F5C-AE1E-A0AE626D6D7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2100263" y="3482502"/>
            <a:ext cx="3995737" cy="337549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14" name="Marcador de posición de imagen 26">
            <a:extLst>
              <a:ext uri="{FF2B5EF4-FFF2-40B4-BE49-F238E27FC236}">
                <a16:creationId xmlns:a16="http://schemas.microsoft.com/office/drawing/2014/main" id="{C92FB699-44E2-4419-96AD-600264291F73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215063" y="3482502"/>
            <a:ext cx="3995737" cy="337549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15" name="Marcador de texto 2">
            <a:extLst>
              <a:ext uri="{FF2B5EF4-FFF2-40B4-BE49-F238E27FC236}">
                <a16:creationId xmlns:a16="http://schemas.microsoft.com/office/drawing/2014/main" id="{F8291BBA-3814-43A7-812D-8F886044BEF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127978" y="1969742"/>
            <a:ext cx="8077078" cy="1362929"/>
          </a:xfrm>
          <a:prstGeom prst="rect">
            <a:avLst/>
          </a:prstGeom>
        </p:spPr>
        <p:txBody>
          <a:bodyPr lIns="0"/>
          <a:lstStyle>
            <a:lvl1pPr algn="just">
              <a:defRPr lang="es-ES" sz="1400" dirty="0">
                <a:solidFill>
                  <a:schemeClr val="tx2"/>
                </a:solidFill>
              </a:defRPr>
            </a:lvl1pPr>
          </a:lstStyle>
          <a:p>
            <a:pPr marL="0" lvl="0" indent="0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</a:pPr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r>
              <a:rPr lang="es-ES" dirty="0"/>
              <a:t> </a:t>
            </a:r>
            <a:r>
              <a:rPr lang="es-ES" dirty="0" err="1"/>
              <a:t>tristique</a:t>
            </a:r>
            <a:r>
              <a:rPr lang="es-ES" dirty="0"/>
              <a:t>. </a:t>
            </a:r>
            <a:r>
              <a:rPr lang="es-ES" dirty="0" err="1"/>
              <a:t>Litora</a:t>
            </a:r>
            <a:r>
              <a:rPr lang="es-ES" dirty="0"/>
              <a:t> ad </a:t>
            </a:r>
            <a:r>
              <a:rPr lang="es-ES" dirty="0" err="1"/>
              <a:t>placerat</a:t>
            </a:r>
            <a:r>
              <a:rPr lang="es-ES" dirty="0"/>
              <a:t> </a:t>
            </a:r>
            <a:r>
              <a:rPr lang="es-ES" dirty="0" err="1"/>
              <a:t>pellentesque</a:t>
            </a:r>
            <a:r>
              <a:rPr lang="es-ES" dirty="0"/>
              <a:t> tortor </a:t>
            </a:r>
            <a:r>
              <a:rPr lang="es-ES" dirty="0" err="1"/>
              <a:t>vel</a:t>
            </a:r>
            <a:r>
              <a:rPr lang="es-ES" dirty="0"/>
              <a:t> platea </a:t>
            </a:r>
            <a:r>
              <a:rPr lang="es-ES" dirty="0" err="1"/>
              <a:t>proin</a:t>
            </a:r>
            <a:r>
              <a:rPr lang="es-ES" dirty="0"/>
              <a:t>, </a:t>
            </a:r>
            <a:r>
              <a:rPr lang="es-ES" dirty="0" err="1"/>
              <a:t>egestas</a:t>
            </a:r>
            <a:r>
              <a:rPr lang="es-ES" dirty="0"/>
              <a:t> </a:t>
            </a:r>
            <a:r>
              <a:rPr lang="es-ES" dirty="0" err="1"/>
              <a:t>faucibus</a:t>
            </a:r>
            <a:r>
              <a:rPr lang="es-ES" dirty="0"/>
              <a:t> </a:t>
            </a:r>
            <a:r>
              <a:rPr lang="es-ES" dirty="0" err="1"/>
              <a:t>risus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arcu</a:t>
            </a:r>
            <a:r>
              <a:rPr lang="es-ES" dirty="0"/>
              <a:t> vitae, </a:t>
            </a:r>
            <a:r>
              <a:rPr lang="es-ES" dirty="0" err="1"/>
              <a:t>sollicitudin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viverra</a:t>
            </a:r>
            <a:r>
              <a:rPr lang="es-ES" dirty="0"/>
              <a:t> </a:t>
            </a:r>
            <a:r>
              <a:rPr lang="es-ES" dirty="0" err="1"/>
              <a:t>quam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922408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3" pos="1323" userDrawn="1">
          <p15:clr>
            <a:srgbClr val="FBAE40"/>
          </p15:clr>
        </p15:guide>
        <p15:guide id="4" orient="horz" pos="278" userDrawn="1">
          <p15:clr>
            <a:srgbClr val="FBAE40"/>
          </p15:clr>
        </p15:guide>
        <p15:guide id="5" orient="horz" pos="527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Imagen y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Marcador de texto 2">
            <a:extLst>
              <a:ext uri="{FF2B5EF4-FFF2-40B4-BE49-F238E27FC236}">
                <a16:creationId xmlns:a16="http://schemas.microsoft.com/office/drawing/2014/main" id="{BAEBA9F5-CD76-4AA2-8BC9-DA1909C6D49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486025" y="4305300"/>
            <a:ext cx="3486149" cy="2200275"/>
          </a:xfrm>
          <a:prstGeom prst="rect">
            <a:avLst/>
          </a:prstGeom>
        </p:spPr>
        <p:txBody>
          <a:bodyPr/>
          <a:lstStyle>
            <a:lvl1pPr marL="171450" indent="0" algn="l">
              <a:lnSpc>
                <a:spcPct val="100000"/>
              </a:lnSpc>
              <a:spcAft>
                <a:spcPts val="0"/>
              </a:spcAft>
              <a:buClr>
                <a:schemeClr val="tx2"/>
              </a:buClr>
              <a:buFont typeface="Segoe UI Light" panose="020B0502040204020203" pitchFamily="34" charset="0"/>
              <a:buChar char="→"/>
              <a:defRPr lang="es-CL" sz="1400" b="0" i="0" spc="0" smtClean="0">
                <a:solidFill>
                  <a:schemeClr val="tx2"/>
                </a:solidFill>
                <a:effectLst/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MX" dirty="0"/>
              <a:t> Ítem</a:t>
            </a:r>
            <a:endParaRPr lang="es-CL" dirty="0"/>
          </a:p>
        </p:txBody>
      </p:sp>
      <p:sp>
        <p:nvSpPr>
          <p:cNvPr id="24" name="Marcador de texto 2">
            <a:extLst>
              <a:ext uri="{FF2B5EF4-FFF2-40B4-BE49-F238E27FC236}">
                <a16:creationId xmlns:a16="http://schemas.microsoft.com/office/drawing/2014/main" id="{5AAE6238-2AB7-435F-83B4-E6CBF4D656C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34125" y="4305300"/>
            <a:ext cx="3486150" cy="2200275"/>
          </a:xfrm>
          <a:prstGeom prst="rect">
            <a:avLst/>
          </a:prstGeom>
        </p:spPr>
        <p:txBody>
          <a:bodyPr/>
          <a:lstStyle>
            <a:lvl1pPr marL="171450" indent="0" algn="l">
              <a:lnSpc>
                <a:spcPct val="100000"/>
              </a:lnSpc>
              <a:spcAft>
                <a:spcPts val="0"/>
              </a:spcAft>
              <a:buClr>
                <a:schemeClr val="tx2"/>
              </a:buClr>
              <a:buFont typeface="Segoe UI Light" panose="020B0502040204020203" pitchFamily="34" charset="0"/>
              <a:buChar char="→"/>
              <a:defRPr lang="es-CL" sz="1400" b="0" i="0" spc="0" smtClean="0">
                <a:solidFill>
                  <a:schemeClr val="tx2"/>
                </a:solidFill>
                <a:effectLst/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MX" dirty="0"/>
              <a:t> Ítem</a:t>
            </a:r>
          </a:p>
          <a:p>
            <a:pPr lvl="0"/>
            <a:endParaRPr lang="es-CL" dirty="0"/>
          </a:p>
        </p:txBody>
      </p:sp>
      <p:sp>
        <p:nvSpPr>
          <p:cNvPr id="27" name="Marcador de posición de imagen 26">
            <a:extLst>
              <a:ext uri="{FF2B5EF4-FFF2-40B4-BE49-F238E27FC236}">
                <a16:creationId xmlns:a16="http://schemas.microsoft.com/office/drawing/2014/main" id="{E5DFCCB7-BA83-470A-9213-5DE0757E0276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847850" y="981074"/>
            <a:ext cx="8496300" cy="321945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FB1315A8-50D5-452C-93E2-03879234E5E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8" name="Marcador de texto 2">
            <a:extLst>
              <a:ext uri="{FF2B5EF4-FFF2-40B4-BE49-F238E27FC236}">
                <a16:creationId xmlns:a16="http://schemas.microsoft.com/office/drawing/2014/main" id="{5452253E-D9FB-497C-99F2-CA2D44C640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D6CBC86C-8C7B-4162-AB8A-F49CBFC77597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Marcador de texto 2">
            <a:extLst>
              <a:ext uri="{FF2B5EF4-FFF2-40B4-BE49-F238E27FC236}">
                <a16:creationId xmlns:a16="http://schemas.microsoft.com/office/drawing/2014/main" id="{2370F6BE-EDC9-48A1-B566-E4E8F64EF79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-947059" y="4430107"/>
            <a:ext cx="4200014" cy="276265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4000" b="0" u="none" strike="noStrike" spc="0" baseline="0">
                <a:solidFill>
                  <a:schemeClr val="tx2">
                    <a:lumMod val="20000"/>
                    <a:lumOff val="80000"/>
                    <a:alpha val="5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 Semibold" panose="020B07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22" name="Marcador de número de diapositiva 70">
            <a:extLst>
              <a:ext uri="{FF2B5EF4-FFF2-40B4-BE49-F238E27FC236}">
                <a16:creationId xmlns:a16="http://schemas.microsoft.com/office/drawing/2014/main" id="{FB3DF7D6-1893-4A71-BE82-4A3E0A6F92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06154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o con imagen de fon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Marcador de posición de imagen 4">
            <a:extLst>
              <a:ext uri="{FF2B5EF4-FFF2-40B4-BE49-F238E27FC236}">
                <a16:creationId xmlns:a16="http://schemas.microsoft.com/office/drawing/2014/main" id="{5CD1CC22-0D97-46B7-8A7E-B3A3A1A322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1947490" cy="6858000"/>
          </a:xfrm>
          <a:prstGeom prst="rect">
            <a:avLst/>
          </a:prstGeom>
        </p:spPr>
      </p:pic>
      <p:grpSp>
        <p:nvGrpSpPr>
          <p:cNvPr id="107" name="Grupo 106">
            <a:extLst>
              <a:ext uri="{FF2B5EF4-FFF2-40B4-BE49-F238E27FC236}">
                <a16:creationId xmlns:a16="http://schemas.microsoft.com/office/drawing/2014/main" id="{499C264E-9083-4F15-BB87-70C68AD2EB93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08" name="Freeform 109">
              <a:extLst>
                <a:ext uri="{FF2B5EF4-FFF2-40B4-BE49-F238E27FC236}">
                  <a16:creationId xmlns:a16="http://schemas.microsoft.com/office/drawing/2014/main" id="{DF3DB903-7842-4910-8B17-ED2CA8611CE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9" name="Freeform 110">
              <a:extLst>
                <a:ext uri="{FF2B5EF4-FFF2-40B4-BE49-F238E27FC236}">
                  <a16:creationId xmlns:a16="http://schemas.microsoft.com/office/drawing/2014/main" id="{B5E6F7EE-8B73-4A0A-9B94-E354BD4C03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10" name="Grupo 109">
              <a:extLst>
                <a:ext uri="{FF2B5EF4-FFF2-40B4-BE49-F238E27FC236}">
                  <a16:creationId xmlns:a16="http://schemas.microsoft.com/office/drawing/2014/main" id="{80B70894-36F8-4E0D-9E07-D034C44E1978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121" name="Freeform 111">
                <a:extLst>
                  <a:ext uri="{FF2B5EF4-FFF2-40B4-BE49-F238E27FC236}">
                    <a16:creationId xmlns:a16="http://schemas.microsoft.com/office/drawing/2014/main" id="{8197FD6B-A529-419C-8F98-10F7E2EAC8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2" name="Freeform 112">
                <a:extLst>
                  <a:ext uri="{FF2B5EF4-FFF2-40B4-BE49-F238E27FC236}">
                    <a16:creationId xmlns:a16="http://schemas.microsoft.com/office/drawing/2014/main" id="{58CA6C03-4B75-44D0-A22B-B0241CD0CC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3" name="Freeform 113">
                <a:extLst>
                  <a:ext uri="{FF2B5EF4-FFF2-40B4-BE49-F238E27FC236}">
                    <a16:creationId xmlns:a16="http://schemas.microsoft.com/office/drawing/2014/main" id="{AD72A3FD-D0CD-4D02-B866-D1C30613F27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4" name="Freeform 114">
                <a:extLst>
                  <a:ext uri="{FF2B5EF4-FFF2-40B4-BE49-F238E27FC236}">
                    <a16:creationId xmlns:a16="http://schemas.microsoft.com/office/drawing/2014/main" id="{F99F78AA-093A-4DA8-AA73-BAE6887E5F1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5" name="Freeform 115">
                <a:extLst>
                  <a:ext uri="{FF2B5EF4-FFF2-40B4-BE49-F238E27FC236}">
                    <a16:creationId xmlns:a16="http://schemas.microsoft.com/office/drawing/2014/main" id="{D124D429-5FC0-4824-81AD-99F0003798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6" name="Freeform 116">
                <a:extLst>
                  <a:ext uri="{FF2B5EF4-FFF2-40B4-BE49-F238E27FC236}">
                    <a16:creationId xmlns:a16="http://schemas.microsoft.com/office/drawing/2014/main" id="{EEB99B53-933D-4E13-A7F4-7C78486B0D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7" name="Freeform 117">
                <a:extLst>
                  <a:ext uri="{FF2B5EF4-FFF2-40B4-BE49-F238E27FC236}">
                    <a16:creationId xmlns:a16="http://schemas.microsoft.com/office/drawing/2014/main" id="{4646E39B-0B49-4E67-BFA7-60F1A4F7C4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8" name="Freeform 118">
                <a:extLst>
                  <a:ext uri="{FF2B5EF4-FFF2-40B4-BE49-F238E27FC236}">
                    <a16:creationId xmlns:a16="http://schemas.microsoft.com/office/drawing/2014/main" id="{C024E07C-A6F2-4E50-868E-351C58FCF6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9" name="Freeform 119">
                <a:extLst>
                  <a:ext uri="{FF2B5EF4-FFF2-40B4-BE49-F238E27FC236}">
                    <a16:creationId xmlns:a16="http://schemas.microsoft.com/office/drawing/2014/main" id="{45B89081-D056-4544-A3B7-B8AD1BC5A0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0" name="Freeform 120">
                <a:extLst>
                  <a:ext uri="{FF2B5EF4-FFF2-40B4-BE49-F238E27FC236}">
                    <a16:creationId xmlns:a16="http://schemas.microsoft.com/office/drawing/2014/main" id="{EE00D3CE-425B-4202-8530-8BCEE51A843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1" name="Freeform 121">
                <a:extLst>
                  <a:ext uri="{FF2B5EF4-FFF2-40B4-BE49-F238E27FC236}">
                    <a16:creationId xmlns:a16="http://schemas.microsoft.com/office/drawing/2014/main" id="{16A54E6F-E194-4DC5-BBA8-C5050B1BFB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2" name="Freeform 122">
                <a:extLst>
                  <a:ext uri="{FF2B5EF4-FFF2-40B4-BE49-F238E27FC236}">
                    <a16:creationId xmlns:a16="http://schemas.microsoft.com/office/drawing/2014/main" id="{63BACA06-6F53-45DB-B2BC-AD0D986784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3" name="Freeform 123">
                <a:extLst>
                  <a:ext uri="{FF2B5EF4-FFF2-40B4-BE49-F238E27FC236}">
                    <a16:creationId xmlns:a16="http://schemas.microsoft.com/office/drawing/2014/main" id="{CB942BEA-C83B-424D-A5BA-85962D2CF5D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4" name="Freeform 124">
                <a:extLst>
                  <a:ext uri="{FF2B5EF4-FFF2-40B4-BE49-F238E27FC236}">
                    <a16:creationId xmlns:a16="http://schemas.microsoft.com/office/drawing/2014/main" id="{2CAB6FAE-DDDA-436F-B6DE-CFCB3BD48E9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5" name="Freeform 125">
                <a:extLst>
                  <a:ext uri="{FF2B5EF4-FFF2-40B4-BE49-F238E27FC236}">
                    <a16:creationId xmlns:a16="http://schemas.microsoft.com/office/drawing/2014/main" id="{E35AB3D9-0B82-4397-96A2-791EA25859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6" name="Freeform 126">
                <a:extLst>
                  <a:ext uri="{FF2B5EF4-FFF2-40B4-BE49-F238E27FC236}">
                    <a16:creationId xmlns:a16="http://schemas.microsoft.com/office/drawing/2014/main" id="{50B012F8-7FBD-460B-99B6-7FF54087C7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67" name="Freeform 127">
                <a:extLst>
                  <a:ext uri="{FF2B5EF4-FFF2-40B4-BE49-F238E27FC236}">
                    <a16:creationId xmlns:a16="http://schemas.microsoft.com/office/drawing/2014/main" id="{40E3B342-69FF-404E-83EA-2745C6D951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11" name="Freeform 128">
              <a:extLst>
                <a:ext uri="{FF2B5EF4-FFF2-40B4-BE49-F238E27FC236}">
                  <a16:creationId xmlns:a16="http://schemas.microsoft.com/office/drawing/2014/main" id="{31B6BF3F-E4BD-4B4D-894E-8E6AB43E2B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2" name="Freeform 129">
              <a:extLst>
                <a:ext uri="{FF2B5EF4-FFF2-40B4-BE49-F238E27FC236}">
                  <a16:creationId xmlns:a16="http://schemas.microsoft.com/office/drawing/2014/main" id="{C96DED31-E2FA-4F0C-91DA-B7E4262E9E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3" name="Freeform 130">
              <a:extLst>
                <a:ext uri="{FF2B5EF4-FFF2-40B4-BE49-F238E27FC236}">
                  <a16:creationId xmlns:a16="http://schemas.microsoft.com/office/drawing/2014/main" id="{44B9F68E-C00B-444D-9132-9ECE151261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4" name="Freeform 131">
              <a:extLst>
                <a:ext uri="{FF2B5EF4-FFF2-40B4-BE49-F238E27FC236}">
                  <a16:creationId xmlns:a16="http://schemas.microsoft.com/office/drawing/2014/main" id="{AC068A6F-9C85-4DFB-BBA6-59B128A002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5" name="Freeform 132">
              <a:extLst>
                <a:ext uri="{FF2B5EF4-FFF2-40B4-BE49-F238E27FC236}">
                  <a16:creationId xmlns:a16="http://schemas.microsoft.com/office/drawing/2014/main" id="{C6C16652-5C13-4D34-B2A6-B45DCD35A1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6" name="Freeform 133">
              <a:extLst>
                <a:ext uri="{FF2B5EF4-FFF2-40B4-BE49-F238E27FC236}">
                  <a16:creationId xmlns:a16="http://schemas.microsoft.com/office/drawing/2014/main" id="{3AB2D4DF-3A19-4458-9A1D-ECF7921344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34">
              <a:extLst>
                <a:ext uri="{FF2B5EF4-FFF2-40B4-BE49-F238E27FC236}">
                  <a16:creationId xmlns:a16="http://schemas.microsoft.com/office/drawing/2014/main" id="{624F4044-D37F-467B-92AC-E8E11BBC88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8" name="Freeform 135">
              <a:extLst>
                <a:ext uri="{FF2B5EF4-FFF2-40B4-BE49-F238E27FC236}">
                  <a16:creationId xmlns:a16="http://schemas.microsoft.com/office/drawing/2014/main" id="{4E83C53F-AEBD-4D05-A5EE-B23B4BCA422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9" name="Freeform 136">
              <a:extLst>
                <a:ext uri="{FF2B5EF4-FFF2-40B4-BE49-F238E27FC236}">
                  <a16:creationId xmlns:a16="http://schemas.microsoft.com/office/drawing/2014/main" id="{AF47A243-60C3-496C-9CCC-79F301BED277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137">
              <a:extLst>
                <a:ext uri="{FF2B5EF4-FFF2-40B4-BE49-F238E27FC236}">
                  <a16:creationId xmlns:a16="http://schemas.microsoft.com/office/drawing/2014/main" id="{166BBEA1-E3EE-4BB4-8F30-B5BF9CA0A5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37" name="Grupo 136">
            <a:extLst>
              <a:ext uri="{FF2B5EF4-FFF2-40B4-BE49-F238E27FC236}">
                <a16:creationId xmlns:a16="http://schemas.microsoft.com/office/drawing/2014/main" id="{86B7D43B-EBAF-4A7C-A005-6222D1A29DC9}"/>
              </a:ext>
            </a:extLst>
          </p:cNvPr>
          <p:cNvGrpSpPr/>
          <p:nvPr userDrawn="1"/>
        </p:nvGrpSpPr>
        <p:grpSpPr>
          <a:xfrm>
            <a:off x="10580559" y="518761"/>
            <a:ext cx="1147824" cy="235942"/>
            <a:chOff x="6094413" y="2516188"/>
            <a:chExt cx="2000250" cy="411162"/>
          </a:xfrm>
          <a:solidFill>
            <a:schemeClr val="bg2"/>
          </a:solidFill>
        </p:grpSpPr>
        <p:sp>
          <p:nvSpPr>
            <p:cNvPr id="138" name="Freeform 7">
              <a:extLst>
                <a:ext uri="{FF2B5EF4-FFF2-40B4-BE49-F238E27FC236}">
                  <a16:creationId xmlns:a16="http://schemas.microsoft.com/office/drawing/2014/main" id="{805A2F13-ED1C-461C-9ED8-75FCED4513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4463" y="2516188"/>
              <a:ext cx="1600200" cy="265113"/>
            </a:xfrm>
            <a:custGeom>
              <a:avLst/>
              <a:gdLst>
                <a:gd name="T0" fmla="*/ 644 w 1008"/>
                <a:gd name="T1" fmla="*/ 90 h 167"/>
                <a:gd name="T2" fmla="*/ 644 w 1008"/>
                <a:gd name="T3" fmla="*/ 39 h 167"/>
                <a:gd name="T4" fmla="*/ 363 w 1008"/>
                <a:gd name="T5" fmla="*/ 39 h 167"/>
                <a:gd name="T6" fmla="*/ 363 w 1008"/>
                <a:gd name="T7" fmla="*/ 90 h 167"/>
                <a:gd name="T8" fmla="*/ 644 w 1008"/>
                <a:gd name="T9" fmla="*/ 90 h 167"/>
                <a:gd name="T10" fmla="*/ 40 w 1008"/>
                <a:gd name="T11" fmla="*/ 0 h 167"/>
                <a:gd name="T12" fmla="*/ 40 w 1008"/>
                <a:gd name="T13" fmla="*/ 128 h 167"/>
                <a:gd name="T14" fmla="*/ 323 w 1008"/>
                <a:gd name="T15" fmla="*/ 128 h 167"/>
                <a:gd name="T16" fmla="*/ 323 w 1008"/>
                <a:gd name="T17" fmla="*/ 0 h 167"/>
                <a:gd name="T18" fmla="*/ 685 w 1008"/>
                <a:gd name="T19" fmla="*/ 0 h 167"/>
                <a:gd name="T20" fmla="*/ 685 w 1008"/>
                <a:gd name="T21" fmla="*/ 129 h 167"/>
                <a:gd name="T22" fmla="*/ 967 w 1008"/>
                <a:gd name="T23" fmla="*/ 129 h 167"/>
                <a:gd name="T24" fmla="*/ 967 w 1008"/>
                <a:gd name="T25" fmla="*/ 58 h 167"/>
                <a:gd name="T26" fmla="*/ 1008 w 1008"/>
                <a:gd name="T27" fmla="*/ 58 h 167"/>
                <a:gd name="T28" fmla="*/ 1008 w 1008"/>
                <a:gd name="T29" fmla="*/ 167 h 167"/>
                <a:gd name="T30" fmla="*/ 644 w 1008"/>
                <a:gd name="T31" fmla="*/ 167 h 167"/>
                <a:gd name="T32" fmla="*/ 644 w 1008"/>
                <a:gd name="T33" fmla="*/ 130 h 167"/>
                <a:gd name="T34" fmla="*/ 363 w 1008"/>
                <a:gd name="T35" fmla="*/ 130 h 167"/>
                <a:gd name="T36" fmla="*/ 363 w 1008"/>
                <a:gd name="T37" fmla="*/ 167 h 167"/>
                <a:gd name="T38" fmla="*/ 0 w 1008"/>
                <a:gd name="T39" fmla="*/ 167 h 167"/>
                <a:gd name="T40" fmla="*/ 0 w 1008"/>
                <a:gd name="T41" fmla="*/ 0 h 167"/>
                <a:gd name="T42" fmla="*/ 40 w 1008"/>
                <a:gd name="T43" fmla="*/ 0 h 167"/>
                <a:gd name="T44" fmla="*/ 967 w 1008"/>
                <a:gd name="T45" fmla="*/ 0 h 167"/>
                <a:gd name="T46" fmla="*/ 1007 w 1008"/>
                <a:gd name="T47" fmla="*/ 0 h 167"/>
                <a:gd name="T48" fmla="*/ 1007 w 1008"/>
                <a:gd name="T49" fmla="*/ 38 h 167"/>
                <a:gd name="T50" fmla="*/ 967 w 1008"/>
                <a:gd name="T51" fmla="*/ 38 h 167"/>
                <a:gd name="T52" fmla="*/ 967 w 1008"/>
                <a:gd name="T5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008" h="167">
                  <a:moveTo>
                    <a:pt x="644" y="90"/>
                  </a:moveTo>
                  <a:lnTo>
                    <a:pt x="644" y="39"/>
                  </a:lnTo>
                  <a:lnTo>
                    <a:pt x="363" y="39"/>
                  </a:lnTo>
                  <a:lnTo>
                    <a:pt x="363" y="90"/>
                  </a:lnTo>
                  <a:lnTo>
                    <a:pt x="644" y="90"/>
                  </a:lnTo>
                  <a:close/>
                  <a:moveTo>
                    <a:pt x="40" y="0"/>
                  </a:moveTo>
                  <a:lnTo>
                    <a:pt x="40" y="128"/>
                  </a:lnTo>
                  <a:lnTo>
                    <a:pt x="323" y="128"/>
                  </a:lnTo>
                  <a:lnTo>
                    <a:pt x="323" y="0"/>
                  </a:lnTo>
                  <a:lnTo>
                    <a:pt x="685" y="0"/>
                  </a:lnTo>
                  <a:lnTo>
                    <a:pt x="685" y="129"/>
                  </a:lnTo>
                  <a:lnTo>
                    <a:pt x="967" y="129"/>
                  </a:lnTo>
                  <a:lnTo>
                    <a:pt x="967" y="58"/>
                  </a:lnTo>
                  <a:lnTo>
                    <a:pt x="1008" y="58"/>
                  </a:lnTo>
                  <a:lnTo>
                    <a:pt x="1008" y="167"/>
                  </a:lnTo>
                  <a:lnTo>
                    <a:pt x="644" y="167"/>
                  </a:lnTo>
                  <a:lnTo>
                    <a:pt x="644" y="130"/>
                  </a:lnTo>
                  <a:lnTo>
                    <a:pt x="363" y="130"/>
                  </a:lnTo>
                  <a:lnTo>
                    <a:pt x="363" y="167"/>
                  </a:lnTo>
                  <a:lnTo>
                    <a:pt x="0" y="167"/>
                  </a:lnTo>
                  <a:lnTo>
                    <a:pt x="0" y="0"/>
                  </a:lnTo>
                  <a:lnTo>
                    <a:pt x="40" y="0"/>
                  </a:lnTo>
                  <a:close/>
                  <a:moveTo>
                    <a:pt x="967" y="0"/>
                  </a:moveTo>
                  <a:lnTo>
                    <a:pt x="1007" y="0"/>
                  </a:lnTo>
                  <a:lnTo>
                    <a:pt x="1007" y="38"/>
                  </a:lnTo>
                  <a:lnTo>
                    <a:pt x="967" y="38"/>
                  </a:lnTo>
                  <a:lnTo>
                    <a:pt x="96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9" name="Freeform 8">
              <a:extLst>
                <a:ext uri="{FF2B5EF4-FFF2-40B4-BE49-F238E27FC236}">
                  <a16:creationId xmlns:a16="http://schemas.microsoft.com/office/drawing/2014/main" id="{347CFB1F-EE43-4374-9D0E-D9D125082A8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4463" y="2840038"/>
              <a:ext cx="63500" cy="80963"/>
            </a:xfrm>
            <a:custGeom>
              <a:avLst/>
              <a:gdLst>
                <a:gd name="T0" fmla="*/ 29 w 29"/>
                <a:gd name="T1" fmla="*/ 0 h 37"/>
                <a:gd name="T2" fmla="*/ 22 w 29"/>
                <a:gd name="T3" fmla="*/ 0 h 37"/>
                <a:gd name="T4" fmla="*/ 22 w 29"/>
                <a:gd name="T5" fmla="*/ 23 h 37"/>
                <a:gd name="T6" fmla="*/ 21 w 29"/>
                <a:gd name="T7" fmla="*/ 28 h 37"/>
                <a:gd name="T8" fmla="*/ 16 w 29"/>
                <a:gd name="T9" fmla="*/ 30 h 37"/>
                <a:gd name="T10" fmla="*/ 10 w 29"/>
                <a:gd name="T11" fmla="*/ 28 h 37"/>
                <a:gd name="T12" fmla="*/ 9 w 29"/>
                <a:gd name="T13" fmla="*/ 23 h 37"/>
                <a:gd name="T14" fmla="*/ 9 w 29"/>
                <a:gd name="T15" fmla="*/ 0 h 37"/>
                <a:gd name="T16" fmla="*/ 0 w 29"/>
                <a:gd name="T17" fmla="*/ 0 h 37"/>
                <a:gd name="T18" fmla="*/ 0 w 29"/>
                <a:gd name="T19" fmla="*/ 23 h 37"/>
                <a:gd name="T20" fmla="*/ 3 w 29"/>
                <a:gd name="T21" fmla="*/ 33 h 37"/>
                <a:gd name="T22" fmla="*/ 15 w 29"/>
                <a:gd name="T23" fmla="*/ 37 h 37"/>
                <a:gd name="T24" fmla="*/ 26 w 29"/>
                <a:gd name="T25" fmla="*/ 34 h 37"/>
                <a:gd name="T26" fmla="*/ 29 w 29"/>
                <a:gd name="T27" fmla="*/ 23 h 37"/>
                <a:gd name="T28" fmla="*/ 29 w 29"/>
                <a:gd name="T2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" h="37">
                  <a:moveTo>
                    <a:pt x="29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6"/>
                    <a:pt x="22" y="27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cubicBezTo>
                    <a:pt x="13" y="30"/>
                    <a:pt x="11" y="29"/>
                    <a:pt x="10" y="28"/>
                  </a:cubicBezTo>
                  <a:cubicBezTo>
                    <a:pt x="10" y="27"/>
                    <a:pt x="9" y="26"/>
                    <a:pt x="9" y="2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8"/>
                    <a:pt x="1" y="31"/>
                    <a:pt x="3" y="33"/>
                  </a:cubicBezTo>
                  <a:cubicBezTo>
                    <a:pt x="6" y="36"/>
                    <a:pt x="10" y="37"/>
                    <a:pt x="15" y="37"/>
                  </a:cubicBezTo>
                  <a:cubicBezTo>
                    <a:pt x="20" y="37"/>
                    <a:pt x="23" y="36"/>
                    <a:pt x="26" y="34"/>
                  </a:cubicBezTo>
                  <a:cubicBezTo>
                    <a:pt x="28" y="31"/>
                    <a:pt x="29" y="29"/>
                    <a:pt x="29" y="23"/>
                  </a:cubicBez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0" name="Freeform 9">
              <a:extLst>
                <a:ext uri="{FF2B5EF4-FFF2-40B4-BE49-F238E27FC236}">
                  <a16:creationId xmlns:a16="http://schemas.microsoft.com/office/drawing/2014/main" id="{0C091651-35A1-486A-9A4F-55A3AA9A608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2250" y="2840038"/>
              <a:ext cx="60325" cy="77788"/>
            </a:xfrm>
            <a:custGeom>
              <a:avLst/>
              <a:gdLst>
                <a:gd name="T0" fmla="*/ 28 w 28"/>
                <a:gd name="T1" fmla="*/ 0 h 36"/>
                <a:gd name="T2" fmla="*/ 22 w 28"/>
                <a:gd name="T3" fmla="*/ 0 h 36"/>
                <a:gd name="T4" fmla="*/ 22 w 28"/>
                <a:gd name="T5" fmla="*/ 19 h 36"/>
                <a:gd name="T6" fmla="*/ 22 w 28"/>
                <a:gd name="T7" fmla="*/ 21 h 36"/>
                <a:gd name="T8" fmla="*/ 9 w 28"/>
                <a:gd name="T9" fmla="*/ 0 h 36"/>
                <a:gd name="T10" fmla="*/ 0 w 28"/>
                <a:gd name="T11" fmla="*/ 0 h 36"/>
                <a:gd name="T12" fmla="*/ 0 w 28"/>
                <a:gd name="T13" fmla="*/ 36 h 36"/>
                <a:gd name="T14" fmla="*/ 7 w 28"/>
                <a:gd name="T15" fmla="*/ 36 h 36"/>
                <a:gd name="T16" fmla="*/ 7 w 28"/>
                <a:gd name="T17" fmla="*/ 15 h 36"/>
                <a:gd name="T18" fmla="*/ 7 w 28"/>
                <a:gd name="T19" fmla="*/ 13 h 36"/>
                <a:gd name="T20" fmla="*/ 6 w 28"/>
                <a:gd name="T21" fmla="*/ 12 h 36"/>
                <a:gd name="T22" fmla="*/ 21 w 28"/>
                <a:gd name="T23" fmla="*/ 36 h 36"/>
                <a:gd name="T24" fmla="*/ 28 w 28"/>
                <a:gd name="T25" fmla="*/ 36 h 36"/>
                <a:gd name="T26" fmla="*/ 28 w 28"/>
                <a:gd name="T2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6">
                  <a:moveTo>
                    <a:pt x="28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1" name="Rectangle 10">
              <a:extLst>
                <a:ext uri="{FF2B5EF4-FFF2-40B4-BE49-F238E27FC236}">
                  <a16:creationId xmlns:a16="http://schemas.microsoft.com/office/drawing/2014/main" id="{C263CC8F-4618-42EF-B847-4ECE15955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8450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2" name="Freeform 11">
              <a:extLst>
                <a:ext uri="{FF2B5EF4-FFF2-40B4-BE49-F238E27FC236}">
                  <a16:creationId xmlns:a16="http://schemas.microsoft.com/office/drawing/2014/main" id="{1CCB991A-EDF1-49DA-9CBC-5311FEBE30CC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3850" y="2840038"/>
              <a:ext cx="68263" cy="77788"/>
            </a:xfrm>
            <a:custGeom>
              <a:avLst/>
              <a:gdLst>
                <a:gd name="T0" fmla="*/ 43 w 43"/>
                <a:gd name="T1" fmla="*/ 0 h 49"/>
                <a:gd name="T2" fmla="*/ 33 w 43"/>
                <a:gd name="T3" fmla="*/ 0 h 49"/>
                <a:gd name="T4" fmla="*/ 24 w 43"/>
                <a:gd name="T5" fmla="*/ 36 h 49"/>
                <a:gd name="T6" fmla="*/ 13 w 43"/>
                <a:gd name="T7" fmla="*/ 0 h 49"/>
                <a:gd name="T8" fmla="*/ 0 w 43"/>
                <a:gd name="T9" fmla="*/ 0 h 49"/>
                <a:gd name="T10" fmla="*/ 15 w 43"/>
                <a:gd name="T11" fmla="*/ 49 h 49"/>
                <a:gd name="T12" fmla="*/ 28 w 43"/>
                <a:gd name="T13" fmla="*/ 49 h 49"/>
                <a:gd name="T14" fmla="*/ 43 w 43"/>
                <a:gd name="T15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49">
                  <a:moveTo>
                    <a:pt x="43" y="0"/>
                  </a:moveTo>
                  <a:lnTo>
                    <a:pt x="33" y="0"/>
                  </a:lnTo>
                  <a:lnTo>
                    <a:pt x="24" y="36"/>
                  </a:lnTo>
                  <a:lnTo>
                    <a:pt x="13" y="0"/>
                  </a:lnTo>
                  <a:lnTo>
                    <a:pt x="0" y="0"/>
                  </a:lnTo>
                  <a:lnTo>
                    <a:pt x="15" y="49"/>
                  </a:lnTo>
                  <a:lnTo>
                    <a:pt x="28" y="49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3" name="Freeform 12">
              <a:extLst>
                <a:ext uri="{FF2B5EF4-FFF2-40B4-BE49-F238E27FC236}">
                  <a16:creationId xmlns:a16="http://schemas.microsoft.com/office/drawing/2014/main" id="{D5C4203F-F379-4689-8872-60DF2503C49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050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36 w 36"/>
                <a:gd name="T9" fmla="*/ 49 h 49"/>
                <a:gd name="T10" fmla="*/ 36 w 36"/>
                <a:gd name="T11" fmla="*/ 40 h 49"/>
                <a:gd name="T12" fmla="*/ 11 w 36"/>
                <a:gd name="T13" fmla="*/ 40 h 49"/>
                <a:gd name="T14" fmla="*/ 11 w 36"/>
                <a:gd name="T15" fmla="*/ 29 h 49"/>
                <a:gd name="T16" fmla="*/ 30 w 36"/>
                <a:gd name="T17" fmla="*/ 29 h 49"/>
                <a:gd name="T18" fmla="*/ 30 w 36"/>
                <a:gd name="T19" fmla="*/ 19 h 49"/>
                <a:gd name="T20" fmla="*/ 11 w 36"/>
                <a:gd name="T21" fmla="*/ 19 h 49"/>
                <a:gd name="T22" fmla="*/ 11 w 36"/>
                <a:gd name="T23" fmla="*/ 10 h 49"/>
                <a:gd name="T24" fmla="*/ 36 w 36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6" y="49"/>
                  </a:lnTo>
                  <a:lnTo>
                    <a:pt x="36" y="40"/>
                  </a:lnTo>
                  <a:lnTo>
                    <a:pt x="11" y="40"/>
                  </a:lnTo>
                  <a:lnTo>
                    <a:pt x="11" y="29"/>
                  </a:lnTo>
                  <a:lnTo>
                    <a:pt x="30" y="29"/>
                  </a:lnTo>
                  <a:lnTo>
                    <a:pt x="30" y="19"/>
                  </a:lnTo>
                  <a:lnTo>
                    <a:pt x="11" y="19"/>
                  </a:lnTo>
                  <a:lnTo>
                    <a:pt x="11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4" name="Freeform 13">
              <a:extLst>
                <a:ext uri="{FF2B5EF4-FFF2-40B4-BE49-F238E27FC236}">
                  <a16:creationId xmlns:a16="http://schemas.microsoft.com/office/drawing/2014/main" id="{D1279E4E-2BDD-429D-8B3A-98468166D1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16725" y="2840038"/>
              <a:ext cx="65088" cy="77788"/>
            </a:xfrm>
            <a:custGeom>
              <a:avLst/>
              <a:gdLst>
                <a:gd name="T0" fmla="*/ 8 w 30"/>
                <a:gd name="T1" fmla="*/ 22 h 36"/>
                <a:gd name="T2" fmla="*/ 15 w 30"/>
                <a:gd name="T3" fmla="*/ 22 h 36"/>
                <a:gd name="T4" fmla="*/ 20 w 30"/>
                <a:gd name="T5" fmla="*/ 36 h 36"/>
                <a:gd name="T6" fmla="*/ 30 w 30"/>
                <a:gd name="T7" fmla="*/ 36 h 36"/>
                <a:gd name="T8" fmla="*/ 23 w 30"/>
                <a:gd name="T9" fmla="*/ 20 h 36"/>
                <a:gd name="T10" fmla="*/ 26 w 30"/>
                <a:gd name="T11" fmla="*/ 18 h 36"/>
                <a:gd name="T12" fmla="*/ 29 w 30"/>
                <a:gd name="T13" fmla="*/ 11 h 36"/>
                <a:gd name="T14" fmla="*/ 25 w 30"/>
                <a:gd name="T15" fmla="*/ 2 h 36"/>
                <a:gd name="T16" fmla="*/ 16 w 30"/>
                <a:gd name="T17" fmla="*/ 0 h 36"/>
                <a:gd name="T18" fmla="*/ 0 w 30"/>
                <a:gd name="T19" fmla="*/ 0 h 36"/>
                <a:gd name="T20" fmla="*/ 0 w 30"/>
                <a:gd name="T21" fmla="*/ 36 h 36"/>
                <a:gd name="T22" fmla="*/ 8 w 30"/>
                <a:gd name="T23" fmla="*/ 36 h 36"/>
                <a:gd name="T24" fmla="*/ 8 w 30"/>
                <a:gd name="T25" fmla="*/ 22 h 36"/>
                <a:gd name="T26" fmla="*/ 8 w 30"/>
                <a:gd name="T27" fmla="*/ 6 h 36"/>
                <a:gd name="T28" fmla="*/ 13 w 30"/>
                <a:gd name="T29" fmla="*/ 6 h 36"/>
                <a:gd name="T30" fmla="*/ 19 w 30"/>
                <a:gd name="T31" fmla="*/ 7 h 36"/>
                <a:gd name="T32" fmla="*/ 20 w 30"/>
                <a:gd name="T33" fmla="*/ 11 h 36"/>
                <a:gd name="T34" fmla="*/ 18 w 30"/>
                <a:gd name="T35" fmla="*/ 15 h 36"/>
                <a:gd name="T36" fmla="*/ 14 w 30"/>
                <a:gd name="T37" fmla="*/ 16 h 36"/>
                <a:gd name="T38" fmla="*/ 8 w 30"/>
                <a:gd name="T39" fmla="*/ 16 h 36"/>
                <a:gd name="T40" fmla="*/ 8 w 30"/>
                <a:gd name="T4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6">
                  <a:moveTo>
                    <a:pt x="8" y="22"/>
                  </a:moveTo>
                  <a:cubicBezTo>
                    <a:pt x="15" y="22"/>
                    <a:pt x="15" y="22"/>
                    <a:pt x="15" y="2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5" y="19"/>
                    <a:pt x="25" y="19"/>
                    <a:pt x="26" y="18"/>
                  </a:cubicBezTo>
                  <a:cubicBezTo>
                    <a:pt x="28" y="16"/>
                    <a:pt x="29" y="14"/>
                    <a:pt x="29" y="11"/>
                  </a:cubicBezTo>
                  <a:cubicBezTo>
                    <a:pt x="29" y="8"/>
                    <a:pt x="28" y="4"/>
                    <a:pt x="25" y="2"/>
                  </a:cubicBezTo>
                  <a:cubicBezTo>
                    <a:pt x="23" y="1"/>
                    <a:pt x="21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8" y="36"/>
                    <a:pt x="8" y="36"/>
                    <a:pt x="8" y="36"/>
                  </a:cubicBezTo>
                  <a:lnTo>
                    <a:pt x="8" y="22"/>
                  </a:lnTo>
                  <a:close/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7" y="6"/>
                    <a:pt x="18" y="6"/>
                    <a:pt x="19" y="7"/>
                  </a:cubicBezTo>
                  <a:cubicBezTo>
                    <a:pt x="20" y="8"/>
                    <a:pt x="20" y="10"/>
                    <a:pt x="20" y="11"/>
                  </a:cubicBezTo>
                  <a:cubicBezTo>
                    <a:pt x="20" y="12"/>
                    <a:pt x="19" y="14"/>
                    <a:pt x="18" y="15"/>
                  </a:cubicBezTo>
                  <a:cubicBezTo>
                    <a:pt x="17" y="16"/>
                    <a:pt x="17" y="16"/>
                    <a:pt x="14" y="16"/>
                  </a:cubicBezTo>
                  <a:cubicBezTo>
                    <a:pt x="8" y="16"/>
                    <a:pt x="8" y="16"/>
                    <a:pt x="8" y="16"/>
                  </a:cubicBezTo>
                  <a:lnTo>
                    <a:pt x="8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5" name="Freeform 14">
              <a:extLst>
                <a:ext uri="{FF2B5EF4-FFF2-40B4-BE49-F238E27FC236}">
                  <a16:creationId xmlns:a16="http://schemas.microsoft.com/office/drawing/2014/main" id="{70DD5F17-99AA-41FD-940E-EA518141671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6575" y="2838450"/>
              <a:ext cx="65088" cy="82550"/>
            </a:xfrm>
            <a:custGeom>
              <a:avLst/>
              <a:gdLst>
                <a:gd name="T0" fmla="*/ 29 w 30"/>
                <a:gd name="T1" fmla="*/ 9 h 38"/>
                <a:gd name="T2" fmla="*/ 25 w 30"/>
                <a:gd name="T3" fmla="*/ 3 h 38"/>
                <a:gd name="T4" fmla="*/ 15 w 30"/>
                <a:gd name="T5" fmla="*/ 0 h 38"/>
                <a:gd name="T6" fmla="*/ 6 w 30"/>
                <a:gd name="T7" fmla="*/ 3 h 38"/>
                <a:gd name="T8" fmla="*/ 2 w 30"/>
                <a:gd name="T9" fmla="*/ 12 h 38"/>
                <a:gd name="T10" fmla="*/ 6 w 30"/>
                <a:gd name="T11" fmla="*/ 20 h 38"/>
                <a:gd name="T12" fmla="*/ 15 w 30"/>
                <a:gd name="T13" fmla="*/ 23 h 38"/>
                <a:gd name="T14" fmla="*/ 21 w 30"/>
                <a:gd name="T15" fmla="*/ 27 h 38"/>
                <a:gd name="T16" fmla="*/ 15 w 30"/>
                <a:gd name="T17" fmla="*/ 31 h 38"/>
                <a:gd name="T18" fmla="*/ 8 w 30"/>
                <a:gd name="T19" fmla="*/ 26 h 38"/>
                <a:gd name="T20" fmla="*/ 0 w 30"/>
                <a:gd name="T21" fmla="*/ 28 h 38"/>
                <a:gd name="T22" fmla="*/ 4 w 30"/>
                <a:gd name="T23" fmla="*/ 35 h 38"/>
                <a:gd name="T24" fmla="*/ 15 w 30"/>
                <a:gd name="T25" fmla="*/ 38 h 38"/>
                <a:gd name="T26" fmla="*/ 25 w 30"/>
                <a:gd name="T27" fmla="*/ 36 h 38"/>
                <a:gd name="T28" fmla="*/ 30 w 30"/>
                <a:gd name="T29" fmla="*/ 26 h 38"/>
                <a:gd name="T30" fmla="*/ 25 w 30"/>
                <a:gd name="T31" fmla="*/ 17 h 38"/>
                <a:gd name="T32" fmla="*/ 16 w 30"/>
                <a:gd name="T33" fmla="*/ 14 h 38"/>
                <a:gd name="T34" fmla="*/ 10 w 30"/>
                <a:gd name="T35" fmla="*/ 10 h 38"/>
                <a:gd name="T36" fmla="*/ 15 w 30"/>
                <a:gd name="T37" fmla="*/ 7 h 38"/>
                <a:gd name="T38" fmla="*/ 22 w 30"/>
                <a:gd name="T39" fmla="*/ 11 h 38"/>
                <a:gd name="T40" fmla="*/ 29 w 30"/>
                <a:gd name="T41" fmla="*/ 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8">
                  <a:moveTo>
                    <a:pt x="29" y="9"/>
                  </a:moveTo>
                  <a:cubicBezTo>
                    <a:pt x="28" y="6"/>
                    <a:pt x="27" y="5"/>
                    <a:pt x="25" y="3"/>
                  </a:cubicBezTo>
                  <a:cubicBezTo>
                    <a:pt x="22" y="1"/>
                    <a:pt x="19" y="0"/>
                    <a:pt x="15" y="0"/>
                  </a:cubicBezTo>
                  <a:cubicBezTo>
                    <a:pt x="11" y="0"/>
                    <a:pt x="8" y="1"/>
                    <a:pt x="6" y="3"/>
                  </a:cubicBezTo>
                  <a:cubicBezTo>
                    <a:pt x="3" y="6"/>
                    <a:pt x="2" y="9"/>
                    <a:pt x="2" y="12"/>
                  </a:cubicBezTo>
                  <a:cubicBezTo>
                    <a:pt x="2" y="16"/>
                    <a:pt x="4" y="19"/>
                    <a:pt x="6" y="20"/>
                  </a:cubicBezTo>
                  <a:cubicBezTo>
                    <a:pt x="8" y="21"/>
                    <a:pt x="11" y="22"/>
                    <a:pt x="15" y="23"/>
                  </a:cubicBezTo>
                  <a:cubicBezTo>
                    <a:pt x="20" y="24"/>
                    <a:pt x="21" y="25"/>
                    <a:pt x="21" y="27"/>
                  </a:cubicBezTo>
                  <a:cubicBezTo>
                    <a:pt x="21" y="30"/>
                    <a:pt x="19" y="31"/>
                    <a:pt x="15" y="31"/>
                  </a:cubicBezTo>
                  <a:cubicBezTo>
                    <a:pt x="11" y="31"/>
                    <a:pt x="9" y="30"/>
                    <a:pt x="8" y="2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31"/>
                    <a:pt x="2" y="33"/>
                    <a:pt x="4" y="35"/>
                  </a:cubicBezTo>
                  <a:cubicBezTo>
                    <a:pt x="7" y="37"/>
                    <a:pt x="11" y="38"/>
                    <a:pt x="15" y="38"/>
                  </a:cubicBezTo>
                  <a:cubicBezTo>
                    <a:pt x="19" y="38"/>
                    <a:pt x="22" y="37"/>
                    <a:pt x="25" y="36"/>
                  </a:cubicBezTo>
                  <a:cubicBezTo>
                    <a:pt x="28" y="33"/>
                    <a:pt x="30" y="30"/>
                    <a:pt x="30" y="26"/>
                  </a:cubicBezTo>
                  <a:cubicBezTo>
                    <a:pt x="30" y="22"/>
                    <a:pt x="28" y="19"/>
                    <a:pt x="25" y="17"/>
                  </a:cubicBezTo>
                  <a:cubicBezTo>
                    <a:pt x="24" y="16"/>
                    <a:pt x="21" y="15"/>
                    <a:pt x="16" y="14"/>
                  </a:cubicBezTo>
                  <a:cubicBezTo>
                    <a:pt x="12" y="13"/>
                    <a:pt x="10" y="12"/>
                    <a:pt x="10" y="10"/>
                  </a:cubicBezTo>
                  <a:cubicBezTo>
                    <a:pt x="10" y="8"/>
                    <a:pt x="12" y="7"/>
                    <a:pt x="15" y="7"/>
                  </a:cubicBezTo>
                  <a:cubicBezTo>
                    <a:pt x="19" y="7"/>
                    <a:pt x="20" y="8"/>
                    <a:pt x="22" y="11"/>
                  </a:cubicBezTo>
                  <a:lnTo>
                    <a:pt x="2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6" name="Rectangle 15">
              <a:extLst>
                <a:ext uri="{FF2B5EF4-FFF2-40B4-BE49-F238E27FC236}">
                  <a16:creationId xmlns:a16="http://schemas.microsoft.com/office/drawing/2014/main" id="{44532E74-7E02-4964-92F2-59E98D23CD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4363" y="2840038"/>
              <a:ext cx="17463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7" name="Freeform 16">
              <a:extLst>
                <a:ext uri="{FF2B5EF4-FFF2-40B4-BE49-F238E27FC236}">
                  <a16:creationId xmlns:a16="http://schemas.microsoft.com/office/drawing/2014/main" id="{EE37844D-B2A6-4955-8612-5EB4320724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97700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8" name="Freeform 17">
              <a:extLst>
                <a:ext uri="{FF2B5EF4-FFF2-40B4-BE49-F238E27FC236}">
                  <a16:creationId xmlns:a16="http://schemas.microsoft.com/office/drawing/2014/main" id="{C168CECB-6293-4E47-9940-6DED29A3EB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5963" y="2840038"/>
              <a:ext cx="71438" cy="77788"/>
            </a:xfrm>
            <a:custGeom>
              <a:avLst/>
              <a:gdLst>
                <a:gd name="T0" fmla="*/ 30 w 45"/>
                <a:gd name="T1" fmla="*/ 0 h 49"/>
                <a:gd name="T2" fmla="*/ 17 w 45"/>
                <a:gd name="T3" fmla="*/ 0 h 49"/>
                <a:gd name="T4" fmla="*/ 0 w 45"/>
                <a:gd name="T5" fmla="*/ 49 h 49"/>
                <a:gd name="T6" fmla="*/ 11 w 45"/>
                <a:gd name="T7" fmla="*/ 49 h 49"/>
                <a:gd name="T8" fmla="*/ 14 w 45"/>
                <a:gd name="T9" fmla="*/ 40 h 49"/>
                <a:gd name="T10" fmla="*/ 30 w 45"/>
                <a:gd name="T11" fmla="*/ 40 h 49"/>
                <a:gd name="T12" fmla="*/ 33 w 45"/>
                <a:gd name="T13" fmla="*/ 49 h 49"/>
                <a:gd name="T14" fmla="*/ 45 w 45"/>
                <a:gd name="T15" fmla="*/ 49 h 49"/>
                <a:gd name="T16" fmla="*/ 30 w 45"/>
                <a:gd name="T17" fmla="*/ 0 h 49"/>
                <a:gd name="T18" fmla="*/ 17 w 45"/>
                <a:gd name="T19" fmla="*/ 30 h 49"/>
                <a:gd name="T20" fmla="*/ 22 w 45"/>
                <a:gd name="T21" fmla="*/ 12 h 49"/>
                <a:gd name="T22" fmla="*/ 28 w 45"/>
                <a:gd name="T23" fmla="*/ 30 h 49"/>
                <a:gd name="T24" fmla="*/ 17 w 45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" h="49">
                  <a:moveTo>
                    <a:pt x="30" y="0"/>
                  </a:moveTo>
                  <a:lnTo>
                    <a:pt x="17" y="0"/>
                  </a:lnTo>
                  <a:lnTo>
                    <a:pt x="0" y="49"/>
                  </a:lnTo>
                  <a:lnTo>
                    <a:pt x="11" y="49"/>
                  </a:lnTo>
                  <a:lnTo>
                    <a:pt x="14" y="40"/>
                  </a:lnTo>
                  <a:lnTo>
                    <a:pt x="30" y="40"/>
                  </a:lnTo>
                  <a:lnTo>
                    <a:pt x="33" y="49"/>
                  </a:lnTo>
                  <a:lnTo>
                    <a:pt x="45" y="49"/>
                  </a:lnTo>
                  <a:lnTo>
                    <a:pt x="30" y="0"/>
                  </a:lnTo>
                  <a:close/>
                  <a:moveTo>
                    <a:pt x="17" y="30"/>
                  </a:moveTo>
                  <a:lnTo>
                    <a:pt x="22" y="12"/>
                  </a:lnTo>
                  <a:lnTo>
                    <a:pt x="28" y="30"/>
                  </a:lnTo>
                  <a:lnTo>
                    <a:pt x="17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9" name="Freeform 18">
              <a:extLst>
                <a:ext uri="{FF2B5EF4-FFF2-40B4-BE49-F238E27FC236}">
                  <a16:creationId xmlns:a16="http://schemas.microsoft.com/office/drawing/2014/main" id="{ECBE2764-684D-4C75-A9BF-FA752BD3BA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469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5 w 30"/>
                <a:gd name="T7" fmla="*/ 31 h 36"/>
                <a:gd name="T8" fmla="*/ 30 w 30"/>
                <a:gd name="T9" fmla="*/ 18 h 36"/>
                <a:gd name="T10" fmla="*/ 25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8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8 w 30"/>
                <a:gd name="T25" fmla="*/ 27 h 36"/>
                <a:gd name="T26" fmla="*/ 12 w 30"/>
                <a:gd name="T27" fmla="*/ 30 h 36"/>
                <a:gd name="T28" fmla="*/ 8 w 30"/>
                <a:gd name="T29" fmla="*/ 30 h 36"/>
                <a:gd name="T30" fmla="*/ 8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2" y="35"/>
                    <a:pt x="25" y="31"/>
                  </a:cubicBezTo>
                  <a:cubicBezTo>
                    <a:pt x="28" y="28"/>
                    <a:pt x="30" y="23"/>
                    <a:pt x="30" y="18"/>
                  </a:cubicBezTo>
                  <a:cubicBezTo>
                    <a:pt x="30" y="13"/>
                    <a:pt x="28" y="8"/>
                    <a:pt x="25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8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8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8" y="30"/>
                    <a:pt x="8" y="30"/>
                    <a:pt x="8" y="30"/>
                  </a:cubicBezTo>
                  <a:lnTo>
                    <a:pt x="8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0" name="Freeform 19">
              <a:extLst>
                <a:ext uri="{FF2B5EF4-FFF2-40B4-BE49-F238E27FC236}">
                  <a16:creationId xmlns:a16="http://schemas.microsoft.com/office/drawing/2014/main" id="{C51A37E4-7B2E-4C8C-AB54-6562A4C10B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46938" y="2840038"/>
              <a:ext cx="68263" cy="77788"/>
            </a:xfrm>
            <a:custGeom>
              <a:avLst/>
              <a:gdLst>
                <a:gd name="T0" fmla="*/ 28 w 43"/>
                <a:gd name="T1" fmla="*/ 0 h 49"/>
                <a:gd name="T2" fmla="*/ 15 w 43"/>
                <a:gd name="T3" fmla="*/ 0 h 49"/>
                <a:gd name="T4" fmla="*/ 0 w 43"/>
                <a:gd name="T5" fmla="*/ 49 h 49"/>
                <a:gd name="T6" fmla="*/ 9 w 43"/>
                <a:gd name="T7" fmla="*/ 49 h 49"/>
                <a:gd name="T8" fmla="*/ 12 w 43"/>
                <a:gd name="T9" fmla="*/ 40 h 49"/>
                <a:gd name="T10" fmla="*/ 28 w 43"/>
                <a:gd name="T11" fmla="*/ 40 h 49"/>
                <a:gd name="T12" fmla="*/ 31 w 43"/>
                <a:gd name="T13" fmla="*/ 49 h 49"/>
                <a:gd name="T14" fmla="*/ 43 w 43"/>
                <a:gd name="T15" fmla="*/ 49 h 49"/>
                <a:gd name="T16" fmla="*/ 28 w 43"/>
                <a:gd name="T17" fmla="*/ 0 h 49"/>
                <a:gd name="T18" fmla="*/ 15 w 43"/>
                <a:gd name="T19" fmla="*/ 30 h 49"/>
                <a:gd name="T20" fmla="*/ 20 w 43"/>
                <a:gd name="T21" fmla="*/ 12 h 49"/>
                <a:gd name="T22" fmla="*/ 25 w 43"/>
                <a:gd name="T23" fmla="*/ 30 h 49"/>
                <a:gd name="T24" fmla="*/ 15 w 43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49">
                  <a:moveTo>
                    <a:pt x="28" y="0"/>
                  </a:moveTo>
                  <a:lnTo>
                    <a:pt x="15" y="0"/>
                  </a:lnTo>
                  <a:lnTo>
                    <a:pt x="0" y="49"/>
                  </a:lnTo>
                  <a:lnTo>
                    <a:pt x="9" y="49"/>
                  </a:lnTo>
                  <a:lnTo>
                    <a:pt x="12" y="40"/>
                  </a:lnTo>
                  <a:lnTo>
                    <a:pt x="28" y="40"/>
                  </a:lnTo>
                  <a:lnTo>
                    <a:pt x="31" y="49"/>
                  </a:lnTo>
                  <a:lnTo>
                    <a:pt x="43" y="49"/>
                  </a:lnTo>
                  <a:lnTo>
                    <a:pt x="28" y="0"/>
                  </a:lnTo>
                  <a:close/>
                  <a:moveTo>
                    <a:pt x="15" y="30"/>
                  </a:moveTo>
                  <a:lnTo>
                    <a:pt x="20" y="12"/>
                  </a:lnTo>
                  <a:lnTo>
                    <a:pt x="25" y="30"/>
                  </a:lnTo>
                  <a:lnTo>
                    <a:pt x="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1" name="Freeform 20">
              <a:extLst>
                <a:ext uri="{FF2B5EF4-FFF2-40B4-BE49-F238E27FC236}">
                  <a16:creationId xmlns:a16="http://schemas.microsoft.com/office/drawing/2014/main" id="{18A1BF2C-7C38-4593-8834-B70BBC1A5F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47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2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2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9" y="0"/>
                    <a:pt x="12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1" y="12"/>
                    <a:pt x="22" y="15"/>
                    <a:pt x="22" y="18"/>
                  </a:cubicBezTo>
                  <a:cubicBezTo>
                    <a:pt x="22" y="21"/>
                    <a:pt x="21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2" name="Freeform 21">
              <a:extLst>
                <a:ext uri="{FF2B5EF4-FFF2-40B4-BE49-F238E27FC236}">
                  <a16:creationId xmlns:a16="http://schemas.microsoft.com/office/drawing/2014/main" id="{1B598A72-D03E-4D5B-ADF9-3A0CD5571F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7750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6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6 w 31"/>
                <a:gd name="T25" fmla="*/ 31 h 38"/>
                <a:gd name="T26" fmla="*/ 9 w 31"/>
                <a:gd name="T27" fmla="*/ 19 h 38"/>
                <a:gd name="T28" fmla="*/ 16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2" y="9"/>
                    <a:pt x="0" y="14"/>
                    <a:pt x="0" y="19"/>
                  </a:cubicBezTo>
                  <a:cubicBezTo>
                    <a:pt x="0" y="24"/>
                    <a:pt x="2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5" y="36"/>
                    <a:pt x="27" y="33"/>
                  </a:cubicBezTo>
                  <a:cubicBezTo>
                    <a:pt x="30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5" y="2"/>
                    <a:pt x="21" y="0"/>
                    <a:pt x="16" y="0"/>
                  </a:cubicBezTo>
                  <a:moveTo>
                    <a:pt x="16" y="7"/>
                  </a:moveTo>
                  <a:cubicBezTo>
                    <a:pt x="18" y="7"/>
                    <a:pt x="20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6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6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3" name="Freeform 22">
              <a:extLst>
                <a:ext uri="{FF2B5EF4-FFF2-40B4-BE49-F238E27FC236}">
                  <a16:creationId xmlns:a16="http://schemas.microsoft.com/office/drawing/2014/main" id="{AE268EC0-351E-481F-AE06-1CCF71E04CA9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8713" y="2840038"/>
              <a:ext cx="49213" cy="77788"/>
            </a:xfrm>
            <a:custGeom>
              <a:avLst/>
              <a:gdLst>
                <a:gd name="T0" fmla="*/ 10 w 31"/>
                <a:gd name="T1" fmla="*/ 40 h 49"/>
                <a:gd name="T2" fmla="*/ 10 w 31"/>
                <a:gd name="T3" fmla="*/ 0 h 49"/>
                <a:gd name="T4" fmla="*/ 0 w 31"/>
                <a:gd name="T5" fmla="*/ 0 h 49"/>
                <a:gd name="T6" fmla="*/ 0 w 31"/>
                <a:gd name="T7" fmla="*/ 49 h 49"/>
                <a:gd name="T8" fmla="*/ 31 w 31"/>
                <a:gd name="T9" fmla="*/ 49 h 49"/>
                <a:gd name="T10" fmla="*/ 31 w 31"/>
                <a:gd name="T11" fmla="*/ 40 h 49"/>
                <a:gd name="T12" fmla="*/ 10 w 31"/>
                <a:gd name="T13" fmla="*/ 4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49">
                  <a:moveTo>
                    <a:pt x="10" y="40"/>
                  </a:moveTo>
                  <a:lnTo>
                    <a:pt x="10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1" y="49"/>
                  </a:lnTo>
                  <a:lnTo>
                    <a:pt x="31" y="40"/>
                  </a:lnTo>
                  <a:lnTo>
                    <a:pt x="1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4" name="Freeform 23">
              <a:extLst>
                <a:ext uri="{FF2B5EF4-FFF2-40B4-BE49-F238E27FC236}">
                  <a16:creationId xmlns:a16="http://schemas.microsoft.com/office/drawing/2014/main" id="{9A4A82FF-9A69-43F0-99D1-97B5B755A47F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5863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13 w 36"/>
                <a:gd name="T9" fmla="*/ 49 h 49"/>
                <a:gd name="T10" fmla="*/ 13 w 36"/>
                <a:gd name="T11" fmla="*/ 30 h 49"/>
                <a:gd name="T12" fmla="*/ 32 w 36"/>
                <a:gd name="T13" fmla="*/ 30 h 49"/>
                <a:gd name="T14" fmla="*/ 32 w 36"/>
                <a:gd name="T15" fmla="*/ 21 h 49"/>
                <a:gd name="T16" fmla="*/ 13 w 36"/>
                <a:gd name="T17" fmla="*/ 21 h 49"/>
                <a:gd name="T18" fmla="*/ 13 w 36"/>
                <a:gd name="T19" fmla="*/ 10 h 49"/>
                <a:gd name="T20" fmla="*/ 36 w 36"/>
                <a:gd name="T21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13" y="49"/>
                  </a:lnTo>
                  <a:lnTo>
                    <a:pt x="13" y="30"/>
                  </a:lnTo>
                  <a:lnTo>
                    <a:pt x="32" y="30"/>
                  </a:lnTo>
                  <a:lnTo>
                    <a:pt x="32" y="21"/>
                  </a:lnTo>
                  <a:lnTo>
                    <a:pt x="13" y="21"/>
                  </a:lnTo>
                  <a:lnTo>
                    <a:pt x="13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5" name="Freeform 24">
              <a:extLst>
                <a:ext uri="{FF2B5EF4-FFF2-40B4-BE49-F238E27FC236}">
                  <a16:creationId xmlns:a16="http://schemas.microsoft.com/office/drawing/2014/main" id="{4FBC13B9-719F-4763-972A-9F5937285E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5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5 w 31"/>
                <a:gd name="T25" fmla="*/ 31 h 38"/>
                <a:gd name="T26" fmla="*/ 9 w 31"/>
                <a:gd name="T27" fmla="*/ 19 h 38"/>
                <a:gd name="T28" fmla="*/ 15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1" y="9"/>
                    <a:pt x="0" y="14"/>
                    <a:pt x="0" y="19"/>
                  </a:cubicBezTo>
                  <a:cubicBezTo>
                    <a:pt x="0" y="24"/>
                    <a:pt x="1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4" y="36"/>
                    <a:pt x="27" y="33"/>
                  </a:cubicBezTo>
                  <a:cubicBezTo>
                    <a:pt x="29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4" y="2"/>
                    <a:pt x="20" y="0"/>
                    <a:pt x="16" y="0"/>
                  </a:cubicBezTo>
                  <a:moveTo>
                    <a:pt x="15" y="7"/>
                  </a:moveTo>
                  <a:cubicBezTo>
                    <a:pt x="18" y="7"/>
                    <a:pt x="19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5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5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6" name="Rectangle 25">
              <a:extLst>
                <a:ext uri="{FF2B5EF4-FFF2-40B4-BE49-F238E27FC236}">
                  <a16:creationId xmlns:a16="http://schemas.microsoft.com/office/drawing/2014/main" id="{2B0A03E1-C666-4175-A941-D3648FB79D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7313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7" name="Freeform 26">
              <a:extLst>
                <a:ext uri="{FF2B5EF4-FFF2-40B4-BE49-F238E27FC236}">
                  <a16:creationId xmlns:a16="http://schemas.microsoft.com/office/drawing/2014/main" id="{2EFA2493-D022-4827-92A0-7FF384224B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42238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7 w 30"/>
                <a:gd name="T5" fmla="*/ 36 h 36"/>
                <a:gd name="T6" fmla="*/ 27 w 30"/>
                <a:gd name="T7" fmla="*/ 34 h 36"/>
                <a:gd name="T8" fmla="*/ 30 w 30"/>
                <a:gd name="T9" fmla="*/ 26 h 36"/>
                <a:gd name="T10" fmla="*/ 27 w 30"/>
                <a:gd name="T11" fmla="*/ 20 h 36"/>
                <a:gd name="T12" fmla="*/ 23 w 30"/>
                <a:gd name="T13" fmla="*/ 17 h 36"/>
                <a:gd name="T14" fmla="*/ 29 w 30"/>
                <a:gd name="T15" fmla="*/ 9 h 36"/>
                <a:gd name="T16" fmla="*/ 26 w 30"/>
                <a:gd name="T17" fmla="*/ 2 h 36"/>
                <a:gd name="T18" fmla="*/ 17 w 30"/>
                <a:gd name="T19" fmla="*/ 0 h 36"/>
                <a:gd name="T20" fmla="*/ 0 w 30"/>
                <a:gd name="T21" fmla="*/ 0 h 36"/>
                <a:gd name="T22" fmla="*/ 9 w 30"/>
                <a:gd name="T23" fmla="*/ 6 h 36"/>
                <a:gd name="T24" fmla="*/ 14 w 30"/>
                <a:gd name="T25" fmla="*/ 6 h 36"/>
                <a:gd name="T26" fmla="*/ 19 w 30"/>
                <a:gd name="T27" fmla="*/ 7 h 36"/>
                <a:gd name="T28" fmla="*/ 20 w 30"/>
                <a:gd name="T29" fmla="*/ 10 h 36"/>
                <a:gd name="T30" fmla="*/ 19 w 30"/>
                <a:gd name="T31" fmla="*/ 13 h 36"/>
                <a:gd name="T32" fmla="*/ 15 w 30"/>
                <a:gd name="T33" fmla="*/ 14 h 36"/>
                <a:gd name="T34" fmla="*/ 9 w 30"/>
                <a:gd name="T35" fmla="*/ 14 h 36"/>
                <a:gd name="T36" fmla="*/ 9 w 30"/>
                <a:gd name="T37" fmla="*/ 6 h 36"/>
                <a:gd name="T38" fmla="*/ 9 w 30"/>
                <a:gd name="T39" fmla="*/ 21 h 36"/>
                <a:gd name="T40" fmla="*/ 16 w 30"/>
                <a:gd name="T41" fmla="*/ 21 h 36"/>
                <a:gd name="T42" fmla="*/ 21 w 30"/>
                <a:gd name="T43" fmla="*/ 25 h 36"/>
                <a:gd name="T44" fmla="*/ 19 w 30"/>
                <a:gd name="T45" fmla="*/ 29 h 36"/>
                <a:gd name="T46" fmla="*/ 15 w 30"/>
                <a:gd name="T47" fmla="*/ 30 h 36"/>
                <a:gd name="T48" fmla="*/ 9 w 30"/>
                <a:gd name="T49" fmla="*/ 30 h 36"/>
                <a:gd name="T50" fmla="*/ 9 w 30"/>
                <a:gd name="T51" fmla="*/ 2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22" y="36"/>
                    <a:pt x="25" y="36"/>
                    <a:pt x="27" y="34"/>
                  </a:cubicBezTo>
                  <a:cubicBezTo>
                    <a:pt x="29" y="32"/>
                    <a:pt x="30" y="29"/>
                    <a:pt x="30" y="26"/>
                  </a:cubicBezTo>
                  <a:cubicBezTo>
                    <a:pt x="30" y="24"/>
                    <a:pt x="29" y="21"/>
                    <a:pt x="27" y="20"/>
                  </a:cubicBezTo>
                  <a:cubicBezTo>
                    <a:pt x="26" y="18"/>
                    <a:pt x="25" y="18"/>
                    <a:pt x="23" y="17"/>
                  </a:cubicBezTo>
                  <a:cubicBezTo>
                    <a:pt x="27" y="16"/>
                    <a:pt x="29" y="13"/>
                    <a:pt x="29" y="9"/>
                  </a:cubicBezTo>
                  <a:cubicBezTo>
                    <a:pt x="29" y="6"/>
                    <a:pt x="28" y="4"/>
                    <a:pt x="26" y="2"/>
                  </a:cubicBezTo>
                  <a:cubicBezTo>
                    <a:pt x="24" y="0"/>
                    <a:pt x="21" y="0"/>
                    <a:pt x="17" y="0"/>
                  </a:cubicBezTo>
                  <a:lnTo>
                    <a:pt x="0" y="0"/>
                  </a:lnTo>
                  <a:close/>
                  <a:moveTo>
                    <a:pt x="9" y="6"/>
                  </a:moveTo>
                  <a:cubicBezTo>
                    <a:pt x="14" y="6"/>
                    <a:pt x="14" y="6"/>
                    <a:pt x="14" y="6"/>
                  </a:cubicBezTo>
                  <a:cubicBezTo>
                    <a:pt x="18" y="6"/>
                    <a:pt x="18" y="6"/>
                    <a:pt x="19" y="7"/>
                  </a:cubicBezTo>
                  <a:cubicBezTo>
                    <a:pt x="20" y="8"/>
                    <a:pt x="20" y="9"/>
                    <a:pt x="20" y="10"/>
                  </a:cubicBezTo>
                  <a:cubicBezTo>
                    <a:pt x="20" y="12"/>
                    <a:pt x="20" y="13"/>
                    <a:pt x="19" y="13"/>
                  </a:cubicBezTo>
                  <a:cubicBezTo>
                    <a:pt x="18" y="14"/>
                    <a:pt x="17" y="14"/>
                    <a:pt x="15" y="14"/>
                  </a:cubicBezTo>
                  <a:cubicBezTo>
                    <a:pt x="9" y="14"/>
                    <a:pt x="9" y="14"/>
                    <a:pt x="9" y="14"/>
                  </a:cubicBezTo>
                  <a:lnTo>
                    <a:pt x="9" y="6"/>
                  </a:lnTo>
                  <a:close/>
                  <a:moveTo>
                    <a:pt x="9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9" y="21"/>
                    <a:pt x="21" y="22"/>
                    <a:pt x="21" y="25"/>
                  </a:cubicBezTo>
                  <a:cubicBezTo>
                    <a:pt x="21" y="27"/>
                    <a:pt x="20" y="28"/>
                    <a:pt x="19" y="29"/>
                  </a:cubicBezTo>
                  <a:cubicBezTo>
                    <a:pt x="18" y="29"/>
                    <a:pt x="17" y="30"/>
                    <a:pt x="15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8" name="Freeform 27">
              <a:extLst>
                <a:ext uri="{FF2B5EF4-FFF2-40B4-BE49-F238E27FC236}">
                  <a16:creationId xmlns:a16="http://schemas.microsoft.com/office/drawing/2014/main" id="{7772AC13-9691-43FB-BB0D-D5B3FFC9F1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12088" y="2814638"/>
              <a:ext cx="71438" cy="103188"/>
            </a:xfrm>
            <a:custGeom>
              <a:avLst/>
              <a:gdLst>
                <a:gd name="T0" fmla="*/ 30 w 45"/>
                <a:gd name="T1" fmla="*/ 16 h 65"/>
                <a:gd name="T2" fmla="*/ 16 w 45"/>
                <a:gd name="T3" fmla="*/ 16 h 65"/>
                <a:gd name="T4" fmla="*/ 0 w 45"/>
                <a:gd name="T5" fmla="*/ 65 h 65"/>
                <a:gd name="T6" fmla="*/ 9 w 45"/>
                <a:gd name="T7" fmla="*/ 65 h 65"/>
                <a:gd name="T8" fmla="*/ 13 w 45"/>
                <a:gd name="T9" fmla="*/ 56 h 65"/>
                <a:gd name="T10" fmla="*/ 30 w 45"/>
                <a:gd name="T11" fmla="*/ 56 h 65"/>
                <a:gd name="T12" fmla="*/ 32 w 45"/>
                <a:gd name="T13" fmla="*/ 65 h 65"/>
                <a:gd name="T14" fmla="*/ 45 w 45"/>
                <a:gd name="T15" fmla="*/ 65 h 65"/>
                <a:gd name="T16" fmla="*/ 30 w 45"/>
                <a:gd name="T17" fmla="*/ 16 h 65"/>
                <a:gd name="T18" fmla="*/ 16 w 45"/>
                <a:gd name="T19" fmla="*/ 46 h 65"/>
                <a:gd name="T20" fmla="*/ 21 w 45"/>
                <a:gd name="T21" fmla="*/ 28 h 65"/>
                <a:gd name="T22" fmla="*/ 27 w 45"/>
                <a:gd name="T23" fmla="*/ 46 h 65"/>
                <a:gd name="T24" fmla="*/ 16 w 45"/>
                <a:gd name="T25" fmla="*/ 46 h 65"/>
                <a:gd name="T26" fmla="*/ 32 w 45"/>
                <a:gd name="T27" fmla="*/ 0 h 65"/>
                <a:gd name="T28" fmla="*/ 16 w 45"/>
                <a:gd name="T29" fmla="*/ 8 h 65"/>
                <a:gd name="T30" fmla="*/ 19 w 45"/>
                <a:gd name="T31" fmla="*/ 12 h 65"/>
                <a:gd name="T32" fmla="*/ 35 w 45"/>
                <a:gd name="T33" fmla="*/ 7 h 65"/>
                <a:gd name="T34" fmla="*/ 32 w 45"/>
                <a:gd name="T3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5" h="65">
                  <a:moveTo>
                    <a:pt x="30" y="16"/>
                  </a:moveTo>
                  <a:lnTo>
                    <a:pt x="16" y="16"/>
                  </a:lnTo>
                  <a:lnTo>
                    <a:pt x="0" y="65"/>
                  </a:lnTo>
                  <a:lnTo>
                    <a:pt x="9" y="65"/>
                  </a:lnTo>
                  <a:lnTo>
                    <a:pt x="13" y="56"/>
                  </a:lnTo>
                  <a:lnTo>
                    <a:pt x="30" y="56"/>
                  </a:lnTo>
                  <a:lnTo>
                    <a:pt x="32" y="65"/>
                  </a:lnTo>
                  <a:lnTo>
                    <a:pt x="45" y="65"/>
                  </a:lnTo>
                  <a:lnTo>
                    <a:pt x="30" y="16"/>
                  </a:lnTo>
                  <a:close/>
                  <a:moveTo>
                    <a:pt x="16" y="46"/>
                  </a:moveTo>
                  <a:lnTo>
                    <a:pt x="21" y="28"/>
                  </a:lnTo>
                  <a:lnTo>
                    <a:pt x="27" y="46"/>
                  </a:lnTo>
                  <a:lnTo>
                    <a:pt x="16" y="46"/>
                  </a:lnTo>
                  <a:close/>
                  <a:moveTo>
                    <a:pt x="32" y="0"/>
                  </a:moveTo>
                  <a:lnTo>
                    <a:pt x="16" y="8"/>
                  </a:lnTo>
                  <a:lnTo>
                    <a:pt x="19" y="12"/>
                  </a:lnTo>
                  <a:lnTo>
                    <a:pt x="35" y="7"/>
                  </a:lnTo>
                  <a:lnTo>
                    <a:pt x="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9" name="Freeform 28">
              <a:extLst>
                <a:ext uri="{FF2B5EF4-FFF2-40B4-BE49-F238E27FC236}">
                  <a16:creationId xmlns:a16="http://schemas.microsoft.com/office/drawing/2014/main" id="{A3D97595-A9BE-40A0-92E1-AAFD30F43D7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91463" y="2816225"/>
              <a:ext cx="60325" cy="101600"/>
            </a:xfrm>
            <a:custGeom>
              <a:avLst/>
              <a:gdLst>
                <a:gd name="T0" fmla="*/ 28 w 28"/>
                <a:gd name="T1" fmla="*/ 11 h 47"/>
                <a:gd name="T2" fmla="*/ 21 w 28"/>
                <a:gd name="T3" fmla="*/ 11 h 47"/>
                <a:gd name="T4" fmla="*/ 21 w 28"/>
                <a:gd name="T5" fmla="*/ 30 h 47"/>
                <a:gd name="T6" fmla="*/ 22 w 28"/>
                <a:gd name="T7" fmla="*/ 32 h 47"/>
                <a:gd name="T8" fmla="*/ 9 w 28"/>
                <a:gd name="T9" fmla="*/ 11 h 47"/>
                <a:gd name="T10" fmla="*/ 0 w 28"/>
                <a:gd name="T11" fmla="*/ 11 h 47"/>
                <a:gd name="T12" fmla="*/ 0 w 28"/>
                <a:gd name="T13" fmla="*/ 47 h 47"/>
                <a:gd name="T14" fmla="*/ 7 w 28"/>
                <a:gd name="T15" fmla="*/ 47 h 47"/>
                <a:gd name="T16" fmla="*/ 7 w 28"/>
                <a:gd name="T17" fmla="*/ 26 h 47"/>
                <a:gd name="T18" fmla="*/ 6 w 28"/>
                <a:gd name="T19" fmla="*/ 24 h 47"/>
                <a:gd name="T20" fmla="*/ 6 w 28"/>
                <a:gd name="T21" fmla="*/ 23 h 47"/>
                <a:gd name="T22" fmla="*/ 21 w 28"/>
                <a:gd name="T23" fmla="*/ 47 h 47"/>
                <a:gd name="T24" fmla="*/ 28 w 28"/>
                <a:gd name="T25" fmla="*/ 47 h 47"/>
                <a:gd name="T26" fmla="*/ 28 w 28"/>
                <a:gd name="T27" fmla="*/ 11 h 47"/>
                <a:gd name="T28" fmla="*/ 22 w 28"/>
                <a:gd name="T29" fmla="*/ 0 h 47"/>
                <a:gd name="T30" fmla="*/ 18 w 28"/>
                <a:gd name="T31" fmla="*/ 3 h 47"/>
                <a:gd name="T32" fmla="*/ 15 w 28"/>
                <a:gd name="T33" fmla="*/ 2 h 47"/>
                <a:gd name="T34" fmla="*/ 11 w 28"/>
                <a:gd name="T35" fmla="*/ 1 h 47"/>
                <a:gd name="T36" fmla="*/ 5 w 28"/>
                <a:gd name="T37" fmla="*/ 4 h 47"/>
                <a:gd name="T38" fmla="*/ 7 w 28"/>
                <a:gd name="T39" fmla="*/ 7 h 47"/>
                <a:gd name="T40" fmla="*/ 11 w 28"/>
                <a:gd name="T41" fmla="*/ 5 h 47"/>
                <a:gd name="T42" fmla="*/ 13 w 28"/>
                <a:gd name="T43" fmla="*/ 5 h 47"/>
                <a:gd name="T44" fmla="*/ 18 w 28"/>
                <a:gd name="T45" fmla="*/ 7 h 47"/>
                <a:gd name="T46" fmla="*/ 24 w 28"/>
                <a:gd name="T47" fmla="*/ 3 h 47"/>
                <a:gd name="T48" fmla="*/ 22 w 28"/>
                <a:gd name="T49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47">
                  <a:moveTo>
                    <a:pt x="28" y="11"/>
                  </a:moveTo>
                  <a:cubicBezTo>
                    <a:pt x="21" y="11"/>
                    <a:pt x="21" y="11"/>
                    <a:pt x="21" y="1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1"/>
                    <a:pt x="21" y="31"/>
                    <a:pt x="22" y="3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8" y="47"/>
                    <a:pt x="28" y="47"/>
                    <a:pt x="28" y="47"/>
                  </a:cubicBezTo>
                  <a:lnTo>
                    <a:pt x="28" y="11"/>
                  </a:lnTo>
                  <a:close/>
                  <a:moveTo>
                    <a:pt x="22" y="0"/>
                  </a:moveTo>
                  <a:cubicBezTo>
                    <a:pt x="21" y="2"/>
                    <a:pt x="19" y="3"/>
                    <a:pt x="18" y="3"/>
                  </a:cubicBezTo>
                  <a:cubicBezTo>
                    <a:pt x="17" y="3"/>
                    <a:pt x="16" y="2"/>
                    <a:pt x="15" y="2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9" y="1"/>
                    <a:pt x="7" y="2"/>
                    <a:pt x="5" y="4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9" y="5"/>
                    <a:pt x="10" y="5"/>
                    <a:pt x="11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6" y="7"/>
                    <a:pt x="16" y="7"/>
                    <a:pt x="18" y="7"/>
                  </a:cubicBezTo>
                  <a:cubicBezTo>
                    <a:pt x="20" y="7"/>
                    <a:pt x="22" y="6"/>
                    <a:pt x="24" y="3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0" name="Freeform 29">
              <a:extLst>
                <a:ext uri="{FF2B5EF4-FFF2-40B4-BE49-F238E27FC236}">
                  <a16:creationId xmlns:a16="http://schemas.microsoft.com/office/drawing/2014/main" id="{7FE7A090-7BF6-4244-8DC2-CAE1C84A10B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7663" y="2840038"/>
              <a:ext cx="55563" cy="77788"/>
            </a:xfrm>
            <a:custGeom>
              <a:avLst/>
              <a:gdLst>
                <a:gd name="T0" fmla="*/ 35 w 35"/>
                <a:gd name="T1" fmla="*/ 10 h 49"/>
                <a:gd name="T2" fmla="*/ 35 w 35"/>
                <a:gd name="T3" fmla="*/ 0 h 49"/>
                <a:gd name="T4" fmla="*/ 0 w 35"/>
                <a:gd name="T5" fmla="*/ 0 h 49"/>
                <a:gd name="T6" fmla="*/ 0 w 35"/>
                <a:gd name="T7" fmla="*/ 49 h 49"/>
                <a:gd name="T8" fmla="*/ 35 w 35"/>
                <a:gd name="T9" fmla="*/ 49 h 49"/>
                <a:gd name="T10" fmla="*/ 35 w 35"/>
                <a:gd name="T11" fmla="*/ 40 h 49"/>
                <a:gd name="T12" fmla="*/ 12 w 35"/>
                <a:gd name="T13" fmla="*/ 40 h 49"/>
                <a:gd name="T14" fmla="*/ 12 w 35"/>
                <a:gd name="T15" fmla="*/ 29 h 49"/>
                <a:gd name="T16" fmla="*/ 31 w 35"/>
                <a:gd name="T17" fmla="*/ 29 h 49"/>
                <a:gd name="T18" fmla="*/ 31 w 35"/>
                <a:gd name="T19" fmla="*/ 19 h 49"/>
                <a:gd name="T20" fmla="*/ 12 w 35"/>
                <a:gd name="T21" fmla="*/ 19 h 49"/>
                <a:gd name="T22" fmla="*/ 12 w 35"/>
                <a:gd name="T23" fmla="*/ 10 h 49"/>
                <a:gd name="T24" fmla="*/ 35 w 35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49">
                  <a:moveTo>
                    <a:pt x="35" y="10"/>
                  </a:moveTo>
                  <a:lnTo>
                    <a:pt x="35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5" y="49"/>
                  </a:lnTo>
                  <a:lnTo>
                    <a:pt x="35" y="40"/>
                  </a:lnTo>
                  <a:lnTo>
                    <a:pt x="12" y="40"/>
                  </a:lnTo>
                  <a:lnTo>
                    <a:pt x="12" y="29"/>
                  </a:lnTo>
                  <a:lnTo>
                    <a:pt x="31" y="29"/>
                  </a:lnTo>
                  <a:lnTo>
                    <a:pt x="31" y="19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35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1" name="Freeform 30">
              <a:extLst>
                <a:ext uri="{FF2B5EF4-FFF2-40B4-BE49-F238E27FC236}">
                  <a16:creationId xmlns:a16="http://schemas.microsoft.com/office/drawing/2014/main" id="{C5A0402C-60D0-4BC8-BBEE-BD521EE5FC7D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9575" y="2840038"/>
              <a:ext cx="63500" cy="77788"/>
            </a:xfrm>
            <a:custGeom>
              <a:avLst/>
              <a:gdLst>
                <a:gd name="T0" fmla="*/ 40 w 40"/>
                <a:gd name="T1" fmla="*/ 8 h 49"/>
                <a:gd name="T2" fmla="*/ 40 w 40"/>
                <a:gd name="T3" fmla="*/ 0 h 49"/>
                <a:gd name="T4" fmla="*/ 2 w 40"/>
                <a:gd name="T5" fmla="*/ 0 h 49"/>
                <a:gd name="T6" fmla="*/ 2 w 40"/>
                <a:gd name="T7" fmla="*/ 10 h 49"/>
                <a:gd name="T8" fmla="*/ 25 w 40"/>
                <a:gd name="T9" fmla="*/ 10 h 49"/>
                <a:gd name="T10" fmla="*/ 0 w 40"/>
                <a:gd name="T11" fmla="*/ 41 h 49"/>
                <a:gd name="T12" fmla="*/ 0 w 40"/>
                <a:gd name="T13" fmla="*/ 49 h 49"/>
                <a:gd name="T14" fmla="*/ 40 w 40"/>
                <a:gd name="T15" fmla="*/ 49 h 49"/>
                <a:gd name="T16" fmla="*/ 40 w 40"/>
                <a:gd name="T17" fmla="*/ 40 h 49"/>
                <a:gd name="T18" fmla="*/ 14 w 40"/>
                <a:gd name="T19" fmla="*/ 40 h 49"/>
                <a:gd name="T20" fmla="*/ 40 w 40"/>
                <a:gd name="T21" fmla="*/ 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49">
                  <a:moveTo>
                    <a:pt x="40" y="8"/>
                  </a:moveTo>
                  <a:lnTo>
                    <a:pt x="40" y="0"/>
                  </a:lnTo>
                  <a:lnTo>
                    <a:pt x="2" y="0"/>
                  </a:lnTo>
                  <a:lnTo>
                    <a:pt x="2" y="10"/>
                  </a:lnTo>
                  <a:lnTo>
                    <a:pt x="25" y="10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40" y="49"/>
                  </a:lnTo>
                  <a:lnTo>
                    <a:pt x="40" y="40"/>
                  </a:lnTo>
                  <a:lnTo>
                    <a:pt x="14" y="40"/>
                  </a:lnTo>
                  <a:lnTo>
                    <a:pt x="4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2" name="Freeform 31">
              <a:extLst>
                <a:ext uri="{FF2B5EF4-FFF2-40B4-BE49-F238E27FC236}">
                  <a16:creationId xmlns:a16="http://schemas.microsoft.com/office/drawing/2014/main" id="{206C5362-464C-4B00-9A83-EC03FC57A76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413" y="2803525"/>
              <a:ext cx="314325" cy="123825"/>
            </a:xfrm>
            <a:custGeom>
              <a:avLst/>
              <a:gdLst>
                <a:gd name="T0" fmla="*/ 135 w 145"/>
                <a:gd name="T1" fmla="*/ 15 h 57"/>
                <a:gd name="T2" fmla="*/ 24 w 145"/>
                <a:gd name="T3" fmla="*/ 16 h 57"/>
                <a:gd name="T4" fmla="*/ 10 w 145"/>
                <a:gd name="T5" fmla="*/ 13 h 57"/>
                <a:gd name="T6" fmla="*/ 142 w 145"/>
                <a:gd name="T7" fmla="*/ 8 h 57"/>
                <a:gd name="T8" fmla="*/ 120 w 145"/>
                <a:gd name="T9" fmla="*/ 18 h 57"/>
                <a:gd name="T10" fmla="*/ 42 w 145"/>
                <a:gd name="T11" fmla="*/ 47 h 57"/>
                <a:gd name="T12" fmla="*/ 11 w 145"/>
                <a:gd name="T13" fmla="*/ 20 h 57"/>
                <a:gd name="T14" fmla="*/ 127 w 145"/>
                <a:gd name="T15" fmla="*/ 32 h 57"/>
                <a:gd name="T16" fmla="*/ 98 w 145"/>
                <a:gd name="T17" fmla="*/ 49 h 57"/>
                <a:gd name="T18" fmla="*/ 85 w 145"/>
                <a:gd name="T19" fmla="*/ 50 h 57"/>
                <a:gd name="T20" fmla="*/ 70 w 145"/>
                <a:gd name="T21" fmla="*/ 52 h 57"/>
                <a:gd name="T22" fmla="*/ 97 w 145"/>
                <a:gd name="T23" fmla="*/ 47 h 57"/>
                <a:gd name="T24" fmla="*/ 92 w 145"/>
                <a:gd name="T25" fmla="*/ 50 h 57"/>
                <a:gd name="T26" fmla="*/ 0 w 145"/>
                <a:gd name="T27" fmla="*/ 26 h 57"/>
                <a:gd name="T28" fmla="*/ 138 w 145"/>
                <a:gd name="T29" fmla="*/ 17 h 57"/>
                <a:gd name="T30" fmla="*/ 82 w 145"/>
                <a:gd name="T31" fmla="*/ 44 h 57"/>
                <a:gd name="T32" fmla="*/ 64 w 145"/>
                <a:gd name="T33" fmla="*/ 44 h 57"/>
                <a:gd name="T34" fmla="*/ 13 w 145"/>
                <a:gd name="T35" fmla="*/ 27 h 57"/>
                <a:gd name="T36" fmla="*/ 13 w 145"/>
                <a:gd name="T37" fmla="*/ 33 h 57"/>
                <a:gd name="T38" fmla="*/ 17 w 145"/>
                <a:gd name="T39" fmla="*/ 31 h 57"/>
                <a:gd name="T40" fmla="*/ 18 w 145"/>
                <a:gd name="T41" fmla="*/ 31 h 57"/>
                <a:gd name="T42" fmla="*/ 19 w 145"/>
                <a:gd name="T43" fmla="*/ 34 h 57"/>
                <a:gd name="T44" fmla="*/ 18 w 145"/>
                <a:gd name="T45" fmla="*/ 35 h 57"/>
                <a:gd name="T46" fmla="*/ 26 w 145"/>
                <a:gd name="T47" fmla="*/ 43 h 57"/>
                <a:gd name="T48" fmla="*/ 22 w 145"/>
                <a:gd name="T49" fmla="*/ 41 h 57"/>
                <a:gd name="T50" fmla="*/ 28 w 145"/>
                <a:gd name="T51" fmla="*/ 38 h 57"/>
                <a:gd name="T52" fmla="*/ 27 w 145"/>
                <a:gd name="T53" fmla="*/ 44 h 57"/>
                <a:gd name="T54" fmla="*/ 31 w 145"/>
                <a:gd name="T55" fmla="*/ 39 h 57"/>
                <a:gd name="T56" fmla="*/ 35 w 145"/>
                <a:gd name="T57" fmla="*/ 41 h 57"/>
                <a:gd name="T58" fmla="*/ 39 w 145"/>
                <a:gd name="T59" fmla="*/ 42 h 57"/>
                <a:gd name="T60" fmla="*/ 41 w 145"/>
                <a:gd name="T61" fmla="*/ 50 h 57"/>
                <a:gd name="T62" fmla="*/ 39 w 145"/>
                <a:gd name="T63" fmla="*/ 49 h 57"/>
                <a:gd name="T64" fmla="*/ 44 w 145"/>
                <a:gd name="T65" fmla="*/ 50 h 57"/>
                <a:gd name="T66" fmla="*/ 46 w 145"/>
                <a:gd name="T67" fmla="*/ 51 h 57"/>
                <a:gd name="T68" fmla="*/ 49 w 145"/>
                <a:gd name="T69" fmla="*/ 45 h 57"/>
                <a:gd name="T70" fmla="*/ 62 w 145"/>
                <a:gd name="T71" fmla="*/ 54 h 57"/>
                <a:gd name="T72" fmla="*/ 61 w 145"/>
                <a:gd name="T73" fmla="*/ 47 h 57"/>
                <a:gd name="T74" fmla="*/ 66 w 145"/>
                <a:gd name="T75" fmla="*/ 54 h 57"/>
                <a:gd name="T76" fmla="*/ 65 w 145"/>
                <a:gd name="T77" fmla="*/ 48 h 57"/>
                <a:gd name="T78" fmla="*/ 69 w 145"/>
                <a:gd name="T79" fmla="*/ 54 h 57"/>
                <a:gd name="T80" fmla="*/ 74 w 145"/>
                <a:gd name="T81" fmla="*/ 53 h 57"/>
                <a:gd name="T82" fmla="*/ 74 w 145"/>
                <a:gd name="T83" fmla="*/ 48 h 57"/>
                <a:gd name="T84" fmla="*/ 77 w 145"/>
                <a:gd name="T85" fmla="*/ 51 h 57"/>
                <a:gd name="T86" fmla="*/ 77 w 145"/>
                <a:gd name="T87" fmla="*/ 54 h 57"/>
                <a:gd name="T88" fmla="*/ 83 w 145"/>
                <a:gd name="T89" fmla="*/ 52 h 57"/>
                <a:gd name="T90" fmla="*/ 80 w 145"/>
                <a:gd name="T91" fmla="*/ 48 h 57"/>
                <a:gd name="T92" fmla="*/ 87 w 145"/>
                <a:gd name="T93" fmla="*/ 54 h 57"/>
                <a:gd name="T94" fmla="*/ 92 w 145"/>
                <a:gd name="T95" fmla="*/ 51 h 57"/>
                <a:gd name="T96" fmla="*/ 89 w 145"/>
                <a:gd name="T97" fmla="*/ 53 h 57"/>
                <a:gd name="T98" fmla="*/ 97 w 145"/>
                <a:gd name="T99" fmla="*/ 52 h 57"/>
                <a:gd name="T100" fmla="*/ 99 w 145"/>
                <a:gd name="T101" fmla="*/ 48 h 57"/>
                <a:gd name="T102" fmla="*/ 101 w 145"/>
                <a:gd name="T103" fmla="*/ 44 h 57"/>
                <a:gd name="T104" fmla="*/ 111 w 145"/>
                <a:gd name="T105" fmla="*/ 48 h 57"/>
                <a:gd name="T106" fmla="*/ 105 w 145"/>
                <a:gd name="T107" fmla="*/ 44 h 57"/>
                <a:gd name="T108" fmla="*/ 109 w 145"/>
                <a:gd name="T109" fmla="*/ 42 h 57"/>
                <a:gd name="T110" fmla="*/ 115 w 145"/>
                <a:gd name="T111" fmla="*/ 42 h 57"/>
                <a:gd name="T112" fmla="*/ 121 w 145"/>
                <a:gd name="T113" fmla="*/ 43 h 57"/>
                <a:gd name="T114" fmla="*/ 119 w 145"/>
                <a:gd name="T115" fmla="*/ 37 h 57"/>
                <a:gd name="T116" fmla="*/ 124 w 145"/>
                <a:gd name="T117" fmla="*/ 34 h 57"/>
                <a:gd name="T118" fmla="*/ 135 w 145"/>
                <a:gd name="T119" fmla="*/ 34 h 57"/>
                <a:gd name="T120" fmla="*/ 132 w 145"/>
                <a:gd name="T121" fmla="*/ 28 h 57"/>
                <a:gd name="T122" fmla="*/ 137 w 145"/>
                <a:gd name="T123" fmla="*/ 3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5" h="57">
                  <a:moveTo>
                    <a:pt x="135" y="15"/>
                  </a:moveTo>
                  <a:cubicBezTo>
                    <a:pt x="133" y="15"/>
                    <a:pt x="131" y="16"/>
                    <a:pt x="127" y="18"/>
                  </a:cubicBezTo>
                  <a:cubicBezTo>
                    <a:pt x="127" y="18"/>
                    <a:pt x="124" y="20"/>
                    <a:pt x="122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6" y="28"/>
                    <a:pt x="126" y="28"/>
                    <a:pt x="126" y="28"/>
                  </a:cubicBezTo>
                  <a:cubicBezTo>
                    <a:pt x="132" y="24"/>
                    <a:pt x="135" y="21"/>
                    <a:pt x="135" y="21"/>
                  </a:cubicBezTo>
                  <a:cubicBezTo>
                    <a:pt x="135" y="21"/>
                    <a:pt x="137" y="18"/>
                    <a:pt x="137" y="17"/>
                  </a:cubicBezTo>
                  <a:cubicBezTo>
                    <a:pt x="137" y="16"/>
                    <a:pt x="137" y="16"/>
                    <a:pt x="137" y="16"/>
                  </a:cubicBezTo>
                  <a:cubicBezTo>
                    <a:pt x="137" y="15"/>
                    <a:pt x="136" y="15"/>
                    <a:pt x="135" y="15"/>
                  </a:cubicBezTo>
                  <a:moveTo>
                    <a:pt x="7" y="16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9" y="15"/>
                    <a:pt x="10" y="14"/>
                    <a:pt x="11" y="14"/>
                  </a:cubicBezTo>
                  <a:cubicBezTo>
                    <a:pt x="12" y="14"/>
                    <a:pt x="12" y="15"/>
                    <a:pt x="13" y="15"/>
                  </a:cubicBezTo>
                  <a:cubicBezTo>
                    <a:pt x="15" y="15"/>
                    <a:pt x="17" y="17"/>
                    <a:pt x="21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4" y="18"/>
                    <a:pt x="24" y="17"/>
                    <a:pt x="24" y="17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2" y="14"/>
                    <a:pt x="21" y="13"/>
                    <a:pt x="18" y="10"/>
                  </a:cubicBezTo>
                  <a:cubicBezTo>
                    <a:pt x="13" y="6"/>
                    <a:pt x="12" y="2"/>
                    <a:pt x="12" y="0"/>
                  </a:cubicBezTo>
                  <a:cubicBezTo>
                    <a:pt x="11" y="2"/>
                    <a:pt x="10" y="4"/>
                    <a:pt x="10" y="6"/>
                  </a:cubicBezTo>
                  <a:cubicBezTo>
                    <a:pt x="10" y="9"/>
                    <a:pt x="11" y="12"/>
                    <a:pt x="11" y="12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6" y="11"/>
                    <a:pt x="3" y="8"/>
                    <a:pt x="2" y="7"/>
                  </a:cubicBezTo>
                  <a:cubicBezTo>
                    <a:pt x="2" y="12"/>
                    <a:pt x="7" y="16"/>
                    <a:pt x="7" y="16"/>
                  </a:cubicBezTo>
                  <a:moveTo>
                    <a:pt x="122" y="19"/>
                  </a:moveTo>
                  <a:cubicBezTo>
                    <a:pt x="124" y="19"/>
                    <a:pt x="127" y="18"/>
                    <a:pt x="127" y="18"/>
                  </a:cubicBezTo>
                  <a:cubicBezTo>
                    <a:pt x="130" y="15"/>
                    <a:pt x="133" y="14"/>
                    <a:pt x="135" y="14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41" y="14"/>
                    <a:pt x="142" y="10"/>
                    <a:pt x="142" y="8"/>
                  </a:cubicBezTo>
                  <a:cubicBezTo>
                    <a:pt x="140" y="10"/>
                    <a:pt x="135" y="12"/>
                    <a:pt x="135" y="12"/>
                  </a:cubicBezTo>
                  <a:cubicBezTo>
                    <a:pt x="134" y="12"/>
                    <a:pt x="134" y="12"/>
                    <a:pt x="134" y="12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34" y="10"/>
                    <a:pt x="134" y="10"/>
                    <a:pt x="134" y="10"/>
                  </a:cubicBezTo>
                  <a:cubicBezTo>
                    <a:pt x="134" y="5"/>
                    <a:pt x="133" y="3"/>
                    <a:pt x="132" y="1"/>
                  </a:cubicBezTo>
                  <a:cubicBezTo>
                    <a:pt x="132" y="2"/>
                    <a:pt x="132" y="2"/>
                    <a:pt x="132" y="2"/>
                  </a:cubicBezTo>
                  <a:cubicBezTo>
                    <a:pt x="132" y="4"/>
                    <a:pt x="132" y="4"/>
                    <a:pt x="132" y="4"/>
                  </a:cubicBezTo>
                  <a:cubicBezTo>
                    <a:pt x="131" y="6"/>
                    <a:pt x="127" y="10"/>
                    <a:pt x="125" y="12"/>
                  </a:cubicBezTo>
                  <a:cubicBezTo>
                    <a:pt x="124" y="14"/>
                    <a:pt x="120" y="16"/>
                    <a:pt x="120" y="18"/>
                  </a:cubicBezTo>
                  <a:cubicBezTo>
                    <a:pt x="121" y="19"/>
                    <a:pt x="121" y="19"/>
                    <a:pt x="121" y="19"/>
                  </a:cubicBezTo>
                  <a:lnTo>
                    <a:pt x="122" y="19"/>
                  </a:lnTo>
                  <a:close/>
                  <a:moveTo>
                    <a:pt x="42" y="44"/>
                  </a:moveTo>
                  <a:cubicBezTo>
                    <a:pt x="42" y="44"/>
                    <a:pt x="42" y="44"/>
                    <a:pt x="42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lnTo>
                    <a:pt x="42" y="44"/>
                  </a:lnTo>
                  <a:close/>
                  <a:moveTo>
                    <a:pt x="21" y="18"/>
                  </a:moveTo>
                  <a:cubicBezTo>
                    <a:pt x="17" y="17"/>
                    <a:pt x="15" y="16"/>
                    <a:pt x="13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9" y="15"/>
                    <a:pt x="8" y="15"/>
                    <a:pt x="8" y="16"/>
                  </a:cubicBezTo>
                  <a:cubicBezTo>
                    <a:pt x="8" y="17"/>
                    <a:pt x="9" y="17"/>
                    <a:pt x="10" y="1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1"/>
                    <a:pt x="14" y="23"/>
                    <a:pt x="18" y="2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2" y="18"/>
                    <a:pt x="22" y="18"/>
                    <a:pt x="22" y="18"/>
                  </a:cubicBezTo>
                  <a:lnTo>
                    <a:pt x="21" y="18"/>
                  </a:lnTo>
                  <a:close/>
                  <a:moveTo>
                    <a:pt x="127" y="32"/>
                  </a:moveTo>
                  <a:cubicBezTo>
                    <a:pt x="126" y="33"/>
                    <a:pt x="126" y="34"/>
                    <a:pt x="127" y="35"/>
                  </a:cubicBezTo>
                  <a:cubicBezTo>
                    <a:pt x="127" y="37"/>
                    <a:pt x="129" y="38"/>
                    <a:pt x="131" y="37"/>
                  </a:cubicBezTo>
                  <a:cubicBezTo>
                    <a:pt x="132" y="36"/>
                    <a:pt x="132" y="35"/>
                    <a:pt x="131" y="33"/>
                  </a:cubicBezTo>
                  <a:cubicBezTo>
                    <a:pt x="130" y="32"/>
                    <a:pt x="128" y="31"/>
                    <a:pt x="127" y="32"/>
                  </a:cubicBezTo>
                  <a:moveTo>
                    <a:pt x="71" y="51"/>
                  </a:moveTo>
                  <a:cubicBezTo>
                    <a:pt x="71" y="51"/>
                    <a:pt x="71" y="51"/>
                    <a:pt x="71" y="51"/>
                  </a:cubicBezTo>
                  <a:cubicBezTo>
                    <a:pt x="72" y="50"/>
                    <a:pt x="72" y="50"/>
                    <a:pt x="72" y="50"/>
                  </a:cubicBezTo>
                  <a:cubicBezTo>
                    <a:pt x="72" y="49"/>
                    <a:pt x="72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51"/>
                    <a:pt x="70" y="51"/>
                    <a:pt x="70" y="51"/>
                  </a:cubicBezTo>
                  <a:lnTo>
                    <a:pt x="71" y="51"/>
                  </a:lnTo>
                  <a:close/>
                  <a:moveTo>
                    <a:pt x="98" y="48"/>
                  </a:moveTo>
                  <a:cubicBezTo>
                    <a:pt x="98" y="49"/>
                    <a:pt x="98" y="49"/>
                    <a:pt x="98" y="49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51"/>
                    <a:pt x="98" y="52"/>
                    <a:pt x="99" y="51"/>
                  </a:cubicBezTo>
                  <a:cubicBezTo>
                    <a:pt x="100" y="51"/>
                    <a:pt x="101" y="50"/>
                    <a:pt x="100" y="49"/>
                  </a:cubicBezTo>
                  <a:cubicBezTo>
                    <a:pt x="100" y="49"/>
                    <a:pt x="100" y="48"/>
                    <a:pt x="98" y="48"/>
                  </a:cubicBezTo>
                  <a:moveTo>
                    <a:pt x="83" y="48"/>
                  </a:moveTo>
                  <a:cubicBezTo>
                    <a:pt x="82" y="49"/>
                    <a:pt x="82" y="49"/>
                    <a:pt x="82" y="49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5" y="51"/>
                    <a:pt x="85" y="50"/>
                    <a:pt x="85" y="50"/>
                  </a:cubicBezTo>
                  <a:cubicBezTo>
                    <a:pt x="85" y="49"/>
                    <a:pt x="84" y="48"/>
                    <a:pt x="83" y="48"/>
                  </a:cubicBezTo>
                  <a:moveTo>
                    <a:pt x="26" y="38"/>
                  </a:moveTo>
                  <a:cubicBezTo>
                    <a:pt x="26" y="36"/>
                    <a:pt x="26" y="36"/>
                    <a:pt x="26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39"/>
                    <a:pt x="26" y="38"/>
                    <a:pt x="26" y="38"/>
                  </a:cubicBezTo>
                  <a:moveTo>
                    <a:pt x="70" y="52"/>
                  </a:moveTo>
                  <a:cubicBezTo>
                    <a:pt x="70" y="52"/>
                    <a:pt x="70" y="52"/>
                    <a:pt x="70" y="52"/>
                  </a:cubicBez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5"/>
                    <a:pt x="71" y="55"/>
                  </a:cubicBezTo>
                  <a:cubicBezTo>
                    <a:pt x="72" y="55"/>
                    <a:pt x="72" y="54"/>
                    <a:pt x="73" y="53"/>
                  </a:cubicBezTo>
                  <a:cubicBezTo>
                    <a:pt x="73" y="53"/>
                    <a:pt x="72" y="52"/>
                    <a:pt x="70" y="52"/>
                  </a:cubicBezTo>
                  <a:moveTo>
                    <a:pt x="98" y="48"/>
                  </a:moveTo>
                  <a:cubicBezTo>
                    <a:pt x="98" y="48"/>
                    <a:pt x="98" y="48"/>
                    <a:pt x="98" y="48"/>
                  </a:cubicBezTo>
                  <a:cubicBezTo>
                    <a:pt x="99" y="47"/>
                    <a:pt x="99" y="47"/>
                    <a:pt x="99" y="47"/>
                  </a:cubicBezTo>
                  <a:cubicBezTo>
                    <a:pt x="99" y="46"/>
                    <a:pt x="98" y="45"/>
                    <a:pt x="97" y="45"/>
                  </a:cubicBezTo>
                  <a:cubicBezTo>
                    <a:pt x="97" y="47"/>
                    <a:pt x="97" y="47"/>
                    <a:pt x="97" y="47"/>
                  </a:cubicBezTo>
                  <a:cubicBezTo>
                    <a:pt x="97" y="48"/>
                    <a:pt x="97" y="48"/>
                    <a:pt x="97" y="48"/>
                  </a:cubicBezTo>
                  <a:lnTo>
                    <a:pt x="98" y="48"/>
                  </a:lnTo>
                  <a:close/>
                  <a:moveTo>
                    <a:pt x="91" y="48"/>
                  </a:moveTo>
                  <a:cubicBezTo>
                    <a:pt x="91" y="48"/>
                    <a:pt x="91" y="48"/>
                    <a:pt x="91" y="48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90" y="50"/>
                    <a:pt x="90" y="50"/>
                    <a:pt x="90" y="50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lnTo>
                    <a:pt x="91" y="48"/>
                  </a:lnTo>
                  <a:close/>
                  <a:moveTo>
                    <a:pt x="11" y="21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8" y="18"/>
                    <a:pt x="8" y="17"/>
                    <a:pt x="8" y="16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7"/>
                    <a:pt x="5" y="19"/>
                    <a:pt x="2" y="23"/>
                  </a:cubicBezTo>
                  <a:cubicBezTo>
                    <a:pt x="1" y="24"/>
                    <a:pt x="0" y="25"/>
                    <a:pt x="0" y="26"/>
                  </a:cubicBezTo>
                  <a:cubicBezTo>
                    <a:pt x="0" y="28"/>
                    <a:pt x="2" y="30"/>
                    <a:pt x="2" y="30"/>
                  </a:cubicBezTo>
                  <a:cubicBezTo>
                    <a:pt x="2" y="30"/>
                    <a:pt x="10" y="37"/>
                    <a:pt x="23" y="44"/>
                  </a:cubicBezTo>
                  <a:cubicBezTo>
                    <a:pt x="35" y="50"/>
                    <a:pt x="53" y="57"/>
                    <a:pt x="74" y="57"/>
                  </a:cubicBezTo>
                  <a:cubicBezTo>
                    <a:pt x="114" y="57"/>
                    <a:pt x="140" y="33"/>
                    <a:pt x="143" y="30"/>
                  </a:cubicBezTo>
                  <a:cubicBezTo>
                    <a:pt x="145" y="28"/>
                    <a:pt x="145" y="26"/>
                    <a:pt x="145" y="25"/>
                  </a:cubicBezTo>
                  <a:cubicBezTo>
                    <a:pt x="145" y="24"/>
                    <a:pt x="145" y="23"/>
                    <a:pt x="145" y="23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9"/>
                    <a:pt x="135" y="21"/>
                    <a:pt x="135" y="21"/>
                  </a:cubicBezTo>
                  <a:cubicBezTo>
                    <a:pt x="135" y="21"/>
                    <a:pt x="120" y="36"/>
                    <a:pt x="95" y="42"/>
                  </a:cubicBezTo>
                  <a:cubicBezTo>
                    <a:pt x="94" y="42"/>
                    <a:pt x="94" y="42"/>
                    <a:pt x="94" y="42"/>
                  </a:cubicBezTo>
                  <a:cubicBezTo>
                    <a:pt x="93" y="43"/>
                    <a:pt x="92" y="43"/>
                    <a:pt x="91" y="43"/>
                  </a:cubicBezTo>
                  <a:cubicBezTo>
                    <a:pt x="91" y="43"/>
                    <a:pt x="91" y="43"/>
                    <a:pt x="91" y="43"/>
                  </a:cubicBezTo>
                  <a:cubicBezTo>
                    <a:pt x="89" y="44"/>
                    <a:pt x="88" y="44"/>
                    <a:pt x="87" y="44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5" y="44"/>
                    <a:pt x="84" y="44"/>
                    <a:pt x="83" y="44"/>
                  </a:cubicBezTo>
                  <a:cubicBezTo>
                    <a:pt x="82" y="44"/>
                    <a:pt x="82" y="44"/>
                    <a:pt x="82" y="44"/>
                  </a:cubicBezTo>
                  <a:cubicBezTo>
                    <a:pt x="81" y="45"/>
                    <a:pt x="80" y="45"/>
                    <a:pt x="79" y="45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6" y="45"/>
                    <a:pt x="75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3" y="45"/>
                    <a:pt x="73" y="45"/>
                    <a:pt x="73" y="45"/>
                  </a:cubicBezTo>
                  <a:cubicBezTo>
                    <a:pt x="72" y="45"/>
                    <a:pt x="71" y="45"/>
                    <a:pt x="69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7" y="45"/>
                    <a:pt x="66" y="45"/>
                    <a:pt x="65" y="44"/>
                  </a:cubicBezTo>
                  <a:cubicBezTo>
                    <a:pt x="64" y="44"/>
                    <a:pt x="64" y="44"/>
                    <a:pt x="64" y="44"/>
                  </a:cubicBezTo>
                  <a:cubicBezTo>
                    <a:pt x="63" y="44"/>
                    <a:pt x="61" y="44"/>
                    <a:pt x="60" y="44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4"/>
                    <a:pt x="57" y="43"/>
                    <a:pt x="56" y="43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28" y="37"/>
                    <a:pt x="11" y="21"/>
                    <a:pt x="11" y="21"/>
                  </a:cubicBezTo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2" y="34"/>
                    <a:pt x="12" y="34"/>
                    <a:pt x="12" y="34"/>
                  </a:cubicBezTo>
                  <a:lnTo>
                    <a:pt x="11" y="34"/>
                  </a:lnTo>
                  <a:close/>
                  <a:moveTo>
                    <a:pt x="18" y="39"/>
                  </a:moveTo>
                  <a:cubicBezTo>
                    <a:pt x="17" y="38"/>
                    <a:pt x="17" y="38"/>
                    <a:pt x="16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6"/>
                    <a:pt x="16" y="37"/>
                    <a:pt x="16" y="36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20" y="31"/>
                    <a:pt x="21" y="32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4"/>
                    <a:pt x="23" y="34"/>
                    <a:pt x="21" y="33"/>
                  </a:cubicBezTo>
                  <a:cubicBezTo>
                    <a:pt x="20" y="32"/>
                    <a:pt x="20" y="32"/>
                    <a:pt x="20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20" y="39"/>
                    <a:pt x="20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lnTo>
                    <a:pt x="18" y="39"/>
                  </a:lnTo>
                  <a:close/>
                  <a:moveTo>
                    <a:pt x="26" y="42"/>
                  </a:moveTo>
                  <a:cubicBezTo>
                    <a:pt x="26" y="42"/>
                    <a:pt x="26" y="42"/>
                    <a:pt x="26" y="4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2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1" y="40"/>
                    <a:pt x="21" y="40"/>
                    <a:pt x="22" y="39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4"/>
                    <a:pt x="23" y="34"/>
                    <a:pt x="23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8" y="36"/>
                    <a:pt x="28" y="38"/>
                    <a:pt x="28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6" y="39"/>
                    <a:pt x="26" y="41"/>
                    <a:pt x="26" y="42"/>
                  </a:cubicBezTo>
                  <a:moveTo>
                    <a:pt x="31" y="39"/>
                  </a:moveTo>
                  <a:cubicBezTo>
                    <a:pt x="29" y="43"/>
                    <a:pt x="29" y="43"/>
                    <a:pt x="29" y="43"/>
                  </a:cubicBezTo>
                  <a:cubicBezTo>
                    <a:pt x="29" y="44"/>
                    <a:pt x="30" y="45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8"/>
                    <a:pt x="31" y="39"/>
                  </a:cubicBezTo>
                  <a:moveTo>
                    <a:pt x="36" y="41"/>
                  </a:move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5" y="47"/>
                    <a:pt x="35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5"/>
                    <a:pt x="33" y="46"/>
                    <a:pt x="33" y="45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3" y="40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4" y="39"/>
                    <a:pt x="35" y="40"/>
                    <a:pt x="36" y="40"/>
                  </a:cubicBezTo>
                  <a:cubicBezTo>
                    <a:pt x="38" y="41"/>
                    <a:pt x="38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9" y="42"/>
                    <a:pt x="38" y="42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6" y="41"/>
                  </a:ln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50"/>
                    <a:pt x="43" y="50"/>
                    <a:pt x="43" y="50"/>
                  </a:cubicBezTo>
                  <a:lnTo>
                    <a:pt x="44" y="50"/>
                  </a:lnTo>
                  <a:close/>
                  <a:moveTo>
                    <a:pt x="51" y="46"/>
                  </a:move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5"/>
                    <a:pt x="49" y="45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46"/>
                    <a:pt x="48" y="47"/>
                    <a:pt x="49" y="47"/>
                  </a:cubicBezTo>
                  <a:cubicBezTo>
                    <a:pt x="50" y="48"/>
                    <a:pt x="50" y="49"/>
                    <a:pt x="50" y="50"/>
                  </a:cubicBezTo>
                  <a:cubicBezTo>
                    <a:pt x="49" y="51"/>
                    <a:pt x="48" y="52"/>
                    <a:pt x="47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50"/>
                    <a:pt x="46" y="51"/>
                    <a:pt x="47" y="51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9" y="49"/>
                    <a:pt x="49" y="49"/>
                    <a:pt x="47" y="48"/>
                  </a:cubicBezTo>
                  <a:cubicBezTo>
                    <a:pt x="47" y="47"/>
                    <a:pt x="46" y="47"/>
                    <a:pt x="46" y="46"/>
                  </a:cubicBezTo>
                  <a:cubicBezTo>
                    <a:pt x="47" y="45"/>
                    <a:pt x="48" y="44"/>
                    <a:pt x="49" y="45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1" y="45"/>
                    <a:pt x="51" y="45"/>
                    <a:pt x="51" y="45"/>
                  </a:cubicBezTo>
                  <a:lnTo>
                    <a:pt x="51" y="46"/>
                  </a:lnTo>
                  <a:close/>
                  <a:moveTo>
                    <a:pt x="55" y="49"/>
                  </a:moveTo>
                  <a:cubicBezTo>
                    <a:pt x="54" y="50"/>
                    <a:pt x="54" y="50"/>
                    <a:pt x="54" y="50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4" y="48"/>
                    <a:pt x="54" y="48"/>
                    <a:pt x="54" y="48"/>
                  </a:cubicBezTo>
                  <a:lnTo>
                    <a:pt x="55" y="49"/>
                  </a:lnTo>
                  <a:close/>
                  <a:moveTo>
                    <a:pt x="62" y="54"/>
                  </a:moveTo>
                  <a:cubicBezTo>
                    <a:pt x="60" y="54"/>
                    <a:pt x="59" y="54"/>
                    <a:pt x="59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3"/>
                    <a:pt x="58" y="54"/>
                    <a:pt x="58" y="53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8" y="47"/>
                    <a:pt x="58" y="47"/>
                    <a:pt x="58" y="47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60" y="47"/>
                    <a:pt x="60" y="47"/>
                    <a:pt x="60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4"/>
                    <a:pt x="60" y="54"/>
                    <a:pt x="60" y="54"/>
                  </a:cubicBezTo>
                  <a:cubicBezTo>
                    <a:pt x="63" y="54"/>
                    <a:pt x="63" y="53"/>
                    <a:pt x="63" y="53"/>
                  </a:cubicBezTo>
                  <a:cubicBezTo>
                    <a:pt x="63" y="53"/>
                    <a:pt x="63" y="53"/>
                    <a:pt x="63" y="53"/>
                  </a:cubicBezTo>
                  <a:lnTo>
                    <a:pt x="62" y="54"/>
                  </a:lnTo>
                  <a:close/>
                  <a:moveTo>
                    <a:pt x="66" y="49"/>
                  </a:moveTo>
                  <a:cubicBezTo>
                    <a:pt x="66" y="54"/>
                    <a:pt x="66" y="54"/>
                    <a:pt x="66" y="54"/>
                  </a:cubicBezTo>
                  <a:cubicBezTo>
                    <a:pt x="66" y="55"/>
                    <a:pt x="67" y="54"/>
                    <a:pt x="67" y="55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65" y="55"/>
                    <a:pt x="65" y="55"/>
                    <a:pt x="65" y="55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54"/>
                    <a:pt x="64" y="54"/>
                    <a:pt x="64" y="54"/>
                  </a:cubicBezTo>
                  <a:cubicBezTo>
                    <a:pt x="64" y="54"/>
                    <a:pt x="65" y="54"/>
                    <a:pt x="65" y="54"/>
                  </a:cubicBezTo>
                  <a:cubicBezTo>
                    <a:pt x="65" y="49"/>
                    <a:pt x="65" y="49"/>
                    <a:pt x="65" y="49"/>
                  </a:cubicBezTo>
                  <a:cubicBezTo>
                    <a:pt x="65" y="48"/>
                    <a:pt x="64" y="48"/>
                    <a:pt x="64" y="48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6" y="49"/>
                  </a:cubicBezTo>
                  <a:moveTo>
                    <a:pt x="71" y="55"/>
                  </a:moveTo>
                  <a:cubicBezTo>
                    <a:pt x="70" y="55"/>
                    <a:pt x="69" y="55"/>
                    <a:pt x="69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4"/>
                    <a:pt x="69" y="55"/>
                    <a:pt x="69" y="5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9" y="48"/>
                    <a:pt x="68" y="49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3" y="48"/>
                    <a:pt x="73" y="50"/>
                    <a:pt x="73" y="50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3" y="52"/>
                    <a:pt x="74" y="52"/>
                    <a:pt x="74" y="53"/>
                  </a:cubicBezTo>
                  <a:cubicBezTo>
                    <a:pt x="74" y="54"/>
                    <a:pt x="73" y="55"/>
                    <a:pt x="71" y="55"/>
                  </a:cubicBezTo>
                  <a:moveTo>
                    <a:pt x="79" y="55"/>
                  </a:moveTo>
                  <a:cubicBezTo>
                    <a:pt x="77" y="55"/>
                    <a:pt x="77" y="55"/>
                    <a:pt x="76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5" y="48"/>
                    <a:pt x="75" y="48"/>
                    <a:pt x="77" y="48"/>
                  </a:cubicBezTo>
                  <a:cubicBezTo>
                    <a:pt x="78" y="48"/>
                    <a:pt x="78" y="48"/>
                    <a:pt x="79" y="48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9" y="49"/>
                    <a:pt x="79" y="49"/>
                    <a:pt x="79" y="49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80" y="48"/>
                    <a:pt x="78" y="49"/>
                  </a:cubicBezTo>
                  <a:cubicBezTo>
                    <a:pt x="77" y="49"/>
                    <a:pt x="76" y="49"/>
                    <a:pt x="76" y="49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53"/>
                    <a:pt x="79" y="53"/>
                    <a:pt x="79" y="53"/>
                  </a:cubicBezTo>
                  <a:cubicBezTo>
                    <a:pt x="79" y="53"/>
                    <a:pt x="79" y="52"/>
                    <a:pt x="78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4"/>
                    <a:pt x="77" y="54"/>
                    <a:pt x="77" y="54"/>
                  </a:cubicBezTo>
                  <a:cubicBezTo>
                    <a:pt x="77" y="55"/>
                    <a:pt x="77" y="55"/>
                    <a:pt x="77" y="55"/>
                  </a:cubicBezTo>
                  <a:cubicBezTo>
                    <a:pt x="80" y="54"/>
                    <a:pt x="80" y="53"/>
                    <a:pt x="80" y="53"/>
                  </a:cubicBezTo>
                  <a:cubicBezTo>
                    <a:pt x="80" y="53"/>
                    <a:pt x="80" y="53"/>
                    <a:pt x="80" y="53"/>
                  </a:cubicBezTo>
                  <a:lnTo>
                    <a:pt x="79" y="55"/>
                  </a:lnTo>
                  <a:close/>
                  <a:moveTo>
                    <a:pt x="87" y="54"/>
                  </a:moveTo>
                  <a:cubicBezTo>
                    <a:pt x="85" y="53"/>
                    <a:pt x="85" y="53"/>
                    <a:pt x="85" y="53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2"/>
                    <a:pt x="83" y="52"/>
                    <a:pt x="83" y="52"/>
                  </a:cubicBezTo>
                  <a:cubicBezTo>
                    <a:pt x="83" y="54"/>
                    <a:pt x="83" y="54"/>
                    <a:pt x="83" y="54"/>
                  </a:cubicBezTo>
                  <a:cubicBezTo>
                    <a:pt x="83" y="55"/>
                    <a:pt x="84" y="54"/>
                    <a:pt x="84" y="54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4"/>
                    <a:pt x="82" y="55"/>
                    <a:pt x="82" y="53"/>
                  </a:cubicBezTo>
                  <a:cubicBezTo>
                    <a:pt x="81" y="49"/>
                    <a:pt x="81" y="49"/>
                    <a:pt x="81" y="49"/>
                  </a:cubicBezTo>
                  <a:cubicBezTo>
                    <a:pt x="81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83" y="48"/>
                    <a:pt x="83" y="48"/>
                    <a:pt x="83" y="48"/>
                  </a:cubicBezTo>
                  <a:cubicBezTo>
                    <a:pt x="86" y="47"/>
                    <a:pt x="86" y="49"/>
                    <a:pt x="86" y="49"/>
                  </a:cubicBezTo>
                  <a:cubicBezTo>
                    <a:pt x="85" y="50"/>
                    <a:pt x="85" y="50"/>
                    <a:pt x="85" y="50"/>
                  </a:cubicBezTo>
                  <a:cubicBezTo>
                    <a:pt x="85" y="51"/>
                    <a:pt x="85" y="51"/>
                    <a:pt x="85" y="51"/>
                  </a:cubicBezTo>
                  <a:cubicBezTo>
                    <a:pt x="85" y="51"/>
                    <a:pt x="86" y="52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8" y="54"/>
                    <a:pt x="88" y="54"/>
                    <a:pt x="88" y="54"/>
                  </a:cubicBezTo>
                  <a:lnTo>
                    <a:pt x="87" y="54"/>
                  </a:lnTo>
                  <a:close/>
                  <a:moveTo>
                    <a:pt x="95" y="53"/>
                  </a:moveTo>
                  <a:cubicBezTo>
                    <a:pt x="94" y="53"/>
                    <a:pt x="94" y="53"/>
                    <a:pt x="94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6" y="53"/>
                    <a:pt x="96" y="53"/>
                    <a:pt x="96" y="53"/>
                  </a:cubicBezTo>
                  <a:lnTo>
                    <a:pt x="95" y="53"/>
                  </a:lnTo>
                  <a:close/>
                  <a:moveTo>
                    <a:pt x="100" y="52"/>
                  </a:moveTo>
                  <a:cubicBezTo>
                    <a:pt x="98" y="52"/>
                    <a:pt x="98" y="52"/>
                    <a:pt x="97" y="52"/>
                  </a:cubicBezTo>
                  <a:cubicBezTo>
                    <a:pt x="97" y="52"/>
                    <a:pt x="97" y="52"/>
                    <a:pt x="97" y="52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96" y="52"/>
                    <a:pt x="97" y="52"/>
                    <a:pt x="97" y="51"/>
                  </a:cubicBezTo>
                  <a:cubicBezTo>
                    <a:pt x="96" y="47"/>
                    <a:pt x="96" y="47"/>
                    <a:pt x="96" y="47"/>
                  </a:cubicBezTo>
                  <a:cubicBezTo>
                    <a:pt x="95" y="46"/>
                    <a:pt x="94" y="46"/>
                    <a:pt x="94" y="46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6"/>
                    <a:pt x="95" y="46"/>
                    <a:pt x="95" y="46"/>
                  </a:cubicBezTo>
                  <a:cubicBezTo>
                    <a:pt x="97" y="45"/>
                    <a:pt x="97" y="45"/>
                    <a:pt x="97" y="45"/>
                  </a:cubicBezTo>
                  <a:cubicBezTo>
                    <a:pt x="100" y="44"/>
                    <a:pt x="100" y="46"/>
                    <a:pt x="100" y="46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101" y="48"/>
                    <a:pt x="101" y="48"/>
                    <a:pt x="101" y="49"/>
                  </a:cubicBezTo>
                  <a:cubicBezTo>
                    <a:pt x="102" y="50"/>
                    <a:pt x="101" y="51"/>
                    <a:pt x="100" y="52"/>
                  </a:cubicBezTo>
                  <a:moveTo>
                    <a:pt x="106" y="50"/>
                  </a:moveTo>
                  <a:cubicBezTo>
                    <a:pt x="104" y="50"/>
                    <a:pt x="104" y="50"/>
                    <a:pt x="104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6" y="49"/>
                    <a:pt x="106" y="49"/>
                  </a:cubicBezTo>
                  <a:lnTo>
                    <a:pt x="106" y="50"/>
                  </a:lnTo>
                  <a:close/>
                  <a:moveTo>
                    <a:pt x="111" y="48"/>
                  </a:moveTo>
                  <a:cubicBezTo>
                    <a:pt x="110" y="48"/>
                    <a:pt x="110" y="48"/>
                    <a:pt x="110" y="48"/>
                  </a:cubicBezTo>
                  <a:cubicBezTo>
                    <a:pt x="109" y="49"/>
                    <a:pt x="109" y="49"/>
                    <a:pt x="109" y="49"/>
                  </a:cubicBezTo>
                  <a:cubicBezTo>
                    <a:pt x="108" y="49"/>
                    <a:pt x="108" y="49"/>
                    <a:pt x="108" y="49"/>
                  </a:cubicBezTo>
                  <a:cubicBezTo>
                    <a:pt x="108" y="48"/>
                    <a:pt x="109" y="48"/>
                    <a:pt x="109" y="47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5" y="43"/>
                    <a:pt x="105" y="44"/>
                    <a:pt x="105" y="45"/>
                  </a:cubicBezTo>
                  <a:cubicBezTo>
                    <a:pt x="105" y="44"/>
                    <a:pt x="105" y="44"/>
                    <a:pt x="105" y="44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5" y="42"/>
                    <a:pt x="106" y="42"/>
                    <a:pt x="107" y="42"/>
                  </a:cubicBezTo>
                  <a:cubicBezTo>
                    <a:pt x="109" y="41"/>
                    <a:pt x="109" y="41"/>
                    <a:pt x="110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0" y="42"/>
                    <a:pt x="110" y="41"/>
                    <a:pt x="109" y="42"/>
                  </a:cubicBezTo>
                  <a:cubicBezTo>
                    <a:pt x="109" y="42"/>
                    <a:pt x="109" y="42"/>
                    <a:pt x="109" y="42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8"/>
                    <a:pt x="111" y="47"/>
                    <a:pt x="111" y="47"/>
                  </a:cubicBezTo>
                  <a:lnTo>
                    <a:pt x="111" y="48"/>
                  </a:lnTo>
                  <a:close/>
                  <a:moveTo>
                    <a:pt x="115" y="42"/>
                  </a:moveTo>
                  <a:cubicBezTo>
                    <a:pt x="114" y="42"/>
                    <a:pt x="114" y="42"/>
                    <a:pt x="114" y="42"/>
                  </a:cubicBezTo>
                  <a:cubicBezTo>
                    <a:pt x="115" y="41"/>
                    <a:pt x="115" y="41"/>
                    <a:pt x="115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5" y="42"/>
                  </a:lnTo>
                  <a:close/>
                  <a:moveTo>
                    <a:pt x="126" y="40"/>
                  </a:moveTo>
                  <a:cubicBezTo>
                    <a:pt x="126" y="40"/>
                    <a:pt x="126" y="40"/>
                    <a:pt x="126" y="40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2" y="43"/>
                    <a:pt x="122" y="42"/>
                    <a:pt x="123" y="42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0" y="44"/>
                    <a:pt x="120" y="44"/>
                    <a:pt x="120" y="44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37"/>
                    <a:pt x="117" y="38"/>
                    <a:pt x="117" y="38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9" y="37"/>
                    <a:pt x="119" y="37"/>
                    <a:pt x="119" y="37"/>
                  </a:cubicBezTo>
                  <a:cubicBezTo>
                    <a:pt x="124" y="39"/>
                    <a:pt x="124" y="39"/>
                    <a:pt x="124" y="39"/>
                  </a:cubicBezTo>
                  <a:cubicBezTo>
                    <a:pt x="125" y="39"/>
                    <a:pt x="125" y="39"/>
                    <a:pt x="125" y="39"/>
                  </a:cubicBezTo>
                  <a:cubicBezTo>
                    <a:pt x="125" y="38"/>
                    <a:pt x="125" y="38"/>
                    <a:pt x="125" y="38"/>
                  </a:cubicBezTo>
                  <a:cubicBezTo>
                    <a:pt x="123" y="35"/>
                    <a:pt x="123" y="35"/>
                    <a:pt x="123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2" y="34"/>
                    <a:pt x="122" y="34"/>
                    <a:pt x="122" y="34"/>
                  </a:cubicBezTo>
                  <a:cubicBezTo>
                    <a:pt x="123" y="34"/>
                    <a:pt x="123" y="34"/>
                    <a:pt x="123" y="34"/>
                  </a:cubicBezTo>
                  <a:cubicBezTo>
                    <a:pt x="124" y="34"/>
                    <a:pt x="124" y="34"/>
                    <a:pt x="124" y="34"/>
                  </a:cubicBezTo>
                  <a:cubicBezTo>
                    <a:pt x="124" y="34"/>
                    <a:pt x="123" y="34"/>
                    <a:pt x="123" y="35"/>
                  </a:cubicBezTo>
                  <a:cubicBezTo>
                    <a:pt x="126" y="40"/>
                    <a:pt x="126" y="40"/>
                    <a:pt x="126" y="40"/>
                  </a:cubicBezTo>
                  <a:close/>
                  <a:moveTo>
                    <a:pt x="131" y="38"/>
                  </a:moveTo>
                  <a:cubicBezTo>
                    <a:pt x="129" y="39"/>
                    <a:pt x="127" y="38"/>
                    <a:pt x="126" y="37"/>
                  </a:cubicBezTo>
                  <a:cubicBezTo>
                    <a:pt x="125" y="35"/>
                    <a:pt x="125" y="33"/>
                    <a:pt x="127" y="31"/>
                  </a:cubicBezTo>
                  <a:cubicBezTo>
                    <a:pt x="128" y="30"/>
                    <a:pt x="130" y="31"/>
                    <a:pt x="132" y="32"/>
                  </a:cubicBezTo>
                  <a:cubicBezTo>
                    <a:pt x="132" y="33"/>
                    <a:pt x="133" y="36"/>
                    <a:pt x="131" y="38"/>
                  </a:cubicBezTo>
                  <a:moveTo>
                    <a:pt x="136" y="33"/>
                  </a:moveTo>
                  <a:cubicBezTo>
                    <a:pt x="135" y="34"/>
                    <a:pt x="135" y="34"/>
                    <a:pt x="135" y="34"/>
                  </a:cubicBezTo>
                  <a:cubicBezTo>
                    <a:pt x="134" y="34"/>
                    <a:pt x="134" y="34"/>
                    <a:pt x="134" y="34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6" y="33"/>
                    <a:pt x="136" y="33"/>
                    <a:pt x="136" y="33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36" y="30"/>
                    <a:pt x="135" y="31"/>
                    <a:pt x="134" y="31"/>
                  </a:cubicBezTo>
                  <a:cubicBezTo>
                    <a:pt x="132" y="31"/>
                    <a:pt x="132" y="31"/>
                    <a:pt x="132" y="31"/>
                  </a:cubicBezTo>
                  <a:cubicBezTo>
                    <a:pt x="131" y="30"/>
                    <a:pt x="131" y="29"/>
                    <a:pt x="132" y="28"/>
                  </a:cubicBezTo>
                  <a:cubicBezTo>
                    <a:pt x="133" y="27"/>
                    <a:pt x="133" y="27"/>
                    <a:pt x="133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9"/>
                    <a:pt x="133" y="27"/>
                    <a:pt x="132" y="28"/>
                  </a:cubicBezTo>
                  <a:cubicBezTo>
                    <a:pt x="132" y="30"/>
                    <a:pt x="132" y="30"/>
                    <a:pt x="132" y="30"/>
                  </a:cubicBezTo>
                  <a:cubicBezTo>
                    <a:pt x="132" y="30"/>
                    <a:pt x="133" y="30"/>
                    <a:pt x="134" y="30"/>
                  </a:cubicBezTo>
                  <a:cubicBezTo>
                    <a:pt x="135" y="29"/>
                    <a:pt x="136" y="29"/>
                    <a:pt x="137" y="30"/>
                  </a:cubicBezTo>
                  <a:cubicBezTo>
                    <a:pt x="138" y="31"/>
                    <a:pt x="138" y="33"/>
                    <a:pt x="136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3" name="Freeform 32">
              <a:extLst>
                <a:ext uri="{FF2B5EF4-FFF2-40B4-BE49-F238E27FC236}">
                  <a16:creationId xmlns:a16="http://schemas.microsoft.com/office/drawing/2014/main" id="{3829A00D-2BF3-491B-9856-63ADC33F4F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1875" y="2517775"/>
              <a:ext cx="104775" cy="215900"/>
            </a:xfrm>
            <a:custGeom>
              <a:avLst/>
              <a:gdLst>
                <a:gd name="T0" fmla="*/ 44 w 49"/>
                <a:gd name="T1" fmla="*/ 10 h 100"/>
                <a:gd name="T2" fmla="*/ 38 w 49"/>
                <a:gd name="T3" fmla="*/ 26 h 100"/>
                <a:gd name="T4" fmla="*/ 33 w 49"/>
                <a:gd name="T5" fmla="*/ 21 h 100"/>
                <a:gd name="T6" fmla="*/ 20 w 49"/>
                <a:gd name="T7" fmla="*/ 15 h 100"/>
                <a:gd name="T8" fmla="*/ 3 w 49"/>
                <a:gd name="T9" fmla="*/ 2 h 100"/>
                <a:gd name="T10" fmla="*/ 2 w 49"/>
                <a:gd name="T11" fmla="*/ 43 h 100"/>
                <a:gd name="T12" fmla="*/ 7 w 49"/>
                <a:gd name="T13" fmla="*/ 38 h 100"/>
                <a:gd name="T14" fmla="*/ 6 w 49"/>
                <a:gd name="T15" fmla="*/ 82 h 100"/>
                <a:gd name="T16" fmla="*/ 11 w 49"/>
                <a:gd name="T17" fmla="*/ 86 h 100"/>
                <a:gd name="T18" fmla="*/ 34 w 49"/>
                <a:gd name="T19" fmla="*/ 79 h 100"/>
                <a:gd name="T20" fmla="*/ 29 w 49"/>
                <a:gd name="T21" fmla="*/ 52 h 100"/>
                <a:gd name="T22" fmla="*/ 40 w 49"/>
                <a:gd name="T23" fmla="*/ 58 h 100"/>
                <a:gd name="T24" fmla="*/ 40 w 49"/>
                <a:gd name="T25" fmla="*/ 50 h 100"/>
                <a:gd name="T26" fmla="*/ 44 w 49"/>
                <a:gd name="T27" fmla="*/ 26 h 100"/>
                <a:gd name="T28" fmla="*/ 35 w 49"/>
                <a:gd name="T29" fmla="*/ 21 h 100"/>
                <a:gd name="T30" fmla="*/ 42 w 49"/>
                <a:gd name="T31" fmla="*/ 14 h 100"/>
                <a:gd name="T32" fmla="*/ 29 w 49"/>
                <a:gd name="T33" fmla="*/ 20 h 100"/>
                <a:gd name="T34" fmla="*/ 29 w 49"/>
                <a:gd name="T35" fmla="*/ 15 h 100"/>
                <a:gd name="T36" fmla="*/ 25 w 49"/>
                <a:gd name="T37" fmla="*/ 15 h 100"/>
                <a:gd name="T38" fmla="*/ 35 w 49"/>
                <a:gd name="T39" fmla="*/ 35 h 100"/>
                <a:gd name="T40" fmla="*/ 20 w 49"/>
                <a:gd name="T41" fmla="*/ 26 h 100"/>
                <a:gd name="T42" fmla="*/ 19 w 49"/>
                <a:gd name="T43" fmla="*/ 24 h 100"/>
                <a:gd name="T44" fmla="*/ 13 w 49"/>
                <a:gd name="T45" fmla="*/ 1 h 100"/>
                <a:gd name="T46" fmla="*/ 25 w 49"/>
                <a:gd name="T47" fmla="*/ 40 h 100"/>
                <a:gd name="T48" fmla="*/ 20 w 49"/>
                <a:gd name="T49" fmla="*/ 44 h 100"/>
                <a:gd name="T50" fmla="*/ 14 w 49"/>
                <a:gd name="T51" fmla="*/ 42 h 100"/>
                <a:gd name="T52" fmla="*/ 18 w 49"/>
                <a:gd name="T53" fmla="*/ 42 h 100"/>
                <a:gd name="T54" fmla="*/ 11 w 49"/>
                <a:gd name="T55" fmla="*/ 36 h 100"/>
                <a:gd name="T56" fmla="*/ 7 w 49"/>
                <a:gd name="T57" fmla="*/ 28 h 100"/>
                <a:gd name="T58" fmla="*/ 3 w 49"/>
                <a:gd name="T59" fmla="*/ 3 h 100"/>
                <a:gd name="T60" fmla="*/ 6 w 49"/>
                <a:gd name="T61" fmla="*/ 22 h 100"/>
                <a:gd name="T62" fmla="*/ 4 w 49"/>
                <a:gd name="T63" fmla="*/ 30 h 100"/>
                <a:gd name="T64" fmla="*/ 2 w 49"/>
                <a:gd name="T65" fmla="*/ 48 h 100"/>
                <a:gd name="T66" fmla="*/ 2 w 49"/>
                <a:gd name="T67" fmla="*/ 50 h 100"/>
                <a:gd name="T68" fmla="*/ 11 w 49"/>
                <a:gd name="T69" fmla="*/ 36 h 100"/>
                <a:gd name="T70" fmla="*/ 32 w 49"/>
                <a:gd name="T71" fmla="*/ 77 h 100"/>
                <a:gd name="T72" fmla="*/ 27 w 49"/>
                <a:gd name="T73" fmla="*/ 78 h 100"/>
                <a:gd name="T74" fmla="*/ 20 w 49"/>
                <a:gd name="T75" fmla="*/ 62 h 100"/>
                <a:gd name="T76" fmla="*/ 18 w 49"/>
                <a:gd name="T77" fmla="*/ 57 h 100"/>
                <a:gd name="T78" fmla="*/ 13 w 49"/>
                <a:gd name="T79" fmla="*/ 96 h 100"/>
                <a:gd name="T80" fmla="*/ 7 w 49"/>
                <a:gd name="T81" fmla="*/ 88 h 100"/>
                <a:gd name="T82" fmla="*/ 9 w 49"/>
                <a:gd name="T83" fmla="*/ 75 h 100"/>
                <a:gd name="T84" fmla="*/ 10 w 49"/>
                <a:gd name="T85" fmla="*/ 43 h 100"/>
                <a:gd name="T86" fmla="*/ 27 w 49"/>
                <a:gd name="T87" fmla="*/ 49 h 100"/>
                <a:gd name="T88" fmla="*/ 41 w 49"/>
                <a:gd name="T89" fmla="*/ 48 h 100"/>
                <a:gd name="T90" fmla="*/ 40 w 49"/>
                <a:gd name="T91" fmla="*/ 52 h 100"/>
                <a:gd name="T92" fmla="*/ 34 w 49"/>
                <a:gd name="T93" fmla="*/ 53 h 100"/>
                <a:gd name="T94" fmla="*/ 27 w 49"/>
                <a:gd name="T95" fmla="*/ 48 h 100"/>
                <a:gd name="T96" fmla="*/ 18 w 49"/>
                <a:gd name="T97" fmla="*/ 38 h 100"/>
                <a:gd name="T98" fmla="*/ 11 w 49"/>
                <a:gd name="T99" fmla="*/ 28 h 100"/>
                <a:gd name="T100" fmla="*/ 13 w 49"/>
                <a:gd name="T101" fmla="*/ 19 h 100"/>
                <a:gd name="T102" fmla="*/ 31 w 49"/>
                <a:gd name="T103" fmla="*/ 39 h 100"/>
                <a:gd name="T104" fmla="*/ 36 w 49"/>
                <a:gd name="T105" fmla="*/ 42 h 100"/>
                <a:gd name="T106" fmla="*/ 42 w 49"/>
                <a:gd name="T107" fmla="*/ 28 h 100"/>
                <a:gd name="T108" fmla="*/ 46 w 49"/>
                <a:gd name="T109" fmla="*/ 26 h 100"/>
                <a:gd name="T110" fmla="*/ 43 w 49"/>
                <a:gd name="T111" fmla="*/ 14 h 100"/>
                <a:gd name="T112" fmla="*/ 48 w 49"/>
                <a:gd name="T113" fmla="*/ 13 h 100"/>
                <a:gd name="T114" fmla="*/ 8 w 49"/>
                <a:gd name="T115" fmla="*/ 83 h 100"/>
                <a:gd name="T116" fmla="*/ 19 w 49"/>
                <a:gd name="T117" fmla="*/ 34 h 100"/>
                <a:gd name="T118" fmla="*/ 14 w 49"/>
                <a:gd name="T119" fmla="*/ 24 h 100"/>
                <a:gd name="T120" fmla="*/ 25 w 49"/>
                <a:gd name="T121" fmla="*/ 2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" h="100">
                  <a:moveTo>
                    <a:pt x="11" y="71"/>
                  </a:moveTo>
                  <a:cubicBezTo>
                    <a:pt x="11" y="72"/>
                    <a:pt x="11" y="72"/>
                    <a:pt x="11" y="72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12" y="73"/>
                    <a:pt x="12" y="73"/>
                    <a:pt x="12" y="73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1"/>
                    <a:pt x="12" y="71"/>
                    <a:pt x="12" y="71"/>
                  </a:cubicBezTo>
                  <a:lnTo>
                    <a:pt x="11" y="71"/>
                  </a:lnTo>
                  <a:close/>
                  <a:moveTo>
                    <a:pt x="49" y="12"/>
                  </a:move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1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43" y="10"/>
                    <a:pt x="43" y="11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6"/>
                    <a:pt x="42" y="17"/>
                    <a:pt x="42" y="17"/>
                  </a:cubicBezTo>
                  <a:cubicBezTo>
                    <a:pt x="43" y="18"/>
                    <a:pt x="43" y="19"/>
                    <a:pt x="43" y="20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43" y="22"/>
                    <a:pt x="42" y="24"/>
                    <a:pt x="42" y="25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0" y="26"/>
                    <a:pt x="39" y="25"/>
                    <a:pt x="39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8" y="28"/>
                    <a:pt x="38" y="29"/>
                  </a:cubicBezTo>
                  <a:cubicBezTo>
                    <a:pt x="38" y="30"/>
                    <a:pt x="38" y="30"/>
                    <a:pt x="37" y="31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5" y="32"/>
                    <a:pt x="35" y="31"/>
                    <a:pt x="34" y="30"/>
                  </a:cubicBezTo>
                  <a:cubicBezTo>
                    <a:pt x="33" y="28"/>
                    <a:pt x="31" y="27"/>
                    <a:pt x="30" y="26"/>
                  </a:cubicBezTo>
                  <a:cubicBezTo>
                    <a:pt x="28" y="25"/>
                    <a:pt x="27" y="24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0" y="22"/>
                    <a:pt x="31" y="23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7"/>
                    <a:pt x="35" y="14"/>
                    <a:pt x="32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14"/>
                    <a:pt x="29" y="13"/>
                    <a:pt x="27" y="13"/>
                  </a:cubicBezTo>
                  <a:cubicBezTo>
                    <a:pt x="26" y="13"/>
                    <a:pt x="26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19" y="17"/>
                    <a:pt x="19" y="19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7" y="17"/>
                    <a:pt x="17" y="16"/>
                    <a:pt x="17" y="16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4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3" y="11"/>
                    <a:pt x="13" y="9"/>
                    <a:pt x="13" y="8"/>
                  </a:cubicBezTo>
                  <a:cubicBezTo>
                    <a:pt x="13" y="4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9" y="6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0"/>
                    <a:pt x="6" y="8"/>
                    <a:pt x="5" y="6"/>
                  </a:cubicBezTo>
                  <a:cubicBezTo>
                    <a:pt x="4" y="4"/>
                    <a:pt x="3" y="2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4" y="13"/>
                    <a:pt x="5" y="15"/>
                  </a:cubicBezTo>
                  <a:cubicBezTo>
                    <a:pt x="4" y="14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7"/>
                    <a:pt x="3" y="20"/>
                    <a:pt x="5" y="21"/>
                  </a:cubicBezTo>
                  <a:cubicBezTo>
                    <a:pt x="3" y="21"/>
                    <a:pt x="2" y="20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4"/>
                    <a:pt x="4" y="27"/>
                    <a:pt x="5" y="28"/>
                  </a:cubicBezTo>
                  <a:cubicBezTo>
                    <a:pt x="4" y="28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1"/>
                    <a:pt x="5" y="32"/>
                    <a:pt x="6" y="33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3" y="33"/>
                    <a:pt x="0" y="35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1"/>
                    <a:pt x="2" y="42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1" y="44"/>
                    <a:pt x="1" y="44"/>
                    <a:pt x="0" y="4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1"/>
                    <a:pt x="2" y="51"/>
                    <a:pt x="3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3" y="49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7"/>
                    <a:pt x="5" y="45"/>
                    <a:pt x="6" y="43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0"/>
                    <a:pt x="4" y="39"/>
                    <a:pt x="3" y="39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9" y="39"/>
                    <a:pt x="9" y="40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8"/>
                    <a:pt x="1" y="54"/>
                    <a:pt x="1" y="59"/>
                  </a:cubicBezTo>
                  <a:cubicBezTo>
                    <a:pt x="1" y="62"/>
                    <a:pt x="4" y="65"/>
                    <a:pt x="5" y="66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5"/>
                    <a:pt x="7" y="75"/>
                    <a:pt x="7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8" y="77"/>
                    <a:pt x="8" y="77"/>
                    <a:pt x="8" y="77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6" y="82"/>
                    <a:pt x="6" y="82"/>
                    <a:pt x="6" y="82"/>
                  </a:cubicBezTo>
                  <a:cubicBezTo>
                    <a:pt x="6" y="83"/>
                    <a:pt x="7" y="84"/>
                    <a:pt x="7" y="86"/>
                  </a:cubicBezTo>
                  <a:cubicBezTo>
                    <a:pt x="7" y="87"/>
                    <a:pt x="6" y="88"/>
                    <a:pt x="6" y="88"/>
                  </a:cubicBezTo>
                  <a:cubicBezTo>
                    <a:pt x="5" y="93"/>
                    <a:pt x="5" y="93"/>
                    <a:pt x="5" y="93"/>
                  </a:cubicBezTo>
                  <a:cubicBezTo>
                    <a:pt x="6" y="95"/>
                    <a:pt x="6" y="95"/>
                    <a:pt x="6" y="95"/>
                  </a:cubicBezTo>
                  <a:cubicBezTo>
                    <a:pt x="6" y="99"/>
                    <a:pt x="6" y="99"/>
                    <a:pt x="6" y="99"/>
                  </a:cubicBezTo>
                  <a:cubicBezTo>
                    <a:pt x="7" y="100"/>
                    <a:pt x="8" y="100"/>
                    <a:pt x="9" y="100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1" y="100"/>
                    <a:pt x="12" y="100"/>
                    <a:pt x="13" y="100"/>
                  </a:cubicBezTo>
                  <a:cubicBezTo>
                    <a:pt x="15" y="100"/>
                    <a:pt x="16" y="99"/>
                    <a:pt x="17" y="98"/>
                  </a:cubicBezTo>
                  <a:cubicBezTo>
                    <a:pt x="19" y="97"/>
                    <a:pt x="19" y="97"/>
                    <a:pt x="19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5"/>
                    <a:pt x="17" y="95"/>
                    <a:pt x="17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3" y="95"/>
                    <a:pt x="12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0" y="96"/>
                    <a:pt x="10" y="94"/>
                    <a:pt x="10" y="93"/>
                  </a:cubicBezTo>
                  <a:cubicBezTo>
                    <a:pt x="10" y="92"/>
                    <a:pt x="10" y="92"/>
                    <a:pt x="10" y="92"/>
                  </a:cubicBezTo>
                  <a:cubicBezTo>
                    <a:pt x="10" y="91"/>
                    <a:pt x="10" y="91"/>
                    <a:pt x="10" y="90"/>
                  </a:cubicBezTo>
                  <a:cubicBezTo>
                    <a:pt x="11" y="89"/>
                    <a:pt x="11" y="88"/>
                    <a:pt x="11" y="87"/>
                  </a:cubicBezTo>
                  <a:cubicBezTo>
                    <a:pt x="11" y="86"/>
                    <a:pt x="11" y="86"/>
                    <a:pt x="11" y="86"/>
                  </a:cubicBezTo>
                  <a:cubicBezTo>
                    <a:pt x="11" y="85"/>
                    <a:pt x="11" y="85"/>
                    <a:pt x="12" y="84"/>
                  </a:cubicBezTo>
                  <a:cubicBezTo>
                    <a:pt x="13" y="83"/>
                    <a:pt x="12" y="82"/>
                    <a:pt x="13" y="81"/>
                  </a:cubicBezTo>
                  <a:cubicBezTo>
                    <a:pt x="13" y="80"/>
                    <a:pt x="13" y="79"/>
                    <a:pt x="14" y="78"/>
                  </a:cubicBezTo>
                  <a:cubicBezTo>
                    <a:pt x="15" y="77"/>
                    <a:pt x="16" y="75"/>
                    <a:pt x="17" y="74"/>
                  </a:cubicBezTo>
                  <a:cubicBezTo>
                    <a:pt x="17" y="72"/>
                    <a:pt x="17" y="72"/>
                    <a:pt x="17" y="72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19" y="69"/>
                    <a:pt x="20" y="69"/>
                    <a:pt x="20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1" y="69"/>
                    <a:pt x="21" y="69"/>
                    <a:pt x="21" y="69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4"/>
                    <a:pt x="20" y="74"/>
                    <a:pt x="20" y="74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5" y="78"/>
                    <a:pt x="25" y="78"/>
                    <a:pt x="25" y="78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8" y="81"/>
                    <a:pt x="28" y="81"/>
                    <a:pt x="28" y="81"/>
                  </a:cubicBezTo>
                  <a:cubicBezTo>
                    <a:pt x="28" y="82"/>
                    <a:pt x="29" y="83"/>
                    <a:pt x="31" y="83"/>
                  </a:cubicBezTo>
                  <a:cubicBezTo>
                    <a:pt x="32" y="83"/>
                    <a:pt x="34" y="80"/>
                    <a:pt x="34" y="79"/>
                  </a:cubicBezTo>
                  <a:cubicBezTo>
                    <a:pt x="35" y="78"/>
                    <a:pt x="36" y="76"/>
                    <a:pt x="36" y="75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1" y="75"/>
                    <a:pt x="31" y="75"/>
                    <a:pt x="31" y="75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0" y="76"/>
                    <a:pt x="30" y="76"/>
                    <a:pt x="30" y="76"/>
                  </a:cubicBezTo>
                  <a:cubicBezTo>
                    <a:pt x="29" y="76"/>
                    <a:pt x="27" y="74"/>
                    <a:pt x="27" y="73"/>
                  </a:cubicBezTo>
                  <a:cubicBezTo>
                    <a:pt x="26" y="72"/>
                    <a:pt x="25" y="71"/>
                    <a:pt x="25" y="70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7" y="68"/>
                    <a:pt x="29" y="66"/>
                    <a:pt x="30" y="65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31" y="62"/>
                    <a:pt x="32" y="61"/>
                    <a:pt x="32" y="61"/>
                  </a:cubicBezTo>
                  <a:cubicBezTo>
                    <a:pt x="31" y="57"/>
                    <a:pt x="29" y="56"/>
                    <a:pt x="27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1" y="52"/>
                    <a:pt x="32" y="56"/>
                    <a:pt x="32" y="56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3" y="55"/>
                    <a:pt x="34" y="54"/>
                    <a:pt x="34" y="53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6" y="54"/>
                    <a:pt x="37" y="54"/>
                    <a:pt x="38" y="55"/>
                  </a:cubicBezTo>
                  <a:cubicBezTo>
                    <a:pt x="39" y="55"/>
                    <a:pt x="39" y="55"/>
                    <a:pt x="39" y="56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40" y="61"/>
                    <a:pt x="40" y="61"/>
                    <a:pt x="40" y="61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2" y="54"/>
                    <a:pt x="43" y="52"/>
                    <a:pt x="43" y="52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4" y="47"/>
                    <a:pt x="44" y="47"/>
                    <a:pt x="44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6" y="51"/>
                    <a:pt x="35" y="50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5" y="47"/>
                    <a:pt x="34" y="47"/>
                    <a:pt x="33" y="47"/>
                  </a:cubicBezTo>
                  <a:cubicBezTo>
                    <a:pt x="34" y="46"/>
                    <a:pt x="35" y="45"/>
                    <a:pt x="36" y="4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1" y="38"/>
                    <a:pt x="41" y="37"/>
                    <a:pt x="41" y="36"/>
                  </a:cubicBezTo>
                  <a:cubicBezTo>
                    <a:pt x="41" y="35"/>
                    <a:pt x="41" y="33"/>
                    <a:pt x="42" y="33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4" y="32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1"/>
                    <a:pt x="44" y="30"/>
                    <a:pt x="43" y="30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8"/>
                    <a:pt x="44" y="27"/>
                    <a:pt x="44" y="26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19"/>
                    <a:pt x="47" y="18"/>
                    <a:pt x="47" y="18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lnTo>
                    <a:pt x="49" y="12"/>
                  </a:lnTo>
                  <a:close/>
                  <a:moveTo>
                    <a:pt x="35" y="21"/>
                  </a:move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lnTo>
                    <a:pt x="35" y="21"/>
                  </a:lnTo>
                  <a:close/>
                  <a:moveTo>
                    <a:pt x="44" y="10"/>
                  </a:moveTo>
                  <a:cubicBezTo>
                    <a:pt x="45" y="10"/>
                    <a:pt x="45" y="10"/>
                    <a:pt x="45" y="10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lnTo>
                    <a:pt x="44" y="10"/>
                  </a:lnTo>
                  <a:close/>
                  <a:moveTo>
                    <a:pt x="42" y="12"/>
                  </a:moveTo>
                  <a:cubicBezTo>
                    <a:pt x="42" y="12"/>
                    <a:pt x="42" y="12"/>
                    <a:pt x="42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3"/>
                    <a:pt x="41" y="13"/>
                    <a:pt x="41" y="13"/>
                  </a:cubicBezTo>
                  <a:lnTo>
                    <a:pt x="42" y="12"/>
                  </a:lnTo>
                  <a:close/>
                  <a:moveTo>
                    <a:pt x="43" y="17"/>
                  </a:moveTo>
                  <a:cubicBezTo>
                    <a:pt x="42" y="16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5"/>
                    <a:pt x="43" y="15"/>
                    <a:pt x="43" y="16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3" y="18"/>
                    <a:pt x="43" y="18"/>
                    <a:pt x="43" y="18"/>
                  </a:cubicBezTo>
                  <a:lnTo>
                    <a:pt x="43" y="17"/>
                  </a:lnTo>
                  <a:close/>
                  <a:moveTo>
                    <a:pt x="29" y="21"/>
                  </a:moveTo>
                  <a:cubicBezTo>
                    <a:pt x="29" y="21"/>
                    <a:pt x="29" y="21"/>
                    <a:pt x="29" y="21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1" y="22"/>
                    <a:pt x="31" y="22"/>
                    <a:pt x="31" y="22"/>
                  </a:cubicBezTo>
                  <a:lnTo>
                    <a:pt x="29" y="21"/>
                  </a:lnTo>
                  <a:close/>
                  <a:moveTo>
                    <a:pt x="27" y="20"/>
                  </a:moveTo>
                  <a:cubicBezTo>
                    <a:pt x="27" y="20"/>
                    <a:pt x="27" y="20"/>
                    <a:pt x="27" y="20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7" y="20"/>
                    <a:pt x="27" y="20"/>
                    <a:pt x="27" y="20"/>
                  </a:cubicBezTo>
                  <a:close/>
                  <a:moveTo>
                    <a:pt x="32" y="21"/>
                  </a:moveTo>
                  <a:cubicBezTo>
                    <a:pt x="34" y="22"/>
                    <a:pt x="34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lnTo>
                    <a:pt x="32" y="21"/>
                  </a:lnTo>
                  <a:close/>
                  <a:moveTo>
                    <a:pt x="32" y="15"/>
                  </a:moveTo>
                  <a:cubicBezTo>
                    <a:pt x="33" y="15"/>
                    <a:pt x="34" y="15"/>
                    <a:pt x="34" y="16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9" y="15"/>
                    <a:pt x="29" y="15"/>
                    <a:pt x="29" y="15"/>
                  </a:cubicBezTo>
                  <a:lnTo>
                    <a:pt x="32" y="15"/>
                  </a:lnTo>
                  <a:close/>
                  <a:moveTo>
                    <a:pt x="28" y="15"/>
                  </a:moveTo>
                  <a:cubicBezTo>
                    <a:pt x="28" y="15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lose/>
                  <a:moveTo>
                    <a:pt x="22" y="13"/>
                  </a:moveTo>
                  <a:cubicBezTo>
                    <a:pt x="23" y="14"/>
                    <a:pt x="23" y="14"/>
                    <a:pt x="23" y="14"/>
                  </a:cubicBezTo>
                  <a:cubicBezTo>
                    <a:pt x="22" y="14"/>
                    <a:pt x="22" y="14"/>
                    <a:pt x="22" y="14"/>
                  </a:cubicBezTo>
                  <a:lnTo>
                    <a:pt x="22" y="13"/>
                  </a:lnTo>
                  <a:close/>
                  <a:moveTo>
                    <a:pt x="21" y="16"/>
                  </a:moveTo>
                  <a:cubicBezTo>
                    <a:pt x="21" y="16"/>
                    <a:pt x="21" y="16"/>
                    <a:pt x="21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6" y="14"/>
                    <a:pt x="26" y="13"/>
                    <a:pt x="27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4"/>
                    <a:pt x="28" y="25"/>
                    <a:pt x="29" y="26"/>
                  </a:cubicBezTo>
                  <a:cubicBezTo>
                    <a:pt x="31" y="27"/>
                    <a:pt x="32" y="29"/>
                    <a:pt x="34" y="30"/>
                  </a:cubicBezTo>
                  <a:cubicBezTo>
                    <a:pt x="35" y="32"/>
                    <a:pt x="35" y="34"/>
                    <a:pt x="36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4" y="34"/>
                    <a:pt x="33" y="34"/>
                    <a:pt x="33" y="34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1" y="32"/>
                    <a:pt x="21" y="3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9"/>
                    <a:pt x="20" y="28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9" y="18"/>
                    <a:pt x="20" y="17"/>
                    <a:pt x="21" y="16"/>
                  </a:cubicBezTo>
                  <a:moveTo>
                    <a:pt x="20" y="31"/>
                  </a:moveTo>
                  <a:cubicBezTo>
                    <a:pt x="20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7" y="32"/>
                    <a:pt x="17" y="31"/>
                    <a:pt x="17" y="29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19" y="27"/>
                    <a:pt x="19" y="27"/>
                  </a:cubicBezTo>
                  <a:cubicBezTo>
                    <a:pt x="20" y="28"/>
                    <a:pt x="20" y="30"/>
                    <a:pt x="20" y="30"/>
                  </a:cubicBezTo>
                  <a:lnTo>
                    <a:pt x="20" y="31"/>
                  </a:lnTo>
                  <a:close/>
                  <a:moveTo>
                    <a:pt x="16" y="18"/>
                  </a:moveTo>
                  <a:cubicBezTo>
                    <a:pt x="16" y="18"/>
                    <a:pt x="16" y="18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9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5" y="20"/>
                    <a:pt x="15" y="20"/>
                    <a:pt x="15" y="20"/>
                  </a:cubicBezTo>
                  <a:lnTo>
                    <a:pt x="16" y="18"/>
                  </a:lnTo>
                  <a:close/>
                  <a:moveTo>
                    <a:pt x="13" y="13"/>
                  </a:move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5" y="12"/>
                    <a:pt x="15" y="16"/>
                    <a:pt x="15" y="17"/>
                  </a:cubicBezTo>
                  <a:cubicBezTo>
                    <a:pt x="15" y="18"/>
                    <a:pt x="15" y="19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5"/>
                    <a:pt x="13" y="14"/>
                    <a:pt x="13" y="13"/>
                  </a:cubicBezTo>
                  <a:moveTo>
                    <a:pt x="13" y="1"/>
                  </a:moveTo>
                  <a:cubicBezTo>
                    <a:pt x="13" y="2"/>
                    <a:pt x="13" y="5"/>
                    <a:pt x="13" y="8"/>
                  </a:cubicBezTo>
                  <a:cubicBezTo>
                    <a:pt x="13" y="9"/>
                    <a:pt x="13" y="11"/>
                    <a:pt x="13" y="12"/>
                  </a:cubicBezTo>
                  <a:cubicBezTo>
                    <a:pt x="13" y="12"/>
                    <a:pt x="13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4"/>
                    <a:pt x="11" y="10"/>
                    <a:pt x="11" y="7"/>
                  </a:cubicBezTo>
                  <a:cubicBezTo>
                    <a:pt x="11" y="5"/>
                    <a:pt x="11" y="3"/>
                    <a:pt x="13" y="1"/>
                  </a:cubicBezTo>
                  <a:moveTo>
                    <a:pt x="12" y="2"/>
                  </a:moveTo>
                  <a:cubicBezTo>
                    <a:pt x="11" y="4"/>
                    <a:pt x="10" y="5"/>
                    <a:pt x="10" y="7"/>
                  </a:cubicBezTo>
                  <a:cubicBezTo>
                    <a:pt x="10" y="11"/>
                    <a:pt x="12" y="15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7"/>
                    <a:pt x="10" y="4"/>
                    <a:pt x="12" y="2"/>
                  </a:cubicBezTo>
                  <a:moveTo>
                    <a:pt x="9" y="12"/>
                  </a:moveTo>
                  <a:cubicBezTo>
                    <a:pt x="9" y="11"/>
                    <a:pt x="9" y="11"/>
                    <a:pt x="9" y="11"/>
                  </a:cubicBezTo>
                  <a:cubicBezTo>
                    <a:pt x="9" y="13"/>
                    <a:pt x="11" y="16"/>
                    <a:pt x="12" y="17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0" y="20"/>
                    <a:pt x="9" y="16"/>
                    <a:pt x="9" y="12"/>
                  </a:cubicBezTo>
                  <a:close/>
                  <a:moveTo>
                    <a:pt x="22" y="44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4" y="43"/>
                    <a:pt x="22" y="44"/>
                  </a:cubicBezTo>
                  <a:moveTo>
                    <a:pt x="22" y="44"/>
                  </a:moveTo>
                  <a:cubicBezTo>
                    <a:pt x="19" y="48"/>
                    <a:pt x="19" y="48"/>
                    <a:pt x="19" y="48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6"/>
                    <a:pt x="20" y="45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1" y="44"/>
                    <a:pt x="21" y="44"/>
                    <a:pt x="21" y="44"/>
                  </a:cubicBezTo>
                  <a:lnTo>
                    <a:pt x="22" y="44"/>
                  </a:lnTo>
                  <a:close/>
                  <a:moveTo>
                    <a:pt x="21" y="44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2" y="41"/>
                    <a:pt x="22" y="41"/>
                    <a:pt x="22" y="41"/>
                  </a:cubicBezTo>
                  <a:lnTo>
                    <a:pt x="21" y="44"/>
                  </a:lnTo>
                  <a:close/>
                  <a:moveTo>
                    <a:pt x="20" y="44"/>
                  </a:move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18" y="45"/>
                    <a:pt x="16" y="45"/>
                  </a:cubicBezTo>
                  <a:cubicBezTo>
                    <a:pt x="18" y="45"/>
                    <a:pt x="18" y="43"/>
                    <a:pt x="18" y="42"/>
                  </a:cubicBezTo>
                  <a:cubicBezTo>
                    <a:pt x="20" y="42"/>
                    <a:pt x="20" y="42"/>
                    <a:pt x="20" y="42"/>
                  </a:cubicBezTo>
                  <a:lnTo>
                    <a:pt x="20" y="44"/>
                  </a:lnTo>
                  <a:close/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lose/>
                  <a:moveTo>
                    <a:pt x="11" y="38"/>
                  </a:moveTo>
                  <a:cubicBezTo>
                    <a:pt x="12" y="39"/>
                    <a:pt x="13" y="39"/>
                    <a:pt x="14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1"/>
                    <a:pt x="11" y="39"/>
                    <a:pt x="11" y="38"/>
                  </a:cubicBezTo>
                  <a:moveTo>
                    <a:pt x="14" y="40"/>
                  </a:moveTo>
                  <a:cubicBezTo>
                    <a:pt x="15" y="41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6" y="42"/>
                    <a:pt x="17" y="42"/>
                    <a:pt x="18" y="42"/>
                  </a:cubicBezTo>
                  <a:cubicBezTo>
                    <a:pt x="18" y="43"/>
                    <a:pt x="17" y="45"/>
                    <a:pt x="15" y="45"/>
                  </a:cubicBezTo>
                  <a:cubicBezTo>
                    <a:pt x="15" y="45"/>
                    <a:pt x="15" y="43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3" y="42"/>
                    <a:pt x="14" y="40"/>
                    <a:pt x="14" y="40"/>
                  </a:cubicBezTo>
                  <a:moveTo>
                    <a:pt x="12" y="44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4" y="43"/>
                    <a:pt x="14" y="43"/>
                    <a:pt x="14" y="43"/>
                  </a:cubicBezTo>
                  <a:cubicBezTo>
                    <a:pt x="14" y="44"/>
                    <a:pt x="14" y="45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6"/>
                    <a:pt x="15" y="46"/>
                    <a:pt x="15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48"/>
                    <a:pt x="16" y="48"/>
                    <a:pt x="15" y="50"/>
                  </a:cubicBezTo>
                  <a:cubicBezTo>
                    <a:pt x="15" y="52"/>
                    <a:pt x="12" y="54"/>
                    <a:pt x="11" y="55"/>
                  </a:cubicBezTo>
                  <a:cubicBezTo>
                    <a:pt x="9" y="57"/>
                    <a:pt x="9" y="58"/>
                    <a:pt x="8" y="60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5" y="61"/>
                    <a:pt x="5" y="59"/>
                    <a:pt x="5" y="59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4"/>
                    <a:pt x="10" y="52"/>
                    <a:pt x="12" y="44"/>
                  </a:cubicBezTo>
                  <a:moveTo>
                    <a:pt x="18" y="42"/>
                  </a:moveTo>
                  <a:cubicBezTo>
                    <a:pt x="16" y="42"/>
                    <a:pt x="16" y="42"/>
                    <a:pt x="16" y="42"/>
                  </a:cubicBezTo>
                  <a:cubicBezTo>
                    <a:pt x="17" y="41"/>
                    <a:pt x="18" y="40"/>
                    <a:pt x="18" y="39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9" y="42"/>
                    <a:pt x="19" y="42"/>
                    <a:pt x="19" y="42"/>
                  </a:cubicBezTo>
                  <a:lnTo>
                    <a:pt x="18" y="42"/>
                  </a:lnTo>
                  <a:close/>
                  <a:moveTo>
                    <a:pt x="15" y="41"/>
                  </a:move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3" y="39"/>
                    <a:pt x="12" y="38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5" y="38"/>
                    <a:pt x="16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41"/>
                    <a:pt x="15" y="41"/>
                  </a:cubicBezTo>
                  <a:moveTo>
                    <a:pt x="14" y="35"/>
                  </a:moveTo>
                  <a:cubicBezTo>
                    <a:pt x="14" y="35"/>
                    <a:pt x="14" y="35"/>
                    <a:pt x="14" y="35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2" y="37"/>
                    <a:pt x="11" y="38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5"/>
                    <a:pt x="14" y="35"/>
                    <a:pt x="14" y="35"/>
                  </a:cubicBezTo>
                  <a:close/>
                  <a:moveTo>
                    <a:pt x="9" y="34"/>
                  </a:moveTo>
                  <a:cubicBezTo>
                    <a:pt x="9" y="32"/>
                    <a:pt x="9" y="32"/>
                    <a:pt x="9" y="32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0" y="29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2" y="32"/>
                    <a:pt x="12" y="32"/>
                    <a:pt x="12" y="32"/>
                  </a:cubicBezTo>
                  <a:lnTo>
                    <a:pt x="9" y="34"/>
                  </a:lnTo>
                  <a:close/>
                  <a:moveTo>
                    <a:pt x="10" y="27"/>
                  </a:moveTo>
                  <a:cubicBezTo>
                    <a:pt x="10" y="27"/>
                    <a:pt x="8" y="27"/>
                    <a:pt x="7" y="28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0" y="27"/>
                    <a:pt x="10" y="27"/>
                    <a:pt x="10" y="27"/>
                  </a:cubicBezTo>
                  <a:close/>
                  <a:moveTo>
                    <a:pt x="9" y="25"/>
                  </a:move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8" y="25"/>
                    <a:pt x="7" y="24"/>
                    <a:pt x="7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9" y="25"/>
                    <a:pt x="9" y="25"/>
                    <a:pt x="9" y="25"/>
                  </a:cubicBezTo>
                  <a:close/>
                  <a:moveTo>
                    <a:pt x="10" y="23"/>
                  </a:moveTo>
                  <a:cubicBezTo>
                    <a:pt x="10" y="22"/>
                    <a:pt x="9" y="22"/>
                    <a:pt x="8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lnTo>
                    <a:pt x="10" y="23"/>
                  </a:lnTo>
                  <a:close/>
                  <a:moveTo>
                    <a:pt x="3" y="3"/>
                  </a:moveTo>
                  <a:cubicBezTo>
                    <a:pt x="4" y="5"/>
                    <a:pt x="7" y="10"/>
                    <a:pt x="8" y="12"/>
                  </a:cubicBezTo>
                  <a:cubicBezTo>
                    <a:pt x="8" y="13"/>
                    <a:pt x="8" y="14"/>
                    <a:pt x="8" y="15"/>
                  </a:cubicBezTo>
                  <a:cubicBezTo>
                    <a:pt x="7" y="13"/>
                    <a:pt x="3" y="7"/>
                    <a:pt x="3" y="3"/>
                  </a:cubicBezTo>
                  <a:close/>
                  <a:moveTo>
                    <a:pt x="2" y="2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2" y="2"/>
                    <a:pt x="2" y="2"/>
                    <a:pt x="2" y="2"/>
                  </a:cubicBezTo>
                  <a:close/>
                  <a:moveTo>
                    <a:pt x="2" y="5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9"/>
                    <a:pt x="9" y="16"/>
                    <a:pt x="9" y="16"/>
                  </a:cubicBezTo>
                  <a:cubicBezTo>
                    <a:pt x="9" y="17"/>
                    <a:pt x="9" y="19"/>
                    <a:pt x="10" y="20"/>
                  </a:cubicBezTo>
                  <a:cubicBezTo>
                    <a:pt x="9" y="19"/>
                    <a:pt x="8" y="18"/>
                    <a:pt x="7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2" y="10"/>
                    <a:pt x="2" y="5"/>
                  </a:cubicBezTo>
                  <a:moveTo>
                    <a:pt x="6" y="16"/>
                  </a:moveTo>
                  <a:cubicBezTo>
                    <a:pt x="7" y="18"/>
                    <a:pt x="9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1"/>
                    <a:pt x="7" y="19"/>
                    <a:pt x="6" y="18"/>
                  </a:cubicBezTo>
                  <a:cubicBezTo>
                    <a:pt x="4" y="17"/>
                    <a:pt x="3" y="15"/>
                    <a:pt x="2" y="13"/>
                  </a:cubicBezTo>
                  <a:cubicBezTo>
                    <a:pt x="3" y="14"/>
                    <a:pt x="5" y="16"/>
                    <a:pt x="6" y="16"/>
                  </a:cubicBezTo>
                  <a:moveTo>
                    <a:pt x="6" y="22"/>
                  </a:move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1" y="18"/>
                    <a:pt x="1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7"/>
                    <a:pt x="7" y="20"/>
                    <a:pt x="8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5"/>
                    <a:pt x="8" y="25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5"/>
                    <a:pt x="6" y="25"/>
                    <a:pt x="5" y="24"/>
                  </a:cubicBezTo>
                  <a:cubicBezTo>
                    <a:pt x="4" y="23"/>
                    <a:pt x="3" y="22"/>
                    <a:pt x="2" y="21"/>
                  </a:cubicBezTo>
                  <a:cubicBezTo>
                    <a:pt x="3" y="21"/>
                    <a:pt x="5" y="21"/>
                    <a:pt x="6" y="22"/>
                  </a:cubicBezTo>
                  <a:moveTo>
                    <a:pt x="4" y="26"/>
                  </a:moveTo>
                  <a:cubicBezTo>
                    <a:pt x="3" y="25"/>
                    <a:pt x="2" y="23"/>
                    <a:pt x="2" y="22"/>
                  </a:cubicBezTo>
                  <a:cubicBezTo>
                    <a:pt x="3" y="24"/>
                    <a:pt x="7" y="26"/>
                    <a:pt x="8" y="26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5" y="27"/>
                    <a:pt x="4" y="26"/>
                  </a:cubicBezTo>
                  <a:moveTo>
                    <a:pt x="4" y="29"/>
                  </a:moveTo>
                  <a:cubicBezTo>
                    <a:pt x="4" y="29"/>
                    <a:pt x="5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5" y="30"/>
                    <a:pt x="4" y="29"/>
                    <a:pt x="4" y="29"/>
                  </a:cubicBezTo>
                  <a:close/>
                  <a:moveTo>
                    <a:pt x="4" y="30"/>
                  </a:moveTo>
                  <a:cubicBezTo>
                    <a:pt x="5" y="31"/>
                    <a:pt x="8" y="31"/>
                    <a:pt x="9" y="31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6" y="33"/>
                    <a:pt x="5" y="32"/>
                    <a:pt x="4" y="30"/>
                  </a:cubicBezTo>
                  <a:moveTo>
                    <a:pt x="6" y="35"/>
                  </a:move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2" y="36"/>
                    <a:pt x="2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6" y="40"/>
                    <a:pt x="6" y="42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5" y="45"/>
                    <a:pt x="3" y="46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9"/>
                    <a:pt x="3" y="50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3" y="51"/>
                    <a:pt x="3" y="50"/>
                    <a:pt x="3" y="49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3" y="45"/>
                    <a:pt x="4" y="44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1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4" y="41"/>
                    <a:pt x="4" y="42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4" y="44"/>
                    <a:pt x="3" y="45"/>
                    <a:pt x="2" y="46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7"/>
                    <a:pt x="3" y="43"/>
                    <a:pt x="3" y="43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2" y="40"/>
                    <a:pt x="2" y="40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2" y="43"/>
                    <a:pt x="1" y="46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2" y="51"/>
                    <a:pt x="1" y="50"/>
                    <a:pt x="1" y="49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44"/>
                    <a:pt x="2" y="44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2"/>
                    <a:pt x="1" y="41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5"/>
                    <a:pt x="3" y="34"/>
                    <a:pt x="5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5"/>
                    <a:pt x="7" y="35"/>
                    <a:pt x="7" y="35"/>
                  </a:cubicBezTo>
                  <a:lnTo>
                    <a:pt x="6" y="35"/>
                  </a:lnTo>
                  <a:close/>
                  <a:moveTo>
                    <a:pt x="9" y="34"/>
                  </a:move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8" y="37"/>
                    <a:pt x="8" y="37"/>
                    <a:pt x="8" y="37"/>
                  </a:cubicBezTo>
                  <a:lnTo>
                    <a:pt x="9" y="34"/>
                  </a:lnTo>
                  <a:close/>
                  <a:moveTo>
                    <a:pt x="8" y="37"/>
                  </a:moveTo>
                  <a:cubicBezTo>
                    <a:pt x="9" y="37"/>
                    <a:pt x="10" y="36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38"/>
                    <a:pt x="9" y="37"/>
                    <a:pt x="8" y="37"/>
                  </a:cubicBezTo>
                  <a:moveTo>
                    <a:pt x="27" y="57"/>
                  </a:moveTo>
                  <a:cubicBezTo>
                    <a:pt x="29" y="57"/>
                    <a:pt x="31" y="57"/>
                    <a:pt x="31" y="61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29" y="66"/>
                    <a:pt x="27" y="68"/>
                    <a:pt x="25" y="69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25" y="71"/>
                    <a:pt x="26" y="72"/>
                    <a:pt x="26" y="73"/>
                  </a:cubicBezTo>
                  <a:cubicBezTo>
                    <a:pt x="27" y="74"/>
                    <a:pt x="28" y="76"/>
                    <a:pt x="29" y="77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2" y="77"/>
                    <a:pt x="32" y="77"/>
                    <a:pt x="32" y="77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6"/>
                    <a:pt x="32" y="76"/>
                    <a:pt x="32" y="76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4" y="79"/>
                    <a:pt x="34" y="79"/>
                    <a:pt x="34" y="79"/>
                  </a:cubicBezTo>
                  <a:cubicBezTo>
                    <a:pt x="33" y="80"/>
                    <a:pt x="31" y="82"/>
                    <a:pt x="31" y="82"/>
                  </a:cubicBezTo>
                  <a:cubicBezTo>
                    <a:pt x="29" y="82"/>
                    <a:pt x="29" y="82"/>
                    <a:pt x="28" y="81"/>
                  </a:cubicBezTo>
                  <a:cubicBezTo>
                    <a:pt x="28" y="80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6" y="78"/>
                    <a:pt x="26" y="78"/>
                    <a:pt x="26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75"/>
                    <a:pt x="23" y="75"/>
                    <a:pt x="22" y="74"/>
                  </a:cubicBezTo>
                  <a:cubicBezTo>
                    <a:pt x="21" y="73"/>
                    <a:pt x="21" y="73"/>
                    <a:pt x="21" y="73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2" y="69"/>
                    <a:pt x="22" y="69"/>
                    <a:pt x="22" y="69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5"/>
                    <a:pt x="23" y="64"/>
                    <a:pt x="23" y="63"/>
                  </a:cubicBezTo>
                  <a:cubicBezTo>
                    <a:pt x="23" y="62"/>
                    <a:pt x="25" y="62"/>
                    <a:pt x="25" y="62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2" y="64"/>
                    <a:pt x="22" y="65"/>
                    <a:pt x="22" y="67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19" y="69"/>
                    <a:pt x="19" y="69"/>
                    <a:pt x="19" y="69"/>
                  </a:cubicBezTo>
                  <a:cubicBezTo>
                    <a:pt x="20" y="67"/>
                    <a:pt x="20" y="65"/>
                    <a:pt x="20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1" y="61"/>
                    <a:pt x="21" y="61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5" y="57"/>
                    <a:pt x="26" y="57"/>
                    <a:pt x="27" y="57"/>
                  </a:cubicBezTo>
                  <a:moveTo>
                    <a:pt x="28" y="52"/>
                  </a:moveTo>
                  <a:cubicBezTo>
                    <a:pt x="28" y="52"/>
                    <a:pt x="28" y="52"/>
                    <a:pt x="28" y="52"/>
                  </a:cubicBezTo>
                  <a:cubicBezTo>
                    <a:pt x="28" y="53"/>
                    <a:pt x="25" y="54"/>
                    <a:pt x="25" y="55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19" y="61"/>
                    <a:pt x="18" y="60"/>
                    <a:pt x="18" y="60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8" y="57"/>
                    <a:pt x="18" y="58"/>
                    <a:pt x="18" y="59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60"/>
                    <a:pt x="19" y="61"/>
                    <a:pt x="19" y="62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6"/>
                    <a:pt x="19" y="68"/>
                    <a:pt x="18" y="70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6" y="74"/>
                    <a:pt x="15" y="77"/>
                    <a:pt x="14" y="78"/>
                  </a:cubicBezTo>
                  <a:cubicBezTo>
                    <a:pt x="12" y="79"/>
                    <a:pt x="12" y="80"/>
                    <a:pt x="12" y="81"/>
                  </a:cubicBezTo>
                  <a:cubicBezTo>
                    <a:pt x="12" y="82"/>
                    <a:pt x="12" y="83"/>
                    <a:pt x="11" y="83"/>
                  </a:cubicBezTo>
                  <a:cubicBezTo>
                    <a:pt x="11" y="85"/>
                    <a:pt x="10" y="85"/>
                    <a:pt x="10" y="86"/>
                  </a:cubicBezTo>
                  <a:cubicBezTo>
                    <a:pt x="10" y="87"/>
                    <a:pt x="10" y="87"/>
                    <a:pt x="10" y="87"/>
                  </a:cubicBezTo>
                  <a:cubicBezTo>
                    <a:pt x="10" y="88"/>
                    <a:pt x="10" y="88"/>
                    <a:pt x="10" y="89"/>
                  </a:cubicBezTo>
                  <a:cubicBezTo>
                    <a:pt x="9" y="90"/>
                    <a:pt x="9" y="91"/>
                    <a:pt x="9" y="92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9" y="94"/>
                    <a:pt x="9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7"/>
                    <a:pt x="15" y="97"/>
                    <a:pt x="15" y="97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6"/>
                    <a:pt x="14" y="96"/>
                    <a:pt x="14" y="96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6"/>
                    <a:pt x="17" y="96"/>
                    <a:pt x="17" y="96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6" y="99"/>
                    <a:pt x="14" y="99"/>
                    <a:pt x="13" y="100"/>
                  </a:cubicBezTo>
                  <a:cubicBezTo>
                    <a:pt x="12" y="100"/>
                    <a:pt x="11" y="100"/>
                    <a:pt x="10" y="100"/>
                  </a:cubicBezTo>
                  <a:cubicBezTo>
                    <a:pt x="9" y="100"/>
                    <a:pt x="9" y="100"/>
                    <a:pt x="9" y="100"/>
                  </a:cubicBezTo>
                  <a:cubicBezTo>
                    <a:pt x="7" y="98"/>
                    <a:pt x="7" y="98"/>
                    <a:pt x="7" y="98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6" y="93"/>
                    <a:pt x="6" y="93"/>
                    <a:pt x="6" y="93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8"/>
                    <a:pt x="7" y="87"/>
                    <a:pt x="7" y="86"/>
                  </a:cubicBezTo>
                  <a:cubicBezTo>
                    <a:pt x="7" y="84"/>
                    <a:pt x="7" y="83"/>
                    <a:pt x="7" y="82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4"/>
                    <a:pt x="10" y="73"/>
                    <a:pt x="9" y="72"/>
                  </a:cubicBezTo>
                  <a:cubicBezTo>
                    <a:pt x="9" y="70"/>
                    <a:pt x="8" y="67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5"/>
                    <a:pt x="9" y="62"/>
                    <a:pt x="9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" y="62"/>
                    <a:pt x="7" y="64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7"/>
                    <a:pt x="8" y="71"/>
                    <a:pt x="9" y="72"/>
                  </a:cubicBezTo>
                  <a:cubicBezTo>
                    <a:pt x="10" y="73"/>
                    <a:pt x="10" y="75"/>
                    <a:pt x="10" y="75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8" y="73"/>
                    <a:pt x="8" y="73"/>
                    <a:pt x="8" y="73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6" y="65"/>
                    <a:pt x="2" y="62"/>
                    <a:pt x="2" y="59"/>
                  </a:cubicBezTo>
                  <a:cubicBezTo>
                    <a:pt x="2" y="55"/>
                    <a:pt x="9" y="48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0"/>
                    <a:pt x="9" y="39"/>
                    <a:pt x="9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40"/>
                    <a:pt x="10" y="42"/>
                    <a:pt x="10" y="42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9" y="51"/>
                    <a:pt x="4" y="53"/>
                    <a:pt x="4" y="58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59"/>
                    <a:pt x="5" y="62"/>
                    <a:pt x="6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9" y="58"/>
                    <a:pt x="10" y="57"/>
                    <a:pt x="11" y="56"/>
                  </a:cubicBezTo>
                  <a:cubicBezTo>
                    <a:pt x="13" y="54"/>
                    <a:pt x="15" y="52"/>
                    <a:pt x="16" y="50"/>
                  </a:cubicBezTo>
                  <a:cubicBezTo>
                    <a:pt x="17" y="49"/>
                    <a:pt x="17" y="48"/>
                    <a:pt x="17" y="47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9" y="45"/>
                    <a:pt x="19" y="45"/>
                  </a:cubicBezTo>
                  <a:cubicBezTo>
                    <a:pt x="19" y="47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22" y="49"/>
                    <a:pt x="24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lnTo>
                    <a:pt x="28" y="52"/>
                  </a:lnTo>
                  <a:close/>
                  <a:moveTo>
                    <a:pt x="39" y="62"/>
                  </a:move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2"/>
                    <a:pt x="39" y="62"/>
                    <a:pt x="39" y="62"/>
                  </a:cubicBezTo>
                  <a:close/>
                  <a:moveTo>
                    <a:pt x="44" y="45"/>
                  </a:move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5"/>
                    <a:pt x="43" y="45"/>
                    <a:pt x="43" y="45"/>
                  </a:cubicBezTo>
                  <a:lnTo>
                    <a:pt x="44" y="45"/>
                  </a:lnTo>
                  <a:close/>
                  <a:moveTo>
                    <a:pt x="40" y="48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lose/>
                  <a:moveTo>
                    <a:pt x="40" y="49"/>
                  </a:moveTo>
                  <a:cubicBezTo>
                    <a:pt x="40" y="49"/>
                    <a:pt x="40" y="49"/>
                    <a:pt x="40" y="49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lnTo>
                    <a:pt x="40" y="49"/>
                  </a:lnTo>
                  <a:close/>
                  <a:moveTo>
                    <a:pt x="36" y="51"/>
                  </a:moveTo>
                  <a:cubicBezTo>
                    <a:pt x="35" y="51"/>
                    <a:pt x="35" y="51"/>
                    <a:pt x="35" y="51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1" y="52"/>
                    <a:pt x="41" y="52"/>
                    <a:pt x="41" y="52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0" y="56"/>
                    <a:pt x="40" y="57"/>
                    <a:pt x="40" y="58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39" y="55"/>
                    <a:pt x="39" y="55"/>
                    <a:pt x="38" y="54"/>
                  </a:cubicBezTo>
                  <a:cubicBezTo>
                    <a:pt x="37" y="54"/>
                    <a:pt x="36" y="53"/>
                    <a:pt x="36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lnTo>
                    <a:pt x="36" y="51"/>
                  </a:lnTo>
                  <a:close/>
                  <a:moveTo>
                    <a:pt x="36" y="47"/>
                  </a:move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3"/>
                    <a:pt x="33" y="54"/>
                    <a:pt x="33" y="55"/>
                  </a:cubicBezTo>
                  <a:cubicBezTo>
                    <a:pt x="32" y="54"/>
                    <a:pt x="31" y="51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2" y="47"/>
                    <a:pt x="20" y="48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5" y="43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19"/>
                    <a:pt x="12" y="18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7"/>
                    <a:pt x="13" y="18"/>
                    <a:pt x="13" y="19"/>
                  </a:cubicBezTo>
                  <a:cubicBezTo>
                    <a:pt x="14" y="20"/>
                    <a:pt x="14" y="21"/>
                    <a:pt x="16" y="22"/>
                  </a:cubicBezTo>
                  <a:cubicBezTo>
                    <a:pt x="17" y="23"/>
                    <a:pt x="18" y="24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8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1"/>
                    <a:pt x="17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2" y="35"/>
                    <a:pt x="23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1"/>
                    <a:pt x="31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6"/>
                    <a:pt x="32" y="48"/>
                    <a:pt x="32" y="48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3" y="48"/>
                    <a:pt x="34" y="48"/>
                    <a:pt x="36" y="47"/>
                  </a:cubicBezTo>
                  <a:moveTo>
                    <a:pt x="11" y="27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lose/>
                  <a:moveTo>
                    <a:pt x="36" y="42"/>
                  </a:moveTo>
                  <a:cubicBezTo>
                    <a:pt x="34" y="45"/>
                    <a:pt x="33" y="47"/>
                    <a:pt x="32" y="48"/>
                  </a:cubicBezTo>
                  <a:cubicBezTo>
                    <a:pt x="32" y="47"/>
                    <a:pt x="31" y="46"/>
                    <a:pt x="31" y="45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3"/>
                    <a:pt x="32" y="41"/>
                    <a:pt x="32" y="39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40"/>
                    <a:pt x="36" y="41"/>
                    <a:pt x="36" y="42"/>
                  </a:cubicBezTo>
                  <a:moveTo>
                    <a:pt x="44" y="32"/>
                  </a:moveTo>
                  <a:cubicBezTo>
                    <a:pt x="43" y="32"/>
                    <a:pt x="43" y="32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1" y="33"/>
                    <a:pt x="40" y="35"/>
                    <a:pt x="40" y="36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8" y="31"/>
                    <a:pt x="38" y="30"/>
                    <a:pt x="38" y="29"/>
                  </a:cubicBezTo>
                  <a:cubicBezTo>
                    <a:pt x="39" y="28"/>
                    <a:pt x="39" y="27"/>
                    <a:pt x="39" y="26"/>
                  </a:cubicBezTo>
                  <a:cubicBezTo>
                    <a:pt x="39" y="27"/>
                    <a:pt x="40" y="28"/>
                    <a:pt x="40" y="29"/>
                  </a:cubicBezTo>
                  <a:cubicBezTo>
                    <a:pt x="40" y="29"/>
                    <a:pt x="40" y="29"/>
                    <a:pt x="40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4" y="31"/>
                    <a:pt x="44" y="32"/>
                  </a:cubicBezTo>
                  <a:moveTo>
                    <a:pt x="48" y="29"/>
                  </a:move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lnTo>
                    <a:pt x="48" y="29"/>
                  </a:lnTo>
                  <a:close/>
                  <a:moveTo>
                    <a:pt x="47" y="15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6" y="18"/>
                    <a:pt x="46" y="19"/>
                    <a:pt x="46" y="20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2"/>
                    <a:pt x="45" y="22"/>
                    <a:pt x="45" y="22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4" y="25"/>
                    <a:pt x="44" y="26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3" y="24"/>
                    <a:pt x="43" y="22"/>
                    <a:pt x="43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5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4"/>
                    <a:pt x="48" y="14"/>
                    <a:pt x="48" y="14"/>
                  </a:cubicBezTo>
                  <a:lnTo>
                    <a:pt x="47" y="15"/>
                  </a:lnTo>
                  <a:close/>
                  <a:moveTo>
                    <a:pt x="48" y="13"/>
                  </a:move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lnTo>
                    <a:pt x="48" y="13"/>
                  </a:lnTo>
                  <a:close/>
                  <a:moveTo>
                    <a:pt x="11" y="78"/>
                  </a:moveTo>
                  <a:cubicBezTo>
                    <a:pt x="11" y="79"/>
                    <a:pt x="11" y="79"/>
                    <a:pt x="11" y="79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11" y="81"/>
                    <a:pt x="11" y="81"/>
                    <a:pt x="11" y="81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78"/>
                    <a:pt x="12" y="78"/>
                    <a:pt x="12" y="78"/>
                  </a:cubicBezTo>
                  <a:lnTo>
                    <a:pt x="11" y="78"/>
                  </a:lnTo>
                  <a:close/>
                  <a:moveTo>
                    <a:pt x="26" y="52"/>
                  </a:moveTo>
                  <a:cubicBezTo>
                    <a:pt x="26" y="52"/>
                    <a:pt x="24" y="53"/>
                    <a:pt x="23" y="54"/>
                  </a:cubicBezTo>
                  <a:cubicBezTo>
                    <a:pt x="21" y="55"/>
                    <a:pt x="20" y="55"/>
                    <a:pt x="20" y="56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0" y="55"/>
                    <a:pt x="21" y="55"/>
                    <a:pt x="23" y="54"/>
                  </a:cubicBezTo>
                  <a:cubicBezTo>
                    <a:pt x="25" y="54"/>
                    <a:pt x="26" y="52"/>
                    <a:pt x="26" y="52"/>
                  </a:cubicBezTo>
                  <a:close/>
                  <a:moveTo>
                    <a:pt x="8" y="82"/>
                  </a:move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8" y="85"/>
                    <a:pt x="9" y="86"/>
                    <a:pt x="8" y="86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7" y="90"/>
                    <a:pt x="7" y="91"/>
                    <a:pt x="7" y="92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91"/>
                    <a:pt x="8" y="90"/>
                    <a:pt x="8" y="89"/>
                  </a:cubicBezTo>
                  <a:cubicBezTo>
                    <a:pt x="8" y="89"/>
                    <a:pt x="8" y="89"/>
                    <a:pt x="8" y="89"/>
                  </a:cubicBezTo>
                  <a:cubicBezTo>
                    <a:pt x="9" y="87"/>
                    <a:pt x="9" y="87"/>
                    <a:pt x="9" y="87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3"/>
                    <a:pt x="8" y="83"/>
                    <a:pt x="8" y="82"/>
                  </a:cubicBezTo>
                  <a:close/>
                  <a:moveTo>
                    <a:pt x="21" y="34"/>
                  </a:moveTo>
                  <a:cubicBezTo>
                    <a:pt x="20" y="34"/>
                    <a:pt x="20" y="34"/>
                    <a:pt x="20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2"/>
                    <a:pt x="17" y="32"/>
                    <a:pt x="16" y="32"/>
                  </a:cubicBezTo>
                  <a:cubicBezTo>
                    <a:pt x="15" y="31"/>
                    <a:pt x="15" y="31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4" y="31"/>
                    <a:pt x="14" y="32"/>
                    <a:pt x="16" y="32"/>
                  </a:cubicBezTo>
                  <a:cubicBezTo>
                    <a:pt x="17" y="33"/>
                    <a:pt x="18" y="33"/>
                    <a:pt x="18" y="33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1" y="35"/>
                    <a:pt x="22" y="36"/>
                    <a:pt x="22" y="37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6"/>
                    <a:pt x="22" y="34"/>
                    <a:pt x="21" y="34"/>
                  </a:cubicBezTo>
                  <a:moveTo>
                    <a:pt x="26" y="23"/>
                  </a:moveTo>
                  <a:cubicBezTo>
                    <a:pt x="26" y="20"/>
                    <a:pt x="26" y="20"/>
                    <a:pt x="26" y="20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2"/>
                    <a:pt x="25" y="22"/>
                    <a:pt x="25" y="22"/>
                  </a:cubicBezTo>
                  <a:lnTo>
                    <a:pt x="26" y="23"/>
                  </a:lnTo>
                  <a:close/>
                  <a:moveTo>
                    <a:pt x="23" y="73"/>
                  </a:moveTo>
                  <a:cubicBezTo>
                    <a:pt x="23" y="73"/>
                    <a:pt x="23" y="73"/>
                    <a:pt x="23" y="73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25" y="75"/>
                    <a:pt x="26" y="77"/>
                    <a:pt x="27" y="78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5" y="72"/>
                    <a:pt x="25" y="72"/>
                    <a:pt x="25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3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4" name="Freeform 33">
              <a:extLst>
                <a:ext uri="{FF2B5EF4-FFF2-40B4-BE49-F238E27FC236}">
                  <a16:creationId xmlns:a16="http://schemas.microsoft.com/office/drawing/2014/main" id="{A4BCAEB8-5BB6-4167-8B7C-0490EA7D56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8088" y="2517775"/>
              <a:ext cx="104775" cy="215900"/>
            </a:xfrm>
            <a:custGeom>
              <a:avLst/>
              <a:gdLst>
                <a:gd name="T0" fmla="*/ 4 w 48"/>
                <a:gd name="T1" fmla="*/ 10 h 100"/>
                <a:gd name="T2" fmla="*/ 10 w 48"/>
                <a:gd name="T3" fmla="*/ 26 h 100"/>
                <a:gd name="T4" fmla="*/ 14 w 48"/>
                <a:gd name="T5" fmla="*/ 21 h 100"/>
                <a:gd name="T6" fmla="*/ 28 w 48"/>
                <a:gd name="T7" fmla="*/ 13 h 100"/>
                <a:gd name="T8" fmla="*/ 43 w 48"/>
                <a:gd name="T9" fmla="*/ 6 h 100"/>
                <a:gd name="T10" fmla="*/ 47 w 48"/>
                <a:gd name="T11" fmla="*/ 43 h 100"/>
                <a:gd name="T12" fmla="*/ 42 w 48"/>
                <a:gd name="T13" fmla="*/ 38 h 100"/>
                <a:gd name="T14" fmla="*/ 41 w 48"/>
                <a:gd name="T15" fmla="*/ 79 h 100"/>
                <a:gd name="T16" fmla="*/ 38 w 48"/>
                <a:gd name="T17" fmla="*/ 87 h 100"/>
                <a:gd name="T18" fmla="*/ 18 w 48"/>
                <a:gd name="T19" fmla="*/ 83 h 100"/>
                <a:gd name="T20" fmla="*/ 20 w 48"/>
                <a:gd name="T21" fmla="*/ 52 h 100"/>
                <a:gd name="T22" fmla="*/ 10 w 48"/>
                <a:gd name="T23" fmla="*/ 61 h 100"/>
                <a:gd name="T24" fmla="*/ 9 w 48"/>
                <a:gd name="T25" fmla="*/ 49 h 100"/>
                <a:gd name="T26" fmla="*/ 5 w 48"/>
                <a:gd name="T27" fmla="*/ 30 h 100"/>
                <a:gd name="T28" fmla="*/ 0 w 48"/>
                <a:gd name="T29" fmla="*/ 12 h 100"/>
                <a:gd name="T30" fmla="*/ 6 w 48"/>
                <a:gd name="T31" fmla="*/ 13 h 100"/>
                <a:gd name="T32" fmla="*/ 19 w 48"/>
                <a:gd name="T33" fmla="*/ 20 h 100"/>
                <a:gd name="T34" fmla="*/ 21 w 48"/>
                <a:gd name="T35" fmla="*/ 19 h 100"/>
                <a:gd name="T36" fmla="*/ 22 w 48"/>
                <a:gd name="T37" fmla="*/ 14 h 100"/>
                <a:gd name="T38" fmla="*/ 11 w 48"/>
                <a:gd name="T39" fmla="*/ 36 h 100"/>
                <a:gd name="T40" fmla="*/ 29 w 48"/>
                <a:gd name="T41" fmla="*/ 26 h 100"/>
                <a:gd name="T42" fmla="*/ 30 w 48"/>
                <a:gd name="T43" fmla="*/ 22 h 100"/>
                <a:gd name="T44" fmla="*/ 38 w 48"/>
                <a:gd name="T45" fmla="*/ 7 h 100"/>
                <a:gd name="T46" fmla="*/ 26 w 48"/>
                <a:gd name="T47" fmla="*/ 41 h 100"/>
                <a:gd name="T48" fmla="*/ 29 w 48"/>
                <a:gd name="T49" fmla="*/ 42 h 100"/>
                <a:gd name="T50" fmla="*/ 34 w 48"/>
                <a:gd name="T51" fmla="*/ 42 h 100"/>
                <a:gd name="T52" fmla="*/ 37 w 48"/>
                <a:gd name="T53" fmla="*/ 44 h 100"/>
                <a:gd name="T54" fmla="*/ 37 w 48"/>
                <a:gd name="T55" fmla="*/ 38 h 100"/>
                <a:gd name="T56" fmla="*/ 39 w 48"/>
                <a:gd name="T57" fmla="*/ 34 h 100"/>
                <a:gd name="T58" fmla="*/ 38 w 48"/>
                <a:gd name="T59" fmla="*/ 23 h 100"/>
                <a:gd name="T60" fmla="*/ 47 w 48"/>
                <a:gd name="T61" fmla="*/ 14 h 100"/>
                <a:gd name="T62" fmla="*/ 42 w 48"/>
                <a:gd name="T63" fmla="*/ 29 h 100"/>
                <a:gd name="T64" fmla="*/ 45 w 48"/>
                <a:gd name="T65" fmla="*/ 51 h 100"/>
                <a:gd name="T66" fmla="*/ 46 w 48"/>
                <a:gd name="T67" fmla="*/ 43 h 100"/>
                <a:gd name="T68" fmla="*/ 40 w 48"/>
                <a:gd name="T69" fmla="*/ 34 h 100"/>
                <a:gd name="T70" fmla="*/ 18 w 48"/>
                <a:gd name="T71" fmla="*/ 78 h 100"/>
                <a:gd name="T72" fmla="*/ 18 w 48"/>
                <a:gd name="T73" fmla="*/ 82 h 100"/>
                <a:gd name="T74" fmla="*/ 29 w 48"/>
                <a:gd name="T75" fmla="*/ 64 h 100"/>
                <a:gd name="T76" fmla="*/ 30 w 48"/>
                <a:gd name="T77" fmla="*/ 59 h 100"/>
                <a:gd name="T78" fmla="*/ 37 w 48"/>
                <a:gd name="T79" fmla="*/ 96 h 100"/>
                <a:gd name="T80" fmla="*/ 42 w 48"/>
                <a:gd name="T81" fmla="*/ 98 h 100"/>
                <a:gd name="T82" fmla="*/ 40 w 48"/>
                <a:gd name="T83" fmla="*/ 77 h 100"/>
                <a:gd name="T84" fmla="*/ 40 w 48"/>
                <a:gd name="T85" fmla="*/ 38 h 100"/>
                <a:gd name="T86" fmla="*/ 29 w 48"/>
                <a:gd name="T87" fmla="*/ 49 h 100"/>
                <a:gd name="T88" fmla="*/ 8 w 48"/>
                <a:gd name="T89" fmla="*/ 47 h 100"/>
                <a:gd name="T90" fmla="*/ 11 w 48"/>
                <a:gd name="T91" fmla="*/ 52 h 100"/>
                <a:gd name="T92" fmla="*/ 9 w 48"/>
                <a:gd name="T93" fmla="*/ 57 h 100"/>
                <a:gd name="T94" fmla="*/ 20 w 48"/>
                <a:gd name="T95" fmla="*/ 48 h 100"/>
                <a:gd name="T96" fmla="*/ 28 w 48"/>
                <a:gd name="T97" fmla="*/ 41 h 100"/>
                <a:gd name="T98" fmla="*/ 36 w 48"/>
                <a:gd name="T99" fmla="*/ 31 h 100"/>
                <a:gd name="T100" fmla="*/ 36 w 48"/>
                <a:gd name="T101" fmla="*/ 20 h 100"/>
                <a:gd name="T102" fmla="*/ 20 w 48"/>
                <a:gd name="T103" fmla="*/ 34 h 100"/>
                <a:gd name="T104" fmla="*/ 17 w 48"/>
                <a:gd name="T105" fmla="*/ 35 h 100"/>
                <a:gd name="T106" fmla="*/ 10 w 48"/>
                <a:gd name="T107" fmla="*/ 26 h 100"/>
                <a:gd name="T108" fmla="*/ 1 w 48"/>
                <a:gd name="T109" fmla="*/ 27 h 100"/>
                <a:gd name="T110" fmla="*/ 5 w 48"/>
                <a:gd name="T111" fmla="*/ 18 h 100"/>
                <a:gd name="T112" fmla="*/ 2 w 48"/>
                <a:gd name="T113" fmla="*/ 13 h 100"/>
                <a:gd name="T114" fmla="*/ 28 w 48"/>
                <a:gd name="T115" fmla="*/ 56 h 100"/>
                <a:gd name="T116" fmla="*/ 39 w 48"/>
                <a:gd name="T117" fmla="*/ 85 h 100"/>
                <a:gd name="T118" fmla="*/ 33 w 48"/>
                <a:gd name="T119" fmla="*/ 23 h 100"/>
                <a:gd name="T120" fmla="*/ 23 w 48"/>
                <a:gd name="T121" fmla="*/ 23 h 100"/>
                <a:gd name="T122" fmla="*/ 24 w 48"/>
                <a:gd name="T123" fmla="*/ 7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8" h="100">
                  <a:moveTo>
                    <a:pt x="35" y="22"/>
                  </a:moveTo>
                  <a:cubicBezTo>
                    <a:pt x="35" y="22"/>
                    <a:pt x="35" y="22"/>
                    <a:pt x="35" y="22"/>
                  </a:cubicBezTo>
                  <a:close/>
                  <a:moveTo>
                    <a:pt x="37" y="7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2"/>
                    <a:pt x="37" y="72"/>
                    <a:pt x="37" y="72"/>
                  </a:cubicBezTo>
                  <a:cubicBezTo>
                    <a:pt x="37" y="71"/>
                    <a:pt x="37" y="71"/>
                    <a:pt x="37" y="71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1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6"/>
                    <a:pt x="7" y="17"/>
                    <a:pt x="6" y="17"/>
                  </a:cubicBezTo>
                  <a:cubicBezTo>
                    <a:pt x="6" y="18"/>
                    <a:pt x="6" y="19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2"/>
                    <a:pt x="6" y="24"/>
                    <a:pt x="7" y="25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26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7"/>
                    <a:pt x="11" y="28"/>
                    <a:pt x="11" y="29"/>
                  </a:cubicBezTo>
                  <a:cubicBezTo>
                    <a:pt x="11" y="30"/>
                    <a:pt x="11" y="30"/>
                    <a:pt x="12" y="31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2"/>
                    <a:pt x="14" y="31"/>
                    <a:pt x="14" y="30"/>
                  </a:cubicBezTo>
                  <a:cubicBezTo>
                    <a:pt x="16" y="28"/>
                    <a:pt x="18" y="27"/>
                    <a:pt x="19" y="26"/>
                  </a:cubicBezTo>
                  <a:cubicBezTo>
                    <a:pt x="20" y="25"/>
                    <a:pt x="21" y="24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2"/>
                    <a:pt x="18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7"/>
                    <a:pt x="14" y="14"/>
                    <a:pt x="16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20" y="13"/>
                    <a:pt x="21" y="13"/>
                  </a:cubicBezTo>
                  <a:cubicBezTo>
                    <a:pt x="22" y="13"/>
                    <a:pt x="23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9" y="17"/>
                    <a:pt x="30" y="19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7"/>
                    <a:pt x="32" y="16"/>
                    <a:pt x="32" y="16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4"/>
                    <a:pt x="34" y="11"/>
                    <a:pt x="34" y="1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1"/>
                    <a:pt x="35" y="9"/>
                    <a:pt x="35" y="8"/>
                  </a:cubicBezTo>
                  <a:cubicBezTo>
                    <a:pt x="35" y="4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8" y="0"/>
                    <a:pt x="40" y="6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1" y="10"/>
                    <a:pt x="42" y="8"/>
                    <a:pt x="43" y="6"/>
                  </a:cubicBezTo>
                  <a:cubicBezTo>
                    <a:pt x="45" y="4"/>
                    <a:pt x="46" y="2"/>
                    <a:pt x="46" y="2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7" y="3"/>
                    <a:pt x="48" y="4"/>
                    <a:pt x="48" y="5"/>
                  </a:cubicBezTo>
                  <a:cubicBezTo>
                    <a:pt x="47" y="9"/>
                    <a:pt x="45" y="13"/>
                    <a:pt x="44" y="15"/>
                  </a:cubicBezTo>
                  <a:cubicBezTo>
                    <a:pt x="45" y="14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7"/>
                    <a:pt x="45" y="20"/>
                    <a:pt x="44" y="21"/>
                  </a:cubicBezTo>
                  <a:cubicBezTo>
                    <a:pt x="45" y="21"/>
                    <a:pt x="47" y="20"/>
                    <a:pt x="47" y="20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4"/>
                    <a:pt x="44" y="27"/>
                    <a:pt x="43" y="28"/>
                  </a:cubicBezTo>
                  <a:cubicBezTo>
                    <a:pt x="45" y="28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5" y="31"/>
                    <a:pt x="44" y="32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6" y="33"/>
                    <a:pt x="48" y="35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41"/>
                    <a:pt x="47" y="42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8" y="44"/>
                    <a:pt x="48" y="48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51"/>
                    <a:pt x="46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5" y="51"/>
                    <a:pt x="45" y="49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6" y="47"/>
                    <a:pt x="43" y="45"/>
                    <a:pt x="43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0"/>
                    <a:pt x="45" y="39"/>
                    <a:pt x="45" y="39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0" y="39"/>
                    <a:pt x="40" y="40"/>
                    <a:pt x="40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48"/>
                    <a:pt x="47" y="54"/>
                    <a:pt x="47" y="59"/>
                  </a:cubicBezTo>
                  <a:cubicBezTo>
                    <a:pt x="47" y="62"/>
                    <a:pt x="44" y="65"/>
                    <a:pt x="43" y="66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4" y="70"/>
                    <a:pt x="44" y="70"/>
                    <a:pt x="44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2" y="73"/>
                    <a:pt x="42" y="73"/>
                    <a:pt x="42" y="73"/>
                  </a:cubicBezTo>
                  <a:cubicBezTo>
                    <a:pt x="42" y="74"/>
                    <a:pt x="42" y="74"/>
                    <a:pt x="42" y="74"/>
                  </a:cubicBezTo>
                  <a:cubicBezTo>
                    <a:pt x="42" y="75"/>
                    <a:pt x="42" y="75"/>
                    <a:pt x="42" y="75"/>
                  </a:cubicBezTo>
                  <a:cubicBezTo>
                    <a:pt x="41" y="75"/>
                    <a:pt x="41" y="75"/>
                    <a:pt x="41" y="75"/>
                  </a:cubicBezTo>
                  <a:cubicBezTo>
                    <a:pt x="41" y="77"/>
                    <a:pt x="41" y="77"/>
                    <a:pt x="41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9"/>
                    <a:pt x="41" y="79"/>
                    <a:pt x="41" y="79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3" y="83"/>
                    <a:pt x="42" y="84"/>
                    <a:pt x="42" y="86"/>
                  </a:cubicBezTo>
                  <a:cubicBezTo>
                    <a:pt x="42" y="87"/>
                    <a:pt x="42" y="88"/>
                    <a:pt x="42" y="88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3" y="95"/>
                    <a:pt x="43" y="95"/>
                    <a:pt x="43" y="95"/>
                  </a:cubicBezTo>
                  <a:cubicBezTo>
                    <a:pt x="42" y="99"/>
                    <a:pt x="42" y="99"/>
                    <a:pt x="42" y="99"/>
                  </a:cubicBezTo>
                  <a:cubicBezTo>
                    <a:pt x="42" y="100"/>
                    <a:pt x="41" y="100"/>
                    <a:pt x="40" y="100"/>
                  </a:cubicBezTo>
                  <a:cubicBezTo>
                    <a:pt x="39" y="100"/>
                    <a:pt x="39" y="100"/>
                    <a:pt x="39" y="100"/>
                  </a:cubicBezTo>
                  <a:cubicBezTo>
                    <a:pt x="38" y="100"/>
                    <a:pt x="36" y="100"/>
                    <a:pt x="35" y="100"/>
                  </a:cubicBezTo>
                  <a:cubicBezTo>
                    <a:pt x="34" y="100"/>
                    <a:pt x="32" y="99"/>
                    <a:pt x="31" y="98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2" y="95"/>
                    <a:pt x="32" y="95"/>
                    <a:pt x="32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5" y="95"/>
                    <a:pt x="35" y="95"/>
                    <a:pt x="35" y="95"/>
                  </a:cubicBezTo>
                  <a:cubicBezTo>
                    <a:pt x="36" y="95"/>
                    <a:pt x="36" y="96"/>
                    <a:pt x="37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9" y="96"/>
                    <a:pt x="39" y="94"/>
                    <a:pt x="39" y="93"/>
                  </a:cubicBezTo>
                  <a:cubicBezTo>
                    <a:pt x="39" y="92"/>
                    <a:pt x="39" y="92"/>
                    <a:pt x="39" y="92"/>
                  </a:cubicBezTo>
                  <a:cubicBezTo>
                    <a:pt x="39" y="91"/>
                    <a:pt x="39" y="91"/>
                    <a:pt x="38" y="90"/>
                  </a:cubicBezTo>
                  <a:cubicBezTo>
                    <a:pt x="38" y="89"/>
                    <a:pt x="38" y="88"/>
                    <a:pt x="38" y="87"/>
                  </a:cubicBezTo>
                  <a:cubicBezTo>
                    <a:pt x="38" y="86"/>
                    <a:pt x="38" y="86"/>
                    <a:pt x="38" y="86"/>
                  </a:cubicBezTo>
                  <a:cubicBezTo>
                    <a:pt x="38" y="85"/>
                    <a:pt x="38" y="85"/>
                    <a:pt x="37" y="84"/>
                  </a:cubicBezTo>
                  <a:cubicBezTo>
                    <a:pt x="36" y="83"/>
                    <a:pt x="36" y="82"/>
                    <a:pt x="36" y="81"/>
                  </a:cubicBezTo>
                  <a:cubicBezTo>
                    <a:pt x="36" y="80"/>
                    <a:pt x="36" y="79"/>
                    <a:pt x="35" y="78"/>
                  </a:cubicBezTo>
                  <a:cubicBezTo>
                    <a:pt x="33" y="77"/>
                    <a:pt x="32" y="75"/>
                    <a:pt x="32" y="74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29" y="69"/>
                    <a:pt x="29" y="69"/>
                    <a:pt x="28" y="68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71"/>
                    <a:pt x="28" y="71"/>
                    <a:pt x="28" y="71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26" y="75"/>
                    <a:pt x="26" y="75"/>
                    <a:pt x="26" y="75"/>
                  </a:cubicBezTo>
                  <a:cubicBezTo>
                    <a:pt x="25" y="76"/>
                    <a:pt x="25" y="76"/>
                    <a:pt x="25" y="76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1" y="81"/>
                    <a:pt x="21" y="81"/>
                    <a:pt x="21" y="81"/>
                  </a:cubicBezTo>
                  <a:cubicBezTo>
                    <a:pt x="20" y="82"/>
                    <a:pt x="19" y="83"/>
                    <a:pt x="18" y="83"/>
                  </a:cubicBezTo>
                  <a:cubicBezTo>
                    <a:pt x="16" y="83"/>
                    <a:pt x="15" y="80"/>
                    <a:pt x="14" y="79"/>
                  </a:cubicBezTo>
                  <a:cubicBezTo>
                    <a:pt x="14" y="78"/>
                    <a:pt x="13" y="76"/>
                    <a:pt x="13" y="75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5" y="73"/>
                    <a:pt x="15" y="73"/>
                    <a:pt x="15" y="73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9" y="76"/>
                    <a:pt x="19" y="76"/>
                    <a:pt x="19" y="76"/>
                  </a:cubicBezTo>
                  <a:cubicBezTo>
                    <a:pt x="20" y="76"/>
                    <a:pt x="21" y="74"/>
                    <a:pt x="22" y="73"/>
                  </a:cubicBezTo>
                  <a:cubicBezTo>
                    <a:pt x="22" y="72"/>
                    <a:pt x="23" y="71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2" y="68"/>
                    <a:pt x="19" y="66"/>
                    <a:pt x="18" y="65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17" y="62"/>
                    <a:pt x="17" y="61"/>
                    <a:pt x="17" y="61"/>
                  </a:cubicBezTo>
                  <a:cubicBezTo>
                    <a:pt x="17" y="57"/>
                    <a:pt x="20" y="56"/>
                    <a:pt x="22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7" y="52"/>
                    <a:pt x="16" y="56"/>
                    <a:pt x="16" y="56"/>
                  </a:cubicBezTo>
                  <a:cubicBezTo>
                    <a:pt x="16" y="57"/>
                    <a:pt x="16" y="57"/>
                    <a:pt x="16" y="57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5" y="55"/>
                    <a:pt x="15" y="54"/>
                    <a:pt x="15" y="53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2" y="54"/>
                    <a:pt x="12" y="54"/>
                    <a:pt x="11" y="55"/>
                  </a:cubicBezTo>
                  <a:cubicBezTo>
                    <a:pt x="10" y="55"/>
                    <a:pt x="10" y="55"/>
                    <a:pt x="9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6" y="54"/>
                    <a:pt x="6" y="52"/>
                    <a:pt x="6" y="52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1" y="52"/>
                    <a:pt x="13" y="51"/>
                    <a:pt x="14" y="50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46"/>
                    <a:pt x="14" y="45"/>
                    <a:pt x="12" y="43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8"/>
                    <a:pt x="8" y="37"/>
                    <a:pt x="8" y="36"/>
                  </a:cubicBezTo>
                  <a:cubicBezTo>
                    <a:pt x="8" y="35"/>
                    <a:pt x="7" y="33"/>
                    <a:pt x="6" y="33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4" y="32"/>
                    <a:pt x="4" y="34"/>
                    <a:pt x="4" y="34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4" y="31"/>
                    <a:pt x="5" y="30"/>
                    <a:pt x="5" y="30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28"/>
                    <a:pt x="4" y="27"/>
                    <a:pt x="4" y="26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lnTo>
                    <a:pt x="0" y="12"/>
                  </a:lnTo>
                  <a:close/>
                  <a:moveTo>
                    <a:pt x="13" y="21"/>
                  </a:moveTo>
                  <a:cubicBezTo>
                    <a:pt x="13" y="21"/>
                    <a:pt x="13" y="21"/>
                    <a:pt x="13" y="21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13" y="21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lnTo>
                    <a:pt x="4" y="10"/>
                  </a:lnTo>
                  <a:close/>
                  <a:moveTo>
                    <a:pt x="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lnTo>
                    <a:pt x="6" y="12"/>
                  </a:lnTo>
                  <a:close/>
                  <a:moveTo>
                    <a:pt x="6" y="17"/>
                  </a:moveTo>
                  <a:cubicBezTo>
                    <a:pt x="7" y="16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5"/>
                    <a:pt x="6" y="15"/>
                    <a:pt x="5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6" y="17"/>
                  </a:lnTo>
                  <a:close/>
                  <a:moveTo>
                    <a:pt x="19" y="21"/>
                  </a:moveTo>
                  <a:cubicBezTo>
                    <a:pt x="20" y="21"/>
                    <a:pt x="20" y="21"/>
                    <a:pt x="20" y="21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7" y="22"/>
                    <a:pt x="17" y="22"/>
                    <a:pt x="17" y="22"/>
                  </a:cubicBezTo>
                  <a:lnTo>
                    <a:pt x="19" y="21"/>
                  </a:lnTo>
                  <a:close/>
                  <a:moveTo>
                    <a:pt x="21" y="20"/>
                  </a:moveTo>
                  <a:cubicBezTo>
                    <a:pt x="21" y="20"/>
                    <a:pt x="21" y="20"/>
                    <a:pt x="21" y="20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1" y="20"/>
                    <a:pt x="21" y="20"/>
                    <a:pt x="21" y="20"/>
                  </a:cubicBezTo>
                  <a:close/>
                  <a:moveTo>
                    <a:pt x="16" y="21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lnTo>
                    <a:pt x="16" y="21"/>
                  </a:lnTo>
                  <a:close/>
                  <a:moveTo>
                    <a:pt x="16" y="15"/>
                  </a:moveTo>
                  <a:cubicBezTo>
                    <a:pt x="15" y="15"/>
                    <a:pt x="15" y="15"/>
                    <a:pt x="15" y="16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5"/>
                    <a:pt x="19" y="15"/>
                    <a:pt x="19" y="15"/>
                  </a:cubicBezTo>
                  <a:lnTo>
                    <a:pt x="16" y="15"/>
                  </a:lnTo>
                  <a:close/>
                  <a:moveTo>
                    <a:pt x="20" y="15"/>
                  </a:move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lose/>
                  <a:moveTo>
                    <a:pt x="26" y="13"/>
                  </a:move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lnTo>
                    <a:pt x="26" y="13"/>
                  </a:lnTo>
                  <a:close/>
                  <a:moveTo>
                    <a:pt x="28" y="16"/>
                  </a:move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2" y="14"/>
                    <a:pt x="22" y="13"/>
                    <a:pt x="21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4"/>
                    <a:pt x="21" y="25"/>
                    <a:pt x="19" y="26"/>
                  </a:cubicBezTo>
                  <a:cubicBezTo>
                    <a:pt x="18" y="27"/>
                    <a:pt x="16" y="29"/>
                    <a:pt x="15" y="30"/>
                  </a:cubicBezTo>
                  <a:cubicBezTo>
                    <a:pt x="13" y="32"/>
                    <a:pt x="13" y="34"/>
                    <a:pt x="13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2"/>
                    <a:pt x="28" y="32"/>
                    <a:pt x="28" y="31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29"/>
                    <a:pt x="29" y="28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18"/>
                    <a:pt x="28" y="17"/>
                    <a:pt x="28" y="16"/>
                  </a:cubicBezTo>
                  <a:moveTo>
                    <a:pt x="29" y="31"/>
                  </a:move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31" y="32"/>
                    <a:pt x="32" y="31"/>
                    <a:pt x="32" y="29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1" y="28"/>
                    <a:pt x="30" y="27"/>
                    <a:pt x="29" y="27"/>
                  </a:cubicBezTo>
                  <a:cubicBezTo>
                    <a:pt x="29" y="28"/>
                    <a:pt x="29" y="30"/>
                    <a:pt x="29" y="30"/>
                  </a:cubicBezTo>
                  <a:lnTo>
                    <a:pt x="29" y="31"/>
                  </a:lnTo>
                  <a:close/>
                  <a:moveTo>
                    <a:pt x="33" y="18"/>
                  </a:moveTo>
                  <a:cubicBezTo>
                    <a:pt x="33" y="18"/>
                    <a:pt x="33" y="18"/>
                    <a:pt x="33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0"/>
                    <a:pt x="33" y="20"/>
                    <a:pt x="33" y="20"/>
                  </a:cubicBezTo>
                  <a:lnTo>
                    <a:pt x="33" y="18"/>
                  </a:lnTo>
                  <a:close/>
                  <a:moveTo>
                    <a:pt x="35" y="13"/>
                  </a:moveTo>
                  <a:cubicBezTo>
                    <a:pt x="35" y="13"/>
                    <a:pt x="35" y="13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4" y="12"/>
                    <a:pt x="34" y="16"/>
                    <a:pt x="33" y="17"/>
                  </a:cubicBezTo>
                  <a:cubicBezTo>
                    <a:pt x="33" y="18"/>
                    <a:pt x="34" y="19"/>
                    <a:pt x="34" y="20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5"/>
                    <a:pt x="35" y="14"/>
                    <a:pt x="35" y="13"/>
                  </a:cubicBezTo>
                  <a:moveTo>
                    <a:pt x="36" y="1"/>
                  </a:moveTo>
                  <a:cubicBezTo>
                    <a:pt x="36" y="2"/>
                    <a:pt x="36" y="5"/>
                    <a:pt x="36" y="8"/>
                  </a:cubicBezTo>
                  <a:cubicBezTo>
                    <a:pt x="36" y="9"/>
                    <a:pt x="36" y="11"/>
                    <a:pt x="35" y="12"/>
                  </a:cubicBezTo>
                  <a:cubicBezTo>
                    <a:pt x="35" y="12"/>
                    <a:pt x="36" y="13"/>
                    <a:pt x="36" y="14"/>
                  </a:cubicBezTo>
                  <a:cubicBezTo>
                    <a:pt x="36" y="14"/>
                    <a:pt x="38" y="10"/>
                    <a:pt x="38" y="7"/>
                  </a:cubicBezTo>
                  <a:cubicBezTo>
                    <a:pt x="38" y="5"/>
                    <a:pt x="37" y="3"/>
                    <a:pt x="36" y="1"/>
                  </a:cubicBezTo>
                  <a:moveTo>
                    <a:pt x="37" y="2"/>
                  </a:moveTo>
                  <a:cubicBezTo>
                    <a:pt x="38" y="4"/>
                    <a:pt x="38" y="5"/>
                    <a:pt x="38" y="7"/>
                  </a:cubicBezTo>
                  <a:cubicBezTo>
                    <a:pt x="38" y="11"/>
                    <a:pt x="36" y="15"/>
                    <a:pt x="36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5"/>
                    <a:pt x="37" y="15"/>
                    <a:pt x="37" y="15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38" y="4"/>
                    <a:pt x="37" y="2"/>
                  </a:cubicBezTo>
                  <a:moveTo>
                    <a:pt x="40" y="12"/>
                  </a:moveTo>
                  <a:cubicBezTo>
                    <a:pt x="40" y="11"/>
                    <a:pt x="40" y="11"/>
                    <a:pt x="40" y="11"/>
                  </a:cubicBezTo>
                  <a:cubicBezTo>
                    <a:pt x="39" y="13"/>
                    <a:pt x="37" y="16"/>
                    <a:pt x="37" y="17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40" y="16"/>
                    <a:pt x="40" y="12"/>
                  </a:cubicBezTo>
                  <a:close/>
                  <a:moveTo>
                    <a:pt x="27" y="44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5" y="43"/>
                    <a:pt x="27" y="44"/>
                  </a:cubicBezTo>
                  <a:moveTo>
                    <a:pt x="27" y="44"/>
                  </a:moveTo>
                  <a:cubicBezTo>
                    <a:pt x="29" y="48"/>
                    <a:pt x="29" y="48"/>
                    <a:pt x="29" y="48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6"/>
                    <a:pt x="28" y="45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lnTo>
                    <a:pt x="27" y="44"/>
                  </a:lnTo>
                  <a:close/>
                  <a:moveTo>
                    <a:pt x="28" y="44"/>
                  </a:move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7" y="41"/>
                    <a:pt x="27" y="41"/>
                    <a:pt x="27" y="41"/>
                  </a:cubicBezTo>
                  <a:lnTo>
                    <a:pt x="28" y="44"/>
                  </a:lnTo>
                  <a:close/>
                  <a:moveTo>
                    <a:pt x="28" y="44"/>
                  </a:moveTo>
                  <a:cubicBezTo>
                    <a:pt x="28" y="44"/>
                    <a:pt x="28" y="44"/>
                    <a:pt x="28" y="44"/>
                  </a:cubicBezTo>
                  <a:cubicBezTo>
                    <a:pt x="29" y="44"/>
                    <a:pt x="30" y="45"/>
                    <a:pt x="33" y="45"/>
                  </a:cubicBezTo>
                  <a:cubicBezTo>
                    <a:pt x="31" y="45"/>
                    <a:pt x="30" y="43"/>
                    <a:pt x="30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8" y="44"/>
                  </a:lnTo>
                  <a:close/>
                  <a:moveTo>
                    <a:pt x="37" y="34"/>
                  </a:move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lose/>
                  <a:moveTo>
                    <a:pt x="37" y="38"/>
                  </a:moveTo>
                  <a:cubicBezTo>
                    <a:pt x="36" y="39"/>
                    <a:pt x="35" y="39"/>
                    <a:pt x="35" y="3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8" y="41"/>
                    <a:pt x="38" y="39"/>
                    <a:pt x="37" y="38"/>
                  </a:cubicBezTo>
                  <a:moveTo>
                    <a:pt x="34" y="40"/>
                  </a:moveTo>
                  <a:cubicBezTo>
                    <a:pt x="34" y="41"/>
                    <a:pt x="34" y="42"/>
                    <a:pt x="34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2" y="42"/>
                    <a:pt x="31" y="42"/>
                    <a:pt x="31" y="42"/>
                  </a:cubicBezTo>
                  <a:cubicBezTo>
                    <a:pt x="31" y="43"/>
                    <a:pt x="32" y="45"/>
                    <a:pt x="34" y="45"/>
                  </a:cubicBezTo>
                  <a:cubicBezTo>
                    <a:pt x="34" y="45"/>
                    <a:pt x="34" y="43"/>
                    <a:pt x="33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6" y="42"/>
                    <a:pt x="35" y="40"/>
                    <a:pt x="34" y="40"/>
                  </a:cubicBezTo>
                  <a:moveTo>
                    <a:pt x="37" y="44"/>
                  </a:moveTo>
                  <a:cubicBezTo>
                    <a:pt x="37" y="43"/>
                    <a:pt x="37" y="43"/>
                    <a:pt x="37" y="43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4"/>
                    <a:pt x="35" y="45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8"/>
                    <a:pt x="33" y="48"/>
                    <a:pt x="33" y="50"/>
                  </a:cubicBezTo>
                  <a:cubicBezTo>
                    <a:pt x="34" y="52"/>
                    <a:pt x="36" y="54"/>
                    <a:pt x="38" y="55"/>
                  </a:cubicBezTo>
                  <a:cubicBezTo>
                    <a:pt x="39" y="57"/>
                    <a:pt x="40" y="58"/>
                    <a:pt x="41" y="60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3" y="61"/>
                    <a:pt x="44" y="59"/>
                    <a:pt x="44" y="59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4" y="54"/>
                    <a:pt x="39" y="52"/>
                    <a:pt x="37" y="44"/>
                  </a:cubicBezTo>
                  <a:moveTo>
                    <a:pt x="31" y="42"/>
                  </a:moveTo>
                  <a:cubicBezTo>
                    <a:pt x="32" y="42"/>
                    <a:pt x="32" y="42"/>
                    <a:pt x="32" y="42"/>
                  </a:cubicBezTo>
                  <a:cubicBezTo>
                    <a:pt x="31" y="41"/>
                    <a:pt x="31" y="40"/>
                    <a:pt x="31" y="39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31" y="42"/>
                  </a:lnTo>
                  <a:close/>
                  <a:moveTo>
                    <a:pt x="33" y="41"/>
                  </a:move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5" y="39"/>
                    <a:pt x="37" y="38"/>
                  </a:cubicBezTo>
                  <a:cubicBezTo>
                    <a:pt x="36" y="38"/>
                    <a:pt x="35" y="37"/>
                    <a:pt x="35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3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2" y="41"/>
                    <a:pt x="33" y="41"/>
                  </a:cubicBezTo>
                  <a:moveTo>
                    <a:pt x="35" y="35"/>
                  </a:moveTo>
                  <a:cubicBezTo>
                    <a:pt x="35" y="35"/>
                    <a:pt x="35" y="35"/>
                    <a:pt x="35" y="35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7"/>
                    <a:pt x="37" y="38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5" y="35"/>
                    <a:pt x="35" y="35"/>
                    <a:pt x="35" y="35"/>
                  </a:cubicBezTo>
                  <a:close/>
                  <a:moveTo>
                    <a:pt x="39" y="34"/>
                  </a:moveTo>
                  <a:cubicBezTo>
                    <a:pt x="39" y="32"/>
                    <a:pt x="39" y="32"/>
                    <a:pt x="39" y="32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9" y="29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7" y="32"/>
                    <a:pt x="37" y="32"/>
                    <a:pt x="37" y="32"/>
                  </a:cubicBezTo>
                  <a:lnTo>
                    <a:pt x="39" y="34"/>
                  </a:lnTo>
                  <a:close/>
                  <a:moveTo>
                    <a:pt x="38" y="27"/>
                  </a:moveTo>
                  <a:cubicBezTo>
                    <a:pt x="39" y="27"/>
                    <a:pt x="40" y="27"/>
                    <a:pt x="41" y="28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8" y="27"/>
                    <a:pt x="38" y="27"/>
                    <a:pt x="38" y="27"/>
                  </a:cubicBezTo>
                  <a:close/>
                  <a:moveTo>
                    <a:pt x="40" y="25"/>
                  </a:move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1" y="24"/>
                    <a:pt x="41" y="23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9" y="25"/>
                    <a:pt x="39" y="25"/>
                    <a:pt x="39" y="25"/>
                  </a:cubicBezTo>
                  <a:lnTo>
                    <a:pt x="40" y="25"/>
                  </a:lnTo>
                  <a:close/>
                  <a:moveTo>
                    <a:pt x="38" y="23"/>
                  </a:moveTo>
                  <a:cubicBezTo>
                    <a:pt x="39" y="22"/>
                    <a:pt x="40" y="22"/>
                    <a:pt x="41" y="22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lnTo>
                    <a:pt x="38" y="23"/>
                  </a:lnTo>
                  <a:close/>
                  <a:moveTo>
                    <a:pt x="46" y="3"/>
                  </a:moveTo>
                  <a:cubicBezTo>
                    <a:pt x="45" y="5"/>
                    <a:pt x="42" y="10"/>
                    <a:pt x="40" y="12"/>
                  </a:cubicBezTo>
                  <a:cubicBezTo>
                    <a:pt x="40" y="13"/>
                    <a:pt x="40" y="14"/>
                    <a:pt x="40" y="15"/>
                  </a:cubicBezTo>
                  <a:cubicBezTo>
                    <a:pt x="42" y="13"/>
                    <a:pt x="46" y="7"/>
                    <a:pt x="46" y="3"/>
                  </a:cubicBezTo>
                  <a:close/>
                  <a:moveTo>
                    <a:pt x="46" y="2"/>
                  </a:moveTo>
                  <a:cubicBezTo>
                    <a:pt x="46" y="3"/>
                    <a:pt x="46" y="3"/>
                    <a:pt x="46" y="3"/>
                  </a:cubicBezTo>
                  <a:cubicBezTo>
                    <a:pt x="46" y="2"/>
                    <a:pt x="46" y="2"/>
                    <a:pt x="46" y="2"/>
                  </a:cubicBezTo>
                  <a:close/>
                  <a:moveTo>
                    <a:pt x="47" y="5"/>
                  </a:move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9"/>
                    <a:pt x="40" y="16"/>
                    <a:pt x="40" y="16"/>
                  </a:cubicBezTo>
                  <a:cubicBezTo>
                    <a:pt x="40" y="17"/>
                    <a:pt x="39" y="19"/>
                    <a:pt x="39" y="20"/>
                  </a:cubicBezTo>
                  <a:cubicBezTo>
                    <a:pt x="40" y="19"/>
                    <a:pt x="41" y="18"/>
                    <a:pt x="42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16"/>
                    <a:pt x="47" y="10"/>
                    <a:pt x="47" y="5"/>
                  </a:cubicBezTo>
                  <a:moveTo>
                    <a:pt x="43" y="16"/>
                  </a:moveTo>
                  <a:cubicBezTo>
                    <a:pt x="41" y="18"/>
                    <a:pt x="39" y="20"/>
                    <a:pt x="39" y="20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2" y="19"/>
                    <a:pt x="43" y="18"/>
                  </a:cubicBezTo>
                  <a:cubicBezTo>
                    <a:pt x="44" y="17"/>
                    <a:pt x="46" y="15"/>
                    <a:pt x="47" y="13"/>
                  </a:cubicBezTo>
                  <a:cubicBezTo>
                    <a:pt x="46" y="14"/>
                    <a:pt x="44" y="16"/>
                    <a:pt x="43" y="16"/>
                  </a:cubicBezTo>
                  <a:moveTo>
                    <a:pt x="43" y="22"/>
                  </a:move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7" y="18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6" y="17"/>
                    <a:pt x="41" y="20"/>
                    <a:pt x="40" y="21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4"/>
                    <a:pt x="41" y="25"/>
                    <a:pt x="40" y="25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1" y="25"/>
                    <a:pt x="42" y="25"/>
                    <a:pt x="43" y="24"/>
                  </a:cubicBezTo>
                  <a:cubicBezTo>
                    <a:pt x="45" y="23"/>
                    <a:pt x="46" y="22"/>
                    <a:pt x="46" y="21"/>
                  </a:cubicBezTo>
                  <a:cubicBezTo>
                    <a:pt x="45" y="21"/>
                    <a:pt x="44" y="21"/>
                    <a:pt x="43" y="22"/>
                  </a:cubicBezTo>
                  <a:moveTo>
                    <a:pt x="44" y="26"/>
                  </a:moveTo>
                  <a:cubicBezTo>
                    <a:pt x="45" y="25"/>
                    <a:pt x="46" y="23"/>
                    <a:pt x="47" y="22"/>
                  </a:cubicBezTo>
                  <a:cubicBezTo>
                    <a:pt x="45" y="24"/>
                    <a:pt x="42" y="26"/>
                    <a:pt x="41" y="26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4" y="27"/>
                    <a:pt x="44" y="26"/>
                  </a:cubicBezTo>
                  <a:moveTo>
                    <a:pt x="45" y="29"/>
                  </a:moveTo>
                  <a:cubicBezTo>
                    <a:pt x="44" y="29"/>
                    <a:pt x="44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0"/>
                    <a:pt x="45" y="29"/>
                    <a:pt x="45" y="29"/>
                  </a:cubicBezTo>
                  <a:close/>
                  <a:moveTo>
                    <a:pt x="45" y="30"/>
                  </a:moveTo>
                  <a:cubicBezTo>
                    <a:pt x="43" y="31"/>
                    <a:pt x="41" y="31"/>
                    <a:pt x="40" y="31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2" y="33"/>
                    <a:pt x="44" y="32"/>
                    <a:pt x="45" y="30"/>
                  </a:cubicBezTo>
                  <a:moveTo>
                    <a:pt x="43" y="35"/>
                  </a:moveTo>
                  <a:cubicBezTo>
                    <a:pt x="43" y="35"/>
                    <a:pt x="43" y="35"/>
                    <a:pt x="43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35"/>
                    <a:pt x="46" y="36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40"/>
                    <a:pt x="43" y="40"/>
                    <a:pt x="43" y="42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5"/>
                    <a:pt x="46" y="46"/>
                    <a:pt x="46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5" y="50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6" y="50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5" y="45"/>
                    <a:pt x="44" y="44"/>
                    <a:pt x="44" y="43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1"/>
                    <a:pt x="46" y="40"/>
                    <a:pt x="46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5" y="41"/>
                    <a:pt x="45" y="42"/>
                  </a:cubicBezTo>
                  <a:cubicBezTo>
                    <a:pt x="45" y="43"/>
                    <a:pt x="45" y="43"/>
                    <a:pt x="45" y="43"/>
                  </a:cubicBezTo>
                  <a:cubicBezTo>
                    <a:pt x="45" y="44"/>
                    <a:pt x="46" y="45"/>
                    <a:pt x="46" y="46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6" y="50"/>
                    <a:pt x="46" y="50"/>
                    <a:pt x="46" y="50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7" y="49"/>
                    <a:pt x="47" y="49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7"/>
                    <a:pt x="46" y="43"/>
                    <a:pt x="45" y="43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5" y="41"/>
                    <a:pt x="47" y="40"/>
                    <a:pt x="47" y="40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6" y="43"/>
                    <a:pt x="47" y="46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8" y="50"/>
                    <a:pt x="48" y="49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7" y="44"/>
                    <a:pt x="47" y="44"/>
                    <a:pt x="46" y="43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7" y="42"/>
                    <a:pt x="48" y="41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35"/>
                    <a:pt x="46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3" y="35"/>
                  </a:lnTo>
                  <a:close/>
                  <a:moveTo>
                    <a:pt x="40" y="34"/>
                  </a:move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41" y="37"/>
                    <a:pt x="41" y="37"/>
                    <a:pt x="41" y="37"/>
                  </a:cubicBezTo>
                  <a:lnTo>
                    <a:pt x="40" y="34"/>
                  </a:lnTo>
                  <a:close/>
                  <a:moveTo>
                    <a:pt x="41" y="37"/>
                  </a:moveTo>
                  <a:cubicBezTo>
                    <a:pt x="40" y="37"/>
                    <a:pt x="38" y="36"/>
                    <a:pt x="38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40" y="37"/>
                    <a:pt x="41" y="37"/>
                  </a:cubicBezTo>
                  <a:moveTo>
                    <a:pt x="22" y="57"/>
                  </a:moveTo>
                  <a:cubicBezTo>
                    <a:pt x="20" y="57"/>
                    <a:pt x="18" y="57"/>
                    <a:pt x="17" y="61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0" y="66"/>
                    <a:pt x="22" y="68"/>
                    <a:pt x="23" y="69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24" y="71"/>
                    <a:pt x="23" y="72"/>
                    <a:pt x="22" y="73"/>
                  </a:cubicBezTo>
                  <a:cubicBezTo>
                    <a:pt x="22" y="74"/>
                    <a:pt x="20" y="76"/>
                    <a:pt x="19" y="77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8" y="80"/>
                    <a:pt x="18" y="80"/>
                    <a:pt x="18" y="80"/>
                  </a:cubicBezTo>
                  <a:cubicBezTo>
                    <a:pt x="18" y="79"/>
                    <a:pt x="18" y="79"/>
                    <a:pt x="18" y="79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7" y="78"/>
                    <a:pt x="17" y="78"/>
                    <a:pt x="17" y="78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5" y="76"/>
                    <a:pt x="15" y="76"/>
                    <a:pt x="15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5" y="79"/>
                    <a:pt x="15" y="79"/>
                    <a:pt x="15" y="79"/>
                  </a:cubicBezTo>
                  <a:cubicBezTo>
                    <a:pt x="15" y="80"/>
                    <a:pt x="17" y="82"/>
                    <a:pt x="18" y="82"/>
                  </a:cubicBezTo>
                  <a:cubicBezTo>
                    <a:pt x="19" y="82"/>
                    <a:pt x="20" y="82"/>
                    <a:pt x="20" y="81"/>
                  </a:cubicBezTo>
                  <a:cubicBezTo>
                    <a:pt x="21" y="80"/>
                    <a:pt x="21" y="78"/>
                    <a:pt x="21" y="78"/>
                  </a:cubicBezTo>
                  <a:cubicBezTo>
                    <a:pt x="21" y="78"/>
                    <a:pt x="21" y="78"/>
                    <a:pt x="21" y="78"/>
                  </a:cubicBezTo>
                  <a:cubicBezTo>
                    <a:pt x="22" y="78"/>
                    <a:pt x="22" y="78"/>
                    <a:pt x="22" y="78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26" y="65"/>
                    <a:pt x="26" y="64"/>
                    <a:pt x="25" y="63"/>
                  </a:cubicBezTo>
                  <a:cubicBezTo>
                    <a:pt x="25" y="62"/>
                    <a:pt x="23" y="62"/>
                    <a:pt x="23" y="62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4"/>
                    <a:pt x="27" y="65"/>
                    <a:pt x="27" y="67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9" y="67"/>
                    <a:pt x="29" y="65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8" y="61"/>
                    <a:pt x="27" y="61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4" y="57"/>
                    <a:pt x="23" y="57"/>
                    <a:pt x="22" y="57"/>
                  </a:cubicBezTo>
                  <a:moveTo>
                    <a:pt x="21" y="52"/>
                  </a:moveTo>
                  <a:cubicBezTo>
                    <a:pt x="21" y="52"/>
                    <a:pt x="21" y="52"/>
                    <a:pt x="21" y="52"/>
                  </a:cubicBezTo>
                  <a:cubicBezTo>
                    <a:pt x="21" y="53"/>
                    <a:pt x="23" y="54"/>
                    <a:pt x="24" y="55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30" y="61"/>
                    <a:pt x="30" y="60"/>
                    <a:pt x="30" y="60"/>
                  </a:cubicBezTo>
                  <a:cubicBezTo>
                    <a:pt x="30" y="59"/>
                    <a:pt x="30" y="59"/>
                    <a:pt x="30" y="59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1" y="58"/>
                    <a:pt x="31" y="59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1" y="60"/>
                    <a:pt x="30" y="61"/>
                    <a:pt x="30" y="62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6"/>
                    <a:pt x="30" y="68"/>
                    <a:pt x="31" y="70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33" y="74"/>
                    <a:pt x="34" y="77"/>
                    <a:pt x="35" y="78"/>
                  </a:cubicBezTo>
                  <a:cubicBezTo>
                    <a:pt x="36" y="79"/>
                    <a:pt x="36" y="80"/>
                    <a:pt x="37" y="81"/>
                  </a:cubicBezTo>
                  <a:cubicBezTo>
                    <a:pt x="37" y="82"/>
                    <a:pt x="36" y="83"/>
                    <a:pt x="37" y="83"/>
                  </a:cubicBezTo>
                  <a:cubicBezTo>
                    <a:pt x="38" y="85"/>
                    <a:pt x="38" y="85"/>
                    <a:pt x="38" y="86"/>
                  </a:cubicBezTo>
                  <a:cubicBezTo>
                    <a:pt x="38" y="87"/>
                    <a:pt x="38" y="87"/>
                    <a:pt x="38" y="87"/>
                  </a:cubicBezTo>
                  <a:cubicBezTo>
                    <a:pt x="38" y="88"/>
                    <a:pt x="38" y="88"/>
                    <a:pt x="39" y="89"/>
                  </a:cubicBezTo>
                  <a:cubicBezTo>
                    <a:pt x="39" y="90"/>
                    <a:pt x="40" y="91"/>
                    <a:pt x="40" y="92"/>
                  </a:cubicBezTo>
                  <a:cubicBezTo>
                    <a:pt x="39" y="93"/>
                    <a:pt x="39" y="93"/>
                    <a:pt x="39" y="93"/>
                  </a:cubicBezTo>
                  <a:cubicBezTo>
                    <a:pt x="39" y="94"/>
                    <a:pt x="39" y="96"/>
                    <a:pt x="38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8"/>
                    <a:pt x="32" y="98"/>
                    <a:pt x="32" y="98"/>
                  </a:cubicBezTo>
                  <a:cubicBezTo>
                    <a:pt x="33" y="99"/>
                    <a:pt x="34" y="99"/>
                    <a:pt x="35" y="100"/>
                  </a:cubicBezTo>
                  <a:cubicBezTo>
                    <a:pt x="36" y="100"/>
                    <a:pt x="38" y="100"/>
                    <a:pt x="39" y="100"/>
                  </a:cubicBezTo>
                  <a:cubicBezTo>
                    <a:pt x="40" y="100"/>
                    <a:pt x="40" y="100"/>
                    <a:pt x="40" y="100"/>
                  </a:cubicBezTo>
                  <a:cubicBezTo>
                    <a:pt x="42" y="98"/>
                    <a:pt x="42" y="98"/>
                    <a:pt x="42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2" y="88"/>
                    <a:pt x="42" y="88"/>
                    <a:pt x="42" y="88"/>
                  </a:cubicBezTo>
                  <a:cubicBezTo>
                    <a:pt x="42" y="88"/>
                    <a:pt x="41" y="87"/>
                    <a:pt x="41" y="86"/>
                  </a:cubicBezTo>
                  <a:cubicBezTo>
                    <a:pt x="41" y="84"/>
                    <a:pt x="42" y="83"/>
                    <a:pt x="42" y="82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8"/>
                    <a:pt x="40" y="78"/>
                    <a:pt x="40" y="78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4"/>
                    <a:pt x="38" y="73"/>
                    <a:pt x="39" y="72"/>
                  </a:cubicBezTo>
                  <a:cubicBezTo>
                    <a:pt x="40" y="70"/>
                    <a:pt x="41" y="67"/>
                    <a:pt x="41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1" y="65"/>
                    <a:pt x="40" y="62"/>
                    <a:pt x="40" y="62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2"/>
                    <a:pt x="42" y="64"/>
                    <a:pt x="42" y="66"/>
                  </a:cubicBezTo>
                  <a:cubicBezTo>
                    <a:pt x="42" y="66"/>
                    <a:pt x="42" y="66"/>
                    <a:pt x="42" y="66"/>
                  </a:cubicBezTo>
                  <a:cubicBezTo>
                    <a:pt x="41" y="67"/>
                    <a:pt x="40" y="71"/>
                    <a:pt x="40" y="72"/>
                  </a:cubicBezTo>
                  <a:cubicBezTo>
                    <a:pt x="39" y="73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40" y="75"/>
                    <a:pt x="40" y="75"/>
                    <a:pt x="40" y="75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41" y="73"/>
                    <a:pt x="41" y="73"/>
                    <a:pt x="41" y="73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2" y="70"/>
                    <a:pt x="42" y="70"/>
                    <a:pt x="42" y="70"/>
                  </a:cubicBezTo>
                  <a:cubicBezTo>
                    <a:pt x="42" y="69"/>
                    <a:pt x="42" y="69"/>
                    <a:pt x="42" y="69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65"/>
                    <a:pt x="47" y="62"/>
                    <a:pt x="47" y="59"/>
                  </a:cubicBezTo>
                  <a:cubicBezTo>
                    <a:pt x="47" y="55"/>
                    <a:pt x="39" y="48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0"/>
                    <a:pt x="39" y="39"/>
                    <a:pt x="40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0"/>
                    <a:pt x="38" y="42"/>
                    <a:pt x="38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9" y="51"/>
                    <a:pt x="45" y="53"/>
                    <a:pt x="45" y="58"/>
                  </a:cubicBezTo>
                  <a:cubicBezTo>
                    <a:pt x="45" y="59"/>
                    <a:pt x="45" y="59"/>
                    <a:pt x="45" y="59"/>
                  </a:cubicBezTo>
                  <a:cubicBezTo>
                    <a:pt x="45" y="59"/>
                    <a:pt x="44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39" y="58"/>
                    <a:pt x="39" y="57"/>
                    <a:pt x="37" y="56"/>
                  </a:cubicBezTo>
                  <a:cubicBezTo>
                    <a:pt x="36" y="54"/>
                    <a:pt x="33" y="52"/>
                    <a:pt x="33" y="50"/>
                  </a:cubicBezTo>
                  <a:cubicBezTo>
                    <a:pt x="32" y="49"/>
                    <a:pt x="31" y="48"/>
                    <a:pt x="31" y="47"/>
                  </a:cubicBezTo>
                  <a:cubicBezTo>
                    <a:pt x="31" y="46"/>
                    <a:pt x="31" y="46"/>
                    <a:pt x="31" y="46"/>
                  </a:cubicBezTo>
                  <a:cubicBezTo>
                    <a:pt x="30" y="46"/>
                    <a:pt x="30" y="45"/>
                    <a:pt x="29" y="45"/>
                  </a:cubicBezTo>
                  <a:cubicBezTo>
                    <a:pt x="30" y="47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27" y="49"/>
                    <a:pt x="25" y="46"/>
                    <a:pt x="24" y="46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21" y="52"/>
                  </a:lnTo>
                  <a:close/>
                  <a:moveTo>
                    <a:pt x="9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2"/>
                    <a:pt x="10" y="62"/>
                    <a:pt x="10" y="62"/>
                  </a:cubicBezTo>
                  <a:lnTo>
                    <a:pt x="9" y="62"/>
                  </a:lnTo>
                  <a:close/>
                  <a:moveTo>
                    <a:pt x="5" y="45"/>
                  </a:move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8" y="48"/>
                  </a:move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8"/>
                    <a:pt x="8" y="48"/>
                    <a:pt x="8" y="48"/>
                  </a:cubicBezTo>
                  <a:close/>
                  <a:moveTo>
                    <a:pt x="9" y="49"/>
                  </a:move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lnTo>
                    <a:pt x="9" y="49"/>
                  </a:lnTo>
                  <a:close/>
                  <a:moveTo>
                    <a:pt x="13" y="51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2" y="52"/>
                    <a:pt x="11" y="52"/>
                    <a:pt x="11" y="52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6"/>
                    <a:pt x="9" y="57"/>
                    <a:pt x="9" y="58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5"/>
                    <a:pt x="10" y="55"/>
                    <a:pt x="11" y="54"/>
                  </a:cubicBezTo>
                  <a:cubicBezTo>
                    <a:pt x="12" y="54"/>
                    <a:pt x="12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lnTo>
                    <a:pt x="13" y="51"/>
                  </a:lnTo>
                  <a:close/>
                  <a:moveTo>
                    <a:pt x="13" y="47"/>
                  </a:moveTo>
                  <a:cubicBezTo>
                    <a:pt x="14" y="49"/>
                    <a:pt x="14" y="49"/>
                    <a:pt x="14" y="4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3"/>
                    <a:pt x="15" y="54"/>
                    <a:pt x="16" y="55"/>
                  </a:cubicBezTo>
                  <a:cubicBezTo>
                    <a:pt x="16" y="54"/>
                    <a:pt x="18" y="51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6" y="47"/>
                    <a:pt x="29" y="48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3" y="43"/>
                    <a:pt x="22" y="41"/>
                    <a:pt x="22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7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7" y="19"/>
                    <a:pt x="37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7"/>
                    <a:pt x="36" y="18"/>
                    <a:pt x="35" y="19"/>
                  </a:cubicBezTo>
                  <a:cubicBezTo>
                    <a:pt x="35" y="20"/>
                    <a:pt x="34" y="21"/>
                    <a:pt x="32" y="22"/>
                  </a:cubicBezTo>
                  <a:cubicBezTo>
                    <a:pt x="31" y="23"/>
                    <a:pt x="30" y="24"/>
                    <a:pt x="30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6"/>
                    <a:pt x="31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31"/>
                    <a:pt x="32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6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41"/>
                    <a:pt x="18" y="43"/>
                    <a:pt x="18" y="44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46"/>
                    <a:pt x="17" y="48"/>
                    <a:pt x="17" y="48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5" y="48"/>
                    <a:pt x="13" y="47"/>
                  </a:cubicBezTo>
                  <a:moveTo>
                    <a:pt x="37" y="27"/>
                  </a:moveTo>
                  <a:cubicBezTo>
                    <a:pt x="37" y="27"/>
                    <a:pt x="37" y="27"/>
                    <a:pt x="37" y="27"/>
                  </a:cubicBezTo>
                  <a:cubicBezTo>
                    <a:pt x="37" y="27"/>
                    <a:pt x="37" y="27"/>
                    <a:pt x="37" y="27"/>
                  </a:cubicBezTo>
                  <a:close/>
                  <a:moveTo>
                    <a:pt x="13" y="42"/>
                  </a:moveTo>
                  <a:cubicBezTo>
                    <a:pt x="14" y="45"/>
                    <a:pt x="16" y="47"/>
                    <a:pt x="17" y="48"/>
                  </a:cubicBezTo>
                  <a:cubicBezTo>
                    <a:pt x="17" y="47"/>
                    <a:pt x="18" y="46"/>
                    <a:pt x="18" y="45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3"/>
                    <a:pt x="17" y="41"/>
                    <a:pt x="17" y="39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40"/>
                    <a:pt x="12" y="41"/>
                    <a:pt x="13" y="42"/>
                  </a:cubicBezTo>
                  <a:moveTo>
                    <a:pt x="4" y="32"/>
                  </a:moveTo>
                  <a:cubicBezTo>
                    <a:pt x="5" y="32"/>
                    <a:pt x="5" y="32"/>
                    <a:pt x="5" y="32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8" y="33"/>
                    <a:pt x="8" y="35"/>
                    <a:pt x="8" y="36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0" y="30"/>
                    <a:pt x="10" y="29"/>
                  </a:cubicBezTo>
                  <a:cubicBezTo>
                    <a:pt x="10" y="28"/>
                    <a:pt x="10" y="27"/>
                    <a:pt x="10" y="26"/>
                  </a:cubicBezTo>
                  <a:cubicBezTo>
                    <a:pt x="9" y="27"/>
                    <a:pt x="8" y="28"/>
                    <a:pt x="8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5" y="31"/>
                    <a:pt x="4" y="32"/>
                  </a:cubicBezTo>
                  <a:moveTo>
                    <a:pt x="1" y="29"/>
                  </a:move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lnTo>
                    <a:pt x="1" y="29"/>
                  </a:lnTo>
                  <a:close/>
                  <a:moveTo>
                    <a:pt x="1" y="15"/>
                  </a:moveTo>
                  <a:cubicBezTo>
                    <a:pt x="3" y="18"/>
                    <a:pt x="3" y="18"/>
                    <a:pt x="3" y="18"/>
                  </a:cubicBezTo>
                  <a:cubicBezTo>
                    <a:pt x="3" y="18"/>
                    <a:pt x="3" y="19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5" y="25"/>
                    <a:pt x="5" y="26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4"/>
                    <a:pt x="1" y="14"/>
                    <a:pt x="1" y="14"/>
                  </a:cubicBezTo>
                  <a:lnTo>
                    <a:pt x="1" y="15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1" y="13"/>
                  </a:lnTo>
                  <a:close/>
                  <a:moveTo>
                    <a:pt x="37" y="78"/>
                  </a:moveTo>
                  <a:cubicBezTo>
                    <a:pt x="38" y="79"/>
                    <a:pt x="38" y="79"/>
                    <a:pt x="38" y="79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78"/>
                    <a:pt x="37" y="78"/>
                    <a:pt x="37" y="78"/>
                  </a:cubicBezTo>
                  <a:close/>
                  <a:moveTo>
                    <a:pt x="23" y="52"/>
                  </a:moveTo>
                  <a:cubicBezTo>
                    <a:pt x="23" y="52"/>
                    <a:pt x="24" y="53"/>
                    <a:pt x="26" y="54"/>
                  </a:cubicBezTo>
                  <a:cubicBezTo>
                    <a:pt x="28" y="55"/>
                    <a:pt x="29" y="55"/>
                    <a:pt x="29" y="56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28" y="55"/>
                    <a:pt x="28" y="55"/>
                    <a:pt x="26" y="54"/>
                  </a:cubicBezTo>
                  <a:cubicBezTo>
                    <a:pt x="24" y="54"/>
                    <a:pt x="22" y="52"/>
                    <a:pt x="22" y="52"/>
                  </a:cubicBezTo>
                  <a:lnTo>
                    <a:pt x="23" y="52"/>
                  </a:lnTo>
                  <a:close/>
                  <a:moveTo>
                    <a:pt x="41" y="82"/>
                  </a:move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40" y="85"/>
                    <a:pt x="40" y="86"/>
                    <a:pt x="40" y="86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2" y="89"/>
                    <a:pt x="42" y="89"/>
                    <a:pt x="42" y="89"/>
                  </a:cubicBezTo>
                  <a:cubicBezTo>
                    <a:pt x="42" y="90"/>
                    <a:pt x="41" y="91"/>
                    <a:pt x="41" y="92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6"/>
                    <a:pt x="41" y="96"/>
                    <a:pt x="41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2"/>
                    <a:pt x="41" y="92"/>
                    <a:pt x="41" y="92"/>
                  </a:cubicBezTo>
                  <a:cubicBezTo>
                    <a:pt x="41" y="91"/>
                    <a:pt x="41" y="90"/>
                    <a:pt x="41" y="89"/>
                  </a:cubicBezTo>
                  <a:cubicBezTo>
                    <a:pt x="41" y="89"/>
                    <a:pt x="41" y="89"/>
                    <a:pt x="41" y="89"/>
                  </a:cubicBezTo>
                  <a:cubicBezTo>
                    <a:pt x="40" y="87"/>
                    <a:pt x="40" y="87"/>
                    <a:pt x="40" y="87"/>
                  </a:cubicBezTo>
                  <a:cubicBezTo>
                    <a:pt x="39" y="85"/>
                    <a:pt x="39" y="85"/>
                    <a:pt x="39" y="85"/>
                  </a:cubicBezTo>
                  <a:cubicBezTo>
                    <a:pt x="39" y="84"/>
                    <a:pt x="39" y="84"/>
                    <a:pt x="39" y="84"/>
                  </a:cubicBezTo>
                  <a:cubicBezTo>
                    <a:pt x="39" y="83"/>
                    <a:pt x="40" y="83"/>
                    <a:pt x="40" y="82"/>
                  </a:cubicBezTo>
                  <a:lnTo>
                    <a:pt x="41" y="82"/>
                  </a:lnTo>
                  <a:close/>
                  <a:moveTo>
                    <a:pt x="28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2"/>
                    <a:pt x="31" y="32"/>
                    <a:pt x="33" y="32"/>
                  </a:cubicBezTo>
                  <a:cubicBezTo>
                    <a:pt x="34" y="31"/>
                    <a:pt x="34" y="31"/>
                    <a:pt x="34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1"/>
                    <a:pt x="34" y="32"/>
                    <a:pt x="33" y="32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6" y="36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6"/>
                    <a:pt x="27" y="34"/>
                    <a:pt x="28" y="34"/>
                  </a:cubicBezTo>
                  <a:moveTo>
                    <a:pt x="23" y="23"/>
                  </a:moveTo>
                  <a:cubicBezTo>
                    <a:pt x="23" y="20"/>
                    <a:pt x="23" y="20"/>
                    <a:pt x="23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2"/>
                    <a:pt x="23" y="22"/>
                    <a:pt x="23" y="22"/>
                  </a:cubicBezTo>
                  <a:lnTo>
                    <a:pt x="23" y="23"/>
                  </a:lnTo>
                  <a:close/>
                  <a:moveTo>
                    <a:pt x="26" y="73"/>
                  </a:moveTo>
                  <a:cubicBezTo>
                    <a:pt x="26" y="73"/>
                    <a:pt x="26" y="73"/>
                    <a:pt x="26" y="73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23" y="75"/>
                    <a:pt x="23" y="77"/>
                    <a:pt x="22" y="78"/>
                  </a:cubicBezTo>
                  <a:cubicBezTo>
                    <a:pt x="21" y="78"/>
                    <a:pt x="21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1" y="77"/>
                    <a:pt x="21" y="77"/>
                    <a:pt x="21" y="77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3"/>
                    <a:pt x="25" y="73"/>
                    <a:pt x="25" y="73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5" y="72"/>
                    <a:pt x="26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5" name="Freeform 34">
              <a:extLst>
                <a:ext uri="{FF2B5EF4-FFF2-40B4-BE49-F238E27FC236}">
                  <a16:creationId xmlns:a16="http://schemas.microsoft.com/office/drawing/2014/main" id="{7F685A3D-EA88-4C00-9579-D0BF09CE62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8700" y="2516188"/>
              <a:ext cx="288925" cy="365125"/>
            </a:xfrm>
            <a:custGeom>
              <a:avLst/>
              <a:gdLst>
                <a:gd name="T0" fmla="*/ 127 w 133"/>
                <a:gd name="T1" fmla="*/ 60 h 169"/>
                <a:gd name="T2" fmla="*/ 60 w 133"/>
                <a:gd name="T3" fmla="*/ 165 h 169"/>
                <a:gd name="T4" fmla="*/ 79 w 133"/>
                <a:gd name="T5" fmla="*/ 158 h 169"/>
                <a:gd name="T6" fmla="*/ 60 w 133"/>
                <a:gd name="T7" fmla="*/ 157 h 169"/>
                <a:gd name="T8" fmla="*/ 79 w 133"/>
                <a:gd name="T9" fmla="*/ 154 h 169"/>
                <a:gd name="T10" fmla="*/ 42 w 133"/>
                <a:gd name="T11" fmla="*/ 151 h 169"/>
                <a:gd name="T12" fmla="*/ 66 w 133"/>
                <a:gd name="T13" fmla="*/ 164 h 169"/>
                <a:gd name="T14" fmla="*/ 123 w 133"/>
                <a:gd name="T15" fmla="*/ 35 h 169"/>
                <a:gd name="T16" fmla="*/ 86 w 133"/>
                <a:gd name="T17" fmla="*/ 152 h 169"/>
                <a:gd name="T18" fmla="*/ 53 w 133"/>
                <a:gd name="T19" fmla="*/ 150 h 169"/>
                <a:gd name="T20" fmla="*/ 85 w 133"/>
                <a:gd name="T21" fmla="*/ 153 h 169"/>
                <a:gd name="T22" fmla="*/ 39 w 133"/>
                <a:gd name="T23" fmla="*/ 62 h 169"/>
                <a:gd name="T24" fmla="*/ 29 w 133"/>
                <a:gd name="T25" fmla="*/ 53 h 169"/>
                <a:gd name="T26" fmla="*/ 32 w 133"/>
                <a:gd name="T27" fmla="*/ 78 h 169"/>
                <a:gd name="T28" fmla="*/ 27 w 133"/>
                <a:gd name="T29" fmla="*/ 79 h 169"/>
                <a:gd name="T30" fmla="*/ 18 w 133"/>
                <a:gd name="T31" fmla="*/ 72 h 169"/>
                <a:gd name="T32" fmla="*/ 17 w 133"/>
                <a:gd name="T33" fmla="*/ 96 h 169"/>
                <a:gd name="T34" fmla="*/ 7 w 133"/>
                <a:gd name="T35" fmla="*/ 83 h 169"/>
                <a:gd name="T36" fmla="*/ 7 w 133"/>
                <a:gd name="T37" fmla="*/ 71 h 169"/>
                <a:gd name="T38" fmla="*/ 6 w 133"/>
                <a:gd name="T39" fmla="*/ 37 h 169"/>
                <a:gd name="T40" fmla="*/ 8 w 133"/>
                <a:gd name="T41" fmla="*/ 35 h 169"/>
                <a:gd name="T42" fmla="*/ 10 w 133"/>
                <a:gd name="T43" fmla="*/ 11 h 169"/>
                <a:gd name="T44" fmla="*/ 21 w 133"/>
                <a:gd name="T45" fmla="*/ 14 h 169"/>
                <a:gd name="T46" fmla="*/ 33 w 133"/>
                <a:gd name="T47" fmla="*/ 16 h 169"/>
                <a:gd name="T48" fmla="*/ 30 w 133"/>
                <a:gd name="T49" fmla="*/ 23 h 169"/>
                <a:gd name="T50" fmla="*/ 41 w 133"/>
                <a:gd name="T51" fmla="*/ 30 h 169"/>
                <a:gd name="T52" fmla="*/ 44 w 133"/>
                <a:gd name="T53" fmla="*/ 12 h 169"/>
                <a:gd name="T54" fmla="*/ 46 w 133"/>
                <a:gd name="T55" fmla="*/ 16 h 169"/>
                <a:gd name="T56" fmla="*/ 47 w 133"/>
                <a:gd name="T57" fmla="*/ 22 h 169"/>
                <a:gd name="T58" fmla="*/ 47 w 133"/>
                <a:gd name="T59" fmla="*/ 27 h 169"/>
                <a:gd name="T60" fmla="*/ 37 w 133"/>
                <a:gd name="T61" fmla="*/ 43 h 169"/>
                <a:gd name="T62" fmla="*/ 40 w 133"/>
                <a:gd name="T63" fmla="*/ 50 h 169"/>
                <a:gd name="T64" fmla="*/ 0 w 133"/>
                <a:gd name="T65" fmla="*/ 82 h 169"/>
                <a:gd name="T66" fmla="*/ 12 w 133"/>
                <a:gd name="T67" fmla="*/ 45 h 169"/>
                <a:gd name="T68" fmla="*/ 12 w 133"/>
                <a:gd name="T69" fmla="*/ 44 h 169"/>
                <a:gd name="T70" fmla="*/ 44 w 133"/>
                <a:gd name="T71" fmla="*/ 50 h 169"/>
                <a:gd name="T72" fmla="*/ 40 w 133"/>
                <a:gd name="T73" fmla="*/ 62 h 169"/>
                <a:gd name="T74" fmla="*/ 132 w 133"/>
                <a:gd name="T75" fmla="*/ 0 h 169"/>
                <a:gd name="T76" fmla="*/ 124 w 133"/>
                <a:gd name="T77" fmla="*/ 38 h 169"/>
                <a:gd name="T78" fmla="*/ 125 w 133"/>
                <a:gd name="T79" fmla="*/ 72 h 169"/>
                <a:gd name="T80" fmla="*/ 125 w 133"/>
                <a:gd name="T81" fmla="*/ 89 h 169"/>
                <a:gd name="T82" fmla="*/ 121 w 133"/>
                <a:gd name="T83" fmla="*/ 97 h 169"/>
                <a:gd name="T84" fmla="*/ 111 w 133"/>
                <a:gd name="T85" fmla="*/ 69 h 169"/>
                <a:gd name="T86" fmla="*/ 103 w 133"/>
                <a:gd name="T87" fmla="*/ 82 h 169"/>
                <a:gd name="T88" fmla="*/ 102 w 133"/>
                <a:gd name="T89" fmla="*/ 78 h 169"/>
                <a:gd name="T90" fmla="*/ 99 w 133"/>
                <a:gd name="T91" fmla="*/ 57 h 169"/>
                <a:gd name="T92" fmla="*/ 92 w 133"/>
                <a:gd name="T93" fmla="*/ 63 h 169"/>
                <a:gd name="T94" fmla="*/ 88 w 133"/>
                <a:gd name="T95" fmla="*/ 47 h 169"/>
                <a:gd name="T96" fmla="*/ 91 w 133"/>
                <a:gd name="T97" fmla="*/ 53 h 169"/>
                <a:gd name="T98" fmla="*/ 92 w 133"/>
                <a:gd name="T99" fmla="*/ 39 h 169"/>
                <a:gd name="T100" fmla="*/ 85 w 133"/>
                <a:gd name="T101" fmla="*/ 29 h 169"/>
                <a:gd name="T102" fmla="*/ 84 w 133"/>
                <a:gd name="T103" fmla="*/ 16 h 169"/>
                <a:gd name="T104" fmla="*/ 87 w 133"/>
                <a:gd name="T105" fmla="*/ 13 h 169"/>
                <a:gd name="T106" fmla="*/ 90 w 133"/>
                <a:gd name="T107" fmla="*/ 14 h 169"/>
                <a:gd name="T108" fmla="*/ 93 w 133"/>
                <a:gd name="T109" fmla="*/ 30 h 169"/>
                <a:gd name="T110" fmla="*/ 97 w 133"/>
                <a:gd name="T111" fmla="*/ 23 h 169"/>
                <a:gd name="T112" fmla="*/ 107 w 133"/>
                <a:gd name="T113" fmla="*/ 14 h 169"/>
                <a:gd name="T114" fmla="*/ 113 w 133"/>
                <a:gd name="T115" fmla="*/ 22 h 169"/>
                <a:gd name="T116" fmla="*/ 129 w 133"/>
                <a:gd name="T117" fmla="*/ 3 h 169"/>
                <a:gd name="T118" fmla="*/ 130 w 133"/>
                <a:gd name="T119" fmla="*/ 4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3" h="169">
                  <a:moveTo>
                    <a:pt x="120" y="44"/>
                  </a:moveTo>
                  <a:cubicBezTo>
                    <a:pt x="118" y="44"/>
                    <a:pt x="117" y="43"/>
                    <a:pt x="117" y="43"/>
                  </a:cubicBezTo>
                  <a:cubicBezTo>
                    <a:pt x="117" y="45"/>
                    <a:pt x="117" y="47"/>
                    <a:pt x="117" y="47"/>
                  </a:cubicBezTo>
                  <a:cubicBezTo>
                    <a:pt x="116" y="47"/>
                    <a:pt x="116" y="47"/>
                    <a:pt x="115" y="47"/>
                  </a:cubicBezTo>
                  <a:cubicBezTo>
                    <a:pt x="115" y="48"/>
                    <a:pt x="115" y="48"/>
                    <a:pt x="115" y="48"/>
                  </a:cubicBezTo>
                  <a:cubicBezTo>
                    <a:pt x="115" y="49"/>
                    <a:pt x="115" y="50"/>
                    <a:pt x="116" y="51"/>
                  </a:cubicBezTo>
                  <a:cubicBezTo>
                    <a:pt x="116" y="53"/>
                    <a:pt x="119" y="55"/>
                    <a:pt x="121" y="56"/>
                  </a:cubicBezTo>
                  <a:cubicBezTo>
                    <a:pt x="122" y="58"/>
                    <a:pt x="123" y="59"/>
                    <a:pt x="123" y="61"/>
                  </a:cubicBezTo>
                  <a:cubicBezTo>
                    <a:pt x="124" y="62"/>
                    <a:pt x="123" y="63"/>
                    <a:pt x="125" y="63"/>
                  </a:cubicBezTo>
                  <a:cubicBezTo>
                    <a:pt x="127" y="62"/>
                    <a:pt x="127" y="60"/>
                    <a:pt x="127" y="60"/>
                  </a:cubicBezTo>
                  <a:cubicBezTo>
                    <a:pt x="128" y="54"/>
                    <a:pt x="122" y="53"/>
                    <a:pt x="120" y="45"/>
                  </a:cubicBezTo>
                  <a:lnTo>
                    <a:pt x="120" y="44"/>
                  </a:lnTo>
                  <a:close/>
                  <a:moveTo>
                    <a:pt x="112" y="26"/>
                  </a:moveTo>
                  <a:cubicBezTo>
                    <a:pt x="113" y="24"/>
                    <a:pt x="113" y="24"/>
                    <a:pt x="113" y="24"/>
                  </a:cubicBezTo>
                  <a:lnTo>
                    <a:pt x="112" y="26"/>
                  </a:lnTo>
                  <a:close/>
                  <a:moveTo>
                    <a:pt x="67" y="169"/>
                  </a:moveTo>
                  <a:cubicBezTo>
                    <a:pt x="67" y="169"/>
                    <a:pt x="72" y="167"/>
                    <a:pt x="79" y="163"/>
                  </a:cubicBezTo>
                  <a:cubicBezTo>
                    <a:pt x="76" y="163"/>
                    <a:pt x="76" y="165"/>
                    <a:pt x="73" y="165"/>
                  </a:cubicBezTo>
                  <a:cubicBezTo>
                    <a:pt x="70" y="165"/>
                    <a:pt x="69" y="163"/>
                    <a:pt x="66" y="163"/>
                  </a:cubicBezTo>
                  <a:cubicBezTo>
                    <a:pt x="62" y="163"/>
                    <a:pt x="62" y="165"/>
                    <a:pt x="60" y="165"/>
                  </a:cubicBezTo>
                  <a:cubicBezTo>
                    <a:pt x="57" y="165"/>
                    <a:pt x="56" y="164"/>
                    <a:pt x="55" y="163"/>
                  </a:cubicBezTo>
                  <a:cubicBezTo>
                    <a:pt x="49" y="160"/>
                    <a:pt x="49" y="160"/>
                    <a:pt x="49" y="160"/>
                  </a:cubicBezTo>
                  <a:cubicBezTo>
                    <a:pt x="50" y="160"/>
                    <a:pt x="51" y="159"/>
                    <a:pt x="53" y="159"/>
                  </a:cubicBezTo>
                  <a:cubicBezTo>
                    <a:pt x="56" y="159"/>
                    <a:pt x="57" y="161"/>
                    <a:pt x="60" y="161"/>
                  </a:cubicBezTo>
                  <a:cubicBezTo>
                    <a:pt x="62" y="161"/>
                    <a:pt x="62" y="159"/>
                    <a:pt x="66" y="159"/>
                  </a:cubicBezTo>
                  <a:cubicBezTo>
                    <a:pt x="69" y="159"/>
                    <a:pt x="70" y="161"/>
                    <a:pt x="73" y="161"/>
                  </a:cubicBezTo>
                  <a:cubicBezTo>
                    <a:pt x="76" y="161"/>
                    <a:pt x="76" y="159"/>
                    <a:pt x="79" y="159"/>
                  </a:cubicBezTo>
                  <a:cubicBezTo>
                    <a:pt x="82" y="159"/>
                    <a:pt x="82" y="160"/>
                    <a:pt x="84" y="161"/>
                  </a:cubicBezTo>
                  <a:cubicBezTo>
                    <a:pt x="85" y="160"/>
                    <a:pt x="85" y="160"/>
                    <a:pt x="85" y="160"/>
                  </a:cubicBezTo>
                  <a:cubicBezTo>
                    <a:pt x="83" y="160"/>
                    <a:pt x="82" y="158"/>
                    <a:pt x="79" y="158"/>
                  </a:cubicBezTo>
                  <a:cubicBezTo>
                    <a:pt x="76" y="158"/>
                    <a:pt x="76" y="160"/>
                    <a:pt x="73" y="160"/>
                  </a:cubicBezTo>
                  <a:cubicBezTo>
                    <a:pt x="70" y="160"/>
                    <a:pt x="69" y="158"/>
                    <a:pt x="66" y="158"/>
                  </a:cubicBezTo>
                  <a:cubicBezTo>
                    <a:pt x="62" y="158"/>
                    <a:pt x="62" y="160"/>
                    <a:pt x="60" y="160"/>
                  </a:cubicBezTo>
                  <a:cubicBezTo>
                    <a:pt x="57" y="160"/>
                    <a:pt x="56" y="158"/>
                    <a:pt x="53" y="158"/>
                  </a:cubicBezTo>
                  <a:cubicBezTo>
                    <a:pt x="50" y="158"/>
                    <a:pt x="50" y="159"/>
                    <a:pt x="48" y="160"/>
                  </a:cubicBezTo>
                  <a:cubicBezTo>
                    <a:pt x="41" y="155"/>
                    <a:pt x="41" y="155"/>
                    <a:pt x="41" y="155"/>
                  </a:cubicBezTo>
                  <a:cubicBezTo>
                    <a:pt x="42" y="155"/>
                    <a:pt x="42" y="155"/>
                    <a:pt x="42" y="155"/>
                  </a:cubicBezTo>
                  <a:cubicBezTo>
                    <a:pt x="46" y="155"/>
                    <a:pt x="47" y="157"/>
                    <a:pt x="47" y="157"/>
                  </a:cubicBezTo>
                  <a:cubicBezTo>
                    <a:pt x="50" y="157"/>
                    <a:pt x="50" y="155"/>
                    <a:pt x="53" y="155"/>
                  </a:cubicBezTo>
                  <a:cubicBezTo>
                    <a:pt x="56" y="155"/>
                    <a:pt x="57" y="157"/>
                    <a:pt x="60" y="157"/>
                  </a:cubicBezTo>
                  <a:cubicBezTo>
                    <a:pt x="62" y="157"/>
                    <a:pt x="62" y="155"/>
                    <a:pt x="66" y="155"/>
                  </a:cubicBezTo>
                  <a:cubicBezTo>
                    <a:pt x="69" y="155"/>
                    <a:pt x="70" y="157"/>
                    <a:pt x="73" y="157"/>
                  </a:cubicBezTo>
                  <a:cubicBezTo>
                    <a:pt x="76" y="156"/>
                    <a:pt x="76" y="155"/>
                    <a:pt x="79" y="155"/>
                  </a:cubicBezTo>
                  <a:cubicBezTo>
                    <a:pt x="82" y="155"/>
                    <a:pt x="83" y="157"/>
                    <a:pt x="85" y="157"/>
                  </a:cubicBezTo>
                  <a:cubicBezTo>
                    <a:pt x="88" y="157"/>
                    <a:pt x="88" y="155"/>
                    <a:pt x="92" y="155"/>
                  </a:cubicBezTo>
                  <a:cubicBezTo>
                    <a:pt x="92" y="155"/>
                    <a:pt x="92" y="155"/>
                    <a:pt x="92" y="155"/>
                  </a:cubicBezTo>
                  <a:cubicBezTo>
                    <a:pt x="94" y="154"/>
                    <a:pt x="94" y="154"/>
                    <a:pt x="94" y="154"/>
                  </a:cubicBezTo>
                  <a:cubicBezTo>
                    <a:pt x="93" y="154"/>
                    <a:pt x="93" y="154"/>
                    <a:pt x="92" y="154"/>
                  </a:cubicBezTo>
                  <a:cubicBezTo>
                    <a:pt x="88" y="154"/>
                    <a:pt x="88" y="156"/>
                    <a:pt x="85" y="156"/>
                  </a:cubicBezTo>
                  <a:cubicBezTo>
                    <a:pt x="83" y="156"/>
                    <a:pt x="82" y="154"/>
                    <a:pt x="79" y="154"/>
                  </a:cubicBezTo>
                  <a:cubicBezTo>
                    <a:pt x="76" y="154"/>
                    <a:pt x="76" y="156"/>
                    <a:pt x="73" y="156"/>
                  </a:cubicBezTo>
                  <a:cubicBezTo>
                    <a:pt x="70" y="156"/>
                    <a:pt x="69" y="154"/>
                    <a:pt x="66" y="154"/>
                  </a:cubicBezTo>
                  <a:cubicBezTo>
                    <a:pt x="62" y="154"/>
                    <a:pt x="62" y="156"/>
                    <a:pt x="60" y="156"/>
                  </a:cubicBezTo>
                  <a:cubicBezTo>
                    <a:pt x="57" y="156"/>
                    <a:pt x="56" y="154"/>
                    <a:pt x="53" y="154"/>
                  </a:cubicBezTo>
                  <a:cubicBezTo>
                    <a:pt x="50" y="154"/>
                    <a:pt x="50" y="155"/>
                    <a:pt x="47" y="156"/>
                  </a:cubicBezTo>
                  <a:cubicBezTo>
                    <a:pt x="47" y="156"/>
                    <a:pt x="46" y="154"/>
                    <a:pt x="42" y="154"/>
                  </a:cubicBezTo>
                  <a:cubicBezTo>
                    <a:pt x="41" y="154"/>
                    <a:pt x="40" y="154"/>
                    <a:pt x="40" y="154"/>
                  </a:cubicBezTo>
                  <a:cubicBezTo>
                    <a:pt x="37" y="152"/>
                    <a:pt x="37" y="152"/>
                    <a:pt x="37" y="152"/>
                  </a:cubicBezTo>
                  <a:cubicBezTo>
                    <a:pt x="39" y="152"/>
                    <a:pt x="39" y="151"/>
                    <a:pt x="42" y="151"/>
                  </a:cubicBezTo>
                  <a:cubicBezTo>
                    <a:pt x="42" y="151"/>
                    <a:pt x="42" y="151"/>
                    <a:pt x="42" y="151"/>
                  </a:cubicBezTo>
                  <a:cubicBezTo>
                    <a:pt x="41" y="150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2" y="147"/>
                    <a:pt x="44" y="146"/>
                  </a:cubicBezTo>
                  <a:cubicBezTo>
                    <a:pt x="45" y="145"/>
                    <a:pt x="45" y="144"/>
                    <a:pt x="46" y="144"/>
                  </a:cubicBezTo>
                  <a:cubicBezTo>
                    <a:pt x="48" y="142"/>
                    <a:pt x="48" y="142"/>
                    <a:pt x="48" y="142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19" y="135"/>
                    <a:pt x="19" y="135"/>
                    <a:pt x="19" y="135"/>
                  </a:cubicBezTo>
                  <a:cubicBezTo>
                    <a:pt x="39" y="160"/>
                    <a:pt x="67" y="169"/>
                    <a:pt x="67" y="169"/>
                  </a:cubicBezTo>
                  <a:moveTo>
                    <a:pt x="66" y="164"/>
                  </a:moveTo>
                  <a:cubicBezTo>
                    <a:pt x="69" y="164"/>
                    <a:pt x="70" y="166"/>
                    <a:pt x="73" y="166"/>
                  </a:cubicBezTo>
                  <a:cubicBezTo>
                    <a:pt x="67" y="169"/>
                    <a:pt x="67" y="169"/>
                    <a:pt x="67" y="16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2" y="166"/>
                    <a:pt x="62" y="164"/>
                    <a:pt x="66" y="164"/>
                  </a:cubicBezTo>
                  <a:moveTo>
                    <a:pt x="59" y="0"/>
                  </a:moveTo>
                  <a:cubicBezTo>
                    <a:pt x="72" y="0"/>
                    <a:pt x="72" y="0"/>
                    <a:pt x="7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59" y="0"/>
                    <a:pt x="59" y="0"/>
                    <a:pt x="59" y="0"/>
                  </a:cubicBezTo>
                  <a:close/>
                  <a:moveTo>
                    <a:pt x="123" y="35"/>
                  </a:moveTo>
                  <a:cubicBezTo>
                    <a:pt x="123" y="35"/>
                    <a:pt x="123" y="35"/>
                    <a:pt x="123" y="35"/>
                  </a:cubicBezTo>
                  <a:cubicBezTo>
                    <a:pt x="123" y="35"/>
                    <a:pt x="123" y="35"/>
                    <a:pt x="123" y="35"/>
                  </a:cubicBezTo>
                  <a:close/>
                  <a:moveTo>
                    <a:pt x="85" y="142"/>
                  </a:moveTo>
                  <a:cubicBezTo>
                    <a:pt x="85" y="143"/>
                    <a:pt x="85" y="143"/>
                    <a:pt x="85" y="143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8" y="146"/>
                    <a:pt x="88" y="146"/>
                    <a:pt x="88" y="146"/>
                  </a:cubicBezTo>
                  <a:cubicBezTo>
                    <a:pt x="91" y="150"/>
                    <a:pt x="91" y="150"/>
                    <a:pt x="91" y="150"/>
                  </a:cubicBezTo>
                  <a:cubicBezTo>
                    <a:pt x="92" y="150"/>
                    <a:pt x="92" y="150"/>
                    <a:pt x="92" y="150"/>
                  </a:cubicBezTo>
                  <a:cubicBezTo>
                    <a:pt x="91" y="151"/>
                    <a:pt x="91" y="151"/>
                    <a:pt x="91" y="151"/>
                  </a:cubicBezTo>
                  <a:cubicBezTo>
                    <a:pt x="91" y="151"/>
                    <a:pt x="89" y="151"/>
                    <a:pt x="87" y="151"/>
                  </a:cubicBezTo>
                  <a:cubicBezTo>
                    <a:pt x="86" y="152"/>
                    <a:pt x="86" y="152"/>
                    <a:pt x="86" y="152"/>
                  </a:cubicBezTo>
                  <a:cubicBezTo>
                    <a:pt x="85" y="152"/>
                    <a:pt x="84" y="151"/>
                    <a:pt x="83" y="151"/>
                  </a:cubicBezTo>
                  <a:cubicBezTo>
                    <a:pt x="81" y="151"/>
                    <a:pt x="80" y="150"/>
                    <a:pt x="78" y="150"/>
                  </a:cubicBezTo>
                  <a:cubicBezTo>
                    <a:pt x="76" y="150"/>
                    <a:pt x="75" y="151"/>
                    <a:pt x="73" y="152"/>
                  </a:cubicBezTo>
                  <a:cubicBezTo>
                    <a:pt x="72" y="152"/>
                    <a:pt x="72" y="152"/>
                    <a:pt x="72" y="152"/>
                  </a:cubicBezTo>
                  <a:cubicBezTo>
                    <a:pt x="70" y="152"/>
                    <a:pt x="67" y="150"/>
                    <a:pt x="66" y="150"/>
                  </a:cubicBezTo>
                  <a:cubicBezTo>
                    <a:pt x="66" y="150"/>
                    <a:pt x="66" y="150"/>
                    <a:pt x="66" y="150"/>
                  </a:cubicBezTo>
                  <a:cubicBezTo>
                    <a:pt x="64" y="150"/>
                    <a:pt x="61" y="152"/>
                    <a:pt x="60" y="152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59" y="152"/>
                    <a:pt x="58" y="152"/>
                    <a:pt x="57" y="151"/>
                  </a:cubicBezTo>
                  <a:cubicBezTo>
                    <a:pt x="56" y="151"/>
                    <a:pt x="54" y="150"/>
                    <a:pt x="53" y="150"/>
                  </a:cubicBezTo>
                  <a:cubicBezTo>
                    <a:pt x="53" y="150"/>
                    <a:pt x="53" y="150"/>
                    <a:pt x="53" y="150"/>
                  </a:cubicBezTo>
                  <a:cubicBezTo>
                    <a:pt x="52" y="150"/>
                    <a:pt x="50" y="151"/>
                    <a:pt x="49" y="152"/>
                  </a:cubicBezTo>
                  <a:cubicBezTo>
                    <a:pt x="49" y="152"/>
                    <a:pt x="48" y="152"/>
                    <a:pt x="47" y="152"/>
                  </a:cubicBezTo>
                  <a:cubicBezTo>
                    <a:pt x="47" y="153"/>
                    <a:pt x="47" y="153"/>
                    <a:pt x="47" y="153"/>
                  </a:cubicBezTo>
                  <a:cubicBezTo>
                    <a:pt x="50" y="152"/>
                    <a:pt x="50" y="151"/>
                    <a:pt x="53" y="151"/>
                  </a:cubicBezTo>
                  <a:cubicBezTo>
                    <a:pt x="56" y="151"/>
                    <a:pt x="57" y="153"/>
                    <a:pt x="60" y="153"/>
                  </a:cubicBezTo>
                  <a:cubicBezTo>
                    <a:pt x="62" y="153"/>
                    <a:pt x="62" y="151"/>
                    <a:pt x="66" y="151"/>
                  </a:cubicBezTo>
                  <a:cubicBezTo>
                    <a:pt x="69" y="151"/>
                    <a:pt x="70" y="153"/>
                    <a:pt x="73" y="153"/>
                  </a:cubicBezTo>
                  <a:cubicBezTo>
                    <a:pt x="76" y="153"/>
                    <a:pt x="76" y="151"/>
                    <a:pt x="79" y="151"/>
                  </a:cubicBezTo>
                  <a:cubicBezTo>
                    <a:pt x="82" y="151"/>
                    <a:pt x="83" y="153"/>
                    <a:pt x="85" y="153"/>
                  </a:cubicBezTo>
                  <a:cubicBezTo>
                    <a:pt x="88" y="153"/>
                    <a:pt x="88" y="151"/>
                    <a:pt x="92" y="151"/>
                  </a:cubicBezTo>
                  <a:cubicBezTo>
                    <a:pt x="95" y="151"/>
                    <a:pt x="94" y="152"/>
                    <a:pt x="96" y="152"/>
                  </a:cubicBezTo>
                  <a:cubicBezTo>
                    <a:pt x="102" y="148"/>
                    <a:pt x="108" y="142"/>
                    <a:pt x="113" y="136"/>
                  </a:cubicBezTo>
                  <a:cubicBezTo>
                    <a:pt x="84" y="136"/>
                    <a:pt x="84" y="136"/>
                    <a:pt x="84" y="136"/>
                  </a:cubicBezTo>
                  <a:lnTo>
                    <a:pt x="85" y="142"/>
                  </a:lnTo>
                  <a:close/>
                  <a:moveTo>
                    <a:pt x="0" y="82"/>
                  </a:moveTo>
                  <a:cubicBezTo>
                    <a:pt x="0" y="105"/>
                    <a:pt x="9" y="122"/>
                    <a:pt x="19" y="135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0" y="57"/>
                    <a:pt x="40" y="57"/>
                    <a:pt x="40" y="57"/>
                  </a:cubicBezTo>
                  <a:cubicBezTo>
                    <a:pt x="40" y="56"/>
                    <a:pt x="40" y="56"/>
                    <a:pt x="39" y="55"/>
                  </a:cubicBezTo>
                  <a:cubicBezTo>
                    <a:pt x="38" y="55"/>
                    <a:pt x="37" y="54"/>
                    <a:pt x="37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5"/>
                    <a:pt x="34" y="56"/>
                    <a:pt x="34" y="57"/>
                  </a:cubicBezTo>
                  <a:cubicBezTo>
                    <a:pt x="34" y="57"/>
                    <a:pt x="32" y="53"/>
                    <a:pt x="30" y="52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30" y="54"/>
                    <a:pt x="27" y="55"/>
                    <a:pt x="26" y="56"/>
                  </a:cubicBezTo>
                  <a:cubicBezTo>
                    <a:pt x="25" y="57"/>
                    <a:pt x="25" y="58"/>
                    <a:pt x="25" y="58"/>
                  </a:cubicBezTo>
                  <a:cubicBezTo>
                    <a:pt x="26" y="58"/>
                    <a:pt x="32" y="56"/>
                    <a:pt x="32" y="62"/>
                  </a:cubicBezTo>
                  <a:cubicBezTo>
                    <a:pt x="32" y="62"/>
                    <a:pt x="32" y="64"/>
                    <a:pt x="31" y="64"/>
                  </a:cubicBezTo>
                  <a:cubicBezTo>
                    <a:pt x="31" y="64"/>
                    <a:pt x="32" y="65"/>
                    <a:pt x="31" y="66"/>
                  </a:cubicBezTo>
                  <a:cubicBezTo>
                    <a:pt x="30" y="67"/>
                    <a:pt x="28" y="69"/>
                    <a:pt x="27" y="70"/>
                  </a:cubicBezTo>
                  <a:cubicBezTo>
                    <a:pt x="25" y="72"/>
                    <a:pt x="27" y="73"/>
                    <a:pt x="28" y="74"/>
                  </a:cubicBezTo>
                  <a:cubicBezTo>
                    <a:pt x="28" y="75"/>
                    <a:pt x="30" y="77"/>
                    <a:pt x="30" y="78"/>
                  </a:cubicBezTo>
                  <a:cubicBezTo>
                    <a:pt x="32" y="79"/>
                    <a:pt x="32" y="79"/>
                    <a:pt x="32" y="79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6" y="73"/>
                    <a:pt x="36" y="73"/>
                    <a:pt x="36" y="73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6" y="76"/>
                    <a:pt x="36" y="79"/>
                    <a:pt x="35" y="80"/>
                  </a:cubicBezTo>
                  <a:cubicBezTo>
                    <a:pt x="34" y="81"/>
                    <a:pt x="33" y="83"/>
                    <a:pt x="32" y="83"/>
                  </a:cubicBezTo>
                  <a:cubicBezTo>
                    <a:pt x="30" y="83"/>
                    <a:pt x="30" y="83"/>
                    <a:pt x="29" y="82"/>
                  </a:cubicBezTo>
                  <a:cubicBezTo>
                    <a:pt x="29" y="81"/>
                    <a:pt x="28" y="79"/>
                    <a:pt x="28" y="79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3" y="68"/>
                    <a:pt x="22" y="69"/>
                    <a:pt x="21" y="69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8" y="72"/>
                    <a:pt x="18" y="74"/>
                    <a:pt x="18" y="75"/>
                  </a:cubicBezTo>
                  <a:cubicBezTo>
                    <a:pt x="17" y="75"/>
                    <a:pt x="16" y="78"/>
                    <a:pt x="15" y="79"/>
                  </a:cubicBezTo>
                  <a:cubicBezTo>
                    <a:pt x="14" y="80"/>
                    <a:pt x="13" y="81"/>
                    <a:pt x="13" y="82"/>
                  </a:cubicBezTo>
                  <a:cubicBezTo>
                    <a:pt x="13" y="83"/>
                    <a:pt x="13" y="84"/>
                    <a:pt x="13" y="85"/>
                  </a:cubicBezTo>
                  <a:cubicBezTo>
                    <a:pt x="12" y="86"/>
                    <a:pt x="12" y="86"/>
                    <a:pt x="12" y="87"/>
                  </a:cubicBezTo>
                  <a:cubicBezTo>
                    <a:pt x="12" y="88"/>
                    <a:pt x="12" y="89"/>
                    <a:pt x="11" y="91"/>
                  </a:cubicBezTo>
                  <a:cubicBezTo>
                    <a:pt x="10" y="92"/>
                    <a:pt x="10" y="93"/>
                    <a:pt x="10" y="94"/>
                  </a:cubicBezTo>
                  <a:cubicBezTo>
                    <a:pt x="11" y="95"/>
                    <a:pt x="11" y="97"/>
                    <a:pt x="12" y="97"/>
                  </a:cubicBezTo>
                  <a:cubicBezTo>
                    <a:pt x="13" y="97"/>
                    <a:pt x="14" y="96"/>
                    <a:pt x="15" y="96"/>
                  </a:cubicBezTo>
                  <a:cubicBezTo>
                    <a:pt x="16" y="96"/>
                    <a:pt x="17" y="96"/>
                    <a:pt x="17" y="96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9" y="99"/>
                    <a:pt x="19" y="98"/>
                    <a:pt x="18" y="99"/>
                  </a:cubicBezTo>
                  <a:cubicBezTo>
                    <a:pt x="17" y="100"/>
                    <a:pt x="16" y="101"/>
                    <a:pt x="14" y="101"/>
                  </a:cubicBezTo>
                  <a:cubicBezTo>
                    <a:pt x="13" y="101"/>
                    <a:pt x="11" y="101"/>
                    <a:pt x="10" y="101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7" y="96"/>
                    <a:pt x="7" y="96"/>
                    <a:pt x="7" y="96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8" y="89"/>
                    <a:pt x="8" y="88"/>
                    <a:pt x="8" y="87"/>
                  </a:cubicBezTo>
                  <a:cubicBezTo>
                    <a:pt x="8" y="85"/>
                    <a:pt x="7" y="84"/>
                    <a:pt x="7" y="83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7" y="67"/>
                    <a:pt x="3" y="64"/>
                    <a:pt x="3" y="60"/>
                  </a:cubicBezTo>
                  <a:cubicBezTo>
                    <a:pt x="3" y="55"/>
                    <a:pt x="10" y="49"/>
                    <a:pt x="10" y="42"/>
                  </a:cubicBezTo>
                  <a:cubicBezTo>
                    <a:pt x="10" y="41"/>
                    <a:pt x="10" y="39"/>
                    <a:pt x="10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6"/>
                    <a:pt x="6" y="37"/>
                    <a:pt x="6" y="37"/>
                  </a:cubicBezTo>
                  <a:cubicBezTo>
                    <a:pt x="6" y="36"/>
                    <a:pt x="4" y="37"/>
                    <a:pt x="4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4" y="40"/>
                    <a:pt x="8" y="41"/>
                    <a:pt x="7" y="44"/>
                  </a:cubicBezTo>
                  <a:cubicBezTo>
                    <a:pt x="6" y="46"/>
                    <a:pt x="4" y="48"/>
                    <a:pt x="4" y="49"/>
                  </a:cubicBezTo>
                  <a:cubicBezTo>
                    <a:pt x="4" y="50"/>
                    <a:pt x="5" y="52"/>
                    <a:pt x="5" y="52"/>
                  </a:cubicBezTo>
                  <a:cubicBezTo>
                    <a:pt x="6" y="52"/>
                    <a:pt x="1" y="53"/>
                    <a:pt x="2" y="49"/>
                  </a:cubicBezTo>
                  <a:cubicBezTo>
                    <a:pt x="2" y="45"/>
                    <a:pt x="3" y="45"/>
                    <a:pt x="3" y="44"/>
                  </a:cubicBezTo>
                  <a:cubicBezTo>
                    <a:pt x="3" y="43"/>
                    <a:pt x="1" y="42"/>
                    <a:pt x="1" y="39"/>
                  </a:cubicBezTo>
                  <a:cubicBezTo>
                    <a:pt x="2" y="36"/>
                    <a:pt x="4" y="35"/>
                    <a:pt x="6" y="34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7" y="34"/>
                    <a:pt x="5" y="33"/>
                    <a:pt x="4" y="30"/>
                  </a:cubicBezTo>
                  <a:cubicBezTo>
                    <a:pt x="4" y="30"/>
                    <a:pt x="5" y="29"/>
                    <a:pt x="7" y="29"/>
                  </a:cubicBezTo>
                  <a:cubicBezTo>
                    <a:pt x="6" y="29"/>
                    <a:pt x="2" y="24"/>
                    <a:pt x="3" y="22"/>
                  </a:cubicBezTo>
                  <a:cubicBezTo>
                    <a:pt x="3" y="22"/>
                    <a:pt x="6" y="22"/>
                    <a:pt x="7" y="23"/>
                  </a:cubicBezTo>
                  <a:cubicBezTo>
                    <a:pt x="7" y="23"/>
                    <a:pt x="1" y="18"/>
                    <a:pt x="2" y="14"/>
                  </a:cubicBezTo>
                  <a:cubicBezTo>
                    <a:pt x="2" y="14"/>
                    <a:pt x="6" y="17"/>
                    <a:pt x="7" y="17"/>
                  </a:cubicBezTo>
                  <a:cubicBezTo>
                    <a:pt x="7" y="17"/>
                    <a:pt x="0" y="7"/>
                    <a:pt x="4" y="3"/>
                  </a:cubicBezTo>
                  <a:cubicBezTo>
                    <a:pt x="4" y="3"/>
                    <a:pt x="8" y="12"/>
                    <a:pt x="9" y="13"/>
                  </a:cubicBezTo>
                  <a:cubicBezTo>
                    <a:pt x="9" y="13"/>
                    <a:pt x="10" y="12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8"/>
                    <a:pt x="12" y="2"/>
                    <a:pt x="14" y="1"/>
                  </a:cubicBezTo>
                  <a:cubicBezTo>
                    <a:pt x="14" y="1"/>
                    <a:pt x="13" y="11"/>
                    <a:pt x="15" y="13"/>
                  </a:cubicBezTo>
                  <a:cubicBezTo>
                    <a:pt x="15" y="13"/>
                    <a:pt x="15" y="12"/>
                    <a:pt x="16" y="12"/>
                  </a:cubicBezTo>
                  <a:cubicBezTo>
                    <a:pt x="16" y="12"/>
                    <a:pt x="16" y="17"/>
                    <a:pt x="17" y="18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20"/>
                    <a:pt x="20" y="21"/>
                  </a:cubicBezTo>
                  <a:cubicBezTo>
                    <a:pt x="20" y="21"/>
                    <a:pt x="20" y="21"/>
                    <a:pt x="20" y="22"/>
                  </a:cubicBezTo>
                  <a:cubicBezTo>
                    <a:pt x="20" y="19"/>
                    <a:pt x="21" y="18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4"/>
                    <a:pt x="28" y="14"/>
                  </a:cubicBezTo>
                  <a:cubicBezTo>
                    <a:pt x="30" y="14"/>
                    <a:pt x="30" y="16"/>
                    <a:pt x="30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6" y="16"/>
                    <a:pt x="36" y="19"/>
                    <a:pt x="36" y="1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4" y="24"/>
                    <a:pt x="33" y="24"/>
                  </a:cubicBezTo>
                  <a:cubicBezTo>
                    <a:pt x="32" y="24"/>
                    <a:pt x="31" y="23"/>
                    <a:pt x="30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5"/>
                    <a:pt x="29" y="26"/>
                    <a:pt x="30" y="27"/>
                  </a:cubicBezTo>
                  <a:cubicBezTo>
                    <a:pt x="32" y="28"/>
                    <a:pt x="34" y="30"/>
                    <a:pt x="35" y="31"/>
                  </a:cubicBezTo>
                  <a:cubicBezTo>
                    <a:pt x="36" y="32"/>
                    <a:pt x="36" y="34"/>
                    <a:pt x="37" y="35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1"/>
                    <a:pt x="39" y="31"/>
                    <a:pt x="39" y="30"/>
                  </a:cubicBezTo>
                  <a:cubicBezTo>
                    <a:pt x="39" y="29"/>
                    <a:pt x="40" y="27"/>
                    <a:pt x="40" y="27"/>
                  </a:cubicBezTo>
                  <a:cubicBezTo>
                    <a:pt x="40" y="27"/>
                    <a:pt x="42" y="28"/>
                    <a:pt x="41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4" y="25"/>
                    <a:pt x="44" y="23"/>
                    <a:pt x="44" y="21"/>
                  </a:cubicBezTo>
                  <a:cubicBezTo>
                    <a:pt x="44" y="20"/>
                    <a:pt x="44" y="19"/>
                    <a:pt x="43" y="18"/>
                  </a:cubicBezTo>
                  <a:cubicBezTo>
                    <a:pt x="43" y="17"/>
                    <a:pt x="42" y="16"/>
                    <a:pt x="42" y="16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1"/>
                    <a:pt x="46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6" y="11"/>
                    <a:pt x="45" y="12"/>
                    <a:pt x="45" y="1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7" y="12"/>
                    <a:pt x="50" y="13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6"/>
                    <a:pt x="45" y="27"/>
                  </a:cubicBezTo>
                  <a:cubicBezTo>
                    <a:pt x="45" y="28"/>
                    <a:pt x="44" y="29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4" y="31"/>
                    <a:pt x="46" y="31"/>
                    <a:pt x="46" y="35"/>
                  </a:cubicBezTo>
                  <a:cubicBezTo>
                    <a:pt x="46" y="35"/>
                    <a:pt x="45" y="32"/>
                    <a:pt x="43" y="33"/>
                  </a:cubicBezTo>
                  <a:cubicBezTo>
                    <a:pt x="41" y="35"/>
                    <a:pt x="42" y="39"/>
                    <a:pt x="41" y="39"/>
                  </a:cubicBezTo>
                  <a:cubicBezTo>
                    <a:pt x="40" y="39"/>
                    <a:pt x="38" y="40"/>
                    <a:pt x="38" y="41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5" y="46"/>
                    <a:pt x="34" y="48"/>
                    <a:pt x="33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9"/>
                    <a:pt x="35" y="48"/>
                    <a:pt x="37" y="48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7" y="52"/>
                    <a:pt x="38" y="53"/>
                    <a:pt x="39" y="53"/>
                  </a:cubicBezTo>
                  <a:cubicBezTo>
                    <a:pt x="40" y="54"/>
                    <a:pt x="40" y="54"/>
                    <a:pt x="40" y="54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2"/>
                  </a:lnTo>
                  <a:close/>
                  <a:moveTo>
                    <a:pt x="115" y="29"/>
                  </a:moveTo>
                  <a:cubicBezTo>
                    <a:pt x="113" y="29"/>
                    <a:pt x="113" y="27"/>
                    <a:pt x="112" y="27"/>
                  </a:cubicBezTo>
                  <a:cubicBezTo>
                    <a:pt x="112" y="29"/>
                    <a:pt x="111" y="31"/>
                    <a:pt x="111" y="31"/>
                  </a:cubicBezTo>
                  <a:cubicBezTo>
                    <a:pt x="111" y="33"/>
                    <a:pt x="112" y="33"/>
                    <a:pt x="112" y="34"/>
                  </a:cubicBezTo>
                  <a:cubicBezTo>
                    <a:pt x="116" y="33"/>
                    <a:pt x="115" y="29"/>
                    <a:pt x="115" y="29"/>
                  </a:cubicBezTo>
                  <a:moveTo>
                    <a:pt x="20" y="26"/>
                  </a:moveTo>
                  <a:cubicBezTo>
                    <a:pt x="20" y="24"/>
                    <a:pt x="20" y="24"/>
                    <a:pt x="20" y="24"/>
                  </a:cubicBezTo>
                  <a:lnTo>
                    <a:pt x="20" y="26"/>
                  </a:lnTo>
                  <a:close/>
                  <a:moveTo>
                    <a:pt x="12" y="44"/>
                  </a:moveTo>
                  <a:cubicBezTo>
                    <a:pt x="12" y="45"/>
                    <a:pt x="12" y="45"/>
                    <a:pt x="12" y="45"/>
                  </a:cubicBezTo>
                  <a:cubicBezTo>
                    <a:pt x="10" y="53"/>
                    <a:pt x="5" y="54"/>
                    <a:pt x="5" y="60"/>
                  </a:cubicBezTo>
                  <a:cubicBezTo>
                    <a:pt x="5" y="60"/>
                    <a:pt x="6" y="62"/>
                    <a:pt x="7" y="63"/>
                  </a:cubicBezTo>
                  <a:cubicBezTo>
                    <a:pt x="9" y="63"/>
                    <a:pt x="8" y="62"/>
                    <a:pt x="9" y="61"/>
                  </a:cubicBezTo>
                  <a:cubicBezTo>
                    <a:pt x="10" y="59"/>
                    <a:pt x="10" y="58"/>
                    <a:pt x="12" y="56"/>
                  </a:cubicBezTo>
                  <a:cubicBezTo>
                    <a:pt x="14" y="55"/>
                    <a:pt x="16" y="53"/>
                    <a:pt x="17" y="51"/>
                  </a:cubicBezTo>
                  <a:cubicBezTo>
                    <a:pt x="17" y="50"/>
                    <a:pt x="18" y="49"/>
                    <a:pt x="18" y="48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7" y="47"/>
                    <a:pt x="16" y="47"/>
                    <a:pt x="15" y="47"/>
                  </a:cubicBezTo>
                  <a:cubicBezTo>
                    <a:pt x="15" y="47"/>
                    <a:pt x="15" y="45"/>
                    <a:pt x="16" y="43"/>
                  </a:cubicBezTo>
                  <a:cubicBezTo>
                    <a:pt x="16" y="43"/>
                    <a:pt x="15" y="44"/>
                    <a:pt x="12" y="44"/>
                  </a:cubicBezTo>
                  <a:moveTo>
                    <a:pt x="21" y="34"/>
                  </a:moveTo>
                  <a:cubicBezTo>
                    <a:pt x="21" y="33"/>
                    <a:pt x="21" y="33"/>
                    <a:pt x="21" y="31"/>
                  </a:cubicBezTo>
                  <a:cubicBezTo>
                    <a:pt x="21" y="31"/>
                    <a:pt x="21" y="29"/>
                    <a:pt x="20" y="27"/>
                  </a:cubicBezTo>
                  <a:cubicBezTo>
                    <a:pt x="20" y="27"/>
                    <a:pt x="19" y="29"/>
                    <a:pt x="18" y="29"/>
                  </a:cubicBezTo>
                  <a:cubicBezTo>
                    <a:pt x="18" y="29"/>
                    <a:pt x="16" y="33"/>
                    <a:pt x="21" y="34"/>
                  </a:cubicBezTo>
                  <a:moveTo>
                    <a:pt x="9" y="35"/>
                  </a:moveTo>
                  <a:cubicBezTo>
                    <a:pt x="9" y="35"/>
                    <a:pt x="9" y="35"/>
                    <a:pt x="9" y="35"/>
                  </a:cubicBezTo>
                  <a:cubicBezTo>
                    <a:pt x="9" y="35"/>
                    <a:pt x="9" y="35"/>
                    <a:pt x="9" y="35"/>
                  </a:cubicBez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3" y="52"/>
                    <a:pt x="43" y="52"/>
                    <a:pt x="43" y="52"/>
                  </a:cubicBezTo>
                  <a:lnTo>
                    <a:pt x="44" y="50"/>
                  </a:lnTo>
                  <a:close/>
                  <a:moveTo>
                    <a:pt x="45" y="47"/>
                  </a:moveTo>
                  <a:cubicBezTo>
                    <a:pt x="45" y="47"/>
                    <a:pt x="45" y="47"/>
                    <a:pt x="45" y="47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7"/>
                  </a:lnTo>
                  <a:close/>
                  <a:moveTo>
                    <a:pt x="40" y="61"/>
                  </a:moveTo>
                  <a:cubicBezTo>
                    <a:pt x="40" y="62"/>
                    <a:pt x="40" y="62"/>
                    <a:pt x="40" y="62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7"/>
                    <a:pt x="41" y="58"/>
                    <a:pt x="41" y="59"/>
                  </a:cubicBezTo>
                  <a:lnTo>
                    <a:pt x="40" y="61"/>
                  </a:lnTo>
                  <a:close/>
                  <a:moveTo>
                    <a:pt x="72" y="0"/>
                  </a:moveTo>
                  <a:cubicBezTo>
                    <a:pt x="113" y="136"/>
                    <a:pt x="113" y="136"/>
                    <a:pt x="113" y="136"/>
                  </a:cubicBezTo>
                  <a:cubicBezTo>
                    <a:pt x="124" y="123"/>
                    <a:pt x="132" y="105"/>
                    <a:pt x="132" y="82"/>
                  </a:cubicBezTo>
                  <a:cubicBezTo>
                    <a:pt x="132" y="0"/>
                    <a:pt x="132" y="0"/>
                    <a:pt x="132" y="0"/>
                  </a:cubicBezTo>
                  <a:lnTo>
                    <a:pt x="72" y="0"/>
                  </a:lnTo>
                  <a:close/>
                  <a:moveTo>
                    <a:pt x="131" y="49"/>
                  </a:moveTo>
                  <a:cubicBezTo>
                    <a:pt x="132" y="53"/>
                    <a:pt x="127" y="52"/>
                    <a:pt x="127" y="52"/>
                  </a:cubicBezTo>
                  <a:cubicBezTo>
                    <a:pt x="128" y="52"/>
                    <a:pt x="129" y="50"/>
                    <a:pt x="129" y="49"/>
                  </a:cubicBezTo>
                  <a:cubicBezTo>
                    <a:pt x="129" y="48"/>
                    <a:pt x="127" y="46"/>
                    <a:pt x="126" y="44"/>
                  </a:cubicBezTo>
                  <a:cubicBezTo>
                    <a:pt x="125" y="41"/>
                    <a:pt x="128" y="40"/>
                    <a:pt x="128" y="40"/>
                  </a:cubicBezTo>
                  <a:cubicBezTo>
                    <a:pt x="129" y="39"/>
                    <a:pt x="129" y="39"/>
                    <a:pt x="129" y="39"/>
                  </a:cubicBezTo>
                  <a:cubicBezTo>
                    <a:pt x="129" y="37"/>
                    <a:pt x="127" y="36"/>
                    <a:pt x="126" y="37"/>
                  </a:cubicBezTo>
                  <a:cubicBezTo>
                    <a:pt x="126" y="37"/>
                    <a:pt x="125" y="36"/>
                    <a:pt x="124" y="37"/>
                  </a:cubicBezTo>
                  <a:cubicBezTo>
                    <a:pt x="124" y="38"/>
                    <a:pt x="124" y="38"/>
                    <a:pt x="124" y="38"/>
                  </a:cubicBezTo>
                  <a:cubicBezTo>
                    <a:pt x="123" y="39"/>
                    <a:pt x="123" y="39"/>
                    <a:pt x="123" y="39"/>
                  </a:cubicBezTo>
                  <a:cubicBezTo>
                    <a:pt x="123" y="39"/>
                    <a:pt x="123" y="41"/>
                    <a:pt x="123" y="42"/>
                  </a:cubicBezTo>
                  <a:cubicBezTo>
                    <a:pt x="123" y="49"/>
                    <a:pt x="130" y="55"/>
                    <a:pt x="130" y="60"/>
                  </a:cubicBezTo>
                  <a:cubicBezTo>
                    <a:pt x="130" y="64"/>
                    <a:pt x="126" y="67"/>
                    <a:pt x="126" y="67"/>
                  </a:cubicBezTo>
                  <a:cubicBezTo>
                    <a:pt x="127" y="69"/>
                    <a:pt x="127" y="69"/>
                    <a:pt x="127" y="69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5" y="71"/>
                    <a:pt x="125" y="71"/>
                    <a:pt x="125" y="71"/>
                  </a:cubicBezTo>
                  <a:cubicBezTo>
                    <a:pt x="126" y="72"/>
                    <a:pt x="126" y="72"/>
                    <a:pt x="126" y="72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5" y="74"/>
                    <a:pt x="125" y="74"/>
                    <a:pt x="125" y="74"/>
                  </a:cubicBezTo>
                  <a:cubicBezTo>
                    <a:pt x="124" y="74"/>
                    <a:pt x="124" y="74"/>
                    <a:pt x="124" y="74"/>
                  </a:cubicBezTo>
                  <a:cubicBezTo>
                    <a:pt x="125" y="75"/>
                    <a:pt x="125" y="75"/>
                    <a:pt x="125" y="75"/>
                  </a:cubicBezTo>
                  <a:cubicBezTo>
                    <a:pt x="123" y="75"/>
                    <a:pt x="123" y="75"/>
                    <a:pt x="123" y="75"/>
                  </a:cubicBezTo>
                  <a:cubicBezTo>
                    <a:pt x="124" y="78"/>
                    <a:pt x="124" y="78"/>
                    <a:pt x="124" y="78"/>
                  </a:cubicBezTo>
                  <a:cubicBezTo>
                    <a:pt x="123" y="78"/>
                    <a:pt x="123" y="78"/>
                    <a:pt x="123" y="78"/>
                  </a:cubicBezTo>
                  <a:cubicBezTo>
                    <a:pt x="124" y="80"/>
                    <a:pt x="124" y="80"/>
                    <a:pt x="124" y="80"/>
                  </a:cubicBezTo>
                  <a:cubicBezTo>
                    <a:pt x="125" y="83"/>
                    <a:pt x="125" y="83"/>
                    <a:pt x="125" y="83"/>
                  </a:cubicBezTo>
                  <a:cubicBezTo>
                    <a:pt x="125" y="84"/>
                    <a:pt x="125" y="85"/>
                    <a:pt x="125" y="87"/>
                  </a:cubicBezTo>
                  <a:cubicBezTo>
                    <a:pt x="125" y="88"/>
                    <a:pt x="125" y="89"/>
                    <a:pt x="125" y="89"/>
                  </a:cubicBezTo>
                  <a:cubicBezTo>
                    <a:pt x="126" y="94"/>
                    <a:pt x="126" y="94"/>
                    <a:pt x="126" y="94"/>
                  </a:cubicBezTo>
                  <a:cubicBezTo>
                    <a:pt x="125" y="96"/>
                    <a:pt x="125" y="96"/>
                    <a:pt x="125" y="96"/>
                  </a:cubicBezTo>
                  <a:cubicBezTo>
                    <a:pt x="125" y="100"/>
                    <a:pt x="125" y="100"/>
                    <a:pt x="125" y="100"/>
                  </a:cubicBezTo>
                  <a:cubicBezTo>
                    <a:pt x="123" y="101"/>
                    <a:pt x="123" y="101"/>
                    <a:pt x="123" y="101"/>
                  </a:cubicBezTo>
                  <a:cubicBezTo>
                    <a:pt x="122" y="101"/>
                    <a:pt x="120" y="101"/>
                    <a:pt x="118" y="101"/>
                  </a:cubicBezTo>
                  <a:cubicBezTo>
                    <a:pt x="117" y="101"/>
                    <a:pt x="116" y="100"/>
                    <a:pt x="114" y="99"/>
                  </a:cubicBezTo>
                  <a:cubicBezTo>
                    <a:pt x="113" y="98"/>
                    <a:pt x="113" y="99"/>
                    <a:pt x="113" y="98"/>
                  </a:cubicBezTo>
                  <a:cubicBezTo>
                    <a:pt x="115" y="96"/>
                    <a:pt x="115" y="96"/>
                    <a:pt x="115" y="96"/>
                  </a:cubicBezTo>
                  <a:cubicBezTo>
                    <a:pt x="116" y="96"/>
                    <a:pt x="117" y="96"/>
                    <a:pt x="118" y="96"/>
                  </a:cubicBezTo>
                  <a:cubicBezTo>
                    <a:pt x="119" y="96"/>
                    <a:pt x="119" y="97"/>
                    <a:pt x="121" y="97"/>
                  </a:cubicBezTo>
                  <a:cubicBezTo>
                    <a:pt x="122" y="97"/>
                    <a:pt x="122" y="95"/>
                    <a:pt x="122" y="94"/>
                  </a:cubicBezTo>
                  <a:cubicBezTo>
                    <a:pt x="122" y="93"/>
                    <a:pt x="123" y="92"/>
                    <a:pt x="122" y="91"/>
                  </a:cubicBezTo>
                  <a:cubicBezTo>
                    <a:pt x="121" y="89"/>
                    <a:pt x="121" y="88"/>
                    <a:pt x="121" y="87"/>
                  </a:cubicBezTo>
                  <a:cubicBezTo>
                    <a:pt x="121" y="86"/>
                    <a:pt x="121" y="86"/>
                    <a:pt x="120" y="85"/>
                  </a:cubicBezTo>
                  <a:cubicBezTo>
                    <a:pt x="119" y="84"/>
                    <a:pt x="119" y="83"/>
                    <a:pt x="119" y="82"/>
                  </a:cubicBezTo>
                  <a:cubicBezTo>
                    <a:pt x="119" y="81"/>
                    <a:pt x="119" y="80"/>
                    <a:pt x="118" y="79"/>
                  </a:cubicBezTo>
                  <a:cubicBezTo>
                    <a:pt x="117" y="78"/>
                    <a:pt x="116" y="75"/>
                    <a:pt x="115" y="75"/>
                  </a:cubicBezTo>
                  <a:cubicBezTo>
                    <a:pt x="115" y="74"/>
                    <a:pt x="114" y="72"/>
                    <a:pt x="114" y="72"/>
                  </a:cubicBezTo>
                  <a:cubicBezTo>
                    <a:pt x="113" y="70"/>
                    <a:pt x="113" y="70"/>
                    <a:pt x="113" y="70"/>
                  </a:cubicBezTo>
                  <a:cubicBezTo>
                    <a:pt x="111" y="69"/>
                    <a:pt x="111" y="69"/>
                    <a:pt x="111" y="69"/>
                  </a:cubicBezTo>
                  <a:cubicBezTo>
                    <a:pt x="110" y="68"/>
                    <a:pt x="110" y="68"/>
                    <a:pt x="110" y="68"/>
                  </a:cubicBezTo>
                  <a:cubicBezTo>
                    <a:pt x="110" y="69"/>
                    <a:pt x="110" y="69"/>
                    <a:pt x="110" y="69"/>
                  </a:cubicBezTo>
                  <a:cubicBezTo>
                    <a:pt x="110" y="70"/>
                    <a:pt x="110" y="70"/>
                    <a:pt x="110" y="70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11" y="74"/>
                    <a:pt x="111" y="74"/>
                    <a:pt x="111" y="74"/>
                  </a:cubicBezTo>
                  <a:cubicBezTo>
                    <a:pt x="109" y="75"/>
                    <a:pt x="109" y="75"/>
                    <a:pt x="109" y="75"/>
                  </a:cubicBezTo>
                  <a:cubicBezTo>
                    <a:pt x="107" y="77"/>
                    <a:pt x="107" y="77"/>
                    <a:pt x="107" y="77"/>
                  </a:cubicBezTo>
                  <a:cubicBezTo>
                    <a:pt x="106" y="79"/>
                    <a:pt x="106" y="79"/>
                    <a:pt x="106" y="79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105" y="79"/>
                    <a:pt x="104" y="81"/>
                    <a:pt x="103" y="82"/>
                  </a:cubicBezTo>
                  <a:cubicBezTo>
                    <a:pt x="103" y="83"/>
                    <a:pt x="102" y="83"/>
                    <a:pt x="101" y="83"/>
                  </a:cubicBezTo>
                  <a:cubicBezTo>
                    <a:pt x="100" y="83"/>
                    <a:pt x="98" y="81"/>
                    <a:pt x="98" y="80"/>
                  </a:cubicBezTo>
                  <a:cubicBezTo>
                    <a:pt x="97" y="79"/>
                    <a:pt x="96" y="76"/>
                    <a:pt x="96" y="76"/>
                  </a:cubicBezTo>
                  <a:cubicBezTo>
                    <a:pt x="96" y="73"/>
                    <a:pt x="96" y="73"/>
                    <a:pt x="96" y="73"/>
                  </a:cubicBezTo>
                  <a:cubicBezTo>
                    <a:pt x="98" y="74"/>
                    <a:pt x="98" y="74"/>
                    <a:pt x="98" y="74"/>
                  </a:cubicBezTo>
                  <a:cubicBezTo>
                    <a:pt x="99" y="75"/>
                    <a:pt x="99" y="75"/>
                    <a:pt x="99" y="75"/>
                  </a:cubicBezTo>
                  <a:cubicBezTo>
                    <a:pt x="100" y="76"/>
                    <a:pt x="100" y="76"/>
                    <a:pt x="100" y="76"/>
                  </a:cubicBezTo>
                  <a:cubicBezTo>
                    <a:pt x="100" y="78"/>
                    <a:pt x="100" y="78"/>
                    <a:pt x="100" y="78"/>
                  </a:cubicBezTo>
                  <a:cubicBezTo>
                    <a:pt x="101" y="79"/>
                    <a:pt x="101" y="79"/>
                    <a:pt x="101" y="79"/>
                  </a:cubicBezTo>
                  <a:cubicBezTo>
                    <a:pt x="101" y="78"/>
                    <a:pt x="101" y="78"/>
                    <a:pt x="102" y="78"/>
                  </a:cubicBezTo>
                  <a:cubicBezTo>
                    <a:pt x="103" y="77"/>
                    <a:pt x="105" y="75"/>
                    <a:pt x="105" y="74"/>
                  </a:cubicBezTo>
                  <a:cubicBezTo>
                    <a:pt x="106" y="73"/>
                    <a:pt x="107" y="72"/>
                    <a:pt x="106" y="70"/>
                  </a:cubicBezTo>
                  <a:cubicBezTo>
                    <a:pt x="105" y="69"/>
                    <a:pt x="103" y="67"/>
                    <a:pt x="102" y="66"/>
                  </a:cubicBezTo>
                  <a:cubicBezTo>
                    <a:pt x="100" y="65"/>
                    <a:pt x="102" y="64"/>
                    <a:pt x="102" y="64"/>
                  </a:cubicBezTo>
                  <a:cubicBezTo>
                    <a:pt x="100" y="64"/>
                    <a:pt x="100" y="62"/>
                    <a:pt x="100" y="62"/>
                  </a:cubicBezTo>
                  <a:cubicBezTo>
                    <a:pt x="101" y="56"/>
                    <a:pt x="107" y="58"/>
                    <a:pt x="108" y="58"/>
                  </a:cubicBezTo>
                  <a:cubicBezTo>
                    <a:pt x="108" y="58"/>
                    <a:pt x="107" y="57"/>
                    <a:pt x="107" y="56"/>
                  </a:cubicBezTo>
                  <a:cubicBezTo>
                    <a:pt x="106" y="55"/>
                    <a:pt x="103" y="54"/>
                    <a:pt x="103" y="53"/>
                  </a:cubicBezTo>
                  <a:cubicBezTo>
                    <a:pt x="103" y="52"/>
                    <a:pt x="103" y="52"/>
                    <a:pt x="103" y="52"/>
                  </a:cubicBezTo>
                  <a:cubicBezTo>
                    <a:pt x="100" y="53"/>
                    <a:pt x="99" y="57"/>
                    <a:pt x="99" y="57"/>
                  </a:cubicBezTo>
                  <a:cubicBezTo>
                    <a:pt x="98" y="56"/>
                    <a:pt x="98" y="55"/>
                    <a:pt x="98" y="54"/>
                  </a:cubicBezTo>
                  <a:cubicBezTo>
                    <a:pt x="96" y="54"/>
                    <a:pt x="96" y="54"/>
                    <a:pt x="96" y="54"/>
                  </a:cubicBezTo>
                  <a:cubicBezTo>
                    <a:pt x="95" y="54"/>
                    <a:pt x="95" y="55"/>
                    <a:pt x="94" y="55"/>
                  </a:cubicBezTo>
                  <a:cubicBezTo>
                    <a:pt x="93" y="56"/>
                    <a:pt x="93" y="56"/>
                    <a:pt x="92" y="57"/>
                  </a:cubicBezTo>
                  <a:cubicBezTo>
                    <a:pt x="93" y="58"/>
                    <a:pt x="93" y="58"/>
                    <a:pt x="93" y="58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61"/>
                    <a:pt x="94" y="61"/>
                    <a:pt x="94" y="6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93" y="63"/>
                    <a:pt x="93" y="63"/>
                    <a:pt x="93" y="63"/>
                  </a:cubicBezTo>
                  <a:cubicBezTo>
                    <a:pt x="93" y="62"/>
                    <a:pt x="93" y="62"/>
                    <a:pt x="93" y="62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91" y="59"/>
                    <a:pt x="91" y="59"/>
                    <a:pt x="91" y="59"/>
                  </a:cubicBezTo>
                  <a:cubicBezTo>
                    <a:pt x="91" y="58"/>
                    <a:pt x="91" y="57"/>
                    <a:pt x="90" y="56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9" y="46"/>
                    <a:pt x="89" y="46"/>
                    <a:pt x="89" y="46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1" y="53"/>
                    <a:pt x="91" y="53"/>
                    <a:pt x="91" y="53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94" y="53"/>
                    <a:pt x="94" y="53"/>
                    <a:pt x="94" y="53"/>
                  </a:cubicBezTo>
                  <a:cubicBezTo>
                    <a:pt x="94" y="53"/>
                    <a:pt x="96" y="52"/>
                    <a:pt x="97" y="51"/>
                  </a:cubicBezTo>
                  <a:cubicBezTo>
                    <a:pt x="97" y="50"/>
                    <a:pt x="97" y="50"/>
                    <a:pt x="97" y="50"/>
                  </a:cubicBezTo>
                  <a:cubicBezTo>
                    <a:pt x="95" y="48"/>
                    <a:pt x="95" y="48"/>
                    <a:pt x="95" y="48"/>
                  </a:cubicBezTo>
                  <a:cubicBezTo>
                    <a:pt x="98" y="48"/>
                    <a:pt x="99" y="49"/>
                    <a:pt x="99" y="49"/>
                  </a:cubicBezTo>
                  <a:cubicBezTo>
                    <a:pt x="99" y="49"/>
                    <a:pt x="99" y="49"/>
                    <a:pt x="99" y="49"/>
                  </a:cubicBezTo>
                  <a:cubicBezTo>
                    <a:pt x="99" y="48"/>
                    <a:pt x="97" y="46"/>
                    <a:pt x="95" y="43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2" y="39"/>
                    <a:pt x="92" y="39"/>
                  </a:cubicBezTo>
                  <a:cubicBezTo>
                    <a:pt x="91" y="39"/>
                    <a:pt x="92" y="35"/>
                    <a:pt x="90" y="33"/>
                  </a:cubicBezTo>
                  <a:cubicBezTo>
                    <a:pt x="87" y="32"/>
                    <a:pt x="87" y="35"/>
                    <a:pt x="87" y="35"/>
                  </a:cubicBezTo>
                  <a:cubicBezTo>
                    <a:pt x="87" y="31"/>
                    <a:pt x="88" y="31"/>
                    <a:pt x="89" y="31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7" y="26"/>
                    <a:pt x="86" y="25"/>
                    <a:pt x="86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6" y="29"/>
                    <a:pt x="86" y="29"/>
                    <a:pt x="86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5" y="26"/>
                    <a:pt x="85" y="26"/>
                    <a:pt x="85" y="26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85" y="19"/>
                    <a:pt x="85" y="19"/>
                    <a:pt x="85" y="19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5" y="12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8" y="12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8" y="11"/>
                    <a:pt x="88" y="13"/>
                    <a:pt x="88" y="13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90" y="13"/>
                    <a:pt x="90" y="14"/>
                    <a:pt x="90" y="14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1" y="16"/>
                    <a:pt x="90" y="17"/>
                    <a:pt x="89" y="18"/>
                  </a:cubicBezTo>
                  <a:cubicBezTo>
                    <a:pt x="89" y="19"/>
                    <a:pt x="89" y="20"/>
                    <a:pt x="88" y="21"/>
                  </a:cubicBezTo>
                  <a:cubicBezTo>
                    <a:pt x="88" y="23"/>
                    <a:pt x="89" y="25"/>
                    <a:pt x="90" y="27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1" y="30"/>
                    <a:pt x="91" y="30"/>
                    <a:pt x="91" y="30"/>
                  </a:cubicBezTo>
                  <a:cubicBezTo>
                    <a:pt x="91" y="28"/>
                    <a:pt x="93" y="27"/>
                    <a:pt x="93" y="27"/>
                  </a:cubicBezTo>
                  <a:cubicBezTo>
                    <a:pt x="93" y="27"/>
                    <a:pt x="93" y="29"/>
                    <a:pt x="93" y="30"/>
                  </a:cubicBezTo>
                  <a:cubicBezTo>
                    <a:pt x="94" y="31"/>
                    <a:pt x="94" y="31"/>
                    <a:pt x="94" y="32"/>
                  </a:cubicBezTo>
                  <a:cubicBezTo>
                    <a:pt x="96" y="35"/>
                    <a:pt x="96" y="35"/>
                    <a:pt x="96" y="35"/>
                  </a:cubicBezTo>
                  <a:cubicBezTo>
                    <a:pt x="96" y="34"/>
                    <a:pt x="97" y="32"/>
                    <a:pt x="98" y="31"/>
                  </a:cubicBezTo>
                  <a:cubicBezTo>
                    <a:pt x="99" y="30"/>
                    <a:pt x="101" y="28"/>
                    <a:pt x="102" y="27"/>
                  </a:cubicBezTo>
                  <a:cubicBezTo>
                    <a:pt x="103" y="26"/>
                    <a:pt x="105" y="25"/>
                    <a:pt x="105" y="24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2" y="23"/>
                    <a:pt x="102" y="23"/>
                    <a:pt x="102" y="23"/>
                  </a:cubicBezTo>
                  <a:cubicBezTo>
                    <a:pt x="102" y="23"/>
                    <a:pt x="101" y="24"/>
                    <a:pt x="100" y="24"/>
                  </a:cubicBezTo>
                  <a:cubicBezTo>
                    <a:pt x="98" y="24"/>
                    <a:pt x="98" y="23"/>
                    <a:pt x="97" y="23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0" y="21"/>
                    <a:pt x="100" y="21"/>
                    <a:pt x="100" y="21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7" y="19"/>
                    <a:pt x="97" y="19"/>
                    <a:pt x="97" y="19"/>
                  </a:cubicBezTo>
                  <a:cubicBezTo>
                    <a:pt x="97" y="19"/>
                    <a:pt x="97" y="16"/>
                    <a:pt x="99" y="16"/>
                  </a:cubicBezTo>
                  <a:cubicBezTo>
                    <a:pt x="102" y="16"/>
                    <a:pt x="102" y="16"/>
                    <a:pt x="102" y="16"/>
                  </a:cubicBezTo>
                  <a:cubicBezTo>
                    <a:pt x="102" y="16"/>
                    <a:pt x="103" y="14"/>
                    <a:pt x="104" y="14"/>
                  </a:cubicBezTo>
                  <a:cubicBezTo>
                    <a:pt x="105" y="14"/>
                    <a:pt x="106" y="14"/>
                    <a:pt x="107" y="14"/>
                  </a:cubicBezTo>
                  <a:cubicBezTo>
                    <a:pt x="108" y="15"/>
                    <a:pt x="108" y="15"/>
                    <a:pt x="108" y="15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9" y="14"/>
                    <a:pt x="109" y="14"/>
                    <a:pt x="109" y="14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09" y="15"/>
                    <a:pt x="109" y="15"/>
                    <a:pt x="109" y="15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2" y="17"/>
                    <a:pt x="112" y="17"/>
                    <a:pt x="112" y="17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1" y="18"/>
                    <a:pt x="113" y="19"/>
                    <a:pt x="113" y="22"/>
                  </a:cubicBezTo>
                  <a:cubicBezTo>
                    <a:pt x="113" y="21"/>
                    <a:pt x="113" y="21"/>
                    <a:pt x="113" y="21"/>
                  </a:cubicBezTo>
                  <a:cubicBezTo>
                    <a:pt x="114" y="20"/>
                    <a:pt x="115" y="17"/>
                    <a:pt x="115" y="17"/>
                  </a:cubicBezTo>
                  <a:cubicBezTo>
                    <a:pt x="116" y="18"/>
                    <a:pt x="116" y="18"/>
                    <a:pt x="116" y="18"/>
                  </a:cubicBezTo>
                  <a:cubicBezTo>
                    <a:pt x="116" y="17"/>
                    <a:pt x="117" y="12"/>
                    <a:pt x="117" y="12"/>
                  </a:cubicBezTo>
                  <a:cubicBezTo>
                    <a:pt x="118" y="12"/>
                    <a:pt x="118" y="13"/>
                    <a:pt x="118" y="13"/>
                  </a:cubicBezTo>
                  <a:cubicBezTo>
                    <a:pt x="119" y="11"/>
                    <a:pt x="118" y="1"/>
                    <a:pt x="118" y="1"/>
                  </a:cubicBezTo>
                  <a:cubicBezTo>
                    <a:pt x="121" y="2"/>
                    <a:pt x="123" y="8"/>
                    <a:pt x="122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3" y="12"/>
                    <a:pt x="123" y="13"/>
                    <a:pt x="123" y="13"/>
                  </a:cubicBezTo>
                  <a:cubicBezTo>
                    <a:pt x="125" y="12"/>
                    <a:pt x="129" y="3"/>
                    <a:pt x="129" y="3"/>
                  </a:cubicBezTo>
                  <a:cubicBezTo>
                    <a:pt x="133" y="7"/>
                    <a:pt x="126" y="17"/>
                    <a:pt x="126" y="17"/>
                  </a:cubicBezTo>
                  <a:cubicBezTo>
                    <a:pt x="127" y="17"/>
                    <a:pt x="130" y="14"/>
                    <a:pt x="130" y="14"/>
                  </a:cubicBezTo>
                  <a:cubicBezTo>
                    <a:pt x="132" y="18"/>
                    <a:pt x="125" y="23"/>
                    <a:pt x="125" y="23"/>
                  </a:cubicBezTo>
                  <a:cubicBezTo>
                    <a:pt x="127" y="22"/>
                    <a:pt x="130" y="22"/>
                    <a:pt x="130" y="22"/>
                  </a:cubicBezTo>
                  <a:cubicBezTo>
                    <a:pt x="130" y="24"/>
                    <a:pt x="126" y="29"/>
                    <a:pt x="125" y="29"/>
                  </a:cubicBezTo>
                  <a:cubicBezTo>
                    <a:pt x="128" y="29"/>
                    <a:pt x="129" y="30"/>
                    <a:pt x="129" y="30"/>
                  </a:cubicBezTo>
                  <a:cubicBezTo>
                    <a:pt x="128" y="33"/>
                    <a:pt x="126" y="34"/>
                    <a:pt x="124" y="35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9" y="35"/>
                    <a:pt x="131" y="36"/>
                    <a:pt x="131" y="39"/>
                  </a:cubicBezTo>
                  <a:cubicBezTo>
                    <a:pt x="131" y="42"/>
                    <a:pt x="130" y="43"/>
                    <a:pt x="130" y="44"/>
                  </a:cubicBezTo>
                  <a:cubicBezTo>
                    <a:pt x="130" y="45"/>
                    <a:pt x="130" y="45"/>
                    <a:pt x="131" y="4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6" name="Freeform 35">
              <a:extLst>
                <a:ext uri="{FF2B5EF4-FFF2-40B4-BE49-F238E27FC236}">
                  <a16:creationId xmlns:a16="http://schemas.microsoft.com/office/drawing/2014/main" id="{0F7E33DF-DE4C-45D5-821E-C5C6AE765A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0775" y="2614613"/>
              <a:ext cx="103188" cy="122238"/>
            </a:xfrm>
            <a:custGeom>
              <a:avLst/>
              <a:gdLst>
                <a:gd name="T0" fmla="*/ 21 w 48"/>
                <a:gd name="T1" fmla="*/ 19 h 56"/>
                <a:gd name="T2" fmla="*/ 23 w 48"/>
                <a:gd name="T3" fmla="*/ 4 h 56"/>
                <a:gd name="T4" fmla="*/ 19 w 48"/>
                <a:gd name="T5" fmla="*/ 21 h 56"/>
                <a:gd name="T6" fmla="*/ 7 w 48"/>
                <a:gd name="T7" fmla="*/ 22 h 56"/>
                <a:gd name="T8" fmla="*/ 25 w 48"/>
                <a:gd name="T9" fmla="*/ 24 h 56"/>
                <a:gd name="T10" fmla="*/ 42 w 48"/>
                <a:gd name="T11" fmla="*/ 23 h 56"/>
                <a:gd name="T12" fmla="*/ 43 w 48"/>
                <a:gd name="T13" fmla="*/ 23 h 56"/>
                <a:gd name="T14" fmla="*/ 25 w 48"/>
                <a:gd name="T15" fmla="*/ 23 h 56"/>
                <a:gd name="T16" fmla="*/ 31 w 48"/>
                <a:gd name="T17" fmla="*/ 17 h 56"/>
                <a:gd name="T18" fmla="*/ 24 w 48"/>
                <a:gd name="T19" fmla="*/ 22 h 56"/>
                <a:gd name="T20" fmla="*/ 24 w 48"/>
                <a:gd name="T21" fmla="*/ 4 h 56"/>
                <a:gd name="T22" fmla="*/ 24 w 48"/>
                <a:gd name="T23" fmla="*/ 4 h 56"/>
                <a:gd name="T24" fmla="*/ 24 w 48"/>
                <a:gd name="T25" fmla="*/ 22 h 56"/>
                <a:gd name="T26" fmla="*/ 17 w 48"/>
                <a:gd name="T27" fmla="*/ 17 h 56"/>
                <a:gd name="T28" fmla="*/ 23 w 48"/>
                <a:gd name="T29" fmla="*/ 23 h 56"/>
                <a:gd name="T30" fmla="*/ 7 w 48"/>
                <a:gd name="T31" fmla="*/ 23 h 56"/>
                <a:gd name="T32" fmla="*/ 5 w 48"/>
                <a:gd name="T33" fmla="*/ 23 h 56"/>
                <a:gd name="T34" fmla="*/ 6 w 48"/>
                <a:gd name="T35" fmla="*/ 23 h 56"/>
                <a:gd name="T36" fmla="*/ 18 w 48"/>
                <a:gd name="T37" fmla="*/ 28 h 56"/>
                <a:gd name="T38" fmla="*/ 19 w 48"/>
                <a:gd name="T39" fmla="*/ 29 h 56"/>
                <a:gd name="T40" fmla="*/ 24 w 48"/>
                <a:gd name="T41" fmla="*/ 49 h 56"/>
                <a:gd name="T42" fmla="*/ 24 w 48"/>
                <a:gd name="T43" fmla="*/ 50 h 56"/>
                <a:gd name="T44" fmla="*/ 24 w 48"/>
                <a:gd name="T45" fmla="*/ 25 h 56"/>
                <a:gd name="T46" fmla="*/ 29 w 48"/>
                <a:gd name="T47" fmla="*/ 29 h 56"/>
                <a:gd name="T48" fmla="*/ 30 w 48"/>
                <a:gd name="T49" fmla="*/ 28 h 56"/>
                <a:gd name="T50" fmla="*/ 44 w 48"/>
                <a:gd name="T51" fmla="*/ 23 h 56"/>
                <a:gd name="T52" fmla="*/ 26 w 48"/>
                <a:gd name="T53" fmla="*/ 24 h 56"/>
                <a:gd name="T54" fmla="*/ 48 w 48"/>
                <a:gd name="T55" fmla="*/ 23 h 56"/>
                <a:gd name="T56" fmla="*/ 43 w 48"/>
                <a:gd name="T57" fmla="*/ 22 h 56"/>
                <a:gd name="T58" fmla="*/ 44 w 48"/>
                <a:gd name="T59" fmla="*/ 23 h 56"/>
                <a:gd name="T60" fmla="*/ 24 w 48"/>
                <a:gd name="T61" fmla="*/ 50 h 56"/>
                <a:gd name="T62" fmla="*/ 23 w 48"/>
                <a:gd name="T63" fmla="*/ 25 h 56"/>
                <a:gd name="T64" fmla="*/ 24 w 48"/>
                <a:gd name="T65" fmla="*/ 56 h 56"/>
                <a:gd name="T66" fmla="*/ 28 w 48"/>
                <a:gd name="T67" fmla="*/ 29 h 56"/>
                <a:gd name="T68" fmla="*/ 25 w 48"/>
                <a:gd name="T69" fmla="*/ 49 h 56"/>
                <a:gd name="T70" fmla="*/ 6 w 48"/>
                <a:gd name="T71" fmla="*/ 24 h 56"/>
                <a:gd name="T72" fmla="*/ 6 w 48"/>
                <a:gd name="T73" fmla="*/ 22 h 56"/>
                <a:gd name="T74" fmla="*/ 0 w 48"/>
                <a:gd name="T75" fmla="*/ 23 h 56"/>
                <a:gd name="T76" fmla="*/ 22 w 48"/>
                <a:gd name="T77" fmla="*/ 24 h 56"/>
                <a:gd name="T78" fmla="*/ 43 w 48"/>
                <a:gd name="T79" fmla="*/ 22 h 56"/>
                <a:gd name="T80" fmla="*/ 26 w 48"/>
                <a:gd name="T81" fmla="*/ 22 h 56"/>
                <a:gd name="T82" fmla="*/ 25 w 48"/>
                <a:gd name="T83" fmla="*/ 4 h 56"/>
                <a:gd name="T84" fmla="*/ 25 w 48"/>
                <a:gd name="T85" fmla="*/ 21 h 56"/>
                <a:gd name="T86" fmla="*/ 24 w 48"/>
                <a:gd name="T87" fmla="*/ 0 h 56"/>
                <a:gd name="T88" fmla="*/ 23 w 48"/>
                <a:gd name="T89" fmla="*/ 4 h 56"/>
                <a:gd name="T90" fmla="*/ 24 w 48"/>
                <a:gd name="T91" fmla="*/ 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8" h="56">
                  <a:moveTo>
                    <a:pt x="23" y="4"/>
                  </a:moveTo>
                  <a:cubicBezTo>
                    <a:pt x="21" y="19"/>
                    <a:pt x="21" y="19"/>
                    <a:pt x="21" y="19"/>
                  </a:cubicBezTo>
                  <a:cubicBezTo>
                    <a:pt x="23" y="21"/>
                    <a:pt x="23" y="21"/>
                    <a:pt x="23" y="21"/>
                  </a:cubicBezTo>
                  <a:lnTo>
                    <a:pt x="23" y="4"/>
                  </a:lnTo>
                  <a:close/>
                  <a:moveTo>
                    <a:pt x="22" y="22"/>
                  </a:moveTo>
                  <a:cubicBezTo>
                    <a:pt x="19" y="21"/>
                    <a:pt x="19" y="21"/>
                    <a:pt x="19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10" y="22"/>
                    <a:pt x="19" y="22"/>
                    <a:pt x="22" y="22"/>
                  </a:cubicBezTo>
                  <a:moveTo>
                    <a:pt x="25" y="24"/>
                  </a:moveTo>
                  <a:cubicBezTo>
                    <a:pt x="26" y="24"/>
                    <a:pt x="26" y="24"/>
                    <a:pt x="26" y="24"/>
                  </a:cubicBezTo>
                  <a:cubicBezTo>
                    <a:pt x="26" y="24"/>
                    <a:pt x="40" y="23"/>
                    <a:pt x="42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10" y="23"/>
                    <a:pt x="7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8"/>
                    <a:pt x="30" y="28"/>
                    <a:pt x="30" y="28"/>
                  </a:cubicBezTo>
                  <a:lnTo>
                    <a:pt x="25" y="24"/>
                  </a:lnTo>
                  <a:close/>
                  <a:moveTo>
                    <a:pt x="44" y="23"/>
                  </a:moveTo>
                  <a:cubicBezTo>
                    <a:pt x="42" y="24"/>
                    <a:pt x="42" y="24"/>
                    <a:pt x="42" y="24"/>
                  </a:cubicBezTo>
                  <a:cubicBezTo>
                    <a:pt x="41" y="24"/>
                    <a:pt x="29" y="24"/>
                    <a:pt x="26" y="24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3" y="22"/>
                    <a:pt x="43" y="22"/>
                    <a:pt x="43" y="22"/>
                  </a:cubicBezTo>
                  <a:lnTo>
                    <a:pt x="44" y="23"/>
                  </a:lnTo>
                  <a:close/>
                  <a:moveTo>
                    <a:pt x="25" y="49"/>
                  </a:moveTo>
                  <a:cubicBezTo>
                    <a:pt x="25" y="50"/>
                    <a:pt x="25" y="50"/>
                    <a:pt x="24" y="50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5" y="25"/>
                    <a:pt x="25" y="25"/>
                    <a:pt x="25" y="25"/>
                  </a:cubicBezTo>
                  <a:lnTo>
                    <a:pt x="25" y="49"/>
                  </a:lnTo>
                  <a:close/>
                  <a:moveTo>
                    <a:pt x="22" y="24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5" y="24"/>
                    <a:pt x="5" y="2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9" y="26"/>
                    <a:pt x="19" y="26"/>
                    <a:pt x="19" y="26"/>
                  </a:cubicBezTo>
                  <a:lnTo>
                    <a:pt x="22" y="24"/>
                  </a:lnTo>
                  <a:close/>
                  <a:moveTo>
                    <a:pt x="26" y="22"/>
                  </a:moveTo>
                  <a:cubicBezTo>
                    <a:pt x="43" y="22"/>
                    <a:pt x="43" y="22"/>
                    <a:pt x="43" y="22"/>
                  </a:cubicBezTo>
                  <a:cubicBezTo>
                    <a:pt x="28" y="20"/>
                    <a:pt x="28" y="20"/>
                    <a:pt x="28" y="20"/>
                  </a:cubicBezTo>
                  <a:lnTo>
                    <a:pt x="26" y="22"/>
                  </a:lnTo>
                  <a:close/>
                  <a:moveTo>
                    <a:pt x="24" y="4"/>
                  </a:moveTo>
                  <a:cubicBezTo>
                    <a:pt x="25" y="4"/>
                    <a:pt x="25" y="4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lnTo>
                    <a:pt x="2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0" name="Freeform 36">
              <a:extLst>
                <a:ext uri="{FF2B5EF4-FFF2-40B4-BE49-F238E27FC236}">
                  <a16:creationId xmlns:a16="http://schemas.microsoft.com/office/drawing/2014/main" id="{E86E4DC5-E5CD-4A06-A99D-DAE408561F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97600" y="2746375"/>
              <a:ext cx="107950" cy="98425"/>
            </a:xfrm>
            <a:custGeom>
              <a:avLst/>
              <a:gdLst>
                <a:gd name="T0" fmla="*/ 14 w 50"/>
                <a:gd name="T1" fmla="*/ 20 h 45"/>
                <a:gd name="T2" fmla="*/ 15 w 50"/>
                <a:gd name="T3" fmla="*/ 11 h 45"/>
                <a:gd name="T4" fmla="*/ 13 w 50"/>
                <a:gd name="T5" fmla="*/ 27 h 45"/>
                <a:gd name="T6" fmla="*/ 22 w 50"/>
                <a:gd name="T7" fmla="*/ 14 h 45"/>
                <a:gd name="T8" fmla="*/ 37 w 50"/>
                <a:gd name="T9" fmla="*/ 24 h 45"/>
                <a:gd name="T10" fmla="*/ 25 w 50"/>
                <a:gd name="T11" fmla="*/ 24 h 45"/>
                <a:gd name="T12" fmla="*/ 43 w 50"/>
                <a:gd name="T13" fmla="*/ 31 h 45"/>
                <a:gd name="T14" fmla="*/ 25 w 50"/>
                <a:gd name="T15" fmla="*/ 22 h 45"/>
                <a:gd name="T16" fmla="*/ 38 w 50"/>
                <a:gd name="T17" fmla="*/ 3 h 45"/>
                <a:gd name="T18" fmla="*/ 19 w 50"/>
                <a:gd name="T19" fmla="*/ 3 h 45"/>
                <a:gd name="T20" fmla="*/ 40 w 50"/>
                <a:gd name="T21" fmla="*/ 0 h 45"/>
                <a:gd name="T22" fmla="*/ 43 w 50"/>
                <a:gd name="T23" fmla="*/ 39 h 45"/>
                <a:gd name="T24" fmla="*/ 46 w 50"/>
                <a:gd name="T25" fmla="*/ 41 h 45"/>
                <a:gd name="T26" fmla="*/ 47 w 50"/>
                <a:gd name="T27" fmla="*/ 44 h 45"/>
                <a:gd name="T28" fmla="*/ 7 w 50"/>
                <a:gd name="T29" fmla="*/ 39 h 45"/>
                <a:gd name="T30" fmla="*/ 10 w 50"/>
                <a:gd name="T31" fmla="*/ 41 h 45"/>
                <a:gd name="T32" fmla="*/ 14 w 50"/>
                <a:gd name="T33" fmla="*/ 41 h 45"/>
                <a:gd name="T34" fmla="*/ 17 w 50"/>
                <a:gd name="T35" fmla="*/ 43 h 45"/>
                <a:gd name="T36" fmla="*/ 20 w 50"/>
                <a:gd name="T37" fmla="*/ 42 h 45"/>
                <a:gd name="T38" fmla="*/ 18 w 50"/>
                <a:gd name="T39" fmla="*/ 38 h 45"/>
                <a:gd name="T40" fmla="*/ 10 w 50"/>
                <a:gd name="T41" fmla="*/ 38 h 45"/>
                <a:gd name="T42" fmla="*/ 5 w 50"/>
                <a:gd name="T43" fmla="*/ 37 h 45"/>
                <a:gd name="T44" fmla="*/ 32 w 50"/>
                <a:gd name="T45" fmla="*/ 10 h 45"/>
                <a:gd name="T46" fmla="*/ 26 w 50"/>
                <a:gd name="T47" fmla="*/ 17 h 45"/>
                <a:gd name="T48" fmla="*/ 37 w 50"/>
                <a:gd name="T49" fmla="*/ 17 h 45"/>
                <a:gd name="T50" fmla="*/ 33 w 50"/>
                <a:gd name="T51" fmla="*/ 21 h 45"/>
                <a:gd name="T52" fmla="*/ 42 w 50"/>
                <a:gd name="T53" fmla="*/ 43 h 45"/>
                <a:gd name="T54" fmla="*/ 42 w 50"/>
                <a:gd name="T55" fmla="*/ 42 h 45"/>
                <a:gd name="T56" fmla="*/ 38 w 50"/>
                <a:gd name="T57" fmla="*/ 27 h 45"/>
                <a:gd name="T58" fmla="*/ 12 w 50"/>
                <a:gd name="T59" fmla="*/ 24 h 45"/>
                <a:gd name="T60" fmla="*/ 10 w 50"/>
                <a:gd name="T61" fmla="*/ 37 h 45"/>
                <a:gd name="T62" fmla="*/ 18 w 50"/>
                <a:gd name="T63" fmla="*/ 38 h 45"/>
                <a:gd name="T64" fmla="*/ 32 w 50"/>
                <a:gd name="T65" fmla="*/ 38 h 45"/>
                <a:gd name="T66" fmla="*/ 45 w 50"/>
                <a:gd name="T67" fmla="*/ 38 h 45"/>
                <a:gd name="T68" fmla="*/ 43 w 50"/>
                <a:gd name="T69" fmla="*/ 40 h 45"/>
                <a:gd name="T70" fmla="*/ 38 w 50"/>
                <a:gd name="T71" fmla="*/ 39 h 45"/>
                <a:gd name="T72" fmla="*/ 40 w 50"/>
                <a:gd name="T73" fmla="*/ 42 h 45"/>
                <a:gd name="T74" fmla="*/ 42 w 50"/>
                <a:gd name="T75" fmla="*/ 41 h 45"/>
                <a:gd name="T76" fmla="*/ 31 w 50"/>
                <a:gd name="T77" fmla="*/ 40 h 45"/>
                <a:gd name="T78" fmla="*/ 28 w 50"/>
                <a:gd name="T79" fmla="*/ 39 h 45"/>
                <a:gd name="T80" fmla="*/ 23 w 50"/>
                <a:gd name="T81" fmla="*/ 40 h 45"/>
                <a:gd name="T82" fmla="*/ 20 w 50"/>
                <a:gd name="T83" fmla="*/ 41 h 45"/>
                <a:gd name="T84" fmla="*/ 44 w 50"/>
                <a:gd name="T85" fmla="*/ 42 h 45"/>
                <a:gd name="T86" fmla="*/ 41 w 50"/>
                <a:gd name="T87" fmla="*/ 43 h 45"/>
                <a:gd name="T88" fmla="*/ 34 w 50"/>
                <a:gd name="T89" fmla="*/ 43 h 45"/>
                <a:gd name="T90" fmla="*/ 27 w 50"/>
                <a:gd name="T91" fmla="*/ 43 h 45"/>
                <a:gd name="T92" fmla="*/ 46 w 50"/>
                <a:gd name="T93" fmla="*/ 44 h 45"/>
                <a:gd name="T94" fmla="*/ 18 w 50"/>
                <a:gd name="T95" fmla="*/ 44 h 45"/>
                <a:gd name="T96" fmla="*/ 14 w 50"/>
                <a:gd name="T97" fmla="*/ 42 h 45"/>
                <a:gd name="T98" fmla="*/ 11 w 50"/>
                <a:gd name="T99" fmla="*/ 42 h 45"/>
                <a:gd name="T100" fmla="*/ 1 w 50"/>
                <a:gd name="T101" fmla="*/ 44 h 45"/>
                <a:gd name="T102" fmla="*/ 19 w 50"/>
                <a:gd name="T103" fmla="*/ 45 h 45"/>
                <a:gd name="T104" fmla="*/ 38 w 50"/>
                <a:gd name="T105" fmla="*/ 40 h 45"/>
                <a:gd name="T106" fmla="*/ 35 w 50"/>
                <a:gd name="T107" fmla="*/ 40 h 45"/>
                <a:gd name="T108" fmla="*/ 17 w 50"/>
                <a:gd name="T109" fmla="*/ 24 h 45"/>
                <a:gd name="T110" fmla="*/ 36 w 50"/>
                <a:gd name="T111" fmla="*/ 11 h 45"/>
                <a:gd name="T112" fmla="*/ 41 w 50"/>
                <a:gd name="T113" fmla="*/ 24 h 45"/>
                <a:gd name="T114" fmla="*/ 13 w 50"/>
                <a:gd name="T115" fmla="*/ 17 h 45"/>
                <a:gd name="T116" fmla="*/ 11 w 50"/>
                <a:gd name="T117" fmla="*/ 14 h 45"/>
                <a:gd name="T118" fmla="*/ 38 w 50"/>
                <a:gd name="T119" fmla="*/ 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" h="45">
                  <a:moveTo>
                    <a:pt x="20" y="24"/>
                  </a:moveTo>
                  <a:cubicBezTo>
                    <a:pt x="21" y="23"/>
                    <a:pt x="22" y="22"/>
                    <a:pt x="25" y="22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20" y="24"/>
                    <a:pt x="20" y="24"/>
                    <a:pt x="20" y="24"/>
                  </a:cubicBezTo>
                  <a:close/>
                  <a:moveTo>
                    <a:pt x="21" y="17"/>
                  </a:moveTo>
                  <a:cubicBezTo>
                    <a:pt x="14" y="17"/>
                    <a:pt x="14" y="17"/>
                    <a:pt x="14" y="17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21" y="20"/>
                    <a:pt x="21" y="20"/>
                    <a:pt x="21" y="20"/>
                  </a:cubicBezTo>
                  <a:lnTo>
                    <a:pt x="21" y="17"/>
                  </a:lnTo>
                  <a:close/>
                  <a:moveTo>
                    <a:pt x="25" y="15"/>
                  </a:moveTo>
                  <a:cubicBezTo>
                    <a:pt x="18" y="15"/>
                    <a:pt x="18" y="15"/>
                    <a:pt x="18" y="15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25" y="17"/>
                    <a:pt x="25" y="17"/>
                    <a:pt x="25" y="17"/>
                  </a:cubicBezTo>
                  <a:lnTo>
                    <a:pt x="25" y="15"/>
                  </a:lnTo>
                  <a:close/>
                  <a:moveTo>
                    <a:pt x="21" y="11"/>
                  </a:moveTo>
                  <a:cubicBezTo>
                    <a:pt x="15" y="11"/>
                    <a:pt x="15" y="11"/>
                    <a:pt x="15" y="11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21" y="14"/>
                    <a:pt x="21" y="14"/>
                    <a:pt x="21" y="14"/>
                  </a:cubicBezTo>
                  <a:lnTo>
                    <a:pt x="21" y="11"/>
                  </a:lnTo>
                  <a:close/>
                  <a:moveTo>
                    <a:pt x="13" y="27"/>
                  </a:moveTo>
                  <a:cubicBezTo>
                    <a:pt x="19" y="27"/>
                    <a:pt x="19" y="27"/>
                    <a:pt x="19" y="27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13" y="24"/>
                    <a:pt x="13" y="24"/>
                    <a:pt x="13" y="24"/>
                  </a:cubicBezTo>
                  <a:lnTo>
                    <a:pt x="13" y="27"/>
                  </a:lnTo>
                  <a:close/>
                  <a:moveTo>
                    <a:pt x="30" y="30"/>
                  </a:moveTo>
                  <a:cubicBezTo>
                    <a:pt x="34" y="30"/>
                    <a:pt x="34" y="30"/>
                    <a:pt x="34" y="30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0" y="29"/>
                    <a:pt x="30" y="29"/>
                    <a:pt x="30" y="29"/>
                  </a:cubicBezTo>
                  <a:lnTo>
                    <a:pt x="30" y="30"/>
                  </a:lnTo>
                  <a:close/>
                  <a:moveTo>
                    <a:pt x="22" y="14"/>
                  </a:moveTo>
                  <a:cubicBezTo>
                    <a:pt x="28" y="14"/>
                    <a:pt x="28" y="14"/>
                    <a:pt x="28" y="14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2" y="11"/>
                    <a:pt x="22" y="11"/>
                    <a:pt x="22" y="11"/>
                  </a:cubicBezTo>
                  <a:lnTo>
                    <a:pt x="22" y="14"/>
                  </a:lnTo>
                  <a:close/>
                  <a:moveTo>
                    <a:pt x="37" y="24"/>
                  </a:moveTo>
                  <a:cubicBezTo>
                    <a:pt x="31" y="24"/>
                    <a:pt x="31" y="24"/>
                    <a:pt x="31" y="24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7" y="27"/>
                    <a:pt x="37" y="27"/>
                    <a:pt x="37" y="27"/>
                  </a:cubicBezTo>
                  <a:lnTo>
                    <a:pt x="37" y="24"/>
                  </a:lnTo>
                  <a:close/>
                  <a:moveTo>
                    <a:pt x="20" y="29"/>
                  </a:move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20" y="30"/>
                    <a:pt x="20" y="30"/>
                    <a:pt x="20" y="30"/>
                  </a:cubicBezTo>
                  <a:lnTo>
                    <a:pt x="20" y="29"/>
                  </a:lnTo>
                  <a:close/>
                  <a:moveTo>
                    <a:pt x="25" y="24"/>
                  </a:moveTo>
                  <a:cubicBezTo>
                    <a:pt x="21" y="24"/>
                    <a:pt x="21" y="27"/>
                    <a:pt x="21" y="29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0" y="28"/>
                    <a:pt x="29" y="24"/>
                    <a:pt x="25" y="24"/>
                  </a:cubicBezTo>
                  <a:moveTo>
                    <a:pt x="30" y="35"/>
                  </a:moveTo>
                  <a:cubicBezTo>
                    <a:pt x="32" y="35"/>
                    <a:pt x="32" y="35"/>
                    <a:pt x="32" y="35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30" y="31"/>
                    <a:pt x="30" y="31"/>
                    <a:pt x="30" y="31"/>
                  </a:cubicBezTo>
                  <a:lnTo>
                    <a:pt x="30" y="35"/>
                  </a:lnTo>
                  <a:close/>
                  <a:moveTo>
                    <a:pt x="34" y="30"/>
                  </a:moveTo>
                  <a:cubicBezTo>
                    <a:pt x="43" y="30"/>
                    <a:pt x="43" y="30"/>
                    <a:pt x="43" y="30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34" y="27"/>
                    <a:pt x="34" y="27"/>
                    <a:pt x="34" y="27"/>
                  </a:cubicBezTo>
                  <a:lnTo>
                    <a:pt x="34" y="30"/>
                  </a:lnTo>
                  <a:close/>
                  <a:moveTo>
                    <a:pt x="32" y="28"/>
                  </a:moveTo>
                  <a:cubicBezTo>
                    <a:pt x="32" y="27"/>
                    <a:pt x="31" y="22"/>
                    <a:pt x="25" y="22"/>
                  </a:cubicBezTo>
                  <a:cubicBezTo>
                    <a:pt x="20" y="22"/>
                    <a:pt x="19" y="27"/>
                    <a:pt x="19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7"/>
                    <a:pt x="21" y="26"/>
                    <a:pt x="21" y="25"/>
                  </a:cubicBezTo>
                  <a:cubicBezTo>
                    <a:pt x="22" y="24"/>
                    <a:pt x="23" y="23"/>
                    <a:pt x="25" y="23"/>
                  </a:cubicBezTo>
                  <a:cubicBezTo>
                    <a:pt x="30" y="23"/>
                    <a:pt x="30" y="27"/>
                    <a:pt x="30" y="29"/>
                  </a:cubicBezTo>
                  <a:lnTo>
                    <a:pt x="32" y="28"/>
                  </a:lnTo>
                  <a:close/>
                  <a:moveTo>
                    <a:pt x="4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40" y="5"/>
                    <a:pt x="40" y="5"/>
                    <a:pt x="40" y="5"/>
                  </a:cubicBezTo>
                  <a:lnTo>
                    <a:pt x="40" y="0"/>
                  </a:lnTo>
                  <a:close/>
                  <a:moveTo>
                    <a:pt x="47" y="39"/>
                  </a:move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8" y="44"/>
                    <a:pt x="49" y="43"/>
                    <a:pt x="50" y="43"/>
                  </a:cubicBezTo>
                  <a:cubicBezTo>
                    <a:pt x="49" y="42"/>
                    <a:pt x="47" y="39"/>
                    <a:pt x="47" y="39"/>
                  </a:cubicBezTo>
                  <a:moveTo>
                    <a:pt x="6" y="39"/>
                  </a:move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7" y="39"/>
                    <a:pt x="16" y="39"/>
                    <a:pt x="15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8"/>
                    <a:pt x="12" y="38"/>
                    <a:pt x="11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9" y="38"/>
                    <a:pt x="8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4" y="38"/>
                    <a:pt x="3" y="39"/>
                  </a:cubicBezTo>
                  <a:cubicBezTo>
                    <a:pt x="2" y="40"/>
                    <a:pt x="1" y="42"/>
                    <a:pt x="0" y="42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2" y="43"/>
                    <a:pt x="3" y="42"/>
                    <a:pt x="4" y="41"/>
                  </a:cubicBezTo>
                  <a:lnTo>
                    <a:pt x="6" y="39"/>
                  </a:lnTo>
                  <a:close/>
                  <a:moveTo>
                    <a:pt x="26" y="10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26" y="9"/>
                    <a:pt x="26" y="9"/>
                    <a:pt x="26" y="9"/>
                  </a:cubicBezTo>
                  <a:lnTo>
                    <a:pt x="26" y="10"/>
                  </a:lnTo>
                  <a:close/>
                  <a:moveTo>
                    <a:pt x="29" y="14"/>
                  </a:moveTo>
                  <a:cubicBezTo>
                    <a:pt x="36" y="14"/>
                    <a:pt x="36" y="14"/>
                    <a:pt x="36" y="14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29" y="11"/>
                    <a:pt x="29" y="11"/>
                    <a:pt x="29" y="11"/>
                  </a:cubicBezTo>
                  <a:lnTo>
                    <a:pt x="29" y="14"/>
                  </a:lnTo>
                  <a:close/>
                  <a:moveTo>
                    <a:pt x="26" y="17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26" y="15"/>
                    <a:pt x="26" y="15"/>
                    <a:pt x="26" y="15"/>
                  </a:cubicBezTo>
                  <a:lnTo>
                    <a:pt x="26" y="17"/>
                  </a:lnTo>
                  <a:close/>
                  <a:moveTo>
                    <a:pt x="37" y="17"/>
                  </a:moveTo>
                  <a:cubicBezTo>
                    <a:pt x="29" y="17"/>
                    <a:pt x="29" y="17"/>
                    <a:pt x="29" y="17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7" y="20"/>
                    <a:pt x="37" y="20"/>
                    <a:pt x="37" y="20"/>
                  </a:cubicBezTo>
                  <a:lnTo>
                    <a:pt x="37" y="17"/>
                  </a:lnTo>
                  <a:close/>
                  <a:moveTo>
                    <a:pt x="29" y="17"/>
                  </a:moveTo>
                  <a:cubicBezTo>
                    <a:pt x="22" y="17"/>
                    <a:pt x="22" y="17"/>
                    <a:pt x="22" y="17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9" y="20"/>
                    <a:pt x="29" y="20"/>
                    <a:pt x="29" y="20"/>
                  </a:cubicBezTo>
                  <a:lnTo>
                    <a:pt x="29" y="17"/>
                  </a:lnTo>
                  <a:close/>
                  <a:moveTo>
                    <a:pt x="26" y="22"/>
                  </a:moveTo>
                  <a:cubicBezTo>
                    <a:pt x="28" y="22"/>
                    <a:pt x="29" y="23"/>
                    <a:pt x="30" y="24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26" y="21"/>
                    <a:pt x="26" y="21"/>
                    <a:pt x="26" y="21"/>
                  </a:cubicBezTo>
                  <a:lnTo>
                    <a:pt x="26" y="22"/>
                  </a:lnTo>
                  <a:close/>
                  <a:moveTo>
                    <a:pt x="19" y="10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19" y="9"/>
                    <a:pt x="19" y="9"/>
                    <a:pt x="19" y="9"/>
                  </a:cubicBezTo>
                  <a:lnTo>
                    <a:pt x="19" y="10"/>
                  </a:lnTo>
                  <a:close/>
                  <a:moveTo>
                    <a:pt x="42" y="43"/>
                  </a:move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3"/>
                    <a:pt x="42" y="43"/>
                    <a:pt x="42" y="43"/>
                  </a:cubicBezTo>
                  <a:close/>
                  <a:moveTo>
                    <a:pt x="20" y="31"/>
                  </a:moveTo>
                  <a:cubicBezTo>
                    <a:pt x="8" y="31"/>
                    <a:pt x="8" y="31"/>
                    <a:pt x="8" y="31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31"/>
                  </a:lnTo>
                  <a:close/>
                  <a:moveTo>
                    <a:pt x="38" y="27"/>
                  </a:moveTo>
                  <a:cubicBezTo>
                    <a:pt x="42" y="27"/>
                    <a:pt x="42" y="27"/>
                    <a:pt x="42" y="27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38" y="24"/>
                    <a:pt x="38" y="24"/>
                    <a:pt x="38" y="24"/>
                  </a:cubicBezTo>
                  <a:lnTo>
                    <a:pt x="38" y="27"/>
                  </a:lnTo>
                  <a:close/>
                  <a:moveTo>
                    <a:pt x="12" y="24"/>
                  </a:moveTo>
                  <a:cubicBezTo>
                    <a:pt x="9" y="24"/>
                    <a:pt x="9" y="24"/>
                    <a:pt x="9" y="24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12" y="27"/>
                    <a:pt x="12" y="27"/>
                    <a:pt x="12" y="27"/>
                  </a:cubicBezTo>
                  <a:lnTo>
                    <a:pt x="12" y="24"/>
                  </a:lnTo>
                  <a:close/>
                  <a:moveTo>
                    <a:pt x="16" y="27"/>
                  </a:moveTo>
                  <a:cubicBezTo>
                    <a:pt x="9" y="27"/>
                    <a:pt x="9" y="27"/>
                    <a:pt x="9" y="27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16" y="30"/>
                    <a:pt x="16" y="30"/>
                    <a:pt x="16" y="30"/>
                  </a:cubicBezTo>
                  <a:lnTo>
                    <a:pt x="16" y="27"/>
                  </a:lnTo>
                  <a:close/>
                  <a:moveTo>
                    <a:pt x="7" y="37"/>
                  </a:move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8" y="37"/>
                    <a:pt x="9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3" y="38"/>
                    <a:pt x="14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6" y="38"/>
                    <a:pt x="17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2" y="38"/>
                    <a:pt x="24" y="38"/>
                    <a:pt x="27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9" y="38"/>
                    <a:pt x="30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lnTo>
                    <a:pt x="7" y="37"/>
                  </a:lnTo>
                  <a:close/>
                  <a:moveTo>
                    <a:pt x="43" y="40"/>
                  </a:moveTo>
                  <a:cubicBezTo>
                    <a:pt x="42" y="39"/>
                    <a:pt x="42" y="39"/>
                    <a:pt x="42" y="39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0"/>
                    <a:pt x="43" y="40"/>
                    <a:pt x="43" y="40"/>
                  </a:cubicBezTo>
                  <a:close/>
                  <a:moveTo>
                    <a:pt x="29" y="40"/>
                  </a:move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1"/>
                    <a:pt x="33" y="43"/>
                    <a:pt x="34" y="43"/>
                  </a:cubicBezTo>
                  <a:cubicBezTo>
                    <a:pt x="34" y="42"/>
                    <a:pt x="34" y="41"/>
                    <a:pt x="34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0" y="39"/>
                    <a:pt x="29" y="39"/>
                    <a:pt x="28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3" y="38"/>
                    <a:pt x="22" y="38"/>
                    <a:pt x="21" y="38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4" y="42"/>
                    <a:pt x="26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42"/>
                    <a:pt x="28" y="41"/>
                    <a:pt x="29" y="40"/>
                  </a:cubicBezTo>
                  <a:moveTo>
                    <a:pt x="46" y="42"/>
                  </a:moveTo>
                  <a:cubicBezTo>
                    <a:pt x="46" y="42"/>
                    <a:pt x="46" y="42"/>
                    <a:pt x="46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2"/>
                    <a:pt x="43" y="43"/>
                    <a:pt x="43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1"/>
                    <a:pt x="35" y="42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2" y="43"/>
                    <a:pt x="31" y="41"/>
                    <a:pt x="31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7" y="43"/>
                    <a:pt x="30" y="44"/>
                    <a:pt x="31" y="44"/>
                  </a:cubicBezTo>
                  <a:cubicBezTo>
                    <a:pt x="34" y="44"/>
                    <a:pt x="35" y="43"/>
                    <a:pt x="37" y="43"/>
                  </a:cubicBezTo>
                  <a:cubicBezTo>
                    <a:pt x="39" y="43"/>
                    <a:pt x="40" y="43"/>
                    <a:pt x="42" y="44"/>
                  </a:cubicBezTo>
                  <a:cubicBezTo>
                    <a:pt x="43" y="44"/>
                    <a:pt x="44" y="44"/>
                    <a:pt x="45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lnTo>
                    <a:pt x="46" y="42"/>
                  </a:lnTo>
                  <a:close/>
                  <a:moveTo>
                    <a:pt x="22" y="42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5" y="43"/>
                    <a:pt x="5" y="43"/>
                    <a:pt x="4" y="42"/>
                  </a:cubicBezTo>
                  <a:cubicBezTo>
                    <a:pt x="4" y="42"/>
                    <a:pt x="3" y="43"/>
                    <a:pt x="1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3" y="44"/>
                    <a:pt x="3" y="44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7" y="45"/>
                    <a:pt x="8" y="44"/>
                    <a:pt x="8" y="44"/>
                  </a:cubicBezTo>
                  <a:cubicBezTo>
                    <a:pt x="9" y="44"/>
                    <a:pt x="11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5" y="43"/>
                    <a:pt x="16" y="44"/>
                  </a:cubicBezTo>
                  <a:cubicBezTo>
                    <a:pt x="17" y="44"/>
                    <a:pt x="18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0" y="45"/>
                    <a:pt x="22" y="43"/>
                    <a:pt x="24" y="43"/>
                  </a:cubicBezTo>
                  <a:lnTo>
                    <a:pt x="22" y="42"/>
                  </a:lnTo>
                  <a:close/>
                  <a:moveTo>
                    <a:pt x="37" y="42"/>
                  </a:move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7" y="42"/>
                  </a:lnTo>
                  <a:close/>
                  <a:moveTo>
                    <a:pt x="17" y="21"/>
                  </a:moveTo>
                  <a:cubicBezTo>
                    <a:pt x="10" y="21"/>
                    <a:pt x="10" y="21"/>
                    <a:pt x="10" y="21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7" y="24"/>
                    <a:pt x="17" y="24"/>
                    <a:pt x="17" y="24"/>
                  </a:cubicBezTo>
                  <a:lnTo>
                    <a:pt x="17" y="21"/>
                  </a:lnTo>
                  <a:close/>
                  <a:moveTo>
                    <a:pt x="32" y="9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8" y="9"/>
                    <a:pt x="38" y="9"/>
                    <a:pt x="38" y="9"/>
                  </a:cubicBezTo>
                  <a:lnTo>
                    <a:pt x="32" y="9"/>
                  </a:lnTo>
                  <a:close/>
                  <a:moveTo>
                    <a:pt x="39" y="14"/>
                  </a:moveTo>
                  <a:cubicBezTo>
                    <a:pt x="39" y="11"/>
                    <a:pt x="39" y="11"/>
                    <a:pt x="39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4"/>
                    <a:pt x="36" y="14"/>
                    <a:pt x="36" y="14"/>
                  </a:cubicBezTo>
                  <a:lnTo>
                    <a:pt x="39" y="14"/>
                  </a:lnTo>
                  <a:close/>
                  <a:moveTo>
                    <a:pt x="40" y="15"/>
                  </a:moveTo>
                  <a:cubicBezTo>
                    <a:pt x="33" y="15"/>
                    <a:pt x="33" y="15"/>
                    <a:pt x="33" y="15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40" y="15"/>
                  </a:lnTo>
                  <a:close/>
                  <a:moveTo>
                    <a:pt x="34" y="24"/>
                  </a:moveTo>
                  <a:cubicBezTo>
                    <a:pt x="41" y="24"/>
                    <a:pt x="41" y="24"/>
                    <a:pt x="41" y="24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34" y="21"/>
                    <a:pt x="34" y="21"/>
                    <a:pt x="34" y="21"/>
                  </a:cubicBezTo>
                  <a:lnTo>
                    <a:pt x="34" y="24"/>
                  </a:lnTo>
                  <a:close/>
                  <a:moveTo>
                    <a:pt x="37" y="17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41" y="20"/>
                    <a:pt x="41" y="20"/>
                    <a:pt x="41" y="20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37" y="17"/>
                  </a:lnTo>
                  <a:close/>
                  <a:moveTo>
                    <a:pt x="13" y="17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3" y="20"/>
                    <a:pt x="13" y="20"/>
                    <a:pt x="13" y="20"/>
                  </a:cubicBezTo>
                  <a:lnTo>
                    <a:pt x="13" y="17"/>
                  </a:lnTo>
                  <a:close/>
                  <a:moveTo>
                    <a:pt x="11" y="14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2" y="11"/>
                    <a:pt x="12" y="11"/>
                    <a:pt x="12" y="11"/>
                  </a:cubicBezTo>
                  <a:lnTo>
                    <a:pt x="11" y="14"/>
                  </a:lnTo>
                  <a:close/>
                  <a:moveTo>
                    <a:pt x="18" y="15"/>
                  </a:moveTo>
                  <a:cubicBezTo>
                    <a:pt x="11" y="15"/>
                    <a:pt x="11" y="15"/>
                    <a:pt x="11" y="15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8" y="15"/>
                  </a:lnTo>
                  <a:close/>
                  <a:moveTo>
                    <a:pt x="10" y="6"/>
                  </a:moveTo>
                  <a:cubicBezTo>
                    <a:pt x="12" y="8"/>
                    <a:pt x="12" y="8"/>
                    <a:pt x="12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0" y="6"/>
                    <a:pt x="40" y="6"/>
                    <a:pt x="40" y="6"/>
                  </a:cubicBezTo>
                  <a:lnTo>
                    <a:pt x="10" y="6"/>
                  </a:lnTo>
                  <a:close/>
                  <a:moveTo>
                    <a:pt x="18" y="9"/>
                  </a:moveTo>
                  <a:cubicBezTo>
                    <a:pt x="12" y="9"/>
                    <a:pt x="12" y="9"/>
                    <a:pt x="12" y="9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8" y="10"/>
                    <a:pt x="18" y="10"/>
                    <a:pt x="18" y="10"/>
                  </a:cubicBezTo>
                  <a:lnTo>
                    <a:pt x="1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71" name="Grupo 170">
            <a:extLst>
              <a:ext uri="{FF2B5EF4-FFF2-40B4-BE49-F238E27FC236}">
                <a16:creationId xmlns:a16="http://schemas.microsoft.com/office/drawing/2014/main" id="{691E41E7-7A24-46C3-9D1F-1F7B928CC969}"/>
              </a:ext>
            </a:extLst>
          </p:cNvPr>
          <p:cNvGrpSpPr/>
          <p:nvPr userDrawn="1"/>
        </p:nvGrpSpPr>
        <p:grpSpPr>
          <a:xfrm>
            <a:off x="9269672" y="352811"/>
            <a:ext cx="1108652" cy="538385"/>
            <a:chOff x="3838575" y="2246313"/>
            <a:chExt cx="1931988" cy="938213"/>
          </a:xfrm>
        </p:grpSpPr>
        <p:sp>
          <p:nvSpPr>
            <p:cNvPr id="172" name="Rectangle 5">
              <a:extLst>
                <a:ext uri="{FF2B5EF4-FFF2-40B4-BE49-F238E27FC236}">
                  <a16:creationId xmlns:a16="http://schemas.microsoft.com/office/drawing/2014/main" id="{98A30CFF-8288-4235-86D8-35E89A6B8B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575" y="2246313"/>
              <a:ext cx="1931988" cy="938213"/>
            </a:xfrm>
            <a:prstGeom prst="rect">
              <a:avLst/>
            </a:prstGeom>
            <a:solidFill>
              <a:srgbClr val="00B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3" name="Freeform 37">
              <a:extLst>
                <a:ext uri="{FF2B5EF4-FFF2-40B4-BE49-F238E27FC236}">
                  <a16:creationId xmlns:a16="http://schemas.microsoft.com/office/drawing/2014/main" id="{F5377FCD-72EE-4881-B934-191CFCADD7D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727325"/>
              <a:ext cx="1668463" cy="123825"/>
            </a:xfrm>
            <a:custGeom>
              <a:avLst/>
              <a:gdLst>
                <a:gd name="T0" fmla="*/ 768 w 770"/>
                <a:gd name="T1" fmla="*/ 17 h 57"/>
                <a:gd name="T2" fmla="*/ 743 w 770"/>
                <a:gd name="T3" fmla="*/ 44 h 57"/>
                <a:gd name="T4" fmla="*/ 715 w 770"/>
                <a:gd name="T5" fmla="*/ 22 h 57"/>
                <a:gd name="T6" fmla="*/ 720 w 770"/>
                <a:gd name="T7" fmla="*/ 17 h 57"/>
                <a:gd name="T8" fmla="*/ 704 w 770"/>
                <a:gd name="T9" fmla="*/ 51 h 57"/>
                <a:gd name="T10" fmla="*/ 689 w 770"/>
                <a:gd name="T11" fmla="*/ 56 h 57"/>
                <a:gd name="T12" fmla="*/ 669 w 770"/>
                <a:gd name="T13" fmla="*/ 20 h 57"/>
                <a:gd name="T14" fmla="*/ 662 w 770"/>
                <a:gd name="T15" fmla="*/ 48 h 57"/>
                <a:gd name="T16" fmla="*/ 662 w 770"/>
                <a:gd name="T17" fmla="*/ 17 h 57"/>
                <a:gd name="T18" fmla="*/ 607 w 770"/>
                <a:gd name="T19" fmla="*/ 17 h 57"/>
                <a:gd name="T20" fmla="*/ 593 w 770"/>
                <a:gd name="T21" fmla="*/ 17 h 57"/>
                <a:gd name="T22" fmla="*/ 597 w 770"/>
                <a:gd name="T23" fmla="*/ 56 h 57"/>
                <a:gd name="T24" fmla="*/ 610 w 770"/>
                <a:gd name="T25" fmla="*/ 56 h 57"/>
                <a:gd name="T26" fmla="*/ 563 w 770"/>
                <a:gd name="T27" fmla="*/ 51 h 57"/>
                <a:gd name="T28" fmla="*/ 560 w 770"/>
                <a:gd name="T29" fmla="*/ 29 h 57"/>
                <a:gd name="T30" fmla="*/ 568 w 770"/>
                <a:gd name="T31" fmla="*/ 17 h 57"/>
                <a:gd name="T32" fmla="*/ 569 w 770"/>
                <a:gd name="T33" fmla="*/ 56 h 57"/>
                <a:gd name="T34" fmla="*/ 511 w 770"/>
                <a:gd name="T35" fmla="*/ 17 h 57"/>
                <a:gd name="T36" fmla="*/ 504 w 770"/>
                <a:gd name="T37" fmla="*/ 54 h 57"/>
                <a:gd name="T38" fmla="*/ 504 w 770"/>
                <a:gd name="T39" fmla="*/ 29 h 57"/>
                <a:gd name="T40" fmla="*/ 453 w 770"/>
                <a:gd name="T41" fmla="*/ 17 h 57"/>
                <a:gd name="T42" fmla="*/ 430 w 770"/>
                <a:gd name="T43" fmla="*/ 17 h 57"/>
                <a:gd name="T44" fmla="*/ 422 w 770"/>
                <a:gd name="T45" fmla="*/ 56 h 57"/>
                <a:gd name="T46" fmla="*/ 379 w 770"/>
                <a:gd name="T47" fmla="*/ 41 h 57"/>
                <a:gd name="T48" fmla="*/ 395 w 770"/>
                <a:gd name="T49" fmla="*/ 56 h 57"/>
                <a:gd name="T50" fmla="*/ 350 w 770"/>
                <a:gd name="T51" fmla="*/ 56 h 57"/>
                <a:gd name="T52" fmla="*/ 377 w 770"/>
                <a:gd name="T53" fmla="*/ 52 h 57"/>
                <a:gd name="T54" fmla="*/ 347 w 770"/>
                <a:gd name="T55" fmla="*/ 20 h 57"/>
                <a:gd name="T56" fmla="*/ 327 w 770"/>
                <a:gd name="T57" fmla="*/ 56 h 57"/>
                <a:gd name="T58" fmla="*/ 310 w 770"/>
                <a:gd name="T59" fmla="*/ 28 h 57"/>
                <a:gd name="T60" fmla="*/ 320 w 770"/>
                <a:gd name="T61" fmla="*/ 52 h 57"/>
                <a:gd name="T62" fmla="*/ 284 w 770"/>
                <a:gd name="T63" fmla="*/ 17 h 57"/>
                <a:gd name="T64" fmla="*/ 303 w 770"/>
                <a:gd name="T65" fmla="*/ 52 h 57"/>
                <a:gd name="T66" fmla="*/ 275 w 770"/>
                <a:gd name="T67" fmla="*/ 45 h 57"/>
                <a:gd name="T68" fmla="*/ 271 w 770"/>
                <a:gd name="T69" fmla="*/ 42 h 57"/>
                <a:gd name="T70" fmla="*/ 270 w 770"/>
                <a:gd name="T71" fmla="*/ 27 h 57"/>
                <a:gd name="T72" fmla="*/ 245 w 770"/>
                <a:gd name="T73" fmla="*/ 52 h 57"/>
                <a:gd name="T74" fmla="*/ 238 w 770"/>
                <a:gd name="T75" fmla="*/ 20 h 57"/>
                <a:gd name="T76" fmla="*/ 218 w 770"/>
                <a:gd name="T77" fmla="*/ 56 h 57"/>
                <a:gd name="T78" fmla="*/ 199 w 770"/>
                <a:gd name="T79" fmla="*/ 35 h 57"/>
                <a:gd name="T80" fmla="*/ 171 w 770"/>
                <a:gd name="T81" fmla="*/ 21 h 57"/>
                <a:gd name="T82" fmla="*/ 177 w 770"/>
                <a:gd name="T83" fmla="*/ 34 h 57"/>
                <a:gd name="T84" fmla="*/ 211 w 770"/>
                <a:gd name="T85" fmla="*/ 20 h 57"/>
                <a:gd name="T86" fmla="*/ 145 w 770"/>
                <a:gd name="T87" fmla="*/ 38 h 57"/>
                <a:gd name="T88" fmla="*/ 138 w 770"/>
                <a:gd name="T89" fmla="*/ 21 h 57"/>
                <a:gd name="T90" fmla="*/ 131 w 770"/>
                <a:gd name="T91" fmla="*/ 21 h 57"/>
                <a:gd name="T92" fmla="*/ 102 w 770"/>
                <a:gd name="T93" fmla="*/ 35 h 57"/>
                <a:gd name="T94" fmla="*/ 108 w 770"/>
                <a:gd name="T95" fmla="*/ 22 h 57"/>
                <a:gd name="T96" fmla="*/ 115 w 770"/>
                <a:gd name="T97" fmla="*/ 54 h 57"/>
                <a:gd name="T98" fmla="*/ 62 w 770"/>
                <a:gd name="T99" fmla="*/ 21 h 57"/>
                <a:gd name="T100" fmla="*/ 27 w 770"/>
                <a:gd name="T101" fmla="*/ 20 h 57"/>
                <a:gd name="T102" fmla="*/ 40 w 770"/>
                <a:gd name="T103" fmla="*/ 51 h 57"/>
                <a:gd name="T104" fmla="*/ 69 w 770"/>
                <a:gd name="T105" fmla="*/ 21 h 57"/>
                <a:gd name="T106" fmla="*/ 20 w 770"/>
                <a:gd name="T107" fmla="*/ 17 h 57"/>
                <a:gd name="T108" fmla="*/ 20 w 770"/>
                <a:gd name="T109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70" h="57">
                  <a:moveTo>
                    <a:pt x="770" y="44"/>
                  </a:moveTo>
                  <a:cubicBezTo>
                    <a:pt x="770" y="31"/>
                    <a:pt x="750" y="35"/>
                    <a:pt x="750" y="27"/>
                  </a:cubicBezTo>
                  <a:cubicBezTo>
                    <a:pt x="750" y="23"/>
                    <a:pt x="752" y="21"/>
                    <a:pt x="758" y="21"/>
                  </a:cubicBezTo>
                  <a:cubicBezTo>
                    <a:pt x="759" y="21"/>
                    <a:pt x="761" y="21"/>
                    <a:pt x="762" y="21"/>
                  </a:cubicBezTo>
                  <a:cubicBezTo>
                    <a:pt x="763" y="23"/>
                    <a:pt x="763" y="25"/>
                    <a:pt x="763" y="28"/>
                  </a:cubicBezTo>
                  <a:cubicBezTo>
                    <a:pt x="768" y="28"/>
                    <a:pt x="768" y="28"/>
                    <a:pt x="768" y="28"/>
                  </a:cubicBezTo>
                  <a:cubicBezTo>
                    <a:pt x="768" y="17"/>
                    <a:pt x="768" y="17"/>
                    <a:pt x="768" y="17"/>
                  </a:cubicBezTo>
                  <a:cubicBezTo>
                    <a:pt x="765" y="16"/>
                    <a:pt x="761" y="16"/>
                    <a:pt x="758" y="16"/>
                  </a:cubicBezTo>
                  <a:cubicBezTo>
                    <a:pt x="748" y="16"/>
                    <a:pt x="742" y="21"/>
                    <a:pt x="742" y="28"/>
                  </a:cubicBezTo>
                  <a:cubicBezTo>
                    <a:pt x="742" y="40"/>
                    <a:pt x="763" y="36"/>
                    <a:pt x="763" y="45"/>
                  </a:cubicBezTo>
                  <a:cubicBezTo>
                    <a:pt x="763" y="50"/>
                    <a:pt x="758" y="51"/>
                    <a:pt x="754" y="51"/>
                  </a:cubicBezTo>
                  <a:cubicBezTo>
                    <a:pt x="752" y="51"/>
                    <a:pt x="750" y="51"/>
                    <a:pt x="749" y="51"/>
                  </a:cubicBezTo>
                  <a:cubicBezTo>
                    <a:pt x="748" y="49"/>
                    <a:pt x="748" y="47"/>
                    <a:pt x="748" y="44"/>
                  </a:cubicBezTo>
                  <a:cubicBezTo>
                    <a:pt x="743" y="44"/>
                    <a:pt x="743" y="44"/>
                    <a:pt x="743" y="44"/>
                  </a:cubicBezTo>
                  <a:cubicBezTo>
                    <a:pt x="743" y="55"/>
                    <a:pt x="743" y="55"/>
                    <a:pt x="743" y="55"/>
                  </a:cubicBezTo>
                  <a:cubicBezTo>
                    <a:pt x="746" y="56"/>
                    <a:pt x="750" y="57"/>
                    <a:pt x="753" y="57"/>
                  </a:cubicBezTo>
                  <a:cubicBezTo>
                    <a:pt x="763" y="57"/>
                    <a:pt x="770" y="52"/>
                    <a:pt x="770" y="44"/>
                  </a:cubicBezTo>
                  <a:moveTo>
                    <a:pt x="722" y="41"/>
                  </a:moveTo>
                  <a:cubicBezTo>
                    <a:pt x="708" y="41"/>
                    <a:pt x="708" y="41"/>
                    <a:pt x="708" y="41"/>
                  </a:cubicBezTo>
                  <a:cubicBezTo>
                    <a:pt x="713" y="29"/>
                    <a:pt x="713" y="29"/>
                    <a:pt x="713" y="29"/>
                  </a:cubicBezTo>
                  <a:cubicBezTo>
                    <a:pt x="713" y="27"/>
                    <a:pt x="714" y="24"/>
                    <a:pt x="715" y="22"/>
                  </a:cubicBezTo>
                  <a:cubicBezTo>
                    <a:pt x="715" y="22"/>
                    <a:pt x="715" y="22"/>
                    <a:pt x="715" y="22"/>
                  </a:cubicBezTo>
                  <a:cubicBezTo>
                    <a:pt x="715" y="24"/>
                    <a:pt x="716" y="27"/>
                    <a:pt x="717" y="29"/>
                  </a:cubicBezTo>
                  <a:lnTo>
                    <a:pt x="722" y="41"/>
                  </a:lnTo>
                  <a:close/>
                  <a:moveTo>
                    <a:pt x="737" y="56"/>
                  </a:moveTo>
                  <a:cubicBezTo>
                    <a:pt x="737" y="52"/>
                    <a:pt x="737" y="52"/>
                    <a:pt x="737" y="52"/>
                  </a:cubicBezTo>
                  <a:cubicBezTo>
                    <a:pt x="736" y="52"/>
                    <a:pt x="734" y="51"/>
                    <a:pt x="733" y="51"/>
                  </a:cubicBezTo>
                  <a:cubicBezTo>
                    <a:pt x="720" y="17"/>
                    <a:pt x="720" y="17"/>
                    <a:pt x="720" y="17"/>
                  </a:cubicBezTo>
                  <a:cubicBezTo>
                    <a:pt x="711" y="17"/>
                    <a:pt x="711" y="17"/>
                    <a:pt x="711" y="17"/>
                  </a:cubicBezTo>
                  <a:cubicBezTo>
                    <a:pt x="697" y="51"/>
                    <a:pt x="697" y="51"/>
                    <a:pt x="697" y="51"/>
                  </a:cubicBezTo>
                  <a:cubicBezTo>
                    <a:pt x="696" y="51"/>
                    <a:pt x="694" y="52"/>
                    <a:pt x="693" y="52"/>
                  </a:cubicBezTo>
                  <a:cubicBezTo>
                    <a:pt x="693" y="56"/>
                    <a:pt x="693" y="56"/>
                    <a:pt x="693" y="56"/>
                  </a:cubicBezTo>
                  <a:cubicBezTo>
                    <a:pt x="710" y="56"/>
                    <a:pt x="710" y="56"/>
                    <a:pt x="710" y="56"/>
                  </a:cubicBezTo>
                  <a:cubicBezTo>
                    <a:pt x="710" y="52"/>
                    <a:pt x="710" y="52"/>
                    <a:pt x="710" y="52"/>
                  </a:cubicBezTo>
                  <a:cubicBezTo>
                    <a:pt x="708" y="52"/>
                    <a:pt x="706" y="51"/>
                    <a:pt x="704" y="51"/>
                  </a:cubicBezTo>
                  <a:cubicBezTo>
                    <a:pt x="706" y="46"/>
                    <a:pt x="706" y="46"/>
                    <a:pt x="706" y="46"/>
                  </a:cubicBezTo>
                  <a:cubicBezTo>
                    <a:pt x="723" y="46"/>
                    <a:pt x="723" y="46"/>
                    <a:pt x="723" y="46"/>
                  </a:cubicBezTo>
                  <a:cubicBezTo>
                    <a:pt x="725" y="51"/>
                    <a:pt x="725" y="51"/>
                    <a:pt x="725" y="51"/>
                  </a:cubicBezTo>
                  <a:cubicBezTo>
                    <a:pt x="723" y="51"/>
                    <a:pt x="721" y="52"/>
                    <a:pt x="719" y="52"/>
                  </a:cubicBezTo>
                  <a:cubicBezTo>
                    <a:pt x="719" y="56"/>
                    <a:pt x="719" y="56"/>
                    <a:pt x="719" y="56"/>
                  </a:cubicBezTo>
                  <a:lnTo>
                    <a:pt x="737" y="56"/>
                  </a:lnTo>
                  <a:close/>
                  <a:moveTo>
                    <a:pt x="689" y="56"/>
                  </a:moveTo>
                  <a:cubicBezTo>
                    <a:pt x="689" y="52"/>
                    <a:pt x="689" y="52"/>
                    <a:pt x="689" y="52"/>
                  </a:cubicBezTo>
                  <a:cubicBezTo>
                    <a:pt x="687" y="52"/>
                    <a:pt x="685" y="51"/>
                    <a:pt x="683" y="51"/>
                  </a:cubicBezTo>
                  <a:cubicBezTo>
                    <a:pt x="683" y="21"/>
                    <a:pt x="683" y="21"/>
                    <a:pt x="683" y="21"/>
                  </a:cubicBezTo>
                  <a:cubicBezTo>
                    <a:pt x="685" y="21"/>
                    <a:pt x="687" y="21"/>
                    <a:pt x="689" y="20"/>
                  </a:cubicBezTo>
                  <a:cubicBezTo>
                    <a:pt x="689" y="17"/>
                    <a:pt x="689" y="17"/>
                    <a:pt x="689" y="17"/>
                  </a:cubicBezTo>
                  <a:cubicBezTo>
                    <a:pt x="669" y="17"/>
                    <a:pt x="669" y="17"/>
                    <a:pt x="669" y="17"/>
                  </a:cubicBezTo>
                  <a:cubicBezTo>
                    <a:pt x="669" y="20"/>
                    <a:pt x="669" y="20"/>
                    <a:pt x="669" y="20"/>
                  </a:cubicBezTo>
                  <a:cubicBezTo>
                    <a:pt x="671" y="21"/>
                    <a:pt x="674" y="21"/>
                    <a:pt x="676" y="21"/>
                  </a:cubicBezTo>
                  <a:cubicBezTo>
                    <a:pt x="676" y="51"/>
                    <a:pt x="676" y="51"/>
                    <a:pt x="676" y="51"/>
                  </a:cubicBezTo>
                  <a:cubicBezTo>
                    <a:pt x="674" y="51"/>
                    <a:pt x="671" y="52"/>
                    <a:pt x="669" y="52"/>
                  </a:cubicBezTo>
                  <a:cubicBezTo>
                    <a:pt x="669" y="56"/>
                    <a:pt x="669" y="56"/>
                    <a:pt x="669" y="56"/>
                  </a:cubicBezTo>
                  <a:lnTo>
                    <a:pt x="689" y="56"/>
                  </a:lnTo>
                  <a:close/>
                  <a:moveTo>
                    <a:pt x="662" y="54"/>
                  </a:moveTo>
                  <a:cubicBezTo>
                    <a:pt x="662" y="48"/>
                    <a:pt x="662" y="48"/>
                    <a:pt x="662" y="48"/>
                  </a:cubicBezTo>
                  <a:cubicBezTo>
                    <a:pt x="659" y="49"/>
                    <a:pt x="655" y="50"/>
                    <a:pt x="652" y="50"/>
                  </a:cubicBezTo>
                  <a:cubicBezTo>
                    <a:pt x="643" y="50"/>
                    <a:pt x="638" y="45"/>
                    <a:pt x="638" y="36"/>
                  </a:cubicBezTo>
                  <a:cubicBezTo>
                    <a:pt x="638" y="28"/>
                    <a:pt x="643" y="22"/>
                    <a:pt x="651" y="22"/>
                  </a:cubicBezTo>
                  <a:cubicBezTo>
                    <a:pt x="653" y="22"/>
                    <a:pt x="654" y="22"/>
                    <a:pt x="656" y="23"/>
                  </a:cubicBezTo>
                  <a:cubicBezTo>
                    <a:pt x="656" y="25"/>
                    <a:pt x="656" y="27"/>
                    <a:pt x="657" y="29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62" y="17"/>
                    <a:pt x="662" y="17"/>
                    <a:pt x="662" y="17"/>
                  </a:cubicBezTo>
                  <a:cubicBezTo>
                    <a:pt x="659" y="17"/>
                    <a:pt x="655" y="16"/>
                    <a:pt x="652" y="16"/>
                  </a:cubicBezTo>
                  <a:cubicBezTo>
                    <a:pt x="638" y="16"/>
                    <a:pt x="631" y="26"/>
                    <a:pt x="631" y="37"/>
                  </a:cubicBezTo>
                  <a:cubicBezTo>
                    <a:pt x="631" y="49"/>
                    <a:pt x="638" y="56"/>
                    <a:pt x="651" y="56"/>
                  </a:cubicBezTo>
                  <a:cubicBezTo>
                    <a:pt x="655" y="56"/>
                    <a:pt x="659" y="56"/>
                    <a:pt x="662" y="54"/>
                  </a:cubicBezTo>
                  <a:moveTo>
                    <a:pt x="625" y="20"/>
                  </a:moveTo>
                  <a:cubicBezTo>
                    <a:pt x="625" y="17"/>
                    <a:pt x="625" y="17"/>
                    <a:pt x="625" y="17"/>
                  </a:cubicBezTo>
                  <a:cubicBezTo>
                    <a:pt x="607" y="17"/>
                    <a:pt x="607" y="17"/>
                    <a:pt x="607" y="17"/>
                  </a:cubicBezTo>
                  <a:cubicBezTo>
                    <a:pt x="607" y="20"/>
                    <a:pt x="607" y="20"/>
                    <a:pt x="607" y="20"/>
                  </a:cubicBezTo>
                  <a:cubicBezTo>
                    <a:pt x="608" y="21"/>
                    <a:pt x="611" y="21"/>
                    <a:pt x="613" y="21"/>
                  </a:cubicBezTo>
                  <a:cubicBezTo>
                    <a:pt x="613" y="35"/>
                    <a:pt x="613" y="35"/>
                    <a:pt x="613" y="35"/>
                  </a:cubicBezTo>
                  <a:cubicBezTo>
                    <a:pt x="613" y="41"/>
                    <a:pt x="613" y="45"/>
                    <a:pt x="613" y="48"/>
                  </a:cubicBezTo>
                  <a:cubicBezTo>
                    <a:pt x="613" y="48"/>
                    <a:pt x="613" y="48"/>
                    <a:pt x="613" y="48"/>
                  </a:cubicBezTo>
                  <a:cubicBezTo>
                    <a:pt x="612" y="45"/>
                    <a:pt x="610" y="42"/>
                    <a:pt x="608" y="40"/>
                  </a:cubicBezTo>
                  <a:cubicBezTo>
                    <a:pt x="593" y="17"/>
                    <a:pt x="593" y="17"/>
                    <a:pt x="593" y="17"/>
                  </a:cubicBezTo>
                  <a:cubicBezTo>
                    <a:pt x="577" y="17"/>
                    <a:pt x="577" y="17"/>
                    <a:pt x="577" y="17"/>
                  </a:cubicBezTo>
                  <a:cubicBezTo>
                    <a:pt x="577" y="20"/>
                    <a:pt x="577" y="20"/>
                    <a:pt x="577" y="20"/>
                  </a:cubicBezTo>
                  <a:cubicBezTo>
                    <a:pt x="579" y="21"/>
                    <a:pt x="582" y="21"/>
                    <a:pt x="584" y="21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2" y="51"/>
                    <a:pt x="579" y="52"/>
                    <a:pt x="577" y="52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97" y="56"/>
                    <a:pt x="597" y="56"/>
                    <a:pt x="597" y="56"/>
                  </a:cubicBezTo>
                  <a:cubicBezTo>
                    <a:pt x="597" y="52"/>
                    <a:pt x="597" y="52"/>
                    <a:pt x="597" y="52"/>
                  </a:cubicBezTo>
                  <a:cubicBezTo>
                    <a:pt x="595" y="52"/>
                    <a:pt x="593" y="51"/>
                    <a:pt x="591" y="51"/>
                  </a:cubicBezTo>
                  <a:cubicBezTo>
                    <a:pt x="591" y="34"/>
                    <a:pt x="591" y="34"/>
                    <a:pt x="591" y="34"/>
                  </a:cubicBezTo>
                  <a:cubicBezTo>
                    <a:pt x="591" y="30"/>
                    <a:pt x="590" y="27"/>
                    <a:pt x="590" y="25"/>
                  </a:cubicBezTo>
                  <a:cubicBezTo>
                    <a:pt x="590" y="25"/>
                    <a:pt x="590" y="25"/>
                    <a:pt x="590" y="25"/>
                  </a:cubicBezTo>
                  <a:cubicBezTo>
                    <a:pt x="592" y="27"/>
                    <a:pt x="593" y="30"/>
                    <a:pt x="595" y="32"/>
                  </a:cubicBezTo>
                  <a:cubicBezTo>
                    <a:pt x="610" y="56"/>
                    <a:pt x="610" y="56"/>
                    <a:pt x="610" y="56"/>
                  </a:cubicBezTo>
                  <a:cubicBezTo>
                    <a:pt x="619" y="56"/>
                    <a:pt x="619" y="56"/>
                    <a:pt x="619" y="56"/>
                  </a:cubicBezTo>
                  <a:cubicBezTo>
                    <a:pt x="619" y="21"/>
                    <a:pt x="619" y="21"/>
                    <a:pt x="619" y="21"/>
                  </a:cubicBezTo>
                  <a:cubicBezTo>
                    <a:pt x="621" y="21"/>
                    <a:pt x="623" y="21"/>
                    <a:pt x="625" y="20"/>
                  </a:cubicBezTo>
                  <a:moveTo>
                    <a:pt x="569" y="56"/>
                  </a:moveTo>
                  <a:cubicBezTo>
                    <a:pt x="569" y="45"/>
                    <a:pt x="569" y="45"/>
                    <a:pt x="569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3" y="47"/>
                    <a:pt x="563" y="49"/>
                    <a:pt x="563" y="51"/>
                  </a:cubicBezTo>
                  <a:cubicBezTo>
                    <a:pt x="552" y="51"/>
                    <a:pt x="552" y="51"/>
                    <a:pt x="552" y="51"/>
                  </a:cubicBezTo>
                  <a:cubicBezTo>
                    <a:pt x="552" y="38"/>
                    <a:pt x="552" y="38"/>
                    <a:pt x="552" y="38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559" y="40"/>
                    <a:pt x="559" y="41"/>
                    <a:pt x="560" y="42"/>
                  </a:cubicBezTo>
                  <a:cubicBezTo>
                    <a:pt x="564" y="42"/>
                    <a:pt x="564" y="42"/>
                    <a:pt x="564" y="42"/>
                  </a:cubicBezTo>
                  <a:cubicBezTo>
                    <a:pt x="564" y="29"/>
                    <a:pt x="564" y="29"/>
                    <a:pt x="564" y="29"/>
                  </a:cubicBezTo>
                  <a:cubicBezTo>
                    <a:pt x="560" y="29"/>
                    <a:pt x="560" y="29"/>
                    <a:pt x="560" y="29"/>
                  </a:cubicBezTo>
                  <a:cubicBezTo>
                    <a:pt x="559" y="30"/>
                    <a:pt x="559" y="32"/>
                    <a:pt x="55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21"/>
                    <a:pt x="552" y="21"/>
                    <a:pt x="552" y="21"/>
                  </a:cubicBezTo>
                  <a:cubicBezTo>
                    <a:pt x="563" y="21"/>
                    <a:pt x="563" y="21"/>
                    <a:pt x="563" y="21"/>
                  </a:cubicBezTo>
                  <a:cubicBezTo>
                    <a:pt x="563" y="23"/>
                    <a:pt x="563" y="25"/>
                    <a:pt x="564" y="27"/>
                  </a:cubicBezTo>
                  <a:cubicBezTo>
                    <a:pt x="568" y="27"/>
                    <a:pt x="568" y="27"/>
                    <a:pt x="568" y="27"/>
                  </a:cubicBezTo>
                  <a:cubicBezTo>
                    <a:pt x="568" y="17"/>
                    <a:pt x="568" y="17"/>
                    <a:pt x="568" y="17"/>
                  </a:cubicBezTo>
                  <a:cubicBezTo>
                    <a:pt x="538" y="17"/>
                    <a:pt x="538" y="17"/>
                    <a:pt x="538" y="17"/>
                  </a:cubicBezTo>
                  <a:cubicBezTo>
                    <a:pt x="538" y="20"/>
                    <a:pt x="538" y="20"/>
                    <a:pt x="538" y="20"/>
                  </a:cubicBezTo>
                  <a:cubicBezTo>
                    <a:pt x="540" y="21"/>
                    <a:pt x="543" y="21"/>
                    <a:pt x="545" y="21"/>
                  </a:cubicBezTo>
                  <a:cubicBezTo>
                    <a:pt x="545" y="51"/>
                    <a:pt x="545" y="51"/>
                    <a:pt x="545" y="51"/>
                  </a:cubicBezTo>
                  <a:cubicBezTo>
                    <a:pt x="543" y="51"/>
                    <a:pt x="540" y="52"/>
                    <a:pt x="538" y="52"/>
                  </a:cubicBezTo>
                  <a:cubicBezTo>
                    <a:pt x="538" y="56"/>
                    <a:pt x="538" y="56"/>
                    <a:pt x="538" y="56"/>
                  </a:cubicBezTo>
                  <a:lnTo>
                    <a:pt x="569" y="56"/>
                  </a:lnTo>
                  <a:close/>
                  <a:moveTo>
                    <a:pt x="531" y="56"/>
                  </a:moveTo>
                  <a:cubicBezTo>
                    <a:pt x="531" y="52"/>
                    <a:pt x="531" y="52"/>
                    <a:pt x="531" y="52"/>
                  </a:cubicBezTo>
                  <a:cubicBezTo>
                    <a:pt x="529" y="52"/>
                    <a:pt x="527" y="51"/>
                    <a:pt x="525" y="51"/>
                  </a:cubicBezTo>
                  <a:cubicBezTo>
                    <a:pt x="525" y="21"/>
                    <a:pt x="525" y="21"/>
                    <a:pt x="525" y="21"/>
                  </a:cubicBezTo>
                  <a:cubicBezTo>
                    <a:pt x="527" y="21"/>
                    <a:pt x="529" y="21"/>
                    <a:pt x="531" y="20"/>
                  </a:cubicBezTo>
                  <a:cubicBezTo>
                    <a:pt x="531" y="17"/>
                    <a:pt x="531" y="17"/>
                    <a:pt x="531" y="17"/>
                  </a:cubicBezTo>
                  <a:cubicBezTo>
                    <a:pt x="511" y="17"/>
                    <a:pt x="511" y="17"/>
                    <a:pt x="511" y="17"/>
                  </a:cubicBezTo>
                  <a:cubicBezTo>
                    <a:pt x="511" y="20"/>
                    <a:pt x="511" y="20"/>
                    <a:pt x="511" y="20"/>
                  </a:cubicBezTo>
                  <a:cubicBezTo>
                    <a:pt x="513" y="21"/>
                    <a:pt x="516" y="21"/>
                    <a:pt x="518" y="21"/>
                  </a:cubicBezTo>
                  <a:cubicBezTo>
                    <a:pt x="518" y="51"/>
                    <a:pt x="518" y="51"/>
                    <a:pt x="518" y="51"/>
                  </a:cubicBezTo>
                  <a:cubicBezTo>
                    <a:pt x="516" y="51"/>
                    <a:pt x="513" y="52"/>
                    <a:pt x="511" y="52"/>
                  </a:cubicBezTo>
                  <a:cubicBezTo>
                    <a:pt x="511" y="56"/>
                    <a:pt x="511" y="56"/>
                    <a:pt x="511" y="56"/>
                  </a:cubicBezTo>
                  <a:lnTo>
                    <a:pt x="531" y="56"/>
                  </a:lnTo>
                  <a:close/>
                  <a:moveTo>
                    <a:pt x="504" y="54"/>
                  </a:moveTo>
                  <a:cubicBezTo>
                    <a:pt x="504" y="48"/>
                    <a:pt x="504" y="48"/>
                    <a:pt x="504" y="48"/>
                  </a:cubicBezTo>
                  <a:cubicBezTo>
                    <a:pt x="501" y="49"/>
                    <a:pt x="497" y="50"/>
                    <a:pt x="494" y="50"/>
                  </a:cubicBezTo>
                  <a:cubicBezTo>
                    <a:pt x="485" y="50"/>
                    <a:pt x="481" y="45"/>
                    <a:pt x="481" y="36"/>
                  </a:cubicBezTo>
                  <a:cubicBezTo>
                    <a:pt x="481" y="28"/>
                    <a:pt x="485" y="22"/>
                    <a:pt x="493" y="22"/>
                  </a:cubicBezTo>
                  <a:cubicBezTo>
                    <a:pt x="495" y="22"/>
                    <a:pt x="496" y="22"/>
                    <a:pt x="498" y="23"/>
                  </a:cubicBezTo>
                  <a:cubicBezTo>
                    <a:pt x="498" y="25"/>
                    <a:pt x="499" y="27"/>
                    <a:pt x="499" y="29"/>
                  </a:cubicBezTo>
                  <a:cubicBezTo>
                    <a:pt x="504" y="29"/>
                    <a:pt x="504" y="29"/>
                    <a:pt x="504" y="29"/>
                  </a:cubicBezTo>
                  <a:cubicBezTo>
                    <a:pt x="504" y="17"/>
                    <a:pt x="504" y="17"/>
                    <a:pt x="504" y="17"/>
                  </a:cubicBezTo>
                  <a:cubicBezTo>
                    <a:pt x="501" y="17"/>
                    <a:pt x="497" y="16"/>
                    <a:pt x="494" y="16"/>
                  </a:cubicBezTo>
                  <a:cubicBezTo>
                    <a:pt x="480" y="16"/>
                    <a:pt x="473" y="26"/>
                    <a:pt x="473" y="37"/>
                  </a:cubicBezTo>
                  <a:cubicBezTo>
                    <a:pt x="473" y="49"/>
                    <a:pt x="480" y="56"/>
                    <a:pt x="493" y="56"/>
                  </a:cubicBezTo>
                  <a:cubicBezTo>
                    <a:pt x="497" y="56"/>
                    <a:pt x="501" y="56"/>
                    <a:pt x="504" y="54"/>
                  </a:cubicBezTo>
                  <a:moveTo>
                    <a:pt x="453" y="20"/>
                  </a:moveTo>
                  <a:cubicBezTo>
                    <a:pt x="453" y="17"/>
                    <a:pt x="453" y="17"/>
                    <a:pt x="453" y="17"/>
                  </a:cubicBezTo>
                  <a:cubicBezTo>
                    <a:pt x="436" y="17"/>
                    <a:pt x="436" y="17"/>
                    <a:pt x="436" y="17"/>
                  </a:cubicBezTo>
                  <a:cubicBezTo>
                    <a:pt x="436" y="20"/>
                    <a:pt x="436" y="20"/>
                    <a:pt x="436" y="20"/>
                  </a:cubicBezTo>
                  <a:cubicBezTo>
                    <a:pt x="437" y="21"/>
                    <a:pt x="439" y="21"/>
                    <a:pt x="440" y="21"/>
                  </a:cubicBezTo>
                  <a:cubicBezTo>
                    <a:pt x="433" y="36"/>
                    <a:pt x="433" y="36"/>
                    <a:pt x="433" y="36"/>
                  </a:cubicBezTo>
                  <a:cubicBezTo>
                    <a:pt x="425" y="21"/>
                    <a:pt x="425" y="21"/>
                    <a:pt x="425" y="21"/>
                  </a:cubicBezTo>
                  <a:cubicBezTo>
                    <a:pt x="426" y="21"/>
                    <a:pt x="428" y="21"/>
                    <a:pt x="430" y="20"/>
                  </a:cubicBezTo>
                  <a:cubicBezTo>
                    <a:pt x="430" y="17"/>
                    <a:pt x="430" y="17"/>
                    <a:pt x="430" y="17"/>
                  </a:cubicBezTo>
                  <a:cubicBezTo>
                    <a:pt x="412" y="17"/>
                    <a:pt x="412" y="17"/>
                    <a:pt x="412" y="17"/>
                  </a:cubicBezTo>
                  <a:cubicBezTo>
                    <a:pt x="412" y="20"/>
                    <a:pt x="412" y="20"/>
                    <a:pt x="412" y="20"/>
                  </a:cubicBezTo>
                  <a:cubicBezTo>
                    <a:pt x="414" y="21"/>
                    <a:pt x="415" y="21"/>
                    <a:pt x="417" y="21"/>
                  </a:cubicBezTo>
                  <a:cubicBezTo>
                    <a:pt x="429" y="42"/>
                    <a:pt x="429" y="42"/>
                    <a:pt x="429" y="42"/>
                  </a:cubicBezTo>
                  <a:cubicBezTo>
                    <a:pt x="429" y="51"/>
                    <a:pt x="429" y="51"/>
                    <a:pt x="429" y="51"/>
                  </a:cubicBezTo>
                  <a:cubicBezTo>
                    <a:pt x="427" y="51"/>
                    <a:pt x="424" y="52"/>
                    <a:pt x="422" y="52"/>
                  </a:cubicBezTo>
                  <a:cubicBezTo>
                    <a:pt x="422" y="56"/>
                    <a:pt x="422" y="56"/>
                    <a:pt x="422" y="56"/>
                  </a:cubicBezTo>
                  <a:cubicBezTo>
                    <a:pt x="442" y="56"/>
                    <a:pt x="442" y="56"/>
                    <a:pt x="442" y="56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0" y="52"/>
                    <a:pt x="438" y="51"/>
                    <a:pt x="436" y="51"/>
                  </a:cubicBezTo>
                  <a:cubicBezTo>
                    <a:pt x="436" y="42"/>
                    <a:pt x="436" y="42"/>
                    <a:pt x="436" y="42"/>
                  </a:cubicBezTo>
                  <a:cubicBezTo>
                    <a:pt x="448" y="21"/>
                    <a:pt x="448" y="21"/>
                    <a:pt x="448" y="21"/>
                  </a:cubicBezTo>
                  <a:cubicBezTo>
                    <a:pt x="449" y="21"/>
                    <a:pt x="451" y="21"/>
                    <a:pt x="453" y="20"/>
                  </a:cubicBezTo>
                  <a:moveTo>
                    <a:pt x="379" y="41"/>
                  </a:moveTo>
                  <a:cubicBezTo>
                    <a:pt x="365" y="41"/>
                    <a:pt x="365" y="41"/>
                    <a:pt x="365" y="41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71" y="27"/>
                    <a:pt x="372" y="24"/>
                    <a:pt x="372" y="22"/>
                  </a:cubicBezTo>
                  <a:cubicBezTo>
                    <a:pt x="372" y="22"/>
                    <a:pt x="372" y="22"/>
                    <a:pt x="372" y="22"/>
                  </a:cubicBezTo>
                  <a:cubicBezTo>
                    <a:pt x="373" y="24"/>
                    <a:pt x="373" y="27"/>
                    <a:pt x="374" y="29"/>
                  </a:cubicBezTo>
                  <a:lnTo>
                    <a:pt x="379" y="41"/>
                  </a:lnTo>
                  <a:close/>
                  <a:moveTo>
                    <a:pt x="395" y="56"/>
                  </a:moveTo>
                  <a:cubicBezTo>
                    <a:pt x="395" y="52"/>
                    <a:pt x="395" y="52"/>
                    <a:pt x="395" y="52"/>
                  </a:cubicBezTo>
                  <a:cubicBezTo>
                    <a:pt x="393" y="52"/>
                    <a:pt x="392" y="51"/>
                    <a:pt x="390" y="51"/>
                  </a:cubicBezTo>
                  <a:cubicBezTo>
                    <a:pt x="377" y="17"/>
                    <a:pt x="377" y="17"/>
                    <a:pt x="377" y="17"/>
                  </a:cubicBezTo>
                  <a:cubicBezTo>
                    <a:pt x="368" y="17"/>
                    <a:pt x="368" y="17"/>
                    <a:pt x="368" y="17"/>
                  </a:cubicBezTo>
                  <a:cubicBezTo>
                    <a:pt x="355" y="51"/>
                    <a:pt x="355" y="51"/>
                    <a:pt x="355" y="51"/>
                  </a:cubicBezTo>
                  <a:cubicBezTo>
                    <a:pt x="353" y="51"/>
                    <a:pt x="351" y="52"/>
                    <a:pt x="350" y="52"/>
                  </a:cubicBezTo>
                  <a:cubicBezTo>
                    <a:pt x="350" y="56"/>
                    <a:pt x="350" y="56"/>
                    <a:pt x="350" y="56"/>
                  </a:cubicBezTo>
                  <a:cubicBezTo>
                    <a:pt x="367" y="56"/>
                    <a:pt x="367" y="56"/>
                    <a:pt x="367" y="56"/>
                  </a:cubicBezTo>
                  <a:cubicBezTo>
                    <a:pt x="367" y="52"/>
                    <a:pt x="367" y="52"/>
                    <a:pt x="367" y="52"/>
                  </a:cubicBezTo>
                  <a:cubicBezTo>
                    <a:pt x="366" y="52"/>
                    <a:pt x="363" y="51"/>
                    <a:pt x="362" y="51"/>
                  </a:cubicBezTo>
                  <a:cubicBezTo>
                    <a:pt x="364" y="46"/>
                    <a:pt x="364" y="46"/>
                    <a:pt x="364" y="46"/>
                  </a:cubicBezTo>
                  <a:cubicBezTo>
                    <a:pt x="381" y="46"/>
                    <a:pt x="381" y="46"/>
                    <a:pt x="381" y="46"/>
                  </a:cubicBezTo>
                  <a:cubicBezTo>
                    <a:pt x="383" y="51"/>
                    <a:pt x="383" y="51"/>
                    <a:pt x="383" y="51"/>
                  </a:cubicBezTo>
                  <a:cubicBezTo>
                    <a:pt x="381" y="51"/>
                    <a:pt x="379" y="52"/>
                    <a:pt x="377" y="52"/>
                  </a:cubicBezTo>
                  <a:cubicBezTo>
                    <a:pt x="377" y="56"/>
                    <a:pt x="377" y="56"/>
                    <a:pt x="377" y="56"/>
                  </a:cubicBezTo>
                  <a:lnTo>
                    <a:pt x="395" y="56"/>
                  </a:lnTo>
                  <a:close/>
                  <a:moveTo>
                    <a:pt x="347" y="56"/>
                  </a:moveTo>
                  <a:cubicBezTo>
                    <a:pt x="347" y="52"/>
                    <a:pt x="347" y="52"/>
                    <a:pt x="347" y="52"/>
                  </a:cubicBezTo>
                  <a:cubicBezTo>
                    <a:pt x="345" y="52"/>
                    <a:pt x="342" y="51"/>
                    <a:pt x="340" y="5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2" y="21"/>
                    <a:pt x="345" y="21"/>
                    <a:pt x="347" y="20"/>
                  </a:cubicBezTo>
                  <a:cubicBezTo>
                    <a:pt x="347" y="17"/>
                    <a:pt x="347" y="17"/>
                    <a:pt x="347" y="17"/>
                  </a:cubicBezTo>
                  <a:cubicBezTo>
                    <a:pt x="327" y="17"/>
                    <a:pt x="327" y="17"/>
                    <a:pt x="327" y="17"/>
                  </a:cubicBezTo>
                  <a:cubicBezTo>
                    <a:pt x="327" y="20"/>
                    <a:pt x="327" y="20"/>
                    <a:pt x="327" y="20"/>
                  </a:cubicBezTo>
                  <a:cubicBezTo>
                    <a:pt x="329" y="21"/>
                    <a:pt x="331" y="21"/>
                    <a:pt x="333" y="21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1" y="51"/>
                    <a:pt x="329" y="52"/>
                    <a:pt x="327" y="52"/>
                  </a:cubicBezTo>
                  <a:cubicBezTo>
                    <a:pt x="327" y="56"/>
                    <a:pt x="327" y="56"/>
                    <a:pt x="327" y="56"/>
                  </a:cubicBezTo>
                  <a:lnTo>
                    <a:pt x="347" y="56"/>
                  </a:lnTo>
                  <a:close/>
                  <a:moveTo>
                    <a:pt x="346" y="5"/>
                  </a:moveTo>
                  <a:cubicBezTo>
                    <a:pt x="343" y="0"/>
                    <a:pt x="343" y="0"/>
                    <a:pt x="343" y="0"/>
                  </a:cubicBezTo>
                  <a:cubicBezTo>
                    <a:pt x="332" y="9"/>
                    <a:pt x="332" y="9"/>
                    <a:pt x="332" y="9"/>
                  </a:cubicBezTo>
                  <a:cubicBezTo>
                    <a:pt x="335" y="12"/>
                    <a:pt x="335" y="12"/>
                    <a:pt x="335" y="12"/>
                  </a:cubicBezTo>
                  <a:lnTo>
                    <a:pt x="346" y="5"/>
                  </a:lnTo>
                  <a:close/>
                  <a:moveTo>
                    <a:pt x="310" y="28"/>
                  </a:moveTo>
                  <a:cubicBezTo>
                    <a:pt x="310" y="32"/>
                    <a:pt x="307" y="34"/>
                    <a:pt x="302" y="34"/>
                  </a:cubicBezTo>
                  <a:cubicBezTo>
                    <a:pt x="300" y="34"/>
                    <a:pt x="299" y="34"/>
                    <a:pt x="298" y="34"/>
                  </a:cubicBezTo>
                  <a:cubicBezTo>
                    <a:pt x="298" y="22"/>
                    <a:pt x="298" y="22"/>
                    <a:pt x="298" y="22"/>
                  </a:cubicBezTo>
                  <a:cubicBezTo>
                    <a:pt x="299" y="22"/>
                    <a:pt x="300" y="21"/>
                    <a:pt x="302" y="21"/>
                  </a:cubicBezTo>
                  <a:cubicBezTo>
                    <a:pt x="307" y="21"/>
                    <a:pt x="310" y="23"/>
                    <a:pt x="310" y="28"/>
                  </a:cubicBezTo>
                  <a:moveTo>
                    <a:pt x="320" y="56"/>
                  </a:moveTo>
                  <a:cubicBezTo>
                    <a:pt x="320" y="52"/>
                    <a:pt x="320" y="52"/>
                    <a:pt x="320" y="52"/>
                  </a:cubicBezTo>
                  <a:cubicBezTo>
                    <a:pt x="319" y="52"/>
                    <a:pt x="317" y="51"/>
                    <a:pt x="315" y="51"/>
                  </a:cubicBezTo>
                  <a:cubicBezTo>
                    <a:pt x="309" y="42"/>
                    <a:pt x="309" y="42"/>
                    <a:pt x="309" y="42"/>
                  </a:cubicBezTo>
                  <a:cubicBezTo>
                    <a:pt x="308" y="40"/>
                    <a:pt x="307" y="39"/>
                    <a:pt x="306" y="38"/>
                  </a:cubicBezTo>
                  <a:cubicBezTo>
                    <a:pt x="313" y="37"/>
                    <a:pt x="317" y="33"/>
                    <a:pt x="317" y="27"/>
                  </a:cubicBezTo>
                  <a:cubicBezTo>
                    <a:pt x="317" y="20"/>
                    <a:pt x="312" y="16"/>
                    <a:pt x="303" y="16"/>
                  </a:cubicBezTo>
                  <a:cubicBezTo>
                    <a:pt x="298" y="16"/>
                    <a:pt x="293" y="17"/>
                    <a:pt x="290" y="17"/>
                  </a:cubicBezTo>
                  <a:cubicBezTo>
                    <a:pt x="284" y="17"/>
                    <a:pt x="284" y="17"/>
                    <a:pt x="284" y="17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6" y="21"/>
                    <a:pt x="288" y="21"/>
                    <a:pt x="291" y="2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88" y="51"/>
                    <a:pt x="286" y="52"/>
                    <a:pt x="284" y="52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303" y="56"/>
                    <a:pt x="303" y="56"/>
                    <a:pt x="303" y="56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299" y="51"/>
                    <a:pt x="298" y="51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310" y="56"/>
                    <a:pt x="310" y="56"/>
                    <a:pt x="310" y="56"/>
                  </a:cubicBezTo>
                  <a:lnTo>
                    <a:pt x="320" y="56"/>
                  </a:lnTo>
                  <a:close/>
                  <a:moveTo>
                    <a:pt x="275" y="56"/>
                  </a:moveTo>
                  <a:cubicBezTo>
                    <a:pt x="275" y="45"/>
                    <a:pt x="275" y="45"/>
                    <a:pt x="275" y="45"/>
                  </a:cubicBezTo>
                  <a:cubicBezTo>
                    <a:pt x="270" y="45"/>
                    <a:pt x="270" y="45"/>
                    <a:pt x="270" y="45"/>
                  </a:cubicBezTo>
                  <a:cubicBezTo>
                    <a:pt x="270" y="47"/>
                    <a:pt x="270" y="49"/>
                    <a:pt x="269" y="51"/>
                  </a:cubicBezTo>
                  <a:cubicBezTo>
                    <a:pt x="258" y="51"/>
                    <a:pt x="258" y="51"/>
                    <a:pt x="258" y="51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40"/>
                    <a:pt x="266" y="41"/>
                    <a:pt x="266" y="42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1" y="29"/>
                    <a:pt x="271" y="29"/>
                    <a:pt x="271" y="29"/>
                  </a:cubicBezTo>
                  <a:cubicBezTo>
                    <a:pt x="266" y="29"/>
                    <a:pt x="266" y="29"/>
                    <a:pt x="266" y="29"/>
                  </a:cubicBezTo>
                  <a:cubicBezTo>
                    <a:pt x="266" y="30"/>
                    <a:pt x="266" y="32"/>
                    <a:pt x="266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8" y="21"/>
                    <a:pt x="258" y="21"/>
                    <a:pt x="258" y="21"/>
                  </a:cubicBezTo>
                  <a:cubicBezTo>
                    <a:pt x="269" y="21"/>
                    <a:pt x="269" y="21"/>
                    <a:pt x="269" y="21"/>
                  </a:cubicBezTo>
                  <a:cubicBezTo>
                    <a:pt x="269" y="23"/>
                    <a:pt x="270" y="25"/>
                    <a:pt x="270" y="27"/>
                  </a:cubicBezTo>
                  <a:cubicBezTo>
                    <a:pt x="275" y="27"/>
                    <a:pt x="275" y="27"/>
                    <a:pt x="275" y="27"/>
                  </a:cubicBezTo>
                  <a:cubicBezTo>
                    <a:pt x="275" y="17"/>
                    <a:pt x="275" y="17"/>
                    <a:pt x="275" y="17"/>
                  </a:cubicBezTo>
                  <a:cubicBezTo>
                    <a:pt x="245" y="17"/>
                    <a:pt x="245" y="17"/>
                    <a:pt x="245" y="1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7" y="21"/>
                    <a:pt x="249" y="21"/>
                    <a:pt x="252" y="21"/>
                  </a:cubicBezTo>
                  <a:cubicBezTo>
                    <a:pt x="252" y="51"/>
                    <a:pt x="252" y="51"/>
                    <a:pt x="252" y="51"/>
                  </a:cubicBezTo>
                  <a:cubicBezTo>
                    <a:pt x="249" y="51"/>
                    <a:pt x="247" y="52"/>
                    <a:pt x="245" y="52"/>
                  </a:cubicBezTo>
                  <a:cubicBezTo>
                    <a:pt x="245" y="56"/>
                    <a:pt x="245" y="56"/>
                    <a:pt x="245" y="56"/>
                  </a:cubicBezTo>
                  <a:lnTo>
                    <a:pt x="275" y="56"/>
                  </a:lnTo>
                  <a:close/>
                  <a:moveTo>
                    <a:pt x="238" y="56"/>
                  </a:moveTo>
                  <a:cubicBezTo>
                    <a:pt x="238" y="52"/>
                    <a:pt x="238" y="52"/>
                    <a:pt x="238" y="52"/>
                  </a:cubicBezTo>
                  <a:cubicBezTo>
                    <a:pt x="236" y="52"/>
                    <a:pt x="234" y="51"/>
                    <a:pt x="232" y="51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4" y="21"/>
                    <a:pt x="236" y="21"/>
                    <a:pt x="238" y="20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18" y="17"/>
                    <a:pt x="218" y="17"/>
                    <a:pt x="218" y="17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20" y="21"/>
                    <a:pt x="222" y="21"/>
                    <a:pt x="225" y="21"/>
                  </a:cubicBezTo>
                  <a:cubicBezTo>
                    <a:pt x="225" y="51"/>
                    <a:pt x="225" y="51"/>
                    <a:pt x="225" y="51"/>
                  </a:cubicBezTo>
                  <a:cubicBezTo>
                    <a:pt x="222" y="51"/>
                    <a:pt x="220" y="52"/>
                    <a:pt x="218" y="52"/>
                  </a:cubicBezTo>
                  <a:cubicBezTo>
                    <a:pt x="218" y="56"/>
                    <a:pt x="218" y="56"/>
                    <a:pt x="218" y="56"/>
                  </a:cubicBezTo>
                  <a:lnTo>
                    <a:pt x="238" y="56"/>
                  </a:lnTo>
                  <a:close/>
                  <a:moveTo>
                    <a:pt x="211" y="20"/>
                  </a:moveTo>
                  <a:cubicBezTo>
                    <a:pt x="211" y="17"/>
                    <a:pt x="211" y="17"/>
                    <a:pt x="211" y="17"/>
                  </a:cubicBezTo>
                  <a:cubicBezTo>
                    <a:pt x="193" y="17"/>
                    <a:pt x="193" y="17"/>
                    <a:pt x="193" y="17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5" y="21"/>
                    <a:pt x="197" y="21"/>
                    <a:pt x="199" y="21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9" y="41"/>
                    <a:pt x="199" y="45"/>
                    <a:pt x="200" y="48"/>
                  </a:cubicBezTo>
                  <a:cubicBezTo>
                    <a:pt x="199" y="48"/>
                    <a:pt x="199" y="48"/>
                    <a:pt x="199" y="48"/>
                  </a:cubicBezTo>
                  <a:cubicBezTo>
                    <a:pt x="198" y="45"/>
                    <a:pt x="196" y="42"/>
                    <a:pt x="195" y="40"/>
                  </a:cubicBezTo>
                  <a:cubicBezTo>
                    <a:pt x="180" y="17"/>
                    <a:pt x="180" y="17"/>
                    <a:pt x="180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4" y="20"/>
                    <a:pt x="164" y="20"/>
                    <a:pt x="164" y="20"/>
                  </a:cubicBezTo>
                  <a:cubicBezTo>
                    <a:pt x="166" y="21"/>
                    <a:pt x="168" y="21"/>
                    <a:pt x="171" y="21"/>
                  </a:cubicBezTo>
                  <a:cubicBezTo>
                    <a:pt x="171" y="51"/>
                    <a:pt x="171" y="51"/>
                    <a:pt x="171" y="51"/>
                  </a:cubicBezTo>
                  <a:cubicBezTo>
                    <a:pt x="168" y="51"/>
                    <a:pt x="166" y="52"/>
                    <a:pt x="164" y="52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83" y="56"/>
                    <a:pt x="183" y="56"/>
                    <a:pt x="183" y="56"/>
                  </a:cubicBezTo>
                  <a:cubicBezTo>
                    <a:pt x="183" y="52"/>
                    <a:pt x="183" y="52"/>
                    <a:pt x="183" y="52"/>
                  </a:cubicBezTo>
                  <a:cubicBezTo>
                    <a:pt x="182" y="52"/>
                    <a:pt x="179" y="51"/>
                    <a:pt x="177" y="51"/>
                  </a:cubicBezTo>
                  <a:cubicBezTo>
                    <a:pt x="177" y="34"/>
                    <a:pt x="177" y="34"/>
                    <a:pt x="177" y="34"/>
                  </a:cubicBezTo>
                  <a:cubicBezTo>
                    <a:pt x="177" y="30"/>
                    <a:pt x="177" y="27"/>
                    <a:pt x="177" y="25"/>
                  </a:cubicBezTo>
                  <a:cubicBezTo>
                    <a:pt x="177" y="25"/>
                    <a:pt x="177" y="25"/>
                    <a:pt x="177" y="25"/>
                  </a:cubicBezTo>
                  <a:cubicBezTo>
                    <a:pt x="178" y="27"/>
                    <a:pt x="180" y="30"/>
                    <a:pt x="181" y="32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8" y="21"/>
                    <a:pt x="210" y="21"/>
                    <a:pt x="211" y="20"/>
                  </a:cubicBezTo>
                  <a:moveTo>
                    <a:pt x="155" y="56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0" y="47"/>
                    <a:pt x="149" y="49"/>
                    <a:pt x="149" y="51"/>
                  </a:cubicBezTo>
                  <a:cubicBezTo>
                    <a:pt x="138" y="51"/>
                    <a:pt x="138" y="51"/>
                    <a:pt x="138" y="51"/>
                  </a:cubicBezTo>
                  <a:cubicBezTo>
                    <a:pt x="138" y="38"/>
                    <a:pt x="138" y="38"/>
                    <a:pt x="138" y="38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5" y="40"/>
                    <a:pt x="146" y="41"/>
                    <a:pt x="146" y="42"/>
                  </a:cubicBezTo>
                  <a:cubicBezTo>
                    <a:pt x="151" y="42"/>
                    <a:pt x="151" y="42"/>
                    <a:pt x="151" y="42"/>
                  </a:cubicBezTo>
                  <a:cubicBezTo>
                    <a:pt x="151" y="29"/>
                    <a:pt x="151" y="29"/>
                    <a:pt x="151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30"/>
                    <a:pt x="146" y="32"/>
                    <a:pt x="145" y="33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49" y="23"/>
                    <a:pt x="150" y="25"/>
                    <a:pt x="150" y="27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25" y="17"/>
                    <a:pt x="125" y="17"/>
                    <a:pt x="125" y="17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7" y="21"/>
                    <a:pt x="129" y="21"/>
                    <a:pt x="131" y="21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29" y="51"/>
                    <a:pt x="127" y="52"/>
                    <a:pt x="125" y="52"/>
                  </a:cubicBezTo>
                  <a:cubicBezTo>
                    <a:pt x="125" y="56"/>
                    <a:pt x="125" y="56"/>
                    <a:pt x="125" y="56"/>
                  </a:cubicBezTo>
                  <a:lnTo>
                    <a:pt x="155" y="56"/>
                  </a:lnTo>
                  <a:close/>
                  <a:moveTo>
                    <a:pt x="120" y="39"/>
                  </a:moveTo>
                  <a:cubicBezTo>
                    <a:pt x="120" y="35"/>
                    <a:pt x="120" y="35"/>
                    <a:pt x="12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104" y="40"/>
                    <a:pt x="106" y="40"/>
                    <a:pt x="108" y="40"/>
                  </a:cubicBezTo>
                  <a:cubicBezTo>
                    <a:pt x="108" y="50"/>
                    <a:pt x="108" y="50"/>
                    <a:pt x="108" y="50"/>
                  </a:cubicBezTo>
                  <a:cubicBezTo>
                    <a:pt x="106" y="50"/>
                    <a:pt x="104" y="51"/>
                    <a:pt x="102" y="51"/>
                  </a:cubicBezTo>
                  <a:cubicBezTo>
                    <a:pt x="93" y="51"/>
                    <a:pt x="88" y="46"/>
                    <a:pt x="88" y="36"/>
                  </a:cubicBezTo>
                  <a:cubicBezTo>
                    <a:pt x="88" y="27"/>
                    <a:pt x="94" y="22"/>
                    <a:pt x="102" y="22"/>
                  </a:cubicBezTo>
                  <a:cubicBezTo>
                    <a:pt x="104" y="22"/>
                    <a:pt x="106" y="22"/>
                    <a:pt x="108" y="22"/>
                  </a:cubicBezTo>
                  <a:cubicBezTo>
                    <a:pt x="108" y="24"/>
                    <a:pt x="109" y="26"/>
                    <a:pt x="109" y="29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0" y="16"/>
                    <a:pt x="106" y="16"/>
                    <a:pt x="102" y="16"/>
                  </a:cubicBezTo>
                  <a:cubicBezTo>
                    <a:pt x="88" y="16"/>
                    <a:pt x="80" y="25"/>
                    <a:pt x="80" y="37"/>
                  </a:cubicBezTo>
                  <a:cubicBezTo>
                    <a:pt x="80" y="50"/>
                    <a:pt x="89" y="56"/>
                    <a:pt x="101" y="56"/>
                  </a:cubicBezTo>
                  <a:cubicBezTo>
                    <a:pt x="106" y="56"/>
                    <a:pt x="111" y="56"/>
                    <a:pt x="115" y="54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8" y="40"/>
                    <a:pt x="120" y="39"/>
                  </a:cubicBezTo>
                  <a:moveTo>
                    <a:pt x="74" y="20"/>
                  </a:moveTo>
                  <a:cubicBezTo>
                    <a:pt x="74" y="17"/>
                    <a:pt x="74" y="17"/>
                    <a:pt x="74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8" y="21"/>
                    <a:pt x="60" y="21"/>
                    <a:pt x="62" y="21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41"/>
                    <a:pt x="62" y="45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1" y="45"/>
                    <a:pt x="59" y="42"/>
                    <a:pt x="58" y="40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1"/>
                    <a:pt x="31" y="21"/>
                    <a:pt x="34" y="2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1" y="51"/>
                    <a:pt x="29" y="52"/>
                    <a:pt x="27" y="52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4" y="52"/>
                    <a:pt x="42" y="51"/>
                    <a:pt x="40" y="51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0"/>
                    <a:pt x="40" y="27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1" y="27"/>
                    <a:pt x="43" y="30"/>
                    <a:pt x="44" y="32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1" y="21"/>
                    <a:pt x="73" y="21"/>
                    <a:pt x="74" y="20"/>
                  </a:cubicBezTo>
                  <a:moveTo>
                    <a:pt x="20" y="56"/>
                  </a:moveTo>
                  <a:cubicBezTo>
                    <a:pt x="20" y="52"/>
                    <a:pt x="20" y="52"/>
                    <a:pt x="20" y="52"/>
                  </a:cubicBezTo>
                  <a:cubicBezTo>
                    <a:pt x="18" y="52"/>
                    <a:pt x="16" y="51"/>
                    <a:pt x="13" y="5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21"/>
                    <a:pt x="18" y="21"/>
                    <a:pt x="20" y="20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21"/>
                    <a:pt x="4" y="21"/>
                    <a:pt x="7" y="2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4" y="51"/>
                    <a:pt x="2" y="52"/>
                    <a:pt x="0" y="52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4" name="Freeform 38">
              <a:extLst>
                <a:ext uri="{FF2B5EF4-FFF2-40B4-BE49-F238E27FC236}">
                  <a16:creationId xmlns:a16="http://schemas.microsoft.com/office/drawing/2014/main" id="{2DC7FE0D-A1D0-4690-9031-2C3E1C21B4D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597150"/>
              <a:ext cx="908050" cy="88900"/>
            </a:xfrm>
            <a:custGeom>
              <a:avLst/>
              <a:gdLst>
                <a:gd name="T0" fmla="*/ 413 w 419"/>
                <a:gd name="T1" fmla="*/ 35 h 41"/>
                <a:gd name="T2" fmla="*/ 410 w 419"/>
                <a:gd name="T3" fmla="*/ 27 h 41"/>
                <a:gd name="T4" fmla="*/ 410 w 419"/>
                <a:gd name="T5" fmla="*/ 18 h 41"/>
                <a:gd name="T6" fmla="*/ 414 w 419"/>
                <a:gd name="T7" fmla="*/ 12 h 41"/>
                <a:gd name="T8" fmla="*/ 389 w 419"/>
                <a:gd name="T9" fmla="*/ 5 h 41"/>
                <a:gd name="T10" fmla="*/ 389 w 419"/>
                <a:gd name="T11" fmla="*/ 40 h 41"/>
                <a:gd name="T12" fmla="*/ 355 w 419"/>
                <a:gd name="T13" fmla="*/ 35 h 41"/>
                <a:gd name="T14" fmla="*/ 383 w 419"/>
                <a:gd name="T15" fmla="*/ 20 h 41"/>
                <a:gd name="T16" fmla="*/ 342 w 419"/>
                <a:gd name="T17" fmla="*/ 5 h 41"/>
                <a:gd name="T18" fmla="*/ 342 w 419"/>
                <a:gd name="T19" fmla="*/ 40 h 41"/>
                <a:gd name="T20" fmla="*/ 312 w 419"/>
                <a:gd name="T21" fmla="*/ 20 h 41"/>
                <a:gd name="T22" fmla="*/ 297 w 419"/>
                <a:gd name="T23" fmla="*/ 6 h 41"/>
                <a:gd name="T24" fmla="*/ 285 w 419"/>
                <a:gd name="T25" fmla="*/ 1 h 41"/>
                <a:gd name="T26" fmla="*/ 285 w 419"/>
                <a:gd name="T27" fmla="*/ 35 h 41"/>
                <a:gd name="T28" fmla="*/ 296 w 419"/>
                <a:gd name="T29" fmla="*/ 41 h 41"/>
                <a:gd name="T30" fmla="*/ 250 w 419"/>
                <a:gd name="T31" fmla="*/ 13 h 41"/>
                <a:gd name="T32" fmla="*/ 259 w 419"/>
                <a:gd name="T33" fmla="*/ 25 h 41"/>
                <a:gd name="T34" fmla="*/ 257 w 419"/>
                <a:gd name="T35" fmla="*/ 1 h 41"/>
                <a:gd name="T36" fmla="*/ 230 w 419"/>
                <a:gd name="T37" fmla="*/ 40 h 41"/>
                <a:gd name="T38" fmla="*/ 243 w 419"/>
                <a:gd name="T39" fmla="*/ 30 h 41"/>
                <a:gd name="T40" fmla="*/ 257 w 419"/>
                <a:gd name="T41" fmla="*/ 40 h 41"/>
                <a:gd name="T42" fmla="*/ 195 w 419"/>
                <a:gd name="T43" fmla="*/ 1 h 41"/>
                <a:gd name="T44" fmla="*/ 209 w 419"/>
                <a:gd name="T45" fmla="*/ 6 h 41"/>
                <a:gd name="T46" fmla="*/ 223 w 419"/>
                <a:gd name="T47" fmla="*/ 40 h 41"/>
                <a:gd name="T48" fmla="*/ 225 w 419"/>
                <a:gd name="T49" fmla="*/ 6 h 41"/>
                <a:gd name="T50" fmla="*/ 194 w 419"/>
                <a:gd name="T51" fmla="*/ 28 h 41"/>
                <a:gd name="T52" fmla="*/ 178 w 419"/>
                <a:gd name="T53" fmla="*/ 6 h 41"/>
                <a:gd name="T54" fmla="*/ 164 w 419"/>
                <a:gd name="T55" fmla="*/ 5 h 41"/>
                <a:gd name="T56" fmla="*/ 164 w 419"/>
                <a:gd name="T57" fmla="*/ 40 h 41"/>
                <a:gd name="T58" fmla="*/ 140 w 419"/>
                <a:gd name="T59" fmla="*/ 1 h 41"/>
                <a:gd name="T60" fmla="*/ 136 w 419"/>
                <a:gd name="T61" fmla="*/ 35 h 41"/>
                <a:gd name="T62" fmla="*/ 132 w 419"/>
                <a:gd name="T63" fmla="*/ 1 h 41"/>
                <a:gd name="T64" fmla="*/ 119 w 419"/>
                <a:gd name="T65" fmla="*/ 27 h 41"/>
                <a:gd name="T66" fmla="*/ 158 w 419"/>
                <a:gd name="T67" fmla="*/ 5 h 41"/>
                <a:gd name="T68" fmla="*/ 84 w 419"/>
                <a:gd name="T69" fmla="*/ 21 h 41"/>
                <a:gd name="T70" fmla="*/ 107 w 419"/>
                <a:gd name="T71" fmla="*/ 13 h 41"/>
                <a:gd name="T72" fmla="*/ 96 w 419"/>
                <a:gd name="T73" fmla="*/ 41 h 41"/>
                <a:gd name="T74" fmla="*/ 49 w 419"/>
                <a:gd name="T75" fmla="*/ 13 h 41"/>
                <a:gd name="T76" fmla="*/ 58 w 419"/>
                <a:gd name="T77" fmla="*/ 25 h 41"/>
                <a:gd name="T78" fmla="*/ 56 w 419"/>
                <a:gd name="T79" fmla="*/ 1 h 41"/>
                <a:gd name="T80" fmla="*/ 29 w 419"/>
                <a:gd name="T81" fmla="*/ 40 h 41"/>
                <a:gd name="T82" fmla="*/ 43 w 419"/>
                <a:gd name="T83" fmla="*/ 30 h 41"/>
                <a:gd name="T84" fmla="*/ 56 w 419"/>
                <a:gd name="T85" fmla="*/ 40 h 41"/>
                <a:gd name="T86" fmla="*/ 0 w 419"/>
                <a:gd name="T87" fmla="*/ 1 h 41"/>
                <a:gd name="T88" fmla="*/ 0 w 419"/>
                <a:gd name="T89" fmla="*/ 36 h 41"/>
                <a:gd name="T90" fmla="*/ 13 w 419"/>
                <a:gd name="T91" fmla="*/ 35 h 41"/>
                <a:gd name="T92" fmla="*/ 26 w 419"/>
                <a:gd name="T93" fmla="*/ 27 h 41"/>
                <a:gd name="T94" fmla="*/ 13 w 419"/>
                <a:gd name="T95" fmla="*/ 18 h 41"/>
                <a:gd name="T96" fmla="*/ 30 w 419"/>
                <a:gd name="T97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9" h="41">
                  <a:moveTo>
                    <a:pt x="419" y="40"/>
                  </a:moveTo>
                  <a:cubicBezTo>
                    <a:pt x="419" y="29"/>
                    <a:pt x="419" y="29"/>
                    <a:pt x="419" y="29"/>
                  </a:cubicBezTo>
                  <a:cubicBezTo>
                    <a:pt x="414" y="29"/>
                    <a:pt x="414" y="29"/>
                    <a:pt x="414" y="29"/>
                  </a:cubicBezTo>
                  <a:cubicBezTo>
                    <a:pt x="414" y="31"/>
                    <a:pt x="414" y="34"/>
                    <a:pt x="413" y="35"/>
                  </a:cubicBezTo>
                  <a:cubicBezTo>
                    <a:pt x="402" y="35"/>
                    <a:pt x="402" y="35"/>
                    <a:pt x="402" y="35"/>
                  </a:cubicBezTo>
                  <a:cubicBezTo>
                    <a:pt x="402" y="22"/>
                    <a:pt x="402" y="22"/>
                    <a:pt x="402" y="22"/>
                  </a:cubicBezTo>
                  <a:cubicBezTo>
                    <a:pt x="410" y="22"/>
                    <a:pt x="410" y="22"/>
                    <a:pt x="410" y="22"/>
                  </a:cubicBezTo>
                  <a:cubicBezTo>
                    <a:pt x="410" y="24"/>
                    <a:pt x="410" y="25"/>
                    <a:pt x="410" y="27"/>
                  </a:cubicBezTo>
                  <a:cubicBezTo>
                    <a:pt x="415" y="27"/>
                    <a:pt x="415" y="27"/>
                    <a:pt x="415" y="27"/>
                  </a:cubicBezTo>
                  <a:cubicBezTo>
                    <a:pt x="415" y="14"/>
                    <a:pt x="415" y="14"/>
                    <a:pt x="415" y="14"/>
                  </a:cubicBezTo>
                  <a:cubicBezTo>
                    <a:pt x="410" y="14"/>
                    <a:pt x="410" y="14"/>
                    <a:pt x="410" y="14"/>
                  </a:cubicBezTo>
                  <a:cubicBezTo>
                    <a:pt x="410" y="15"/>
                    <a:pt x="410" y="16"/>
                    <a:pt x="410" y="18"/>
                  </a:cubicBezTo>
                  <a:cubicBezTo>
                    <a:pt x="402" y="18"/>
                    <a:pt x="402" y="18"/>
                    <a:pt x="402" y="18"/>
                  </a:cubicBezTo>
                  <a:cubicBezTo>
                    <a:pt x="402" y="6"/>
                    <a:pt x="402" y="6"/>
                    <a:pt x="402" y="6"/>
                  </a:cubicBezTo>
                  <a:cubicBezTo>
                    <a:pt x="413" y="6"/>
                    <a:pt x="413" y="6"/>
                    <a:pt x="413" y="6"/>
                  </a:cubicBezTo>
                  <a:cubicBezTo>
                    <a:pt x="413" y="7"/>
                    <a:pt x="414" y="10"/>
                    <a:pt x="414" y="12"/>
                  </a:cubicBezTo>
                  <a:cubicBezTo>
                    <a:pt x="419" y="12"/>
                    <a:pt x="419" y="12"/>
                    <a:pt x="419" y="12"/>
                  </a:cubicBezTo>
                  <a:cubicBezTo>
                    <a:pt x="419" y="1"/>
                    <a:pt x="419" y="1"/>
                    <a:pt x="419" y="1"/>
                  </a:cubicBezTo>
                  <a:cubicBezTo>
                    <a:pt x="389" y="1"/>
                    <a:pt x="389" y="1"/>
                    <a:pt x="389" y="1"/>
                  </a:cubicBezTo>
                  <a:cubicBezTo>
                    <a:pt x="389" y="5"/>
                    <a:pt x="389" y="5"/>
                    <a:pt x="389" y="5"/>
                  </a:cubicBezTo>
                  <a:cubicBezTo>
                    <a:pt x="391" y="5"/>
                    <a:pt x="393" y="6"/>
                    <a:pt x="396" y="6"/>
                  </a:cubicBezTo>
                  <a:cubicBezTo>
                    <a:pt x="396" y="35"/>
                    <a:pt x="396" y="35"/>
                    <a:pt x="396" y="35"/>
                  </a:cubicBezTo>
                  <a:cubicBezTo>
                    <a:pt x="393" y="36"/>
                    <a:pt x="391" y="36"/>
                    <a:pt x="389" y="36"/>
                  </a:cubicBezTo>
                  <a:cubicBezTo>
                    <a:pt x="389" y="40"/>
                    <a:pt x="389" y="40"/>
                    <a:pt x="389" y="40"/>
                  </a:cubicBezTo>
                  <a:lnTo>
                    <a:pt x="419" y="40"/>
                  </a:lnTo>
                  <a:close/>
                  <a:moveTo>
                    <a:pt x="376" y="20"/>
                  </a:moveTo>
                  <a:cubicBezTo>
                    <a:pt x="376" y="30"/>
                    <a:pt x="369" y="35"/>
                    <a:pt x="360" y="35"/>
                  </a:cubicBezTo>
                  <a:cubicBezTo>
                    <a:pt x="359" y="35"/>
                    <a:pt x="356" y="35"/>
                    <a:pt x="355" y="35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7" y="6"/>
                    <a:pt x="359" y="6"/>
                    <a:pt x="361" y="6"/>
                  </a:cubicBezTo>
                  <a:cubicBezTo>
                    <a:pt x="371" y="6"/>
                    <a:pt x="376" y="11"/>
                    <a:pt x="376" y="20"/>
                  </a:cubicBezTo>
                  <a:moveTo>
                    <a:pt x="383" y="20"/>
                  </a:moveTo>
                  <a:cubicBezTo>
                    <a:pt x="383" y="6"/>
                    <a:pt x="375" y="1"/>
                    <a:pt x="362" y="1"/>
                  </a:cubicBezTo>
                  <a:cubicBezTo>
                    <a:pt x="357" y="1"/>
                    <a:pt x="352" y="1"/>
                    <a:pt x="348" y="1"/>
                  </a:cubicBezTo>
                  <a:cubicBezTo>
                    <a:pt x="342" y="1"/>
                    <a:pt x="342" y="1"/>
                    <a:pt x="342" y="1"/>
                  </a:cubicBezTo>
                  <a:cubicBezTo>
                    <a:pt x="342" y="5"/>
                    <a:pt x="342" y="5"/>
                    <a:pt x="342" y="5"/>
                  </a:cubicBezTo>
                  <a:cubicBezTo>
                    <a:pt x="344" y="5"/>
                    <a:pt x="346" y="6"/>
                    <a:pt x="348" y="6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46" y="36"/>
                    <a:pt x="344" y="36"/>
                    <a:pt x="342" y="36"/>
                  </a:cubicBezTo>
                  <a:cubicBezTo>
                    <a:pt x="342" y="40"/>
                    <a:pt x="342" y="40"/>
                    <a:pt x="342" y="40"/>
                  </a:cubicBezTo>
                  <a:cubicBezTo>
                    <a:pt x="348" y="40"/>
                    <a:pt x="348" y="40"/>
                    <a:pt x="348" y="40"/>
                  </a:cubicBezTo>
                  <a:cubicBezTo>
                    <a:pt x="352" y="40"/>
                    <a:pt x="355" y="41"/>
                    <a:pt x="360" y="41"/>
                  </a:cubicBezTo>
                  <a:cubicBezTo>
                    <a:pt x="373" y="41"/>
                    <a:pt x="383" y="34"/>
                    <a:pt x="383" y="20"/>
                  </a:cubicBezTo>
                  <a:moveTo>
                    <a:pt x="312" y="20"/>
                  </a:moveTo>
                  <a:cubicBezTo>
                    <a:pt x="312" y="30"/>
                    <a:pt x="306" y="35"/>
                    <a:pt x="297" y="35"/>
                  </a:cubicBezTo>
                  <a:cubicBezTo>
                    <a:pt x="295" y="35"/>
                    <a:pt x="293" y="35"/>
                    <a:pt x="291" y="35"/>
                  </a:cubicBezTo>
                  <a:cubicBezTo>
                    <a:pt x="291" y="6"/>
                    <a:pt x="291" y="6"/>
                    <a:pt x="291" y="6"/>
                  </a:cubicBezTo>
                  <a:cubicBezTo>
                    <a:pt x="293" y="6"/>
                    <a:pt x="295" y="6"/>
                    <a:pt x="297" y="6"/>
                  </a:cubicBezTo>
                  <a:cubicBezTo>
                    <a:pt x="307" y="6"/>
                    <a:pt x="312" y="11"/>
                    <a:pt x="312" y="20"/>
                  </a:cubicBezTo>
                  <a:moveTo>
                    <a:pt x="319" y="20"/>
                  </a:moveTo>
                  <a:cubicBezTo>
                    <a:pt x="319" y="6"/>
                    <a:pt x="311" y="1"/>
                    <a:pt x="298" y="1"/>
                  </a:cubicBezTo>
                  <a:cubicBezTo>
                    <a:pt x="294" y="1"/>
                    <a:pt x="288" y="1"/>
                    <a:pt x="285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5"/>
                    <a:pt x="278" y="5"/>
                    <a:pt x="278" y="5"/>
                  </a:cubicBezTo>
                  <a:cubicBezTo>
                    <a:pt x="280" y="5"/>
                    <a:pt x="282" y="6"/>
                    <a:pt x="285" y="6"/>
                  </a:cubicBezTo>
                  <a:cubicBezTo>
                    <a:pt x="285" y="35"/>
                    <a:pt x="285" y="35"/>
                    <a:pt x="285" y="35"/>
                  </a:cubicBezTo>
                  <a:cubicBezTo>
                    <a:pt x="282" y="36"/>
                    <a:pt x="280" y="36"/>
                    <a:pt x="278" y="36"/>
                  </a:cubicBezTo>
                  <a:cubicBezTo>
                    <a:pt x="278" y="40"/>
                    <a:pt x="278" y="40"/>
                    <a:pt x="278" y="40"/>
                  </a:cubicBezTo>
                  <a:cubicBezTo>
                    <a:pt x="285" y="40"/>
                    <a:pt x="285" y="40"/>
                    <a:pt x="285" y="40"/>
                  </a:cubicBezTo>
                  <a:cubicBezTo>
                    <a:pt x="288" y="40"/>
                    <a:pt x="291" y="41"/>
                    <a:pt x="296" y="41"/>
                  </a:cubicBezTo>
                  <a:cubicBezTo>
                    <a:pt x="309" y="41"/>
                    <a:pt x="319" y="34"/>
                    <a:pt x="319" y="20"/>
                  </a:cubicBezTo>
                  <a:moveTo>
                    <a:pt x="259" y="25"/>
                  </a:moveTo>
                  <a:cubicBezTo>
                    <a:pt x="245" y="25"/>
                    <a:pt x="245" y="25"/>
                    <a:pt x="245" y="25"/>
                  </a:cubicBezTo>
                  <a:cubicBezTo>
                    <a:pt x="250" y="13"/>
                    <a:pt x="250" y="13"/>
                    <a:pt x="250" y="13"/>
                  </a:cubicBezTo>
                  <a:cubicBezTo>
                    <a:pt x="251" y="11"/>
                    <a:pt x="251" y="9"/>
                    <a:pt x="252" y="7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3" y="9"/>
                    <a:pt x="253" y="11"/>
                    <a:pt x="254" y="13"/>
                  </a:cubicBezTo>
                  <a:lnTo>
                    <a:pt x="259" y="25"/>
                  </a:lnTo>
                  <a:close/>
                  <a:moveTo>
                    <a:pt x="275" y="40"/>
                  </a:moveTo>
                  <a:cubicBezTo>
                    <a:pt x="275" y="36"/>
                    <a:pt x="275" y="36"/>
                    <a:pt x="275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57" y="1"/>
                    <a:pt x="257" y="1"/>
                    <a:pt x="257" y="1"/>
                  </a:cubicBezTo>
                  <a:cubicBezTo>
                    <a:pt x="248" y="1"/>
                    <a:pt x="248" y="1"/>
                    <a:pt x="248" y="1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3" y="36"/>
                    <a:pt x="231" y="36"/>
                    <a:pt x="230" y="36"/>
                  </a:cubicBezTo>
                  <a:cubicBezTo>
                    <a:pt x="230" y="40"/>
                    <a:pt x="230" y="40"/>
                    <a:pt x="230" y="40"/>
                  </a:cubicBezTo>
                  <a:cubicBezTo>
                    <a:pt x="247" y="40"/>
                    <a:pt x="247" y="40"/>
                    <a:pt x="247" y="40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6" y="36"/>
                    <a:pt x="243" y="36"/>
                    <a:pt x="241" y="36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61" y="30"/>
                    <a:pt x="261" y="30"/>
                    <a:pt x="261" y="30"/>
                  </a:cubicBezTo>
                  <a:cubicBezTo>
                    <a:pt x="262" y="36"/>
                    <a:pt x="262" y="36"/>
                    <a:pt x="262" y="36"/>
                  </a:cubicBezTo>
                  <a:cubicBezTo>
                    <a:pt x="261" y="36"/>
                    <a:pt x="258" y="36"/>
                    <a:pt x="257" y="36"/>
                  </a:cubicBezTo>
                  <a:cubicBezTo>
                    <a:pt x="257" y="40"/>
                    <a:pt x="257" y="40"/>
                    <a:pt x="257" y="40"/>
                  </a:cubicBezTo>
                  <a:lnTo>
                    <a:pt x="275" y="40"/>
                  </a:lnTo>
                  <a:close/>
                  <a:moveTo>
                    <a:pt x="231" y="14"/>
                  </a:moveTo>
                  <a:cubicBezTo>
                    <a:pt x="231" y="1"/>
                    <a:pt x="231" y="1"/>
                    <a:pt x="231" y="1"/>
                  </a:cubicBezTo>
                  <a:cubicBezTo>
                    <a:pt x="195" y="1"/>
                    <a:pt x="195" y="1"/>
                    <a:pt x="195" y="1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9" y="14"/>
                    <a:pt x="199" y="14"/>
                    <a:pt x="199" y="14"/>
                  </a:cubicBezTo>
                  <a:cubicBezTo>
                    <a:pt x="200" y="11"/>
                    <a:pt x="200" y="8"/>
                    <a:pt x="200" y="6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7" y="36"/>
                    <a:pt x="205" y="36"/>
                    <a:pt x="203" y="36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23" y="40"/>
                    <a:pt x="223" y="40"/>
                    <a:pt x="223" y="40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1" y="36"/>
                    <a:pt x="218" y="36"/>
                    <a:pt x="216" y="35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225" y="6"/>
                    <a:pt x="225" y="6"/>
                    <a:pt x="225" y="6"/>
                  </a:cubicBezTo>
                  <a:cubicBezTo>
                    <a:pt x="225" y="8"/>
                    <a:pt x="226" y="11"/>
                    <a:pt x="226" y="14"/>
                  </a:cubicBezTo>
                  <a:lnTo>
                    <a:pt x="231" y="14"/>
                  </a:lnTo>
                  <a:close/>
                  <a:moveTo>
                    <a:pt x="194" y="40"/>
                  </a:moveTo>
                  <a:cubicBezTo>
                    <a:pt x="194" y="28"/>
                    <a:pt x="194" y="28"/>
                    <a:pt x="194" y="28"/>
                  </a:cubicBezTo>
                  <a:cubicBezTo>
                    <a:pt x="189" y="28"/>
                    <a:pt x="189" y="28"/>
                    <a:pt x="189" y="28"/>
                  </a:cubicBezTo>
                  <a:cubicBezTo>
                    <a:pt x="189" y="30"/>
                    <a:pt x="189" y="33"/>
                    <a:pt x="188" y="35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80" y="6"/>
                    <a:pt x="182" y="5"/>
                    <a:pt x="184" y="5"/>
                  </a:cubicBezTo>
                  <a:cubicBezTo>
                    <a:pt x="184" y="1"/>
                    <a:pt x="184" y="1"/>
                    <a:pt x="184" y="1"/>
                  </a:cubicBezTo>
                  <a:cubicBezTo>
                    <a:pt x="164" y="1"/>
                    <a:pt x="164" y="1"/>
                    <a:pt x="164" y="1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6" y="5"/>
                    <a:pt x="169" y="6"/>
                    <a:pt x="171" y="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69" y="36"/>
                    <a:pt x="166" y="36"/>
                    <a:pt x="164" y="36"/>
                  </a:cubicBezTo>
                  <a:cubicBezTo>
                    <a:pt x="164" y="40"/>
                    <a:pt x="164" y="40"/>
                    <a:pt x="164" y="40"/>
                  </a:cubicBezTo>
                  <a:lnTo>
                    <a:pt x="194" y="40"/>
                  </a:lnTo>
                  <a:close/>
                  <a:moveTo>
                    <a:pt x="158" y="5"/>
                  </a:moveTo>
                  <a:cubicBezTo>
                    <a:pt x="158" y="1"/>
                    <a:pt x="158" y="1"/>
                    <a:pt x="158" y="1"/>
                  </a:cubicBezTo>
                  <a:cubicBezTo>
                    <a:pt x="140" y="1"/>
                    <a:pt x="140" y="1"/>
                    <a:pt x="140" y="1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2" y="5"/>
                    <a:pt x="144" y="6"/>
                    <a:pt x="146" y="6"/>
                  </a:cubicBezTo>
                  <a:cubicBezTo>
                    <a:pt x="146" y="25"/>
                    <a:pt x="146" y="25"/>
                    <a:pt x="146" y="25"/>
                  </a:cubicBezTo>
                  <a:cubicBezTo>
                    <a:pt x="146" y="31"/>
                    <a:pt x="143" y="35"/>
                    <a:pt x="136" y="35"/>
                  </a:cubicBezTo>
                  <a:cubicBezTo>
                    <a:pt x="129" y="35"/>
                    <a:pt x="126" y="32"/>
                    <a:pt x="126" y="25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8" y="6"/>
                    <a:pt x="130" y="5"/>
                    <a:pt x="132" y="5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5" y="5"/>
                    <a:pt x="117" y="6"/>
                    <a:pt x="119" y="6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36"/>
                    <a:pt x="125" y="41"/>
                    <a:pt x="135" y="41"/>
                  </a:cubicBezTo>
                  <a:cubicBezTo>
                    <a:pt x="148" y="41"/>
                    <a:pt x="153" y="34"/>
                    <a:pt x="153" y="25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5" y="6"/>
                    <a:pt x="157" y="5"/>
                    <a:pt x="158" y="5"/>
                  </a:cubicBezTo>
                  <a:moveTo>
                    <a:pt x="107" y="39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4" y="34"/>
                    <a:pt x="101" y="35"/>
                    <a:pt x="97" y="35"/>
                  </a:cubicBezTo>
                  <a:cubicBezTo>
                    <a:pt x="88" y="35"/>
                    <a:pt x="84" y="30"/>
                    <a:pt x="84" y="21"/>
                  </a:cubicBezTo>
                  <a:cubicBezTo>
                    <a:pt x="84" y="13"/>
                    <a:pt x="88" y="6"/>
                    <a:pt x="96" y="6"/>
                  </a:cubicBezTo>
                  <a:cubicBezTo>
                    <a:pt x="98" y="6"/>
                    <a:pt x="99" y="7"/>
                    <a:pt x="101" y="7"/>
                  </a:cubicBezTo>
                  <a:cubicBezTo>
                    <a:pt x="101" y="9"/>
                    <a:pt x="102" y="11"/>
                    <a:pt x="102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2"/>
                    <a:pt x="107" y="2"/>
                    <a:pt x="107" y="2"/>
                  </a:cubicBezTo>
                  <a:cubicBezTo>
                    <a:pt x="104" y="1"/>
                    <a:pt x="100" y="0"/>
                    <a:pt x="97" y="0"/>
                  </a:cubicBezTo>
                  <a:cubicBezTo>
                    <a:pt x="83" y="0"/>
                    <a:pt x="76" y="10"/>
                    <a:pt x="76" y="21"/>
                  </a:cubicBezTo>
                  <a:cubicBezTo>
                    <a:pt x="76" y="33"/>
                    <a:pt x="83" y="41"/>
                    <a:pt x="96" y="41"/>
                  </a:cubicBezTo>
                  <a:cubicBezTo>
                    <a:pt x="100" y="41"/>
                    <a:pt x="104" y="40"/>
                    <a:pt x="107" y="39"/>
                  </a:cubicBezTo>
                  <a:moveTo>
                    <a:pt x="58" y="25"/>
                  </a:moveTo>
                  <a:cubicBezTo>
                    <a:pt x="45" y="25"/>
                    <a:pt x="45" y="25"/>
                    <a:pt x="45" y="25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0" y="11"/>
                    <a:pt x="51" y="9"/>
                    <a:pt x="51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9"/>
                    <a:pt x="53" y="11"/>
                    <a:pt x="54" y="13"/>
                  </a:cubicBezTo>
                  <a:lnTo>
                    <a:pt x="58" y="25"/>
                  </a:lnTo>
                  <a:close/>
                  <a:moveTo>
                    <a:pt x="74" y="40"/>
                  </a:moveTo>
                  <a:cubicBezTo>
                    <a:pt x="74" y="36"/>
                    <a:pt x="74" y="36"/>
                    <a:pt x="74" y="36"/>
                  </a:cubicBezTo>
                  <a:cubicBezTo>
                    <a:pt x="73" y="36"/>
                    <a:pt x="71" y="36"/>
                    <a:pt x="69" y="36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1" y="36"/>
                    <a:pt x="29" y="36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5" y="36"/>
                    <a:pt x="43" y="36"/>
                    <a:pt x="41" y="36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0" y="36"/>
                    <a:pt x="58" y="36"/>
                    <a:pt x="56" y="36"/>
                  </a:cubicBezTo>
                  <a:cubicBezTo>
                    <a:pt x="56" y="40"/>
                    <a:pt x="56" y="40"/>
                    <a:pt x="56" y="40"/>
                  </a:cubicBezTo>
                  <a:lnTo>
                    <a:pt x="74" y="40"/>
                  </a:lnTo>
                  <a:close/>
                  <a:moveTo>
                    <a:pt x="30" y="12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6"/>
                    <a:pt x="7" y="6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4" y="36"/>
                    <a:pt x="2" y="36"/>
                    <a:pt x="0" y="3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8" y="36"/>
                    <a:pt x="16" y="36"/>
                    <a:pt x="13" y="35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6"/>
                    <a:pt x="22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7"/>
                    <a:pt x="21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10"/>
                    <a:pt x="25" y="12"/>
                  </a:cubicBezTo>
                  <a:lnTo>
                    <a:pt x="3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79" name="Marcador de número de diapositiva 70">
            <a:extLst>
              <a:ext uri="{FF2B5EF4-FFF2-40B4-BE49-F238E27FC236}">
                <a16:creationId xmlns:a16="http://schemas.microsoft.com/office/drawing/2014/main" id="{64EACE25-1980-4704-A58D-E0A21D5FF5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  <p:sp>
        <p:nvSpPr>
          <p:cNvPr id="75" name="Marcador de texto 4">
            <a:extLst>
              <a:ext uri="{FF2B5EF4-FFF2-40B4-BE49-F238E27FC236}">
                <a16:creationId xmlns:a16="http://schemas.microsoft.com/office/drawing/2014/main" id="{6D475752-527F-4496-84AD-E5EB6D3B9F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3209490"/>
            <a:ext cx="11938943" cy="4175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Texto en altas y bajas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603646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4201">
          <p15:clr>
            <a:srgbClr val="FBAE40"/>
          </p15:clr>
        </p15:guide>
        <p15:guide id="3" orient="horz" pos="96">
          <p15:clr>
            <a:srgbClr val="FBAE40"/>
          </p15:clr>
        </p15:guide>
        <p15:guide id="4" pos="3840">
          <p15:clr>
            <a:srgbClr val="FBAE40"/>
          </p15:clr>
        </p15:guide>
        <p15:guide id="5" pos="166">
          <p15:clr>
            <a:srgbClr val="FBAE40"/>
          </p15:clr>
        </p15:guide>
        <p15:guide id="6" pos="7469">
          <p15:clr>
            <a:srgbClr val="FBAE40"/>
          </p15:clr>
        </p15:guide>
        <p15:guide id="7" orient="horz" pos="436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Imágen full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A7C7672-94BA-4FA5-814B-6E725F37940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8546" y="0"/>
            <a:ext cx="1194749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tIns="1152000"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</a:lstStyle>
          <a:p>
            <a:r>
              <a:rPr lang="es-CL" dirty="0"/>
              <a:t>Espacio para imagen full </a:t>
            </a:r>
          </a:p>
        </p:txBody>
      </p:sp>
      <p:sp>
        <p:nvSpPr>
          <p:cNvPr id="6" name="Marcador de texto 4">
            <a:extLst>
              <a:ext uri="{FF2B5EF4-FFF2-40B4-BE49-F238E27FC236}">
                <a16:creationId xmlns:a16="http://schemas.microsoft.com/office/drawing/2014/main" id="{6D475752-527F-4496-84AD-E5EB6D3B9F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3220244"/>
            <a:ext cx="11938943" cy="4175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 b="1"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Texto en altas y bajas</a:t>
            </a:r>
            <a:endParaRPr lang="es-CL" dirty="0"/>
          </a:p>
        </p:txBody>
      </p:sp>
      <p:grpSp>
        <p:nvGrpSpPr>
          <p:cNvPr id="71" name="Grupo 70">
            <a:extLst>
              <a:ext uri="{FF2B5EF4-FFF2-40B4-BE49-F238E27FC236}">
                <a16:creationId xmlns:a16="http://schemas.microsoft.com/office/drawing/2014/main" id="{18F58F91-0033-4B76-AC08-AE1F093D0D3B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72" name="Freeform 109">
              <a:extLst>
                <a:ext uri="{FF2B5EF4-FFF2-40B4-BE49-F238E27FC236}">
                  <a16:creationId xmlns:a16="http://schemas.microsoft.com/office/drawing/2014/main" id="{96AB14E3-8E5C-4922-B9DB-3413AF77EED3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3" name="Freeform 110">
              <a:extLst>
                <a:ext uri="{FF2B5EF4-FFF2-40B4-BE49-F238E27FC236}">
                  <a16:creationId xmlns:a16="http://schemas.microsoft.com/office/drawing/2014/main" id="{1A9D835A-82C2-43F5-B8EA-04DB94EED2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74" name="Grupo 73">
              <a:extLst>
                <a:ext uri="{FF2B5EF4-FFF2-40B4-BE49-F238E27FC236}">
                  <a16:creationId xmlns:a16="http://schemas.microsoft.com/office/drawing/2014/main" id="{2B3D4907-70C1-477D-93D5-207E4013928C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85" name="Freeform 111">
                <a:extLst>
                  <a:ext uri="{FF2B5EF4-FFF2-40B4-BE49-F238E27FC236}">
                    <a16:creationId xmlns:a16="http://schemas.microsoft.com/office/drawing/2014/main" id="{C5D69512-E583-4C2E-B631-E4361BAA35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6" name="Freeform 112">
                <a:extLst>
                  <a:ext uri="{FF2B5EF4-FFF2-40B4-BE49-F238E27FC236}">
                    <a16:creationId xmlns:a16="http://schemas.microsoft.com/office/drawing/2014/main" id="{2A7ACA2B-8D7E-418F-8E1E-CE20DA3CD0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7" name="Freeform 113">
                <a:extLst>
                  <a:ext uri="{FF2B5EF4-FFF2-40B4-BE49-F238E27FC236}">
                    <a16:creationId xmlns:a16="http://schemas.microsoft.com/office/drawing/2014/main" id="{925D44F3-7225-4EEB-BC13-7CD4F1FD893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8" name="Freeform 114">
                <a:extLst>
                  <a:ext uri="{FF2B5EF4-FFF2-40B4-BE49-F238E27FC236}">
                    <a16:creationId xmlns:a16="http://schemas.microsoft.com/office/drawing/2014/main" id="{64C00162-7B11-4A2C-997B-7459AEDD61B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9" name="Freeform 115">
                <a:extLst>
                  <a:ext uri="{FF2B5EF4-FFF2-40B4-BE49-F238E27FC236}">
                    <a16:creationId xmlns:a16="http://schemas.microsoft.com/office/drawing/2014/main" id="{A50C0306-E5CA-4BD5-9BFA-6ECCEEC3DD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0" name="Freeform 116">
                <a:extLst>
                  <a:ext uri="{FF2B5EF4-FFF2-40B4-BE49-F238E27FC236}">
                    <a16:creationId xmlns:a16="http://schemas.microsoft.com/office/drawing/2014/main" id="{86B71BD0-8245-4F02-A518-B56C446BE5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1" name="Freeform 117">
                <a:extLst>
                  <a:ext uri="{FF2B5EF4-FFF2-40B4-BE49-F238E27FC236}">
                    <a16:creationId xmlns:a16="http://schemas.microsoft.com/office/drawing/2014/main" id="{7E6A241D-4E61-4FBA-B683-14AA16AE98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2" name="Freeform 118">
                <a:extLst>
                  <a:ext uri="{FF2B5EF4-FFF2-40B4-BE49-F238E27FC236}">
                    <a16:creationId xmlns:a16="http://schemas.microsoft.com/office/drawing/2014/main" id="{914652C7-D488-4847-AE92-49F866185E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3" name="Freeform 119">
                <a:extLst>
                  <a:ext uri="{FF2B5EF4-FFF2-40B4-BE49-F238E27FC236}">
                    <a16:creationId xmlns:a16="http://schemas.microsoft.com/office/drawing/2014/main" id="{C1437106-1E1F-4FD2-BD76-48C4F562D6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4" name="Freeform 120">
                <a:extLst>
                  <a:ext uri="{FF2B5EF4-FFF2-40B4-BE49-F238E27FC236}">
                    <a16:creationId xmlns:a16="http://schemas.microsoft.com/office/drawing/2014/main" id="{DC026305-F7D2-4A3C-A018-D1DA87A23BD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5" name="Freeform 121">
                <a:extLst>
                  <a:ext uri="{FF2B5EF4-FFF2-40B4-BE49-F238E27FC236}">
                    <a16:creationId xmlns:a16="http://schemas.microsoft.com/office/drawing/2014/main" id="{5ACC416C-1B47-4244-BDBD-E93DD8E3AA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6" name="Freeform 122">
                <a:extLst>
                  <a:ext uri="{FF2B5EF4-FFF2-40B4-BE49-F238E27FC236}">
                    <a16:creationId xmlns:a16="http://schemas.microsoft.com/office/drawing/2014/main" id="{3626AE19-E8FF-42DC-922E-FA743108A2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7" name="Freeform 123">
                <a:extLst>
                  <a:ext uri="{FF2B5EF4-FFF2-40B4-BE49-F238E27FC236}">
                    <a16:creationId xmlns:a16="http://schemas.microsoft.com/office/drawing/2014/main" id="{460BDDB1-5D20-4ED5-8DE6-26D279E8990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8" name="Freeform 124">
                <a:extLst>
                  <a:ext uri="{FF2B5EF4-FFF2-40B4-BE49-F238E27FC236}">
                    <a16:creationId xmlns:a16="http://schemas.microsoft.com/office/drawing/2014/main" id="{B44368DE-59B6-4674-BCD4-3B852D84699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9" name="Freeform 125">
                <a:extLst>
                  <a:ext uri="{FF2B5EF4-FFF2-40B4-BE49-F238E27FC236}">
                    <a16:creationId xmlns:a16="http://schemas.microsoft.com/office/drawing/2014/main" id="{322C328A-634A-4068-A476-671FBABDFB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0" name="Freeform 126">
                <a:extLst>
                  <a:ext uri="{FF2B5EF4-FFF2-40B4-BE49-F238E27FC236}">
                    <a16:creationId xmlns:a16="http://schemas.microsoft.com/office/drawing/2014/main" id="{A73B8BD2-A04C-4508-B0E1-CA3F283E61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1" name="Freeform 127">
                <a:extLst>
                  <a:ext uri="{FF2B5EF4-FFF2-40B4-BE49-F238E27FC236}">
                    <a16:creationId xmlns:a16="http://schemas.microsoft.com/office/drawing/2014/main" id="{4CECD2B1-20C0-46C1-A146-44114C4F62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75" name="Freeform 128">
              <a:extLst>
                <a:ext uri="{FF2B5EF4-FFF2-40B4-BE49-F238E27FC236}">
                  <a16:creationId xmlns:a16="http://schemas.microsoft.com/office/drawing/2014/main" id="{C5152B54-691E-4141-BF10-58559062AB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6" name="Freeform 129">
              <a:extLst>
                <a:ext uri="{FF2B5EF4-FFF2-40B4-BE49-F238E27FC236}">
                  <a16:creationId xmlns:a16="http://schemas.microsoft.com/office/drawing/2014/main" id="{C6160175-9203-45D4-956A-EB90F82203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7" name="Freeform 130">
              <a:extLst>
                <a:ext uri="{FF2B5EF4-FFF2-40B4-BE49-F238E27FC236}">
                  <a16:creationId xmlns:a16="http://schemas.microsoft.com/office/drawing/2014/main" id="{FD9CA157-3E9D-4B8A-BD4A-8B19A8677B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8" name="Freeform 131">
              <a:extLst>
                <a:ext uri="{FF2B5EF4-FFF2-40B4-BE49-F238E27FC236}">
                  <a16:creationId xmlns:a16="http://schemas.microsoft.com/office/drawing/2014/main" id="{43C6FCFA-8F16-4F34-B4E9-A555655834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9" name="Freeform 132">
              <a:extLst>
                <a:ext uri="{FF2B5EF4-FFF2-40B4-BE49-F238E27FC236}">
                  <a16:creationId xmlns:a16="http://schemas.microsoft.com/office/drawing/2014/main" id="{FF5C128F-1BA4-4FED-BBE7-58901C1455B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0" name="Freeform 133">
              <a:extLst>
                <a:ext uri="{FF2B5EF4-FFF2-40B4-BE49-F238E27FC236}">
                  <a16:creationId xmlns:a16="http://schemas.microsoft.com/office/drawing/2014/main" id="{49C3CD5B-1A01-4824-B112-002AA2809775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1" name="Freeform 134">
              <a:extLst>
                <a:ext uri="{FF2B5EF4-FFF2-40B4-BE49-F238E27FC236}">
                  <a16:creationId xmlns:a16="http://schemas.microsoft.com/office/drawing/2014/main" id="{1D5C616F-DE3F-4843-A5B5-ACB4D857B3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2" name="Freeform 135">
              <a:extLst>
                <a:ext uri="{FF2B5EF4-FFF2-40B4-BE49-F238E27FC236}">
                  <a16:creationId xmlns:a16="http://schemas.microsoft.com/office/drawing/2014/main" id="{FE4549F1-79B2-43C2-8182-AD44C1F6DC96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3" name="Freeform 136">
              <a:extLst>
                <a:ext uri="{FF2B5EF4-FFF2-40B4-BE49-F238E27FC236}">
                  <a16:creationId xmlns:a16="http://schemas.microsoft.com/office/drawing/2014/main" id="{317F4FD3-CFD9-4316-9945-4B3B052C5C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4" name="Freeform 137">
              <a:extLst>
                <a:ext uri="{FF2B5EF4-FFF2-40B4-BE49-F238E27FC236}">
                  <a16:creationId xmlns:a16="http://schemas.microsoft.com/office/drawing/2014/main" id="{EA383349-7481-4607-BD58-0E4D949869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02" name="Grupo 101">
            <a:extLst>
              <a:ext uri="{FF2B5EF4-FFF2-40B4-BE49-F238E27FC236}">
                <a16:creationId xmlns:a16="http://schemas.microsoft.com/office/drawing/2014/main" id="{AE056D84-173E-42AC-8684-562B27B9464B}"/>
              </a:ext>
            </a:extLst>
          </p:cNvPr>
          <p:cNvGrpSpPr/>
          <p:nvPr userDrawn="1"/>
        </p:nvGrpSpPr>
        <p:grpSpPr>
          <a:xfrm>
            <a:off x="10580559" y="518761"/>
            <a:ext cx="1147824" cy="235942"/>
            <a:chOff x="6094413" y="2516188"/>
            <a:chExt cx="2000250" cy="411162"/>
          </a:xfrm>
          <a:solidFill>
            <a:schemeClr val="bg2"/>
          </a:solidFill>
        </p:grpSpPr>
        <p:sp>
          <p:nvSpPr>
            <p:cNvPr id="103" name="Freeform 7">
              <a:extLst>
                <a:ext uri="{FF2B5EF4-FFF2-40B4-BE49-F238E27FC236}">
                  <a16:creationId xmlns:a16="http://schemas.microsoft.com/office/drawing/2014/main" id="{A9453ED4-4175-4F70-87FC-7DBB842EB91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4463" y="2516188"/>
              <a:ext cx="1600200" cy="265113"/>
            </a:xfrm>
            <a:custGeom>
              <a:avLst/>
              <a:gdLst>
                <a:gd name="T0" fmla="*/ 644 w 1008"/>
                <a:gd name="T1" fmla="*/ 90 h 167"/>
                <a:gd name="T2" fmla="*/ 644 w 1008"/>
                <a:gd name="T3" fmla="*/ 39 h 167"/>
                <a:gd name="T4" fmla="*/ 363 w 1008"/>
                <a:gd name="T5" fmla="*/ 39 h 167"/>
                <a:gd name="T6" fmla="*/ 363 w 1008"/>
                <a:gd name="T7" fmla="*/ 90 h 167"/>
                <a:gd name="T8" fmla="*/ 644 w 1008"/>
                <a:gd name="T9" fmla="*/ 90 h 167"/>
                <a:gd name="T10" fmla="*/ 40 w 1008"/>
                <a:gd name="T11" fmla="*/ 0 h 167"/>
                <a:gd name="T12" fmla="*/ 40 w 1008"/>
                <a:gd name="T13" fmla="*/ 128 h 167"/>
                <a:gd name="T14" fmla="*/ 323 w 1008"/>
                <a:gd name="T15" fmla="*/ 128 h 167"/>
                <a:gd name="T16" fmla="*/ 323 w 1008"/>
                <a:gd name="T17" fmla="*/ 0 h 167"/>
                <a:gd name="T18" fmla="*/ 685 w 1008"/>
                <a:gd name="T19" fmla="*/ 0 h 167"/>
                <a:gd name="T20" fmla="*/ 685 w 1008"/>
                <a:gd name="T21" fmla="*/ 129 h 167"/>
                <a:gd name="T22" fmla="*/ 967 w 1008"/>
                <a:gd name="T23" fmla="*/ 129 h 167"/>
                <a:gd name="T24" fmla="*/ 967 w 1008"/>
                <a:gd name="T25" fmla="*/ 58 h 167"/>
                <a:gd name="T26" fmla="*/ 1008 w 1008"/>
                <a:gd name="T27" fmla="*/ 58 h 167"/>
                <a:gd name="T28" fmla="*/ 1008 w 1008"/>
                <a:gd name="T29" fmla="*/ 167 h 167"/>
                <a:gd name="T30" fmla="*/ 644 w 1008"/>
                <a:gd name="T31" fmla="*/ 167 h 167"/>
                <a:gd name="T32" fmla="*/ 644 w 1008"/>
                <a:gd name="T33" fmla="*/ 130 h 167"/>
                <a:gd name="T34" fmla="*/ 363 w 1008"/>
                <a:gd name="T35" fmla="*/ 130 h 167"/>
                <a:gd name="T36" fmla="*/ 363 w 1008"/>
                <a:gd name="T37" fmla="*/ 167 h 167"/>
                <a:gd name="T38" fmla="*/ 0 w 1008"/>
                <a:gd name="T39" fmla="*/ 167 h 167"/>
                <a:gd name="T40" fmla="*/ 0 w 1008"/>
                <a:gd name="T41" fmla="*/ 0 h 167"/>
                <a:gd name="T42" fmla="*/ 40 w 1008"/>
                <a:gd name="T43" fmla="*/ 0 h 167"/>
                <a:gd name="T44" fmla="*/ 967 w 1008"/>
                <a:gd name="T45" fmla="*/ 0 h 167"/>
                <a:gd name="T46" fmla="*/ 1007 w 1008"/>
                <a:gd name="T47" fmla="*/ 0 h 167"/>
                <a:gd name="T48" fmla="*/ 1007 w 1008"/>
                <a:gd name="T49" fmla="*/ 38 h 167"/>
                <a:gd name="T50" fmla="*/ 967 w 1008"/>
                <a:gd name="T51" fmla="*/ 38 h 167"/>
                <a:gd name="T52" fmla="*/ 967 w 1008"/>
                <a:gd name="T5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008" h="167">
                  <a:moveTo>
                    <a:pt x="644" y="90"/>
                  </a:moveTo>
                  <a:lnTo>
                    <a:pt x="644" y="39"/>
                  </a:lnTo>
                  <a:lnTo>
                    <a:pt x="363" y="39"/>
                  </a:lnTo>
                  <a:lnTo>
                    <a:pt x="363" y="90"/>
                  </a:lnTo>
                  <a:lnTo>
                    <a:pt x="644" y="90"/>
                  </a:lnTo>
                  <a:close/>
                  <a:moveTo>
                    <a:pt x="40" y="0"/>
                  </a:moveTo>
                  <a:lnTo>
                    <a:pt x="40" y="128"/>
                  </a:lnTo>
                  <a:lnTo>
                    <a:pt x="323" y="128"/>
                  </a:lnTo>
                  <a:lnTo>
                    <a:pt x="323" y="0"/>
                  </a:lnTo>
                  <a:lnTo>
                    <a:pt x="685" y="0"/>
                  </a:lnTo>
                  <a:lnTo>
                    <a:pt x="685" y="129"/>
                  </a:lnTo>
                  <a:lnTo>
                    <a:pt x="967" y="129"/>
                  </a:lnTo>
                  <a:lnTo>
                    <a:pt x="967" y="58"/>
                  </a:lnTo>
                  <a:lnTo>
                    <a:pt x="1008" y="58"/>
                  </a:lnTo>
                  <a:lnTo>
                    <a:pt x="1008" y="167"/>
                  </a:lnTo>
                  <a:lnTo>
                    <a:pt x="644" y="167"/>
                  </a:lnTo>
                  <a:lnTo>
                    <a:pt x="644" y="130"/>
                  </a:lnTo>
                  <a:lnTo>
                    <a:pt x="363" y="130"/>
                  </a:lnTo>
                  <a:lnTo>
                    <a:pt x="363" y="167"/>
                  </a:lnTo>
                  <a:lnTo>
                    <a:pt x="0" y="167"/>
                  </a:lnTo>
                  <a:lnTo>
                    <a:pt x="0" y="0"/>
                  </a:lnTo>
                  <a:lnTo>
                    <a:pt x="40" y="0"/>
                  </a:lnTo>
                  <a:close/>
                  <a:moveTo>
                    <a:pt x="967" y="0"/>
                  </a:moveTo>
                  <a:lnTo>
                    <a:pt x="1007" y="0"/>
                  </a:lnTo>
                  <a:lnTo>
                    <a:pt x="1007" y="38"/>
                  </a:lnTo>
                  <a:lnTo>
                    <a:pt x="967" y="38"/>
                  </a:lnTo>
                  <a:lnTo>
                    <a:pt x="96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4" name="Freeform 8">
              <a:extLst>
                <a:ext uri="{FF2B5EF4-FFF2-40B4-BE49-F238E27FC236}">
                  <a16:creationId xmlns:a16="http://schemas.microsoft.com/office/drawing/2014/main" id="{A8D7C765-FE9F-4703-B262-623073FEBCBE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4463" y="2840038"/>
              <a:ext cx="63500" cy="80963"/>
            </a:xfrm>
            <a:custGeom>
              <a:avLst/>
              <a:gdLst>
                <a:gd name="T0" fmla="*/ 29 w 29"/>
                <a:gd name="T1" fmla="*/ 0 h 37"/>
                <a:gd name="T2" fmla="*/ 22 w 29"/>
                <a:gd name="T3" fmla="*/ 0 h 37"/>
                <a:gd name="T4" fmla="*/ 22 w 29"/>
                <a:gd name="T5" fmla="*/ 23 h 37"/>
                <a:gd name="T6" fmla="*/ 21 w 29"/>
                <a:gd name="T7" fmla="*/ 28 h 37"/>
                <a:gd name="T8" fmla="*/ 16 w 29"/>
                <a:gd name="T9" fmla="*/ 30 h 37"/>
                <a:gd name="T10" fmla="*/ 10 w 29"/>
                <a:gd name="T11" fmla="*/ 28 h 37"/>
                <a:gd name="T12" fmla="*/ 9 w 29"/>
                <a:gd name="T13" fmla="*/ 23 h 37"/>
                <a:gd name="T14" fmla="*/ 9 w 29"/>
                <a:gd name="T15" fmla="*/ 0 h 37"/>
                <a:gd name="T16" fmla="*/ 0 w 29"/>
                <a:gd name="T17" fmla="*/ 0 h 37"/>
                <a:gd name="T18" fmla="*/ 0 w 29"/>
                <a:gd name="T19" fmla="*/ 23 h 37"/>
                <a:gd name="T20" fmla="*/ 3 w 29"/>
                <a:gd name="T21" fmla="*/ 33 h 37"/>
                <a:gd name="T22" fmla="*/ 15 w 29"/>
                <a:gd name="T23" fmla="*/ 37 h 37"/>
                <a:gd name="T24" fmla="*/ 26 w 29"/>
                <a:gd name="T25" fmla="*/ 34 h 37"/>
                <a:gd name="T26" fmla="*/ 29 w 29"/>
                <a:gd name="T27" fmla="*/ 23 h 37"/>
                <a:gd name="T28" fmla="*/ 29 w 29"/>
                <a:gd name="T2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" h="37">
                  <a:moveTo>
                    <a:pt x="29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6"/>
                    <a:pt x="22" y="27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cubicBezTo>
                    <a:pt x="13" y="30"/>
                    <a:pt x="11" y="29"/>
                    <a:pt x="10" y="28"/>
                  </a:cubicBezTo>
                  <a:cubicBezTo>
                    <a:pt x="10" y="27"/>
                    <a:pt x="9" y="26"/>
                    <a:pt x="9" y="2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8"/>
                    <a:pt x="1" y="31"/>
                    <a:pt x="3" y="33"/>
                  </a:cubicBezTo>
                  <a:cubicBezTo>
                    <a:pt x="6" y="36"/>
                    <a:pt x="10" y="37"/>
                    <a:pt x="15" y="37"/>
                  </a:cubicBezTo>
                  <a:cubicBezTo>
                    <a:pt x="20" y="37"/>
                    <a:pt x="23" y="36"/>
                    <a:pt x="26" y="34"/>
                  </a:cubicBezTo>
                  <a:cubicBezTo>
                    <a:pt x="28" y="31"/>
                    <a:pt x="29" y="29"/>
                    <a:pt x="29" y="23"/>
                  </a:cubicBez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5" name="Freeform 9">
              <a:extLst>
                <a:ext uri="{FF2B5EF4-FFF2-40B4-BE49-F238E27FC236}">
                  <a16:creationId xmlns:a16="http://schemas.microsoft.com/office/drawing/2014/main" id="{5F27F551-53DE-4CD4-A5FD-ECB69D9C71CE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2250" y="2840038"/>
              <a:ext cx="60325" cy="77788"/>
            </a:xfrm>
            <a:custGeom>
              <a:avLst/>
              <a:gdLst>
                <a:gd name="T0" fmla="*/ 28 w 28"/>
                <a:gd name="T1" fmla="*/ 0 h 36"/>
                <a:gd name="T2" fmla="*/ 22 w 28"/>
                <a:gd name="T3" fmla="*/ 0 h 36"/>
                <a:gd name="T4" fmla="*/ 22 w 28"/>
                <a:gd name="T5" fmla="*/ 19 h 36"/>
                <a:gd name="T6" fmla="*/ 22 w 28"/>
                <a:gd name="T7" fmla="*/ 21 h 36"/>
                <a:gd name="T8" fmla="*/ 9 w 28"/>
                <a:gd name="T9" fmla="*/ 0 h 36"/>
                <a:gd name="T10" fmla="*/ 0 w 28"/>
                <a:gd name="T11" fmla="*/ 0 h 36"/>
                <a:gd name="T12" fmla="*/ 0 w 28"/>
                <a:gd name="T13" fmla="*/ 36 h 36"/>
                <a:gd name="T14" fmla="*/ 7 w 28"/>
                <a:gd name="T15" fmla="*/ 36 h 36"/>
                <a:gd name="T16" fmla="*/ 7 w 28"/>
                <a:gd name="T17" fmla="*/ 15 h 36"/>
                <a:gd name="T18" fmla="*/ 7 w 28"/>
                <a:gd name="T19" fmla="*/ 13 h 36"/>
                <a:gd name="T20" fmla="*/ 6 w 28"/>
                <a:gd name="T21" fmla="*/ 12 h 36"/>
                <a:gd name="T22" fmla="*/ 21 w 28"/>
                <a:gd name="T23" fmla="*/ 36 h 36"/>
                <a:gd name="T24" fmla="*/ 28 w 28"/>
                <a:gd name="T25" fmla="*/ 36 h 36"/>
                <a:gd name="T26" fmla="*/ 28 w 28"/>
                <a:gd name="T2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6">
                  <a:moveTo>
                    <a:pt x="28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6" name="Rectangle 10">
              <a:extLst>
                <a:ext uri="{FF2B5EF4-FFF2-40B4-BE49-F238E27FC236}">
                  <a16:creationId xmlns:a16="http://schemas.microsoft.com/office/drawing/2014/main" id="{E91FF38F-1F24-4D27-BE64-A918B40188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8450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7" name="Freeform 11">
              <a:extLst>
                <a:ext uri="{FF2B5EF4-FFF2-40B4-BE49-F238E27FC236}">
                  <a16:creationId xmlns:a16="http://schemas.microsoft.com/office/drawing/2014/main" id="{86B53FFE-FC53-46A6-9D5D-45E1C15B7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3850" y="2840038"/>
              <a:ext cx="68263" cy="77788"/>
            </a:xfrm>
            <a:custGeom>
              <a:avLst/>
              <a:gdLst>
                <a:gd name="T0" fmla="*/ 43 w 43"/>
                <a:gd name="T1" fmla="*/ 0 h 49"/>
                <a:gd name="T2" fmla="*/ 33 w 43"/>
                <a:gd name="T3" fmla="*/ 0 h 49"/>
                <a:gd name="T4" fmla="*/ 24 w 43"/>
                <a:gd name="T5" fmla="*/ 36 h 49"/>
                <a:gd name="T6" fmla="*/ 13 w 43"/>
                <a:gd name="T7" fmla="*/ 0 h 49"/>
                <a:gd name="T8" fmla="*/ 0 w 43"/>
                <a:gd name="T9" fmla="*/ 0 h 49"/>
                <a:gd name="T10" fmla="*/ 15 w 43"/>
                <a:gd name="T11" fmla="*/ 49 h 49"/>
                <a:gd name="T12" fmla="*/ 28 w 43"/>
                <a:gd name="T13" fmla="*/ 49 h 49"/>
                <a:gd name="T14" fmla="*/ 43 w 43"/>
                <a:gd name="T15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49">
                  <a:moveTo>
                    <a:pt x="43" y="0"/>
                  </a:moveTo>
                  <a:lnTo>
                    <a:pt x="33" y="0"/>
                  </a:lnTo>
                  <a:lnTo>
                    <a:pt x="24" y="36"/>
                  </a:lnTo>
                  <a:lnTo>
                    <a:pt x="13" y="0"/>
                  </a:lnTo>
                  <a:lnTo>
                    <a:pt x="0" y="0"/>
                  </a:lnTo>
                  <a:lnTo>
                    <a:pt x="15" y="49"/>
                  </a:lnTo>
                  <a:lnTo>
                    <a:pt x="28" y="49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8" name="Freeform 12">
              <a:extLst>
                <a:ext uri="{FF2B5EF4-FFF2-40B4-BE49-F238E27FC236}">
                  <a16:creationId xmlns:a16="http://schemas.microsoft.com/office/drawing/2014/main" id="{E0607D55-64B5-43A4-B8F8-56EA1C682B7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050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36 w 36"/>
                <a:gd name="T9" fmla="*/ 49 h 49"/>
                <a:gd name="T10" fmla="*/ 36 w 36"/>
                <a:gd name="T11" fmla="*/ 40 h 49"/>
                <a:gd name="T12" fmla="*/ 11 w 36"/>
                <a:gd name="T13" fmla="*/ 40 h 49"/>
                <a:gd name="T14" fmla="*/ 11 w 36"/>
                <a:gd name="T15" fmla="*/ 29 h 49"/>
                <a:gd name="T16" fmla="*/ 30 w 36"/>
                <a:gd name="T17" fmla="*/ 29 h 49"/>
                <a:gd name="T18" fmla="*/ 30 w 36"/>
                <a:gd name="T19" fmla="*/ 19 h 49"/>
                <a:gd name="T20" fmla="*/ 11 w 36"/>
                <a:gd name="T21" fmla="*/ 19 h 49"/>
                <a:gd name="T22" fmla="*/ 11 w 36"/>
                <a:gd name="T23" fmla="*/ 10 h 49"/>
                <a:gd name="T24" fmla="*/ 36 w 36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6" y="49"/>
                  </a:lnTo>
                  <a:lnTo>
                    <a:pt x="36" y="40"/>
                  </a:lnTo>
                  <a:lnTo>
                    <a:pt x="11" y="40"/>
                  </a:lnTo>
                  <a:lnTo>
                    <a:pt x="11" y="29"/>
                  </a:lnTo>
                  <a:lnTo>
                    <a:pt x="30" y="29"/>
                  </a:lnTo>
                  <a:lnTo>
                    <a:pt x="30" y="19"/>
                  </a:lnTo>
                  <a:lnTo>
                    <a:pt x="11" y="19"/>
                  </a:lnTo>
                  <a:lnTo>
                    <a:pt x="11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9" name="Freeform 13">
              <a:extLst>
                <a:ext uri="{FF2B5EF4-FFF2-40B4-BE49-F238E27FC236}">
                  <a16:creationId xmlns:a16="http://schemas.microsoft.com/office/drawing/2014/main" id="{38249EC7-6FC9-400E-A604-7F245EF829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16725" y="2840038"/>
              <a:ext cx="65088" cy="77788"/>
            </a:xfrm>
            <a:custGeom>
              <a:avLst/>
              <a:gdLst>
                <a:gd name="T0" fmla="*/ 8 w 30"/>
                <a:gd name="T1" fmla="*/ 22 h 36"/>
                <a:gd name="T2" fmla="*/ 15 w 30"/>
                <a:gd name="T3" fmla="*/ 22 h 36"/>
                <a:gd name="T4" fmla="*/ 20 w 30"/>
                <a:gd name="T5" fmla="*/ 36 h 36"/>
                <a:gd name="T6" fmla="*/ 30 w 30"/>
                <a:gd name="T7" fmla="*/ 36 h 36"/>
                <a:gd name="T8" fmla="*/ 23 w 30"/>
                <a:gd name="T9" fmla="*/ 20 h 36"/>
                <a:gd name="T10" fmla="*/ 26 w 30"/>
                <a:gd name="T11" fmla="*/ 18 h 36"/>
                <a:gd name="T12" fmla="*/ 29 w 30"/>
                <a:gd name="T13" fmla="*/ 11 h 36"/>
                <a:gd name="T14" fmla="*/ 25 w 30"/>
                <a:gd name="T15" fmla="*/ 2 h 36"/>
                <a:gd name="T16" fmla="*/ 16 w 30"/>
                <a:gd name="T17" fmla="*/ 0 h 36"/>
                <a:gd name="T18" fmla="*/ 0 w 30"/>
                <a:gd name="T19" fmla="*/ 0 h 36"/>
                <a:gd name="T20" fmla="*/ 0 w 30"/>
                <a:gd name="T21" fmla="*/ 36 h 36"/>
                <a:gd name="T22" fmla="*/ 8 w 30"/>
                <a:gd name="T23" fmla="*/ 36 h 36"/>
                <a:gd name="T24" fmla="*/ 8 w 30"/>
                <a:gd name="T25" fmla="*/ 22 h 36"/>
                <a:gd name="T26" fmla="*/ 8 w 30"/>
                <a:gd name="T27" fmla="*/ 6 h 36"/>
                <a:gd name="T28" fmla="*/ 13 w 30"/>
                <a:gd name="T29" fmla="*/ 6 h 36"/>
                <a:gd name="T30" fmla="*/ 19 w 30"/>
                <a:gd name="T31" fmla="*/ 7 h 36"/>
                <a:gd name="T32" fmla="*/ 20 w 30"/>
                <a:gd name="T33" fmla="*/ 11 h 36"/>
                <a:gd name="T34" fmla="*/ 18 w 30"/>
                <a:gd name="T35" fmla="*/ 15 h 36"/>
                <a:gd name="T36" fmla="*/ 14 w 30"/>
                <a:gd name="T37" fmla="*/ 16 h 36"/>
                <a:gd name="T38" fmla="*/ 8 w 30"/>
                <a:gd name="T39" fmla="*/ 16 h 36"/>
                <a:gd name="T40" fmla="*/ 8 w 30"/>
                <a:gd name="T4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6">
                  <a:moveTo>
                    <a:pt x="8" y="22"/>
                  </a:moveTo>
                  <a:cubicBezTo>
                    <a:pt x="15" y="22"/>
                    <a:pt x="15" y="22"/>
                    <a:pt x="15" y="2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5" y="19"/>
                    <a:pt x="25" y="19"/>
                    <a:pt x="26" y="18"/>
                  </a:cubicBezTo>
                  <a:cubicBezTo>
                    <a:pt x="28" y="16"/>
                    <a:pt x="29" y="14"/>
                    <a:pt x="29" y="11"/>
                  </a:cubicBezTo>
                  <a:cubicBezTo>
                    <a:pt x="29" y="8"/>
                    <a:pt x="28" y="4"/>
                    <a:pt x="25" y="2"/>
                  </a:cubicBezTo>
                  <a:cubicBezTo>
                    <a:pt x="23" y="1"/>
                    <a:pt x="21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8" y="36"/>
                    <a:pt x="8" y="36"/>
                    <a:pt x="8" y="36"/>
                  </a:cubicBezTo>
                  <a:lnTo>
                    <a:pt x="8" y="22"/>
                  </a:lnTo>
                  <a:close/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7" y="6"/>
                    <a:pt x="18" y="6"/>
                    <a:pt x="19" y="7"/>
                  </a:cubicBezTo>
                  <a:cubicBezTo>
                    <a:pt x="20" y="8"/>
                    <a:pt x="20" y="10"/>
                    <a:pt x="20" y="11"/>
                  </a:cubicBezTo>
                  <a:cubicBezTo>
                    <a:pt x="20" y="12"/>
                    <a:pt x="19" y="14"/>
                    <a:pt x="18" y="15"/>
                  </a:cubicBezTo>
                  <a:cubicBezTo>
                    <a:pt x="17" y="16"/>
                    <a:pt x="17" y="16"/>
                    <a:pt x="14" y="16"/>
                  </a:cubicBezTo>
                  <a:cubicBezTo>
                    <a:pt x="8" y="16"/>
                    <a:pt x="8" y="16"/>
                    <a:pt x="8" y="16"/>
                  </a:cubicBezTo>
                  <a:lnTo>
                    <a:pt x="8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0" name="Freeform 14">
              <a:extLst>
                <a:ext uri="{FF2B5EF4-FFF2-40B4-BE49-F238E27FC236}">
                  <a16:creationId xmlns:a16="http://schemas.microsoft.com/office/drawing/2014/main" id="{14995597-DC8D-4C23-8776-089124F68BC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6575" y="2838450"/>
              <a:ext cx="65088" cy="82550"/>
            </a:xfrm>
            <a:custGeom>
              <a:avLst/>
              <a:gdLst>
                <a:gd name="T0" fmla="*/ 29 w 30"/>
                <a:gd name="T1" fmla="*/ 9 h 38"/>
                <a:gd name="T2" fmla="*/ 25 w 30"/>
                <a:gd name="T3" fmla="*/ 3 h 38"/>
                <a:gd name="T4" fmla="*/ 15 w 30"/>
                <a:gd name="T5" fmla="*/ 0 h 38"/>
                <a:gd name="T6" fmla="*/ 6 w 30"/>
                <a:gd name="T7" fmla="*/ 3 h 38"/>
                <a:gd name="T8" fmla="*/ 2 w 30"/>
                <a:gd name="T9" fmla="*/ 12 h 38"/>
                <a:gd name="T10" fmla="*/ 6 w 30"/>
                <a:gd name="T11" fmla="*/ 20 h 38"/>
                <a:gd name="T12" fmla="*/ 15 w 30"/>
                <a:gd name="T13" fmla="*/ 23 h 38"/>
                <a:gd name="T14" fmla="*/ 21 w 30"/>
                <a:gd name="T15" fmla="*/ 27 h 38"/>
                <a:gd name="T16" fmla="*/ 15 w 30"/>
                <a:gd name="T17" fmla="*/ 31 h 38"/>
                <a:gd name="T18" fmla="*/ 8 w 30"/>
                <a:gd name="T19" fmla="*/ 26 h 38"/>
                <a:gd name="T20" fmla="*/ 0 w 30"/>
                <a:gd name="T21" fmla="*/ 28 h 38"/>
                <a:gd name="T22" fmla="*/ 4 w 30"/>
                <a:gd name="T23" fmla="*/ 35 h 38"/>
                <a:gd name="T24" fmla="*/ 15 w 30"/>
                <a:gd name="T25" fmla="*/ 38 h 38"/>
                <a:gd name="T26" fmla="*/ 25 w 30"/>
                <a:gd name="T27" fmla="*/ 36 h 38"/>
                <a:gd name="T28" fmla="*/ 30 w 30"/>
                <a:gd name="T29" fmla="*/ 26 h 38"/>
                <a:gd name="T30" fmla="*/ 25 w 30"/>
                <a:gd name="T31" fmla="*/ 17 h 38"/>
                <a:gd name="T32" fmla="*/ 16 w 30"/>
                <a:gd name="T33" fmla="*/ 14 h 38"/>
                <a:gd name="T34" fmla="*/ 10 w 30"/>
                <a:gd name="T35" fmla="*/ 10 h 38"/>
                <a:gd name="T36" fmla="*/ 15 w 30"/>
                <a:gd name="T37" fmla="*/ 7 h 38"/>
                <a:gd name="T38" fmla="*/ 22 w 30"/>
                <a:gd name="T39" fmla="*/ 11 h 38"/>
                <a:gd name="T40" fmla="*/ 29 w 30"/>
                <a:gd name="T41" fmla="*/ 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8">
                  <a:moveTo>
                    <a:pt x="29" y="9"/>
                  </a:moveTo>
                  <a:cubicBezTo>
                    <a:pt x="28" y="6"/>
                    <a:pt x="27" y="5"/>
                    <a:pt x="25" y="3"/>
                  </a:cubicBezTo>
                  <a:cubicBezTo>
                    <a:pt x="22" y="1"/>
                    <a:pt x="19" y="0"/>
                    <a:pt x="15" y="0"/>
                  </a:cubicBezTo>
                  <a:cubicBezTo>
                    <a:pt x="11" y="0"/>
                    <a:pt x="8" y="1"/>
                    <a:pt x="6" y="3"/>
                  </a:cubicBezTo>
                  <a:cubicBezTo>
                    <a:pt x="3" y="6"/>
                    <a:pt x="2" y="9"/>
                    <a:pt x="2" y="12"/>
                  </a:cubicBezTo>
                  <a:cubicBezTo>
                    <a:pt x="2" y="16"/>
                    <a:pt x="4" y="19"/>
                    <a:pt x="6" y="20"/>
                  </a:cubicBezTo>
                  <a:cubicBezTo>
                    <a:pt x="8" y="21"/>
                    <a:pt x="11" y="22"/>
                    <a:pt x="15" y="23"/>
                  </a:cubicBezTo>
                  <a:cubicBezTo>
                    <a:pt x="20" y="24"/>
                    <a:pt x="21" y="25"/>
                    <a:pt x="21" y="27"/>
                  </a:cubicBezTo>
                  <a:cubicBezTo>
                    <a:pt x="21" y="30"/>
                    <a:pt x="19" y="31"/>
                    <a:pt x="15" y="31"/>
                  </a:cubicBezTo>
                  <a:cubicBezTo>
                    <a:pt x="11" y="31"/>
                    <a:pt x="9" y="30"/>
                    <a:pt x="8" y="2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31"/>
                    <a:pt x="2" y="33"/>
                    <a:pt x="4" y="35"/>
                  </a:cubicBezTo>
                  <a:cubicBezTo>
                    <a:pt x="7" y="37"/>
                    <a:pt x="11" y="38"/>
                    <a:pt x="15" y="38"/>
                  </a:cubicBezTo>
                  <a:cubicBezTo>
                    <a:pt x="19" y="38"/>
                    <a:pt x="22" y="37"/>
                    <a:pt x="25" y="36"/>
                  </a:cubicBezTo>
                  <a:cubicBezTo>
                    <a:pt x="28" y="33"/>
                    <a:pt x="30" y="30"/>
                    <a:pt x="30" y="26"/>
                  </a:cubicBezTo>
                  <a:cubicBezTo>
                    <a:pt x="30" y="22"/>
                    <a:pt x="28" y="19"/>
                    <a:pt x="25" y="17"/>
                  </a:cubicBezTo>
                  <a:cubicBezTo>
                    <a:pt x="24" y="16"/>
                    <a:pt x="21" y="15"/>
                    <a:pt x="16" y="14"/>
                  </a:cubicBezTo>
                  <a:cubicBezTo>
                    <a:pt x="12" y="13"/>
                    <a:pt x="10" y="12"/>
                    <a:pt x="10" y="10"/>
                  </a:cubicBezTo>
                  <a:cubicBezTo>
                    <a:pt x="10" y="8"/>
                    <a:pt x="12" y="7"/>
                    <a:pt x="15" y="7"/>
                  </a:cubicBezTo>
                  <a:cubicBezTo>
                    <a:pt x="19" y="7"/>
                    <a:pt x="20" y="8"/>
                    <a:pt x="22" y="11"/>
                  </a:cubicBezTo>
                  <a:lnTo>
                    <a:pt x="2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1" name="Rectangle 15">
              <a:extLst>
                <a:ext uri="{FF2B5EF4-FFF2-40B4-BE49-F238E27FC236}">
                  <a16:creationId xmlns:a16="http://schemas.microsoft.com/office/drawing/2014/main" id="{2F589983-1B17-4695-8803-B42923747A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4363" y="2840038"/>
              <a:ext cx="17463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2" name="Freeform 16">
              <a:extLst>
                <a:ext uri="{FF2B5EF4-FFF2-40B4-BE49-F238E27FC236}">
                  <a16:creationId xmlns:a16="http://schemas.microsoft.com/office/drawing/2014/main" id="{6F4D6D0D-E191-4462-B566-567E53E836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97700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3" name="Freeform 17">
              <a:extLst>
                <a:ext uri="{FF2B5EF4-FFF2-40B4-BE49-F238E27FC236}">
                  <a16:creationId xmlns:a16="http://schemas.microsoft.com/office/drawing/2014/main" id="{C5292092-1D92-4005-ACFD-2EC41A56A1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5963" y="2840038"/>
              <a:ext cx="71438" cy="77788"/>
            </a:xfrm>
            <a:custGeom>
              <a:avLst/>
              <a:gdLst>
                <a:gd name="T0" fmla="*/ 30 w 45"/>
                <a:gd name="T1" fmla="*/ 0 h 49"/>
                <a:gd name="T2" fmla="*/ 17 w 45"/>
                <a:gd name="T3" fmla="*/ 0 h 49"/>
                <a:gd name="T4" fmla="*/ 0 w 45"/>
                <a:gd name="T5" fmla="*/ 49 h 49"/>
                <a:gd name="T6" fmla="*/ 11 w 45"/>
                <a:gd name="T7" fmla="*/ 49 h 49"/>
                <a:gd name="T8" fmla="*/ 14 w 45"/>
                <a:gd name="T9" fmla="*/ 40 h 49"/>
                <a:gd name="T10" fmla="*/ 30 w 45"/>
                <a:gd name="T11" fmla="*/ 40 h 49"/>
                <a:gd name="T12" fmla="*/ 33 w 45"/>
                <a:gd name="T13" fmla="*/ 49 h 49"/>
                <a:gd name="T14" fmla="*/ 45 w 45"/>
                <a:gd name="T15" fmla="*/ 49 h 49"/>
                <a:gd name="T16" fmla="*/ 30 w 45"/>
                <a:gd name="T17" fmla="*/ 0 h 49"/>
                <a:gd name="T18" fmla="*/ 17 w 45"/>
                <a:gd name="T19" fmla="*/ 30 h 49"/>
                <a:gd name="T20" fmla="*/ 22 w 45"/>
                <a:gd name="T21" fmla="*/ 12 h 49"/>
                <a:gd name="T22" fmla="*/ 28 w 45"/>
                <a:gd name="T23" fmla="*/ 30 h 49"/>
                <a:gd name="T24" fmla="*/ 17 w 45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" h="49">
                  <a:moveTo>
                    <a:pt x="30" y="0"/>
                  </a:moveTo>
                  <a:lnTo>
                    <a:pt x="17" y="0"/>
                  </a:lnTo>
                  <a:lnTo>
                    <a:pt x="0" y="49"/>
                  </a:lnTo>
                  <a:lnTo>
                    <a:pt x="11" y="49"/>
                  </a:lnTo>
                  <a:lnTo>
                    <a:pt x="14" y="40"/>
                  </a:lnTo>
                  <a:lnTo>
                    <a:pt x="30" y="40"/>
                  </a:lnTo>
                  <a:lnTo>
                    <a:pt x="33" y="49"/>
                  </a:lnTo>
                  <a:lnTo>
                    <a:pt x="45" y="49"/>
                  </a:lnTo>
                  <a:lnTo>
                    <a:pt x="30" y="0"/>
                  </a:lnTo>
                  <a:close/>
                  <a:moveTo>
                    <a:pt x="17" y="30"/>
                  </a:moveTo>
                  <a:lnTo>
                    <a:pt x="22" y="12"/>
                  </a:lnTo>
                  <a:lnTo>
                    <a:pt x="28" y="30"/>
                  </a:lnTo>
                  <a:lnTo>
                    <a:pt x="17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4" name="Freeform 18">
              <a:extLst>
                <a:ext uri="{FF2B5EF4-FFF2-40B4-BE49-F238E27FC236}">
                  <a16:creationId xmlns:a16="http://schemas.microsoft.com/office/drawing/2014/main" id="{063A0FE6-A7A4-43DC-8F4D-621F868628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469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5 w 30"/>
                <a:gd name="T7" fmla="*/ 31 h 36"/>
                <a:gd name="T8" fmla="*/ 30 w 30"/>
                <a:gd name="T9" fmla="*/ 18 h 36"/>
                <a:gd name="T10" fmla="*/ 25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8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8 w 30"/>
                <a:gd name="T25" fmla="*/ 27 h 36"/>
                <a:gd name="T26" fmla="*/ 12 w 30"/>
                <a:gd name="T27" fmla="*/ 30 h 36"/>
                <a:gd name="T28" fmla="*/ 8 w 30"/>
                <a:gd name="T29" fmla="*/ 30 h 36"/>
                <a:gd name="T30" fmla="*/ 8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2" y="35"/>
                    <a:pt x="25" y="31"/>
                  </a:cubicBezTo>
                  <a:cubicBezTo>
                    <a:pt x="28" y="28"/>
                    <a:pt x="30" y="23"/>
                    <a:pt x="30" y="18"/>
                  </a:cubicBezTo>
                  <a:cubicBezTo>
                    <a:pt x="30" y="13"/>
                    <a:pt x="28" y="8"/>
                    <a:pt x="25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8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8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8" y="30"/>
                    <a:pt x="8" y="30"/>
                    <a:pt x="8" y="30"/>
                  </a:cubicBezTo>
                  <a:lnTo>
                    <a:pt x="8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5" name="Freeform 19">
              <a:extLst>
                <a:ext uri="{FF2B5EF4-FFF2-40B4-BE49-F238E27FC236}">
                  <a16:creationId xmlns:a16="http://schemas.microsoft.com/office/drawing/2014/main" id="{DC30F834-B208-4742-8EFB-50F5DE8F4C3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46938" y="2840038"/>
              <a:ext cx="68263" cy="77788"/>
            </a:xfrm>
            <a:custGeom>
              <a:avLst/>
              <a:gdLst>
                <a:gd name="T0" fmla="*/ 28 w 43"/>
                <a:gd name="T1" fmla="*/ 0 h 49"/>
                <a:gd name="T2" fmla="*/ 15 w 43"/>
                <a:gd name="T3" fmla="*/ 0 h 49"/>
                <a:gd name="T4" fmla="*/ 0 w 43"/>
                <a:gd name="T5" fmla="*/ 49 h 49"/>
                <a:gd name="T6" fmla="*/ 9 w 43"/>
                <a:gd name="T7" fmla="*/ 49 h 49"/>
                <a:gd name="T8" fmla="*/ 12 w 43"/>
                <a:gd name="T9" fmla="*/ 40 h 49"/>
                <a:gd name="T10" fmla="*/ 28 w 43"/>
                <a:gd name="T11" fmla="*/ 40 h 49"/>
                <a:gd name="T12" fmla="*/ 31 w 43"/>
                <a:gd name="T13" fmla="*/ 49 h 49"/>
                <a:gd name="T14" fmla="*/ 43 w 43"/>
                <a:gd name="T15" fmla="*/ 49 h 49"/>
                <a:gd name="T16" fmla="*/ 28 w 43"/>
                <a:gd name="T17" fmla="*/ 0 h 49"/>
                <a:gd name="T18" fmla="*/ 15 w 43"/>
                <a:gd name="T19" fmla="*/ 30 h 49"/>
                <a:gd name="T20" fmla="*/ 20 w 43"/>
                <a:gd name="T21" fmla="*/ 12 h 49"/>
                <a:gd name="T22" fmla="*/ 25 w 43"/>
                <a:gd name="T23" fmla="*/ 30 h 49"/>
                <a:gd name="T24" fmla="*/ 15 w 43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49">
                  <a:moveTo>
                    <a:pt x="28" y="0"/>
                  </a:moveTo>
                  <a:lnTo>
                    <a:pt x="15" y="0"/>
                  </a:lnTo>
                  <a:lnTo>
                    <a:pt x="0" y="49"/>
                  </a:lnTo>
                  <a:lnTo>
                    <a:pt x="9" y="49"/>
                  </a:lnTo>
                  <a:lnTo>
                    <a:pt x="12" y="40"/>
                  </a:lnTo>
                  <a:lnTo>
                    <a:pt x="28" y="40"/>
                  </a:lnTo>
                  <a:lnTo>
                    <a:pt x="31" y="49"/>
                  </a:lnTo>
                  <a:lnTo>
                    <a:pt x="43" y="49"/>
                  </a:lnTo>
                  <a:lnTo>
                    <a:pt x="28" y="0"/>
                  </a:lnTo>
                  <a:close/>
                  <a:moveTo>
                    <a:pt x="15" y="30"/>
                  </a:moveTo>
                  <a:lnTo>
                    <a:pt x="20" y="12"/>
                  </a:lnTo>
                  <a:lnTo>
                    <a:pt x="25" y="30"/>
                  </a:lnTo>
                  <a:lnTo>
                    <a:pt x="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6" name="Freeform 20">
              <a:extLst>
                <a:ext uri="{FF2B5EF4-FFF2-40B4-BE49-F238E27FC236}">
                  <a16:creationId xmlns:a16="http://schemas.microsoft.com/office/drawing/2014/main" id="{4D1C60A7-0F4B-443A-B07C-65EB3F7FC3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47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2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2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9" y="0"/>
                    <a:pt x="12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1" y="12"/>
                    <a:pt x="22" y="15"/>
                    <a:pt x="22" y="18"/>
                  </a:cubicBezTo>
                  <a:cubicBezTo>
                    <a:pt x="22" y="21"/>
                    <a:pt x="21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21">
              <a:extLst>
                <a:ext uri="{FF2B5EF4-FFF2-40B4-BE49-F238E27FC236}">
                  <a16:creationId xmlns:a16="http://schemas.microsoft.com/office/drawing/2014/main" id="{E73CFA1F-E771-441B-BBCA-C164C1D78D9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7750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6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6 w 31"/>
                <a:gd name="T25" fmla="*/ 31 h 38"/>
                <a:gd name="T26" fmla="*/ 9 w 31"/>
                <a:gd name="T27" fmla="*/ 19 h 38"/>
                <a:gd name="T28" fmla="*/ 16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2" y="9"/>
                    <a:pt x="0" y="14"/>
                    <a:pt x="0" y="19"/>
                  </a:cubicBezTo>
                  <a:cubicBezTo>
                    <a:pt x="0" y="24"/>
                    <a:pt x="2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5" y="36"/>
                    <a:pt x="27" y="33"/>
                  </a:cubicBezTo>
                  <a:cubicBezTo>
                    <a:pt x="30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5" y="2"/>
                    <a:pt x="21" y="0"/>
                    <a:pt x="16" y="0"/>
                  </a:cubicBezTo>
                  <a:moveTo>
                    <a:pt x="16" y="7"/>
                  </a:moveTo>
                  <a:cubicBezTo>
                    <a:pt x="18" y="7"/>
                    <a:pt x="20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6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6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8" name="Freeform 22">
              <a:extLst>
                <a:ext uri="{FF2B5EF4-FFF2-40B4-BE49-F238E27FC236}">
                  <a16:creationId xmlns:a16="http://schemas.microsoft.com/office/drawing/2014/main" id="{2796F9B6-31EC-4FF4-AA59-22AE57C5E763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8713" y="2840038"/>
              <a:ext cx="49213" cy="77788"/>
            </a:xfrm>
            <a:custGeom>
              <a:avLst/>
              <a:gdLst>
                <a:gd name="T0" fmla="*/ 10 w 31"/>
                <a:gd name="T1" fmla="*/ 40 h 49"/>
                <a:gd name="T2" fmla="*/ 10 w 31"/>
                <a:gd name="T3" fmla="*/ 0 h 49"/>
                <a:gd name="T4" fmla="*/ 0 w 31"/>
                <a:gd name="T5" fmla="*/ 0 h 49"/>
                <a:gd name="T6" fmla="*/ 0 w 31"/>
                <a:gd name="T7" fmla="*/ 49 h 49"/>
                <a:gd name="T8" fmla="*/ 31 w 31"/>
                <a:gd name="T9" fmla="*/ 49 h 49"/>
                <a:gd name="T10" fmla="*/ 31 w 31"/>
                <a:gd name="T11" fmla="*/ 40 h 49"/>
                <a:gd name="T12" fmla="*/ 10 w 31"/>
                <a:gd name="T13" fmla="*/ 4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49">
                  <a:moveTo>
                    <a:pt x="10" y="40"/>
                  </a:moveTo>
                  <a:lnTo>
                    <a:pt x="10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1" y="49"/>
                  </a:lnTo>
                  <a:lnTo>
                    <a:pt x="31" y="40"/>
                  </a:lnTo>
                  <a:lnTo>
                    <a:pt x="1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9" name="Freeform 23">
              <a:extLst>
                <a:ext uri="{FF2B5EF4-FFF2-40B4-BE49-F238E27FC236}">
                  <a16:creationId xmlns:a16="http://schemas.microsoft.com/office/drawing/2014/main" id="{EF5550E1-6664-433C-BE41-B4BA8379ACBF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5863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13 w 36"/>
                <a:gd name="T9" fmla="*/ 49 h 49"/>
                <a:gd name="T10" fmla="*/ 13 w 36"/>
                <a:gd name="T11" fmla="*/ 30 h 49"/>
                <a:gd name="T12" fmla="*/ 32 w 36"/>
                <a:gd name="T13" fmla="*/ 30 h 49"/>
                <a:gd name="T14" fmla="*/ 32 w 36"/>
                <a:gd name="T15" fmla="*/ 21 h 49"/>
                <a:gd name="T16" fmla="*/ 13 w 36"/>
                <a:gd name="T17" fmla="*/ 21 h 49"/>
                <a:gd name="T18" fmla="*/ 13 w 36"/>
                <a:gd name="T19" fmla="*/ 10 h 49"/>
                <a:gd name="T20" fmla="*/ 36 w 36"/>
                <a:gd name="T21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13" y="49"/>
                  </a:lnTo>
                  <a:lnTo>
                    <a:pt x="13" y="30"/>
                  </a:lnTo>
                  <a:lnTo>
                    <a:pt x="32" y="30"/>
                  </a:lnTo>
                  <a:lnTo>
                    <a:pt x="32" y="21"/>
                  </a:lnTo>
                  <a:lnTo>
                    <a:pt x="13" y="21"/>
                  </a:lnTo>
                  <a:lnTo>
                    <a:pt x="13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24">
              <a:extLst>
                <a:ext uri="{FF2B5EF4-FFF2-40B4-BE49-F238E27FC236}">
                  <a16:creationId xmlns:a16="http://schemas.microsoft.com/office/drawing/2014/main" id="{6BF476C5-C211-4EBB-AD9E-C09FF7E21C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5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5 w 31"/>
                <a:gd name="T25" fmla="*/ 31 h 38"/>
                <a:gd name="T26" fmla="*/ 9 w 31"/>
                <a:gd name="T27" fmla="*/ 19 h 38"/>
                <a:gd name="T28" fmla="*/ 15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1" y="9"/>
                    <a:pt x="0" y="14"/>
                    <a:pt x="0" y="19"/>
                  </a:cubicBezTo>
                  <a:cubicBezTo>
                    <a:pt x="0" y="24"/>
                    <a:pt x="1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4" y="36"/>
                    <a:pt x="27" y="33"/>
                  </a:cubicBezTo>
                  <a:cubicBezTo>
                    <a:pt x="29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4" y="2"/>
                    <a:pt x="20" y="0"/>
                    <a:pt x="16" y="0"/>
                  </a:cubicBezTo>
                  <a:moveTo>
                    <a:pt x="15" y="7"/>
                  </a:moveTo>
                  <a:cubicBezTo>
                    <a:pt x="18" y="7"/>
                    <a:pt x="19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5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5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Rectangle 25">
              <a:extLst>
                <a:ext uri="{FF2B5EF4-FFF2-40B4-BE49-F238E27FC236}">
                  <a16:creationId xmlns:a16="http://schemas.microsoft.com/office/drawing/2014/main" id="{62C0935B-6BFE-408C-ACD3-6BBD46FD01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7313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26">
              <a:extLst>
                <a:ext uri="{FF2B5EF4-FFF2-40B4-BE49-F238E27FC236}">
                  <a16:creationId xmlns:a16="http://schemas.microsoft.com/office/drawing/2014/main" id="{7EE5EEFA-55D7-4BAE-B262-321E9993E6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42238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7 w 30"/>
                <a:gd name="T5" fmla="*/ 36 h 36"/>
                <a:gd name="T6" fmla="*/ 27 w 30"/>
                <a:gd name="T7" fmla="*/ 34 h 36"/>
                <a:gd name="T8" fmla="*/ 30 w 30"/>
                <a:gd name="T9" fmla="*/ 26 h 36"/>
                <a:gd name="T10" fmla="*/ 27 w 30"/>
                <a:gd name="T11" fmla="*/ 20 h 36"/>
                <a:gd name="T12" fmla="*/ 23 w 30"/>
                <a:gd name="T13" fmla="*/ 17 h 36"/>
                <a:gd name="T14" fmla="*/ 29 w 30"/>
                <a:gd name="T15" fmla="*/ 9 h 36"/>
                <a:gd name="T16" fmla="*/ 26 w 30"/>
                <a:gd name="T17" fmla="*/ 2 h 36"/>
                <a:gd name="T18" fmla="*/ 17 w 30"/>
                <a:gd name="T19" fmla="*/ 0 h 36"/>
                <a:gd name="T20" fmla="*/ 0 w 30"/>
                <a:gd name="T21" fmla="*/ 0 h 36"/>
                <a:gd name="T22" fmla="*/ 9 w 30"/>
                <a:gd name="T23" fmla="*/ 6 h 36"/>
                <a:gd name="T24" fmla="*/ 14 w 30"/>
                <a:gd name="T25" fmla="*/ 6 h 36"/>
                <a:gd name="T26" fmla="*/ 19 w 30"/>
                <a:gd name="T27" fmla="*/ 7 h 36"/>
                <a:gd name="T28" fmla="*/ 20 w 30"/>
                <a:gd name="T29" fmla="*/ 10 h 36"/>
                <a:gd name="T30" fmla="*/ 19 w 30"/>
                <a:gd name="T31" fmla="*/ 13 h 36"/>
                <a:gd name="T32" fmla="*/ 15 w 30"/>
                <a:gd name="T33" fmla="*/ 14 h 36"/>
                <a:gd name="T34" fmla="*/ 9 w 30"/>
                <a:gd name="T35" fmla="*/ 14 h 36"/>
                <a:gd name="T36" fmla="*/ 9 w 30"/>
                <a:gd name="T37" fmla="*/ 6 h 36"/>
                <a:gd name="T38" fmla="*/ 9 w 30"/>
                <a:gd name="T39" fmla="*/ 21 h 36"/>
                <a:gd name="T40" fmla="*/ 16 w 30"/>
                <a:gd name="T41" fmla="*/ 21 h 36"/>
                <a:gd name="T42" fmla="*/ 21 w 30"/>
                <a:gd name="T43" fmla="*/ 25 h 36"/>
                <a:gd name="T44" fmla="*/ 19 w 30"/>
                <a:gd name="T45" fmla="*/ 29 h 36"/>
                <a:gd name="T46" fmla="*/ 15 w 30"/>
                <a:gd name="T47" fmla="*/ 30 h 36"/>
                <a:gd name="T48" fmla="*/ 9 w 30"/>
                <a:gd name="T49" fmla="*/ 30 h 36"/>
                <a:gd name="T50" fmla="*/ 9 w 30"/>
                <a:gd name="T51" fmla="*/ 2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22" y="36"/>
                    <a:pt x="25" y="36"/>
                    <a:pt x="27" y="34"/>
                  </a:cubicBezTo>
                  <a:cubicBezTo>
                    <a:pt x="29" y="32"/>
                    <a:pt x="30" y="29"/>
                    <a:pt x="30" y="26"/>
                  </a:cubicBezTo>
                  <a:cubicBezTo>
                    <a:pt x="30" y="24"/>
                    <a:pt x="29" y="21"/>
                    <a:pt x="27" y="20"/>
                  </a:cubicBezTo>
                  <a:cubicBezTo>
                    <a:pt x="26" y="18"/>
                    <a:pt x="25" y="18"/>
                    <a:pt x="23" y="17"/>
                  </a:cubicBezTo>
                  <a:cubicBezTo>
                    <a:pt x="27" y="16"/>
                    <a:pt x="29" y="13"/>
                    <a:pt x="29" y="9"/>
                  </a:cubicBezTo>
                  <a:cubicBezTo>
                    <a:pt x="29" y="6"/>
                    <a:pt x="28" y="4"/>
                    <a:pt x="26" y="2"/>
                  </a:cubicBezTo>
                  <a:cubicBezTo>
                    <a:pt x="24" y="0"/>
                    <a:pt x="21" y="0"/>
                    <a:pt x="17" y="0"/>
                  </a:cubicBezTo>
                  <a:lnTo>
                    <a:pt x="0" y="0"/>
                  </a:lnTo>
                  <a:close/>
                  <a:moveTo>
                    <a:pt x="9" y="6"/>
                  </a:moveTo>
                  <a:cubicBezTo>
                    <a:pt x="14" y="6"/>
                    <a:pt x="14" y="6"/>
                    <a:pt x="14" y="6"/>
                  </a:cubicBezTo>
                  <a:cubicBezTo>
                    <a:pt x="18" y="6"/>
                    <a:pt x="18" y="6"/>
                    <a:pt x="19" y="7"/>
                  </a:cubicBezTo>
                  <a:cubicBezTo>
                    <a:pt x="20" y="8"/>
                    <a:pt x="20" y="9"/>
                    <a:pt x="20" y="10"/>
                  </a:cubicBezTo>
                  <a:cubicBezTo>
                    <a:pt x="20" y="12"/>
                    <a:pt x="20" y="13"/>
                    <a:pt x="19" y="13"/>
                  </a:cubicBezTo>
                  <a:cubicBezTo>
                    <a:pt x="18" y="14"/>
                    <a:pt x="17" y="14"/>
                    <a:pt x="15" y="14"/>
                  </a:cubicBezTo>
                  <a:cubicBezTo>
                    <a:pt x="9" y="14"/>
                    <a:pt x="9" y="14"/>
                    <a:pt x="9" y="14"/>
                  </a:cubicBezTo>
                  <a:lnTo>
                    <a:pt x="9" y="6"/>
                  </a:lnTo>
                  <a:close/>
                  <a:moveTo>
                    <a:pt x="9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9" y="21"/>
                    <a:pt x="21" y="22"/>
                    <a:pt x="21" y="25"/>
                  </a:cubicBezTo>
                  <a:cubicBezTo>
                    <a:pt x="21" y="27"/>
                    <a:pt x="20" y="28"/>
                    <a:pt x="19" y="29"/>
                  </a:cubicBezTo>
                  <a:cubicBezTo>
                    <a:pt x="18" y="29"/>
                    <a:pt x="17" y="30"/>
                    <a:pt x="15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Freeform 27">
              <a:extLst>
                <a:ext uri="{FF2B5EF4-FFF2-40B4-BE49-F238E27FC236}">
                  <a16:creationId xmlns:a16="http://schemas.microsoft.com/office/drawing/2014/main" id="{C26B7DEF-EBD7-41A5-8FE8-887746F022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12088" y="2814638"/>
              <a:ext cx="71438" cy="103188"/>
            </a:xfrm>
            <a:custGeom>
              <a:avLst/>
              <a:gdLst>
                <a:gd name="T0" fmla="*/ 30 w 45"/>
                <a:gd name="T1" fmla="*/ 16 h 65"/>
                <a:gd name="T2" fmla="*/ 16 w 45"/>
                <a:gd name="T3" fmla="*/ 16 h 65"/>
                <a:gd name="T4" fmla="*/ 0 w 45"/>
                <a:gd name="T5" fmla="*/ 65 h 65"/>
                <a:gd name="T6" fmla="*/ 9 w 45"/>
                <a:gd name="T7" fmla="*/ 65 h 65"/>
                <a:gd name="T8" fmla="*/ 13 w 45"/>
                <a:gd name="T9" fmla="*/ 56 h 65"/>
                <a:gd name="T10" fmla="*/ 30 w 45"/>
                <a:gd name="T11" fmla="*/ 56 h 65"/>
                <a:gd name="T12" fmla="*/ 32 w 45"/>
                <a:gd name="T13" fmla="*/ 65 h 65"/>
                <a:gd name="T14" fmla="*/ 45 w 45"/>
                <a:gd name="T15" fmla="*/ 65 h 65"/>
                <a:gd name="T16" fmla="*/ 30 w 45"/>
                <a:gd name="T17" fmla="*/ 16 h 65"/>
                <a:gd name="T18" fmla="*/ 16 w 45"/>
                <a:gd name="T19" fmla="*/ 46 h 65"/>
                <a:gd name="T20" fmla="*/ 21 w 45"/>
                <a:gd name="T21" fmla="*/ 28 h 65"/>
                <a:gd name="T22" fmla="*/ 27 w 45"/>
                <a:gd name="T23" fmla="*/ 46 h 65"/>
                <a:gd name="T24" fmla="*/ 16 w 45"/>
                <a:gd name="T25" fmla="*/ 46 h 65"/>
                <a:gd name="T26" fmla="*/ 32 w 45"/>
                <a:gd name="T27" fmla="*/ 0 h 65"/>
                <a:gd name="T28" fmla="*/ 16 w 45"/>
                <a:gd name="T29" fmla="*/ 8 h 65"/>
                <a:gd name="T30" fmla="*/ 19 w 45"/>
                <a:gd name="T31" fmla="*/ 12 h 65"/>
                <a:gd name="T32" fmla="*/ 35 w 45"/>
                <a:gd name="T33" fmla="*/ 7 h 65"/>
                <a:gd name="T34" fmla="*/ 32 w 45"/>
                <a:gd name="T3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5" h="65">
                  <a:moveTo>
                    <a:pt x="30" y="16"/>
                  </a:moveTo>
                  <a:lnTo>
                    <a:pt x="16" y="16"/>
                  </a:lnTo>
                  <a:lnTo>
                    <a:pt x="0" y="65"/>
                  </a:lnTo>
                  <a:lnTo>
                    <a:pt x="9" y="65"/>
                  </a:lnTo>
                  <a:lnTo>
                    <a:pt x="13" y="56"/>
                  </a:lnTo>
                  <a:lnTo>
                    <a:pt x="30" y="56"/>
                  </a:lnTo>
                  <a:lnTo>
                    <a:pt x="32" y="65"/>
                  </a:lnTo>
                  <a:lnTo>
                    <a:pt x="45" y="65"/>
                  </a:lnTo>
                  <a:lnTo>
                    <a:pt x="30" y="16"/>
                  </a:lnTo>
                  <a:close/>
                  <a:moveTo>
                    <a:pt x="16" y="46"/>
                  </a:moveTo>
                  <a:lnTo>
                    <a:pt x="21" y="28"/>
                  </a:lnTo>
                  <a:lnTo>
                    <a:pt x="27" y="46"/>
                  </a:lnTo>
                  <a:lnTo>
                    <a:pt x="16" y="46"/>
                  </a:lnTo>
                  <a:close/>
                  <a:moveTo>
                    <a:pt x="32" y="0"/>
                  </a:moveTo>
                  <a:lnTo>
                    <a:pt x="16" y="8"/>
                  </a:lnTo>
                  <a:lnTo>
                    <a:pt x="19" y="12"/>
                  </a:lnTo>
                  <a:lnTo>
                    <a:pt x="35" y="7"/>
                  </a:lnTo>
                  <a:lnTo>
                    <a:pt x="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Freeform 28">
              <a:extLst>
                <a:ext uri="{FF2B5EF4-FFF2-40B4-BE49-F238E27FC236}">
                  <a16:creationId xmlns:a16="http://schemas.microsoft.com/office/drawing/2014/main" id="{818B05BD-5E6A-4048-875E-91AA9321E0E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91463" y="2816225"/>
              <a:ext cx="60325" cy="101600"/>
            </a:xfrm>
            <a:custGeom>
              <a:avLst/>
              <a:gdLst>
                <a:gd name="T0" fmla="*/ 28 w 28"/>
                <a:gd name="T1" fmla="*/ 11 h 47"/>
                <a:gd name="T2" fmla="*/ 21 w 28"/>
                <a:gd name="T3" fmla="*/ 11 h 47"/>
                <a:gd name="T4" fmla="*/ 21 w 28"/>
                <a:gd name="T5" fmla="*/ 30 h 47"/>
                <a:gd name="T6" fmla="*/ 22 w 28"/>
                <a:gd name="T7" fmla="*/ 32 h 47"/>
                <a:gd name="T8" fmla="*/ 9 w 28"/>
                <a:gd name="T9" fmla="*/ 11 h 47"/>
                <a:gd name="T10" fmla="*/ 0 w 28"/>
                <a:gd name="T11" fmla="*/ 11 h 47"/>
                <a:gd name="T12" fmla="*/ 0 w 28"/>
                <a:gd name="T13" fmla="*/ 47 h 47"/>
                <a:gd name="T14" fmla="*/ 7 w 28"/>
                <a:gd name="T15" fmla="*/ 47 h 47"/>
                <a:gd name="T16" fmla="*/ 7 w 28"/>
                <a:gd name="T17" fmla="*/ 26 h 47"/>
                <a:gd name="T18" fmla="*/ 6 w 28"/>
                <a:gd name="T19" fmla="*/ 24 h 47"/>
                <a:gd name="T20" fmla="*/ 6 w 28"/>
                <a:gd name="T21" fmla="*/ 23 h 47"/>
                <a:gd name="T22" fmla="*/ 21 w 28"/>
                <a:gd name="T23" fmla="*/ 47 h 47"/>
                <a:gd name="T24" fmla="*/ 28 w 28"/>
                <a:gd name="T25" fmla="*/ 47 h 47"/>
                <a:gd name="T26" fmla="*/ 28 w 28"/>
                <a:gd name="T27" fmla="*/ 11 h 47"/>
                <a:gd name="T28" fmla="*/ 22 w 28"/>
                <a:gd name="T29" fmla="*/ 0 h 47"/>
                <a:gd name="T30" fmla="*/ 18 w 28"/>
                <a:gd name="T31" fmla="*/ 3 h 47"/>
                <a:gd name="T32" fmla="*/ 15 w 28"/>
                <a:gd name="T33" fmla="*/ 2 h 47"/>
                <a:gd name="T34" fmla="*/ 11 w 28"/>
                <a:gd name="T35" fmla="*/ 1 h 47"/>
                <a:gd name="T36" fmla="*/ 5 w 28"/>
                <a:gd name="T37" fmla="*/ 4 h 47"/>
                <a:gd name="T38" fmla="*/ 7 w 28"/>
                <a:gd name="T39" fmla="*/ 7 h 47"/>
                <a:gd name="T40" fmla="*/ 11 w 28"/>
                <a:gd name="T41" fmla="*/ 5 h 47"/>
                <a:gd name="T42" fmla="*/ 13 w 28"/>
                <a:gd name="T43" fmla="*/ 5 h 47"/>
                <a:gd name="T44" fmla="*/ 18 w 28"/>
                <a:gd name="T45" fmla="*/ 7 h 47"/>
                <a:gd name="T46" fmla="*/ 24 w 28"/>
                <a:gd name="T47" fmla="*/ 3 h 47"/>
                <a:gd name="T48" fmla="*/ 22 w 28"/>
                <a:gd name="T49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47">
                  <a:moveTo>
                    <a:pt x="28" y="11"/>
                  </a:moveTo>
                  <a:cubicBezTo>
                    <a:pt x="21" y="11"/>
                    <a:pt x="21" y="11"/>
                    <a:pt x="21" y="1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1"/>
                    <a:pt x="21" y="31"/>
                    <a:pt x="22" y="3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8" y="47"/>
                    <a:pt x="28" y="47"/>
                    <a:pt x="28" y="47"/>
                  </a:cubicBezTo>
                  <a:lnTo>
                    <a:pt x="28" y="11"/>
                  </a:lnTo>
                  <a:close/>
                  <a:moveTo>
                    <a:pt x="22" y="0"/>
                  </a:moveTo>
                  <a:cubicBezTo>
                    <a:pt x="21" y="2"/>
                    <a:pt x="19" y="3"/>
                    <a:pt x="18" y="3"/>
                  </a:cubicBezTo>
                  <a:cubicBezTo>
                    <a:pt x="17" y="3"/>
                    <a:pt x="16" y="2"/>
                    <a:pt x="15" y="2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9" y="1"/>
                    <a:pt x="7" y="2"/>
                    <a:pt x="5" y="4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9" y="5"/>
                    <a:pt x="10" y="5"/>
                    <a:pt x="11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6" y="7"/>
                    <a:pt x="16" y="7"/>
                    <a:pt x="18" y="7"/>
                  </a:cubicBezTo>
                  <a:cubicBezTo>
                    <a:pt x="20" y="7"/>
                    <a:pt x="22" y="6"/>
                    <a:pt x="24" y="3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29">
              <a:extLst>
                <a:ext uri="{FF2B5EF4-FFF2-40B4-BE49-F238E27FC236}">
                  <a16:creationId xmlns:a16="http://schemas.microsoft.com/office/drawing/2014/main" id="{0EA17066-5690-4ECE-AD7D-DC32FE857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7663" y="2840038"/>
              <a:ext cx="55563" cy="77788"/>
            </a:xfrm>
            <a:custGeom>
              <a:avLst/>
              <a:gdLst>
                <a:gd name="T0" fmla="*/ 35 w 35"/>
                <a:gd name="T1" fmla="*/ 10 h 49"/>
                <a:gd name="T2" fmla="*/ 35 w 35"/>
                <a:gd name="T3" fmla="*/ 0 h 49"/>
                <a:gd name="T4" fmla="*/ 0 w 35"/>
                <a:gd name="T5" fmla="*/ 0 h 49"/>
                <a:gd name="T6" fmla="*/ 0 w 35"/>
                <a:gd name="T7" fmla="*/ 49 h 49"/>
                <a:gd name="T8" fmla="*/ 35 w 35"/>
                <a:gd name="T9" fmla="*/ 49 h 49"/>
                <a:gd name="T10" fmla="*/ 35 w 35"/>
                <a:gd name="T11" fmla="*/ 40 h 49"/>
                <a:gd name="T12" fmla="*/ 12 w 35"/>
                <a:gd name="T13" fmla="*/ 40 h 49"/>
                <a:gd name="T14" fmla="*/ 12 w 35"/>
                <a:gd name="T15" fmla="*/ 29 h 49"/>
                <a:gd name="T16" fmla="*/ 31 w 35"/>
                <a:gd name="T17" fmla="*/ 29 h 49"/>
                <a:gd name="T18" fmla="*/ 31 w 35"/>
                <a:gd name="T19" fmla="*/ 19 h 49"/>
                <a:gd name="T20" fmla="*/ 12 w 35"/>
                <a:gd name="T21" fmla="*/ 19 h 49"/>
                <a:gd name="T22" fmla="*/ 12 w 35"/>
                <a:gd name="T23" fmla="*/ 10 h 49"/>
                <a:gd name="T24" fmla="*/ 35 w 35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49">
                  <a:moveTo>
                    <a:pt x="35" y="10"/>
                  </a:moveTo>
                  <a:lnTo>
                    <a:pt x="35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5" y="49"/>
                  </a:lnTo>
                  <a:lnTo>
                    <a:pt x="35" y="40"/>
                  </a:lnTo>
                  <a:lnTo>
                    <a:pt x="12" y="40"/>
                  </a:lnTo>
                  <a:lnTo>
                    <a:pt x="12" y="29"/>
                  </a:lnTo>
                  <a:lnTo>
                    <a:pt x="31" y="29"/>
                  </a:lnTo>
                  <a:lnTo>
                    <a:pt x="31" y="19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35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30">
              <a:extLst>
                <a:ext uri="{FF2B5EF4-FFF2-40B4-BE49-F238E27FC236}">
                  <a16:creationId xmlns:a16="http://schemas.microsoft.com/office/drawing/2014/main" id="{D2F72F6B-DB58-4028-AB03-BE1C047D3311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9575" y="2840038"/>
              <a:ext cx="63500" cy="77788"/>
            </a:xfrm>
            <a:custGeom>
              <a:avLst/>
              <a:gdLst>
                <a:gd name="T0" fmla="*/ 40 w 40"/>
                <a:gd name="T1" fmla="*/ 8 h 49"/>
                <a:gd name="T2" fmla="*/ 40 w 40"/>
                <a:gd name="T3" fmla="*/ 0 h 49"/>
                <a:gd name="T4" fmla="*/ 2 w 40"/>
                <a:gd name="T5" fmla="*/ 0 h 49"/>
                <a:gd name="T6" fmla="*/ 2 w 40"/>
                <a:gd name="T7" fmla="*/ 10 h 49"/>
                <a:gd name="T8" fmla="*/ 25 w 40"/>
                <a:gd name="T9" fmla="*/ 10 h 49"/>
                <a:gd name="T10" fmla="*/ 0 w 40"/>
                <a:gd name="T11" fmla="*/ 41 h 49"/>
                <a:gd name="T12" fmla="*/ 0 w 40"/>
                <a:gd name="T13" fmla="*/ 49 h 49"/>
                <a:gd name="T14" fmla="*/ 40 w 40"/>
                <a:gd name="T15" fmla="*/ 49 h 49"/>
                <a:gd name="T16" fmla="*/ 40 w 40"/>
                <a:gd name="T17" fmla="*/ 40 h 49"/>
                <a:gd name="T18" fmla="*/ 14 w 40"/>
                <a:gd name="T19" fmla="*/ 40 h 49"/>
                <a:gd name="T20" fmla="*/ 40 w 40"/>
                <a:gd name="T21" fmla="*/ 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49">
                  <a:moveTo>
                    <a:pt x="40" y="8"/>
                  </a:moveTo>
                  <a:lnTo>
                    <a:pt x="40" y="0"/>
                  </a:lnTo>
                  <a:lnTo>
                    <a:pt x="2" y="0"/>
                  </a:lnTo>
                  <a:lnTo>
                    <a:pt x="2" y="10"/>
                  </a:lnTo>
                  <a:lnTo>
                    <a:pt x="25" y="10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40" y="49"/>
                  </a:lnTo>
                  <a:lnTo>
                    <a:pt x="40" y="40"/>
                  </a:lnTo>
                  <a:lnTo>
                    <a:pt x="14" y="40"/>
                  </a:lnTo>
                  <a:lnTo>
                    <a:pt x="4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31">
              <a:extLst>
                <a:ext uri="{FF2B5EF4-FFF2-40B4-BE49-F238E27FC236}">
                  <a16:creationId xmlns:a16="http://schemas.microsoft.com/office/drawing/2014/main" id="{019B9C43-9543-4801-8F5F-63DDBF94C4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413" y="2803525"/>
              <a:ext cx="314325" cy="123825"/>
            </a:xfrm>
            <a:custGeom>
              <a:avLst/>
              <a:gdLst>
                <a:gd name="T0" fmla="*/ 135 w 145"/>
                <a:gd name="T1" fmla="*/ 15 h 57"/>
                <a:gd name="T2" fmla="*/ 24 w 145"/>
                <a:gd name="T3" fmla="*/ 16 h 57"/>
                <a:gd name="T4" fmla="*/ 10 w 145"/>
                <a:gd name="T5" fmla="*/ 13 h 57"/>
                <a:gd name="T6" fmla="*/ 142 w 145"/>
                <a:gd name="T7" fmla="*/ 8 h 57"/>
                <a:gd name="T8" fmla="*/ 120 w 145"/>
                <a:gd name="T9" fmla="*/ 18 h 57"/>
                <a:gd name="T10" fmla="*/ 42 w 145"/>
                <a:gd name="T11" fmla="*/ 47 h 57"/>
                <a:gd name="T12" fmla="*/ 11 w 145"/>
                <a:gd name="T13" fmla="*/ 20 h 57"/>
                <a:gd name="T14" fmla="*/ 127 w 145"/>
                <a:gd name="T15" fmla="*/ 32 h 57"/>
                <a:gd name="T16" fmla="*/ 98 w 145"/>
                <a:gd name="T17" fmla="*/ 49 h 57"/>
                <a:gd name="T18" fmla="*/ 85 w 145"/>
                <a:gd name="T19" fmla="*/ 50 h 57"/>
                <a:gd name="T20" fmla="*/ 70 w 145"/>
                <a:gd name="T21" fmla="*/ 52 h 57"/>
                <a:gd name="T22" fmla="*/ 97 w 145"/>
                <a:gd name="T23" fmla="*/ 47 h 57"/>
                <a:gd name="T24" fmla="*/ 92 w 145"/>
                <a:gd name="T25" fmla="*/ 50 h 57"/>
                <a:gd name="T26" fmla="*/ 0 w 145"/>
                <a:gd name="T27" fmla="*/ 26 h 57"/>
                <a:gd name="T28" fmla="*/ 138 w 145"/>
                <a:gd name="T29" fmla="*/ 17 h 57"/>
                <a:gd name="T30" fmla="*/ 82 w 145"/>
                <a:gd name="T31" fmla="*/ 44 h 57"/>
                <a:gd name="T32" fmla="*/ 64 w 145"/>
                <a:gd name="T33" fmla="*/ 44 h 57"/>
                <a:gd name="T34" fmla="*/ 13 w 145"/>
                <a:gd name="T35" fmla="*/ 27 h 57"/>
                <a:gd name="T36" fmla="*/ 13 w 145"/>
                <a:gd name="T37" fmla="*/ 33 h 57"/>
                <a:gd name="T38" fmla="*/ 17 w 145"/>
                <a:gd name="T39" fmla="*/ 31 h 57"/>
                <a:gd name="T40" fmla="*/ 18 w 145"/>
                <a:gd name="T41" fmla="*/ 31 h 57"/>
                <a:gd name="T42" fmla="*/ 19 w 145"/>
                <a:gd name="T43" fmla="*/ 34 h 57"/>
                <a:gd name="T44" fmla="*/ 18 w 145"/>
                <a:gd name="T45" fmla="*/ 35 h 57"/>
                <a:gd name="T46" fmla="*/ 26 w 145"/>
                <a:gd name="T47" fmla="*/ 43 h 57"/>
                <a:gd name="T48" fmla="*/ 22 w 145"/>
                <a:gd name="T49" fmla="*/ 41 h 57"/>
                <a:gd name="T50" fmla="*/ 28 w 145"/>
                <a:gd name="T51" fmla="*/ 38 h 57"/>
                <a:gd name="T52" fmla="*/ 27 w 145"/>
                <a:gd name="T53" fmla="*/ 44 h 57"/>
                <a:gd name="T54" fmla="*/ 31 w 145"/>
                <a:gd name="T55" fmla="*/ 39 h 57"/>
                <a:gd name="T56" fmla="*/ 35 w 145"/>
                <a:gd name="T57" fmla="*/ 41 h 57"/>
                <a:gd name="T58" fmla="*/ 39 w 145"/>
                <a:gd name="T59" fmla="*/ 42 h 57"/>
                <a:gd name="T60" fmla="*/ 41 w 145"/>
                <a:gd name="T61" fmla="*/ 50 h 57"/>
                <a:gd name="T62" fmla="*/ 39 w 145"/>
                <a:gd name="T63" fmla="*/ 49 h 57"/>
                <a:gd name="T64" fmla="*/ 44 w 145"/>
                <a:gd name="T65" fmla="*/ 50 h 57"/>
                <a:gd name="T66" fmla="*/ 46 w 145"/>
                <a:gd name="T67" fmla="*/ 51 h 57"/>
                <a:gd name="T68" fmla="*/ 49 w 145"/>
                <a:gd name="T69" fmla="*/ 45 h 57"/>
                <a:gd name="T70" fmla="*/ 62 w 145"/>
                <a:gd name="T71" fmla="*/ 54 h 57"/>
                <a:gd name="T72" fmla="*/ 61 w 145"/>
                <a:gd name="T73" fmla="*/ 47 h 57"/>
                <a:gd name="T74" fmla="*/ 66 w 145"/>
                <a:gd name="T75" fmla="*/ 54 h 57"/>
                <a:gd name="T76" fmla="*/ 65 w 145"/>
                <a:gd name="T77" fmla="*/ 48 h 57"/>
                <a:gd name="T78" fmla="*/ 69 w 145"/>
                <a:gd name="T79" fmla="*/ 54 h 57"/>
                <a:gd name="T80" fmla="*/ 74 w 145"/>
                <a:gd name="T81" fmla="*/ 53 h 57"/>
                <a:gd name="T82" fmla="*/ 74 w 145"/>
                <a:gd name="T83" fmla="*/ 48 h 57"/>
                <a:gd name="T84" fmla="*/ 77 w 145"/>
                <a:gd name="T85" fmla="*/ 51 h 57"/>
                <a:gd name="T86" fmla="*/ 77 w 145"/>
                <a:gd name="T87" fmla="*/ 54 h 57"/>
                <a:gd name="T88" fmla="*/ 83 w 145"/>
                <a:gd name="T89" fmla="*/ 52 h 57"/>
                <a:gd name="T90" fmla="*/ 80 w 145"/>
                <a:gd name="T91" fmla="*/ 48 h 57"/>
                <a:gd name="T92" fmla="*/ 87 w 145"/>
                <a:gd name="T93" fmla="*/ 54 h 57"/>
                <a:gd name="T94" fmla="*/ 92 w 145"/>
                <a:gd name="T95" fmla="*/ 51 h 57"/>
                <a:gd name="T96" fmla="*/ 89 w 145"/>
                <a:gd name="T97" fmla="*/ 53 h 57"/>
                <a:gd name="T98" fmla="*/ 97 w 145"/>
                <a:gd name="T99" fmla="*/ 52 h 57"/>
                <a:gd name="T100" fmla="*/ 99 w 145"/>
                <a:gd name="T101" fmla="*/ 48 h 57"/>
                <a:gd name="T102" fmla="*/ 101 w 145"/>
                <a:gd name="T103" fmla="*/ 44 h 57"/>
                <a:gd name="T104" fmla="*/ 111 w 145"/>
                <a:gd name="T105" fmla="*/ 48 h 57"/>
                <a:gd name="T106" fmla="*/ 105 w 145"/>
                <a:gd name="T107" fmla="*/ 44 h 57"/>
                <a:gd name="T108" fmla="*/ 109 w 145"/>
                <a:gd name="T109" fmla="*/ 42 h 57"/>
                <a:gd name="T110" fmla="*/ 115 w 145"/>
                <a:gd name="T111" fmla="*/ 42 h 57"/>
                <a:gd name="T112" fmla="*/ 121 w 145"/>
                <a:gd name="T113" fmla="*/ 43 h 57"/>
                <a:gd name="T114" fmla="*/ 119 w 145"/>
                <a:gd name="T115" fmla="*/ 37 h 57"/>
                <a:gd name="T116" fmla="*/ 124 w 145"/>
                <a:gd name="T117" fmla="*/ 34 h 57"/>
                <a:gd name="T118" fmla="*/ 135 w 145"/>
                <a:gd name="T119" fmla="*/ 34 h 57"/>
                <a:gd name="T120" fmla="*/ 132 w 145"/>
                <a:gd name="T121" fmla="*/ 28 h 57"/>
                <a:gd name="T122" fmla="*/ 137 w 145"/>
                <a:gd name="T123" fmla="*/ 3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5" h="57">
                  <a:moveTo>
                    <a:pt x="135" y="15"/>
                  </a:moveTo>
                  <a:cubicBezTo>
                    <a:pt x="133" y="15"/>
                    <a:pt x="131" y="16"/>
                    <a:pt x="127" y="18"/>
                  </a:cubicBezTo>
                  <a:cubicBezTo>
                    <a:pt x="127" y="18"/>
                    <a:pt x="124" y="20"/>
                    <a:pt x="122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6" y="28"/>
                    <a:pt x="126" y="28"/>
                    <a:pt x="126" y="28"/>
                  </a:cubicBezTo>
                  <a:cubicBezTo>
                    <a:pt x="132" y="24"/>
                    <a:pt x="135" y="21"/>
                    <a:pt x="135" y="21"/>
                  </a:cubicBezTo>
                  <a:cubicBezTo>
                    <a:pt x="135" y="21"/>
                    <a:pt x="137" y="18"/>
                    <a:pt x="137" y="17"/>
                  </a:cubicBezTo>
                  <a:cubicBezTo>
                    <a:pt x="137" y="16"/>
                    <a:pt x="137" y="16"/>
                    <a:pt x="137" y="16"/>
                  </a:cubicBezTo>
                  <a:cubicBezTo>
                    <a:pt x="137" y="15"/>
                    <a:pt x="136" y="15"/>
                    <a:pt x="135" y="15"/>
                  </a:cubicBezTo>
                  <a:moveTo>
                    <a:pt x="7" y="16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9" y="15"/>
                    <a:pt x="10" y="14"/>
                    <a:pt x="11" y="14"/>
                  </a:cubicBezTo>
                  <a:cubicBezTo>
                    <a:pt x="12" y="14"/>
                    <a:pt x="12" y="15"/>
                    <a:pt x="13" y="15"/>
                  </a:cubicBezTo>
                  <a:cubicBezTo>
                    <a:pt x="15" y="15"/>
                    <a:pt x="17" y="17"/>
                    <a:pt x="21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4" y="18"/>
                    <a:pt x="24" y="17"/>
                    <a:pt x="24" y="17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2" y="14"/>
                    <a:pt x="21" y="13"/>
                    <a:pt x="18" y="10"/>
                  </a:cubicBezTo>
                  <a:cubicBezTo>
                    <a:pt x="13" y="6"/>
                    <a:pt x="12" y="2"/>
                    <a:pt x="12" y="0"/>
                  </a:cubicBezTo>
                  <a:cubicBezTo>
                    <a:pt x="11" y="2"/>
                    <a:pt x="10" y="4"/>
                    <a:pt x="10" y="6"/>
                  </a:cubicBezTo>
                  <a:cubicBezTo>
                    <a:pt x="10" y="9"/>
                    <a:pt x="11" y="12"/>
                    <a:pt x="11" y="12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6" y="11"/>
                    <a:pt x="3" y="8"/>
                    <a:pt x="2" y="7"/>
                  </a:cubicBezTo>
                  <a:cubicBezTo>
                    <a:pt x="2" y="12"/>
                    <a:pt x="7" y="16"/>
                    <a:pt x="7" y="16"/>
                  </a:cubicBezTo>
                  <a:moveTo>
                    <a:pt x="122" y="19"/>
                  </a:moveTo>
                  <a:cubicBezTo>
                    <a:pt x="124" y="19"/>
                    <a:pt x="127" y="18"/>
                    <a:pt x="127" y="18"/>
                  </a:cubicBezTo>
                  <a:cubicBezTo>
                    <a:pt x="130" y="15"/>
                    <a:pt x="133" y="14"/>
                    <a:pt x="135" y="14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41" y="14"/>
                    <a:pt x="142" y="10"/>
                    <a:pt x="142" y="8"/>
                  </a:cubicBezTo>
                  <a:cubicBezTo>
                    <a:pt x="140" y="10"/>
                    <a:pt x="135" y="12"/>
                    <a:pt x="135" y="12"/>
                  </a:cubicBezTo>
                  <a:cubicBezTo>
                    <a:pt x="134" y="12"/>
                    <a:pt x="134" y="12"/>
                    <a:pt x="134" y="12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34" y="10"/>
                    <a:pt x="134" y="10"/>
                    <a:pt x="134" y="10"/>
                  </a:cubicBezTo>
                  <a:cubicBezTo>
                    <a:pt x="134" y="5"/>
                    <a:pt x="133" y="3"/>
                    <a:pt x="132" y="1"/>
                  </a:cubicBezTo>
                  <a:cubicBezTo>
                    <a:pt x="132" y="2"/>
                    <a:pt x="132" y="2"/>
                    <a:pt x="132" y="2"/>
                  </a:cubicBezTo>
                  <a:cubicBezTo>
                    <a:pt x="132" y="4"/>
                    <a:pt x="132" y="4"/>
                    <a:pt x="132" y="4"/>
                  </a:cubicBezTo>
                  <a:cubicBezTo>
                    <a:pt x="131" y="6"/>
                    <a:pt x="127" y="10"/>
                    <a:pt x="125" y="12"/>
                  </a:cubicBezTo>
                  <a:cubicBezTo>
                    <a:pt x="124" y="14"/>
                    <a:pt x="120" y="16"/>
                    <a:pt x="120" y="18"/>
                  </a:cubicBezTo>
                  <a:cubicBezTo>
                    <a:pt x="121" y="19"/>
                    <a:pt x="121" y="19"/>
                    <a:pt x="121" y="19"/>
                  </a:cubicBezTo>
                  <a:lnTo>
                    <a:pt x="122" y="19"/>
                  </a:lnTo>
                  <a:close/>
                  <a:moveTo>
                    <a:pt x="42" y="44"/>
                  </a:moveTo>
                  <a:cubicBezTo>
                    <a:pt x="42" y="44"/>
                    <a:pt x="42" y="44"/>
                    <a:pt x="42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lnTo>
                    <a:pt x="42" y="44"/>
                  </a:lnTo>
                  <a:close/>
                  <a:moveTo>
                    <a:pt x="21" y="18"/>
                  </a:moveTo>
                  <a:cubicBezTo>
                    <a:pt x="17" y="17"/>
                    <a:pt x="15" y="16"/>
                    <a:pt x="13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9" y="15"/>
                    <a:pt x="8" y="15"/>
                    <a:pt x="8" y="16"/>
                  </a:cubicBezTo>
                  <a:cubicBezTo>
                    <a:pt x="8" y="17"/>
                    <a:pt x="9" y="17"/>
                    <a:pt x="10" y="1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1"/>
                    <a:pt x="14" y="23"/>
                    <a:pt x="18" y="2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2" y="18"/>
                    <a:pt x="22" y="18"/>
                    <a:pt x="22" y="18"/>
                  </a:cubicBezTo>
                  <a:lnTo>
                    <a:pt x="21" y="18"/>
                  </a:lnTo>
                  <a:close/>
                  <a:moveTo>
                    <a:pt x="127" y="32"/>
                  </a:moveTo>
                  <a:cubicBezTo>
                    <a:pt x="126" y="33"/>
                    <a:pt x="126" y="34"/>
                    <a:pt x="127" y="35"/>
                  </a:cubicBezTo>
                  <a:cubicBezTo>
                    <a:pt x="127" y="37"/>
                    <a:pt x="129" y="38"/>
                    <a:pt x="131" y="37"/>
                  </a:cubicBezTo>
                  <a:cubicBezTo>
                    <a:pt x="132" y="36"/>
                    <a:pt x="132" y="35"/>
                    <a:pt x="131" y="33"/>
                  </a:cubicBezTo>
                  <a:cubicBezTo>
                    <a:pt x="130" y="32"/>
                    <a:pt x="128" y="31"/>
                    <a:pt x="127" y="32"/>
                  </a:cubicBezTo>
                  <a:moveTo>
                    <a:pt x="71" y="51"/>
                  </a:moveTo>
                  <a:cubicBezTo>
                    <a:pt x="71" y="51"/>
                    <a:pt x="71" y="51"/>
                    <a:pt x="71" y="51"/>
                  </a:cubicBezTo>
                  <a:cubicBezTo>
                    <a:pt x="72" y="50"/>
                    <a:pt x="72" y="50"/>
                    <a:pt x="72" y="50"/>
                  </a:cubicBezTo>
                  <a:cubicBezTo>
                    <a:pt x="72" y="49"/>
                    <a:pt x="72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51"/>
                    <a:pt x="70" y="51"/>
                    <a:pt x="70" y="51"/>
                  </a:cubicBezTo>
                  <a:lnTo>
                    <a:pt x="71" y="51"/>
                  </a:lnTo>
                  <a:close/>
                  <a:moveTo>
                    <a:pt x="98" y="48"/>
                  </a:moveTo>
                  <a:cubicBezTo>
                    <a:pt x="98" y="49"/>
                    <a:pt x="98" y="49"/>
                    <a:pt x="98" y="49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51"/>
                    <a:pt x="98" y="52"/>
                    <a:pt x="99" y="51"/>
                  </a:cubicBezTo>
                  <a:cubicBezTo>
                    <a:pt x="100" y="51"/>
                    <a:pt x="101" y="50"/>
                    <a:pt x="100" y="49"/>
                  </a:cubicBezTo>
                  <a:cubicBezTo>
                    <a:pt x="100" y="49"/>
                    <a:pt x="100" y="48"/>
                    <a:pt x="98" y="48"/>
                  </a:cubicBezTo>
                  <a:moveTo>
                    <a:pt x="83" y="48"/>
                  </a:moveTo>
                  <a:cubicBezTo>
                    <a:pt x="82" y="49"/>
                    <a:pt x="82" y="49"/>
                    <a:pt x="82" y="49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5" y="51"/>
                    <a:pt x="85" y="50"/>
                    <a:pt x="85" y="50"/>
                  </a:cubicBezTo>
                  <a:cubicBezTo>
                    <a:pt x="85" y="49"/>
                    <a:pt x="84" y="48"/>
                    <a:pt x="83" y="48"/>
                  </a:cubicBezTo>
                  <a:moveTo>
                    <a:pt x="26" y="38"/>
                  </a:moveTo>
                  <a:cubicBezTo>
                    <a:pt x="26" y="36"/>
                    <a:pt x="26" y="36"/>
                    <a:pt x="26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39"/>
                    <a:pt x="26" y="38"/>
                    <a:pt x="26" y="38"/>
                  </a:cubicBezTo>
                  <a:moveTo>
                    <a:pt x="70" y="52"/>
                  </a:moveTo>
                  <a:cubicBezTo>
                    <a:pt x="70" y="52"/>
                    <a:pt x="70" y="52"/>
                    <a:pt x="70" y="52"/>
                  </a:cubicBez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5"/>
                    <a:pt x="71" y="55"/>
                  </a:cubicBezTo>
                  <a:cubicBezTo>
                    <a:pt x="72" y="55"/>
                    <a:pt x="72" y="54"/>
                    <a:pt x="73" y="53"/>
                  </a:cubicBezTo>
                  <a:cubicBezTo>
                    <a:pt x="73" y="53"/>
                    <a:pt x="72" y="52"/>
                    <a:pt x="70" y="52"/>
                  </a:cubicBezTo>
                  <a:moveTo>
                    <a:pt x="98" y="48"/>
                  </a:moveTo>
                  <a:cubicBezTo>
                    <a:pt x="98" y="48"/>
                    <a:pt x="98" y="48"/>
                    <a:pt x="98" y="48"/>
                  </a:cubicBezTo>
                  <a:cubicBezTo>
                    <a:pt x="99" y="47"/>
                    <a:pt x="99" y="47"/>
                    <a:pt x="99" y="47"/>
                  </a:cubicBezTo>
                  <a:cubicBezTo>
                    <a:pt x="99" y="46"/>
                    <a:pt x="98" y="45"/>
                    <a:pt x="97" y="45"/>
                  </a:cubicBezTo>
                  <a:cubicBezTo>
                    <a:pt x="97" y="47"/>
                    <a:pt x="97" y="47"/>
                    <a:pt x="97" y="47"/>
                  </a:cubicBezTo>
                  <a:cubicBezTo>
                    <a:pt x="97" y="48"/>
                    <a:pt x="97" y="48"/>
                    <a:pt x="97" y="48"/>
                  </a:cubicBezTo>
                  <a:lnTo>
                    <a:pt x="98" y="48"/>
                  </a:lnTo>
                  <a:close/>
                  <a:moveTo>
                    <a:pt x="91" y="48"/>
                  </a:moveTo>
                  <a:cubicBezTo>
                    <a:pt x="91" y="48"/>
                    <a:pt x="91" y="48"/>
                    <a:pt x="91" y="48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90" y="50"/>
                    <a:pt x="90" y="50"/>
                    <a:pt x="90" y="50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lnTo>
                    <a:pt x="91" y="48"/>
                  </a:lnTo>
                  <a:close/>
                  <a:moveTo>
                    <a:pt x="11" y="21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8" y="18"/>
                    <a:pt x="8" y="17"/>
                    <a:pt x="8" y="16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7"/>
                    <a:pt x="5" y="19"/>
                    <a:pt x="2" y="23"/>
                  </a:cubicBezTo>
                  <a:cubicBezTo>
                    <a:pt x="1" y="24"/>
                    <a:pt x="0" y="25"/>
                    <a:pt x="0" y="26"/>
                  </a:cubicBezTo>
                  <a:cubicBezTo>
                    <a:pt x="0" y="28"/>
                    <a:pt x="2" y="30"/>
                    <a:pt x="2" y="30"/>
                  </a:cubicBezTo>
                  <a:cubicBezTo>
                    <a:pt x="2" y="30"/>
                    <a:pt x="10" y="37"/>
                    <a:pt x="23" y="44"/>
                  </a:cubicBezTo>
                  <a:cubicBezTo>
                    <a:pt x="35" y="50"/>
                    <a:pt x="53" y="57"/>
                    <a:pt x="74" y="57"/>
                  </a:cubicBezTo>
                  <a:cubicBezTo>
                    <a:pt x="114" y="57"/>
                    <a:pt x="140" y="33"/>
                    <a:pt x="143" y="30"/>
                  </a:cubicBezTo>
                  <a:cubicBezTo>
                    <a:pt x="145" y="28"/>
                    <a:pt x="145" y="26"/>
                    <a:pt x="145" y="25"/>
                  </a:cubicBezTo>
                  <a:cubicBezTo>
                    <a:pt x="145" y="24"/>
                    <a:pt x="145" y="23"/>
                    <a:pt x="145" y="23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9"/>
                    <a:pt x="135" y="21"/>
                    <a:pt x="135" y="21"/>
                  </a:cubicBezTo>
                  <a:cubicBezTo>
                    <a:pt x="135" y="21"/>
                    <a:pt x="120" y="36"/>
                    <a:pt x="95" y="42"/>
                  </a:cubicBezTo>
                  <a:cubicBezTo>
                    <a:pt x="94" y="42"/>
                    <a:pt x="94" y="42"/>
                    <a:pt x="94" y="42"/>
                  </a:cubicBezTo>
                  <a:cubicBezTo>
                    <a:pt x="93" y="43"/>
                    <a:pt x="92" y="43"/>
                    <a:pt x="91" y="43"/>
                  </a:cubicBezTo>
                  <a:cubicBezTo>
                    <a:pt x="91" y="43"/>
                    <a:pt x="91" y="43"/>
                    <a:pt x="91" y="43"/>
                  </a:cubicBezTo>
                  <a:cubicBezTo>
                    <a:pt x="89" y="44"/>
                    <a:pt x="88" y="44"/>
                    <a:pt x="87" y="44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5" y="44"/>
                    <a:pt x="84" y="44"/>
                    <a:pt x="83" y="44"/>
                  </a:cubicBezTo>
                  <a:cubicBezTo>
                    <a:pt x="82" y="44"/>
                    <a:pt x="82" y="44"/>
                    <a:pt x="82" y="44"/>
                  </a:cubicBezTo>
                  <a:cubicBezTo>
                    <a:pt x="81" y="45"/>
                    <a:pt x="80" y="45"/>
                    <a:pt x="79" y="45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6" y="45"/>
                    <a:pt x="75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3" y="45"/>
                    <a:pt x="73" y="45"/>
                    <a:pt x="73" y="45"/>
                  </a:cubicBezTo>
                  <a:cubicBezTo>
                    <a:pt x="72" y="45"/>
                    <a:pt x="71" y="45"/>
                    <a:pt x="69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7" y="45"/>
                    <a:pt x="66" y="45"/>
                    <a:pt x="65" y="44"/>
                  </a:cubicBezTo>
                  <a:cubicBezTo>
                    <a:pt x="64" y="44"/>
                    <a:pt x="64" y="44"/>
                    <a:pt x="64" y="44"/>
                  </a:cubicBezTo>
                  <a:cubicBezTo>
                    <a:pt x="63" y="44"/>
                    <a:pt x="61" y="44"/>
                    <a:pt x="60" y="44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4"/>
                    <a:pt x="57" y="43"/>
                    <a:pt x="56" y="43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28" y="37"/>
                    <a:pt x="11" y="21"/>
                    <a:pt x="11" y="21"/>
                  </a:cubicBezTo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2" y="34"/>
                    <a:pt x="12" y="34"/>
                    <a:pt x="12" y="34"/>
                  </a:cubicBezTo>
                  <a:lnTo>
                    <a:pt x="11" y="34"/>
                  </a:lnTo>
                  <a:close/>
                  <a:moveTo>
                    <a:pt x="18" y="39"/>
                  </a:moveTo>
                  <a:cubicBezTo>
                    <a:pt x="17" y="38"/>
                    <a:pt x="17" y="38"/>
                    <a:pt x="16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6"/>
                    <a:pt x="16" y="37"/>
                    <a:pt x="16" y="36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20" y="31"/>
                    <a:pt x="21" y="32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4"/>
                    <a:pt x="23" y="34"/>
                    <a:pt x="21" y="33"/>
                  </a:cubicBezTo>
                  <a:cubicBezTo>
                    <a:pt x="20" y="32"/>
                    <a:pt x="20" y="32"/>
                    <a:pt x="20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20" y="39"/>
                    <a:pt x="20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lnTo>
                    <a:pt x="18" y="39"/>
                  </a:lnTo>
                  <a:close/>
                  <a:moveTo>
                    <a:pt x="26" y="42"/>
                  </a:moveTo>
                  <a:cubicBezTo>
                    <a:pt x="26" y="42"/>
                    <a:pt x="26" y="42"/>
                    <a:pt x="26" y="4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2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1" y="40"/>
                    <a:pt x="21" y="40"/>
                    <a:pt x="22" y="39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4"/>
                    <a:pt x="23" y="34"/>
                    <a:pt x="23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8" y="36"/>
                    <a:pt x="28" y="38"/>
                    <a:pt x="28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6" y="39"/>
                    <a:pt x="26" y="41"/>
                    <a:pt x="26" y="42"/>
                  </a:cubicBezTo>
                  <a:moveTo>
                    <a:pt x="31" y="39"/>
                  </a:moveTo>
                  <a:cubicBezTo>
                    <a:pt x="29" y="43"/>
                    <a:pt x="29" y="43"/>
                    <a:pt x="29" y="43"/>
                  </a:cubicBezTo>
                  <a:cubicBezTo>
                    <a:pt x="29" y="44"/>
                    <a:pt x="30" y="45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8"/>
                    <a:pt x="31" y="39"/>
                  </a:cubicBezTo>
                  <a:moveTo>
                    <a:pt x="36" y="41"/>
                  </a:move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5" y="47"/>
                    <a:pt x="35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5"/>
                    <a:pt x="33" y="46"/>
                    <a:pt x="33" y="45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3" y="40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4" y="39"/>
                    <a:pt x="35" y="40"/>
                    <a:pt x="36" y="40"/>
                  </a:cubicBezTo>
                  <a:cubicBezTo>
                    <a:pt x="38" y="41"/>
                    <a:pt x="38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9" y="42"/>
                    <a:pt x="38" y="42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6" y="41"/>
                  </a:ln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50"/>
                    <a:pt x="43" y="50"/>
                    <a:pt x="43" y="50"/>
                  </a:cubicBezTo>
                  <a:lnTo>
                    <a:pt x="44" y="50"/>
                  </a:lnTo>
                  <a:close/>
                  <a:moveTo>
                    <a:pt x="51" y="46"/>
                  </a:move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5"/>
                    <a:pt x="49" y="45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46"/>
                    <a:pt x="48" y="47"/>
                    <a:pt x="49" y="47"/>
                  </a:cubicBezTo>
                  <a:cubicBezTo>
                    <a:pt x="50" y="48"/>
                    <a:pt x="50" y="49"/>
                    <a:pt x="50" y="50"/>
                  </a:cubicBezTo>
                  <a:cubicBezTo>
                    <a:pt x="49" y="51"/>
                    <a:pt x="48" y="52"/>
                    <a:pt x="47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50"/>
                    <a:pt x="46" y="51"/>
                    <a:pt x="47" y="51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9" y="49"/>
                    <a:pt x="49" y="49"/>
                    <a:pt x="47" y="48"/>
                  </a:cubicBezTo>
                  <a:cubicBezTo>
                    <a:pt x="47" y="47"/>
                    <a:pt x="46" y="47"/>
                    <a:pt x="46" y="46"/>
                  </a:cubicBezTo>
                  <a:cubicBezTo>
                    <a:pt x="47" y="45"/>
                    <a:pt x="48" y="44"/>
                    <a:pt x="49" y="45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1" y="45"/>
                    <a:pt x="51" y="45"/>
                    <a:pt x="51" y="45"/>
                  </a:cubicBezTo>
                  <a:lnTo>
                    <a:pt x="51" y="46"/>
                  </a:lnTo>
                  <a:close/>
                  <a:moveTo>
                    <a:pt x="55" y="49"/>
                  </a:moveTo>
                  <a:cubicBezTo>
                    <a:pt x="54" y="50"/>
                    <a:pt x="54" y="50"/>
                    <a:pt x="54" y="50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4" y="48"/>
                    <a:pt x="54" y="48"/>
                    <a:pt x="54" y="48"/>
                  </a:cubicBezTo>
                  <a:lnTo>
                    <a:pt x="55" y="49"/>
                  </a:lnTo>
                  <a:close/>
                  <a:moveTo>
                    <a:pt x="62" y="54"/>
                  </a:moveTo>
                  <a:cubicBezTo>
                    <a:pt x="60" y="54"/>
                    <a:pt x="59" y="54"/>
                    <a:pt x="59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3"/>
                    <a:pt x="58" y="54"/>
                    <a:pt x="58" y="53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8" y="47"/>
                    <a:pt x="58" y="47"/>
                    <a:pt x="58" y="47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60" y="47"/>
                    <a:pt x="60" y="47"/>
                    <a:pt x="60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4"/>
                    <a:pt x="60" y="54"/>
                    <a:pt x="60" y="54"/>
                  </a:cubicBezTo>
                  <a:cubicBezTo>
                    <a:pt x="63" y="54"/>
                    <a:pt x="63" y="53"/>
                    <a:pt x="63" y="53"/>
                  </a:cubicBezTo>
                  <a:cubicBezTo>
                    <a:pt x="63" y="53"/>
                    <a:pt x="63" y="53"/>
                    <a:pt x="63" y="53"/>
                  </a:cubicBezTo>
                  <a:lnTo>
                    <a:pt x="62" y="54"/>
                  </a:lnTo>
                  <a:close/>
                  <a:moveTo>
                    <a:pt x="66" y="49"/>
                  </a:moveTo>
                  <a:cubicBezTo>
                    <a:pt x="66" y="54"/>
                    <a:pt x="66" y="54"/>
                    <a:pt x="66" y="54"/>
                  </a:cubicBezTo>
                  <a:cubicBezTo>
                    <a:pt x="66" y="55"/>
                    <a:pt x="67" y="54"/>
                    <a:pt x="67" y="55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65" y="55"/>
                    <a:pt x="65" y="55"/>
                    <a:pt x="65" y="55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54"/>
                    <a:pt x="64" y="54"/>
                    <a:pt x="64" y="54"/>
                  </a:cubicBezTo>
                  <a:cubicBezTo>
                    <a:pt x="64" y="54"/>
                    <a:pt x="65" y="54"/>
                    <a:pt x="65" y="54"/>
                  </a:cubicBezTo>
                  <a:cubicBezTo>
                    <a:pt x="65" y="49"/>
                    <a:pt x="65" y="49"/>
                    <a:pt x="65" y="49"/>
                  </a:cubicBezTo>
                  <a:cubicBezTo>
                    <a:pt x="65" y="48"/>
                    <a:pt x="64" y="48"/>
                    <a:pt x="64" y="48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6" y="49"/>
                  </a:cubicBezTo>
                  <a:moveTo>
                    <a:pt x="71" y="55"/>
                  </a:moveTo>
                  <a:cubicBezTo>
                    <a:pt x="70" y="55"/>
                    <a:pt x="69" y="55"/>
                    <a:pt x="69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4"/>
                    <a:pt x="69" y="55"/>
                    <a:pt x="69" y="5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9" y="48"/>
                    <a:pt x="68" y="49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3" y="48"/>
                    <a:pt x="73" y="50"/>
                    <a:pt x="73" y="50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3" y="52"/>
                    <a:pt x="74" y="52"/>
                    <a:pt x="74" y="53"/>
                  </a:cubicBezTo>
                  <a:cubicBezTo>
                    <a:pt x="74" y="54"/>
                    <a:pt x="73" y="55"/>
                    <a:pt x="71" y="55"/>
                  </a:cubicBezTo>
                  <a:moveTo>
                    <a:pt x="79" y="55"/>
                  </a:moveTo>
                  <a:cubicBezTo>
                    <a:pt x="77" y="55"/>
                    <a:pt x="77" y="55"/>
                    <a:pt x="76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5" y="48"/>
                    <a:pt x="75" y="48"/>
                    <a:pt x="77" y="48"/>
                  </a:cubicBezTo>
                  <a:cubicBezTo>
                    <a:pt x="78" y="48"/>
                    <a:pt x="78" y="48"/>
                    <a:pt x="79" y="48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9" y="49"/>
                    <a:pt x="79" y="49"/>
                    <a:pt x="79" y="49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80" y="48"/>
                    <a:pt x="78" y="49"/>
                  </a:cubicBezTo>
                  <a:cubicBezTo>
                    <a:pt x="77" y="49"/>
                    <a:pt x="76" y="49"/>
                    <a:pt x="76" y="49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53"/>
                    <a:pt x="79" y="53"/>
                    <a:pt x="79" y="53"/>
                  </a:cubicBezTo>
                  <a:cubicBezTo>
                    <a:pt x="79" y="53"/>
                    <a:pt x="79" y="52"/>
                    <a:pt x="78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4"/>
                    <a:pt x="77" y="54"/>
                    <a:pt x="77" y="54"/>
                  </a:cubicBezTo>
                  <a:cubicBezTo>
                    <a:pt x="77" y="55"/>
                    <a:pt x="77" y="55"/>
                    <a:pt x="77" y="55"/>
                  </a:cubicBezTo>
                  <a:cubicBezTo>
                    <a:pt x="80" y="54"/>
                    <a:pt x="80" y="53"/>
                    <a:pt x="80" y="53"/>
                  </a:cubicBezTo>
                  <a:cubicBezTo>
                    <a:pt x="80" y="53"/>
                    <a:pt x="80" y="53"/>
                    <a:pt x="80" y="53"/>
                  </a:cubicBezTo>
                  <a:lnTo>
                    <a:pt x="79" y="55"/>
                  </a:lnTo>
                  <a:close/>
                  <a:moveTo>
                    <a:pt x="87" y="54"/>
                  </a:moveTo>
                  <a:cubicBezTo>
                    <a:pt x="85" y="53"/>
                    <a:pt x="85" y="53"/>
                    <a:pt x="85" y="53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2"/>
                    <a:pt x="83" y="52"/>
                    <a:pt x="83" y="52"/>
                  </a:cubicBezTo>
                  <a:cubicBezTo>
                    <a:pt x="83" y="54"/>
                    <a:pt x="83" y="54"/>
                    <a:pt x="83" y="54"/>
                  </a:cubicBezTo>
                  <a:cubicBezTo>
                    <a:pt x="83" y="55"/>
                    <a:pt x="84" y="54"/>
                    <a:pt x="84" y="54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4"/>
                    <a:pt x="82" y="55"/>
                    <a:pt x="82" y="53"/>
                  </a:cubicBezTo>
                  <a:cubicBezTo>
                    <a:pt x="81" y="49"/>
                    <a:pt x="81" y="49"/>
                    <a:pt x="81" y="49"/>
                  </a:cubicBezTo>
                  <a:cubicBezTo>
                    <a:pt x="81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83" y="48"/>
                    <a:pt x="83" y="48"/>
                    <a:pt x="83" y="48"/>
                  </a:cubicBezTo>
                  <a:cubicBezTo>
                    <a:pt x="86" y="47"/>
                    <a:pt x="86" y="49"/>
                    <a:pt x="86" y="49"/>
                  </a:cubicBezTo>
                  <a:cubicBezTo>
                    <a:pt x="85" y="50"/>
                    <a:pt x="85" y="50"/>
                    <a:pt x="85" y="50"/>
                  </a:cubicBezTo>
                  <a:cubicBezTo>
                    <a:pt x="85" y="51"/>
                    <a:pt x="85" y="51"/>
                    <a:pt x="85" y="51"/>
                  </a:cubicBezTo>
                  <a:cubicBezTo>
                    <a:pt x="85" y="51"/>
                    <a:pt x="86" y="52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8" y="54"/>
                    <a:pt x="88" y="54"/>
                    <a:pt x="88" y="54"/>
                  </a:cubicBezTo>
                  <a:lnTo>
                    <a:pt x="87" y="54"/>
                  </a:lnTo>
                  <a:close/>
                  <a:moveTo>
                    <a:pt x="95" y="53"/>
                  </a:moveTo>
                  <a:cubicBezTo>
                    <a:pt x="94" y="53"/>
                    <a:pt x="94" y="53"/>
                    <a:pt x="94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6" y="53"/>
                    <a:pt x="96" y="53"/>
                    <a:pt x="96" y="53"/>
                  </a:cubicBezTo>
                  <a:lnTo>
                    <a:pt x="95" y="53"/>
                  </a:lnTo>
                  <a:close/>
                  <a:moveTo>
                    <a:pt x="100" y="52"/>
                  </a:moveTo>
                  <a:cubicBezTo>
                    <a:pt x="98" y="52"/>
                    <a:pt x="98" y="52"/>
                    <a:pt x="97" y="52"/>
                  </a:cubicBezTo>
                  <a:cubicBezTo>
                    <a:pt x="97" y="52"/>
                    <a:pt x="97" y="52"/>
                    <a:pt x="97" y="52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96" y="52"/>
                    <a:pt x="97" y="52"/>
                    <a:pt x="97" y="51"/>
                  </a:cubicBezTo>
                  <a:cubicBezTo>
                    <a:pt x="96" y="47"/>
                    <a:pt x="96" y="47"/>
                    <a:pt x="96" y="47"/>
                  </a:cubicBezTo>
                  <a:cubicBezTo>
                    <a:pt x="95" y="46"/>
                    <a:pt x="94" y="46"/>
                    <a:pt x="94" y="46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6"/>
                    <a:pt x="95" y="46"/>
                    <a:pt x="95" y="46"/>
                  </a:cubicBezTo>
                  <a:cubicBezTo>
                    <a:pt x="97" y="45"/>
                    <a:pt x="97" y="45"/>
                    <a:pt x="97" y="45"/>
                  </a:cubicBezTo>
                  <a:cubicBezTo>
                    <a:pt x="100" y="44"/>
                    <a:pt x="100" y="46"/>
                    <a:pt x="100" y="46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101" y="48"/>
                    <a:pt x="101" y="48"/>
                    <a:pt x="101" y="49"/>
                  </a:cubicBezTo>
                  <a:cubicBezTo>
                    <a:pt x="102" y="50"/>
                    <a:pt x="101" y="51"/>
                    <a:pt x="100" y="52"/>
                  </a:cubicBezTo>
                  <a:moveTo>
                    <a:pt x="106" y="50"/>
                  </a:moveTo>
                  <a:cubicBezTo>
                    <a:pt x="104" y="50"/>
                    <a:pt x="104" y="50"/>
                    <a:pt x="104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6" y="49"/>
                    <a:pt x="106" y="49"/>
                  </a:cubicBezTo>
                  <a:lnTo>
                    <a:pt x="106" y="50"/>
                  </a:lnTo>
                  <a:close/>
                  <a:moveTo>
                    <a:pt x="111" y="48"/>
                  </a:moveTo>
                  <a:cubicBezTo>
                    <a:pt x="110" y="48"/>
                    <a:pt x="110" y="48"/>
                    <a:pt x="110" y="48"/>
                  </a:cubicBezTo>
                  <a:cubicBezTo>
                    <a:pt x="109" y="49"/>
                    <a:pt x="109" y="49"/>
                    <a:pt x="109" y="49"/>
                  </a:cubicBezTo>
                  <a:cubicBezTo>
                    <a:pt x="108" y="49"/>
                    <a:pt x="108" y="49"/>
                    <a:pt x="108" y="49"/>
                  </a:cubicBezTo>
                  <a:cubicBezTo>
                    <a:pt x="108" y="48"/>
                    <a:pt x="109" y="48"/>
                    <a:pt x="109" y="47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5" y="43"/>
                    <a:pt x="105" y="44"/>
                    <a:pt x="105" y="45"/>
                  </a:cubicBezTo>
                  <a:cubicBezTo>
                    <a:pt x="105" y="44"/>
                    <a:pt x="105" y="44"/>
                    <a:pt x="105" y="44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5" y="42"/>
                    <a:pt x="106" y="42"/>
                    <a:pt x="107" y="42"/>
                  </a:cubicBezTo>
                  <a:cubicBezTo>
                    <a:pt x="109" y="41"/>
                    <a:pt x="109" y="41"/>
                    <a:pt x="110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0" y="42"/>
                    <a:pt x="110" y="41"/>
                    <a:pt x="109" y="42"/>
                  </a:cubicBezTo>
                  <a:cubicBezTo>
                    <a:pt x="109" y="42"/>
                    <a:pt x="109" y="42"/>
                    <a:pt x="109" y="42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8"/>
                    <a:pt x="111" y="47"/>
                    <a:pt x="111" y="47"/>
                  </a:cubicBezTo>
                  <a:lnTo>
                    <a:pt x="111" y="48"/>
                  </a:lnTo>
                  <a:close/>
                  <a:moveTo>
                    <a:pt x="115" y="42"/>
                  </a:moveTo>
                  <a:cubicBezTo>
                    <a:pt x="114" y="42"/>
                    <a:pt x="114" y="42"/>
                    <a:pt x="114" y="42"/>
                  </a:cubicBezTo>
                  <a:cubicBezTo>
                    <a:pt x="115" y="41"/>
                    <a:pt x="115" y="41"/>
                    <a:pt x="115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5" y="42"/>
                  </a:lnTo>
                  <a:close/>
                  <a:moveTo>
                    <a:pt x="126" y="40"/>
                  </a:moveTo>
                  <a:cubicBezTo>
                    <a:pt x="126" y="40"/>
                    <a:pt x="126" y="40"/>
                    <a:pt x="126" y="40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2" y="43"/>
                    <a:pt x="122" y="42"/>
                    <a:pt x="123" y="42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0" y="44"/>
                    <a:pt x="120" y="44"/>
                    <a:pt x="120" y="44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37"/>
                    <a:pt x="117" y="38"/>
                    <a:pt x="117" y="38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9" y="37"/>
                    <a:pt x="119" y="37"/>
                    <a:pt x="119" y="37"/>
                  </a:cubicBezTo>
                  <a:cubicBezTo>
                    <a:pt x="124" y="39"/>
                    <a:pt x="124" y="39"/>
                    <a:pt x="124" y="39"/>
                  </a:cubicBezTo>
                  <a:cubicBezTo>
                    <a:pt x="125" y="39"/>
                    <a:pt x="125" y="39"/>
                    <a:pt x="125" y="39"/>
                  </a:cubicBezTo>
                  <a:cubicBezTo>
                    <a:pt x="125" y="38"/>
                    <a:pt x="125" y="38"/>
                    <a:pt x="125" y="38"/>
                  </a:cubicBezTo>
                  <a:cubicBezTo>
                    <a:pt x="123" y="35"/>
                    <a:pt x="123" y="35"/>
                    <a:pt x="123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2" y="34"/>
                    <a:pt x="122" y="34"/>
                    <a:pt x="122" y="34"/>
                  </a:cubicBezTo>
                  <a:cubicBezTo>
                    <a:pt x="123" y="34"/>
                    <a:pt x="123" y="34"/>
                    <a:pt x="123" y="34"/>
                  </a:cubicBezTo>
                  <a:cubicBezTo>
                    <a:pt x="124" y="34"/>
                    <a:pt x="124" y="34"/>
                    <a:pt x="124" y="34"/>
                  </a:cubicBezTo>
                  <a:cubicBezTo>
                    <a:pt x="124" y="34"/>
                    <a:pt x="123" y="34"/>
                    <a:pt x="123" y="35"/>
                  </a:cubicBezTo>
                  <a:cubicBezTo>
                    <a:pt x="126" y="40"/>
                    <a:pt x="126" y="40"/>
                    <a:pt x="126" y="40"/>
                  </a:cubicBezTo>
                  <a:close/>
                  <a:moveTo>
                    <a:pt x="131" y="38"/>
                  </a:moveTo>
                  <a:cubicBezTo>
                    <a:pt x="129" y="39"/>
                    <a:pt x="127" y="38"/>
                    <a:pt x="126" y="37"/>
                  </a:cubicBezTo>
                  <a:cubicBezTo>
                    <a:pt x="125" y="35"/>
                    <a:pt x="125" y="33"/>
                    <a:pt x="127" y="31"/>
                  </a:cubicBezTo>
                  <a:cubicBezTo>
                    <a:pt x="128" y="30"/>
                    <a:pt x="130" y="31"/>
                    <a:pt x="132" y="32"/>
                  </a:cubicBezTo>
                  <a:cubicBezTo>
                    <a:pt x="132" y="33"/>
                    <a:pt x="133" y="36"/>
                    <a:pt x="131" y="38"/>
                  </a:cubicBezTo>
                  <a:moveTo>
                    <a:pt x="136" y="33"/>
                  </a:moveTo>
                  <a:cubicBezTo>
                    <a:pt x="135" y="34"/>
                    <a:pt x="135" y="34"/>
                    <a:pt x="135" y="34"/>
                  </a:cubicBezTo>
                  <a:cubicBezTo>
                    <a:pt x="134" y="34"/>
                    <a:pt x="134" y="34"/>
                    <a:pt x="134" y="34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6" y="33"/>
                    <a:pt x="136" y="33"/>
                    <a:pt x="136" y="33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36" y="30"/>
                    <a:pt x="135" y="31"/>
                    <a:pt x="134" y="31"/>
                  </a:cubicBezTo>
                  <a:cubicBezTo>
                    <a:pt x="132" y="31"/>
                    <a:pt x="132" y="31"/>
                    <a:pt x="132" y="31"/>
                  </a:cubicBezTo>
                  <a:cubicBezTo>
                    <a:pt x="131" y="30"/>
                    <a:pt x="131" y="29"/>
                    <a:pt x="132" y="28"/>
                  </a:cubicBezTo>
                  <a:cubicBezTo>
                    <a:pt x="133" y="27"/>
                    <a:pt x="133" y="27"/>
                    <a:pt x="133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9"/>
                    <a:pt x="133" y="27"/>
                    <a:pt x="132" y="28"/>
                  </a:cubicBezTo>
                  <a:cubicBezTo>
                    <a:pt x="132" y="30"/>
                    <a:pt x="132" y="30"/>
                    <a:pt x="132" y="30"/>
                  </a:cubicBezTo>
                  <a:cubicBezTo>
                    <a:pt x="132" y="30"/>
                    <a:pt x="133" y="30"/>
                    <a:pt x="134" y="30"/>
                  </a:cubicBezTo>
                  <a:cubicBezTo>
                    <a:pt x="135" y="29"/>
                    <a:pt x="136" y="29"/>
                    <a:pt x="137" y="30"/>
                  </a:cubicBezTo>
                  <a:cubicBezTo>
                    <a:pt x="138" y="31"/>
                    <a:pt x="138" y="33"/>
                    <a:pt x="136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32">
              <a:extLst>
                <a:ext uri="{FF2B5EF4-FFF2-40B4-BE49-F238E27FC236}">
                  <a16:creationId xmlns:a16="http://schemas.microsoft.com/office/drawing/2014/main" id="{B3632215-F7D3-461E-B7F1-2F824879AC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1875" y="2517775"/>
              <a:ext cx="104775" cy="215900"/>
            </a:xfrm>
            <a:custGeom>
              <a:avLst/>
              <a:gdLst>
                <a:gd name="T0" fmla="*/ 44 w 49"/>
                <a:gd name="T1" fmla="*/ 10 h 100"/>
                <a:gd name="T2" fmla="*/ 38 w 49"/>
                <a:gd name="T3" fmla="*/ 26 h 100"/>
                <a:gd name="T4" fmla="*/ 33 w 49"/>
                <a:gd name="T5" fmla="*/ 21 h 100"/>
                <a:gd name="T6" fmla="*/ 20 w 49"/>
                <a:gd name="T7" fmla="*/ 15 h 100"/>
                <a:gd name="T8" fmla="*/ 3 w 49"/>
                <a:gd name="T9" fmla="*/ 2 h 100"/>
                <a:gd name="T10" fmla="*/ 2 w 49"/>
                <a:gd name="T11" fmla="*/ 43 h 100"/>
                <a:gd name="T12" fmla="*/ 7 w 49"/>
                <a:gd name="T13" fmla="*/ 38 h 100"/>
                <a:gd name="T14" fmla="*/ 6 w 49"/>
                <a:gd name="T15" fmla="*/ 82 h 100"/>
                <a:gd name="T16" fmla="*/ 11 w 49"/>
                <a:gd name="T17" fmla="*/ 86 h 100"/>
                <a:gd name="T18" fmla="*/ 34 w 49"/>
                <a:gd name="T19" fmla="*/ 79 h 100"/>
                <a:gd name="T20" fmla="*/ 29 w 49"/>
                <a:gd name="T21" fmla="*/ 52 h 100"/>
                <a:gd name="T22" fmla="*/ 40 w 49"/>
                <a:gd name="T23" fmla="*/ 58 h 100"/>
                <a:gd name="T24" fmla="*/ 40 w 49"/>
                <a:gd name="T25" fmla="*/ 50 h 100"/>
                <a:gd name="T26" fmla="*/ 44 w 49"/>
                <a:gd name="T27" fmla="*/ 26 h 100"/>
                <a:gd name="T28" fmla="*/ 35 w 49"/>
                <a:gd name="T29" fmla="*/ 21 h 100"/>
                <a:gd name="T30" fmla="*/ 42 w 49"/>
                <a:gd name="T31" fmla="*/ 14 h 100"/>
                <a:gd name="T32" fmla="*/ 29 w 49"/>
                <a:gd name="T33" fmla="*/ 20 h 100"/>
                <a:gd name="T34" fmla="*/ 29 w 49"/>
                <a:gd name="T35" fmla="*/ 15 h 100"/>
                <a:gd name="T36" fmla="*/ 25 w 49"/>
                <a:gd name="T37" fmla="*/ 15 h 100"/>
                <a:gd name="T38" fmla="*/ 35 w 49"/>
                <a:gd name="T39" fmla="*/ 35 h 100"/>
                <a:gd name="T40" fmla="*/ 20 w 49"/>
                <a:gd name="T41" fmla="*/ 26 h 100"/>
                <a:gd name="T42" fmla="*/ 19 w 49"/>
                <a:gd name="T43" fmla="*/ 24 h 100"/>
                <a:gd name="T44" fmla="*/ 13 w 49"/>
                <a:gd name="T45" fmla="*/ 1 h 100"/>
                <a:gd name="T46" fmla="*/ 25 w 49"/>
                <a:gd name="T47" fmla="*/ 40 h 100"/>
                <a:gd name="T48" fmla="*/ 20 w 49"/>
                <a:gd name="T49" fmla="*/ 44 h 100"/>
                <a:gd name="T50" fmla="*/ 14 w 49"/>
                <a:gd name="T51" fmla="*/ 42 h 100"/>
                <a:gd name="T52" fmla="*/ 18 w 49"/>
                <a:gd name="T53" fmla="*/ 42 h 100"/>
                <a:gd name="T54" fmla="*/ 11 w 49"/>
                <a:gd name="T55" fmla="*/ 36 h 100"/>
                <a:gd name="T56" fmla="*/ 7 w 49"/>
                <a:gd name="T57" fmla="*/ 28 h 100"/>
                <a:gd name="T58" fmla="*/ 3 w 49"/>
                <a:gd name="T59" fmla="*/ 3 h 100"/>
                <a:gd name="T60" fmla="*/ 6 w 49"/>
                <a:gd name="T61" fmla="*/ 22 h 100"/>
                <a:gd name="T62" fmla="*/ 4 w 49"/>
                <a:gd name="T63" fmla="*/ 30 h 100"/>
                <a:gd name="T64" fmla="*/ 2 w 49"/>
                <a:gd name="T65" fmla="*/ 48 h 100"/>
                <a:gd name="T66" fmla="*/ 2 w 49"/>
                <a:gd name="T67" fmla="*/ 50 h 100"/>
                <a:gd name="T68" fmla="*/ 11 w 49"/>
                <a:gd name="T69" fmla="*/ 36 h 100"/>
                <a:gd name="T70" fmla="*/ 32 w 49"/>
                <a:gd name="T71" fmla="*/ 77 h 100"/>
                <a:gd name="T72" fmla="*/ 27 w 49"/>
                <a:gd name="T73" fmla="*/ 78 h 100"/>
                <a:gd name="T74" fmla="*/ 20 w 49"/>
                <a:gd name="T75" fmla="*/ 62 h 100"/>
                <a:gd name="T76" fmla="*/ 18 w 49"/>
                <a:gd name="T77" fmla="*/ 57 h 100"/>
                <a:gd name="T78" fmla="*/ 13 w 49"/>
                <a:gd name="T79" fmla="*/ 96 h 100"/>
                <a:gd name="T80" fmla="*/ 7 w 49"/>
                <a:gd name="T81" fmla="*/ 88 h 100"/>
                <a:gd name="T82" fmla="*/ 9 w 49"/>
                <a:gd name="T83" fmla="*/ 75 h 100"/>
                <a:gd name="T84" fmla="*/ 10 w 49"/>
                <a:gd name="T85" fmla="*/ 43 h 100"/>
                <a:gd name="T86" fmla="*/ 27 w 49"/>
                <a:gd name="T87" fmla="*/ 49 h 100"/>
                <a:gd name="T88" fmla="*/ 41 w 49"/>
                <a:gd name="T89" fmla="*/ 48 h 100"/>
                <a:gd name="T90" fmla="*/ 40 w 49"/>
                <a:gd name="T91" fmla="*/ 52 h 100"/>
                <a:gd name="T92" fmla="*/ 34 w 49"/>
                <a:gd name="T93" fmla="*/ 53 h 100"/>
                <a:gd name="T94" fmla="*/ 27 w 49"/>
                <a:gd name="T95" fmla="*/ 48 h 100"/>
                <a:gd name="T96" fmla="*/ 18 w 49"/>
                <a:gd name="T97" fmla="*/ 38 h 100"/>
                <a:gd name="T98" fmla="*/ 11 w 49"/>
                <a:gd name="T99" fmla="*/ 28 h 100"/>
                <a:gd name="T100" fmla="*/ 13 w 49"/>
                <a:gd name="T101" fmla="*/ 19 h 100"/>
                <a:gd name="T102" fmla="*/ 31 w 49"/>
                <a:gd name="T103" fmla="*/ 39 h 100"/>
                <a:gd name="T104" fmla="*/ 36 w 49"/>
                <a:gd name="T105" fmla="*/ 42 h 100"/>
                <a:gd name="T106" fmla="*/ 42 w 49"/>
                <a:gd name="T107" fmla="*/ 28 h 100"/>
                <a:gd name="T108" fmla="*/ 46 w 49"/>
                <a:gd name="T109" fmla="*/ 26 h 100"/>
                <a:gd name="T110" fmla="*/ 43 w 49"/>
                <a:gd name="T111" fmla="*/ 14 h 100"/>
                <a:gd name="T112" fmla="*/ 48 w 49"/>
                <a:gd name="T113" fmla="*/ 13 h 100"/>
                <a:gd name="T114" fmla="*/ 8 w 49"/>
                <a:gd name="T115" fmla="*/ 83 h 100"/>
                <a:gd name="T116" fmla="*/ 19 w 49"/>
                <a:gd name="T117" fmla="*/ 34 h 100"/>
                <a:gd name="T118" fmla="*/ 14 w 49"/>
                <a:gd name="T119" fmla="*/ 24 h 100"/>
                <a:gd name="T120" fmla="*/ 25 w 49"/>
                <a:gd name="T121" fmla="*/ 2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" h="100">
                  <a:moveTo>
                    <a:pt x="11" y="71"/>
                  </a:moveTo>
                  <a:cubicBezTo>
                    <a:pt x="11" y="72"/>
                    <a:pt x="11" y="72"/>
                    <a:pt x="11" y="72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12" y="73"/>
                    <a:pt x="12" y="73"/>
                    <a:pt x="12" y="73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1"/>
                    <a:pt x="12" y="71"/>
                    <a:pt x="12" y="71"/>
                  </a:cubicBezTo>
                  <a:lnTo>
                    <a:pt x="11" y="71"/>
                  </a:lnTo>
                  <a:close/>
                  <a:moveTo>
                    <a:pt x="49" y="12"/>
                  </a:move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1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43" y="10"/>
                    <a:pt x="43" y="11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6"/>
                    <a:pt x="42" y="17"/>
                    <a:pt x="42" y="17"/>
                  </a:cubicBezTo>
                  <a:cubicBezTo>
                    <a:pt x="43" y="18"/>
                    <a:pt x="43" y="19"/>
                    <a:pt x="43" y="20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43" y="22"/>
                    <a:pt x="42" y="24"/>
                    <a:pt x="42" y="25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0" y="26"/>
                    <a:pt x="39" y="25"/>
                    <a:pt x="39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8" y="28"/>
                    <a:pt x="38" y="29"/>
                  </a:cubicBezTo>
                  <a:cubicBezTo>
                    <a:pt x="38" y="30"/>
                    <a:pt x="38" y="30"/>
                    <a:pt x="37" y="31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5" y="32"/>
                    <a:pt x="35" y="31"/>
                    <a:pt x="34" y="30"/>
                  </a:cubicBezTo>
                  <a:cubicBezTo>
                    <a:pt x="33" y="28"/>
                    <a:pt x="31" y="27"/>
                    <a:pt x="30" y="26"/>
                  </a:cubicBezTo>
                  <a:cubicBezTo>
                    <a:pt x="28" y="25"/>
                    <a:pt x="27" y="24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0" y="22"/>
                    <a:pt x="31" y="23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7"/>
                    <a:pt x="35" y="14"/>
                    <a:pt x="32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14"/>
                    <a:pt x="29" y="13"/>
                    <a:pt x="27" y="13"/>
                  </a:cubicBezTo>
                  <a:cubicBezTo>
                    <a:pt x="26" y="13"/>
                    <a:pt x="26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19" y="17"/>
                    <a:pt x="19" y="19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7" y="17"/>
                    <a:pt x="17" y="16"/>
                    <a:pt x="17" y="16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4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3" y="11"/>
                    <a:pt x="13" y="9"/>
                    <a:pt x="13" y="8"/>
                  </a:cubicBezTo>
                  <a:cubicBezTo>
                    <a:pt x="13" y="4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9" y="6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0"/>
                    <a:pt x="6" y="8"/>
                    <a:pt x="5" y="6"/>
                  </a:cubicBezTo>
                  <a:cubicBezTo>
                    <a:pt x="4" y="4"/>
                    <a:pt x="3" y="2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4" y="13"/>
                    <a:pt x="5" y="15"/>
                  </a:cubicBezTo>
                  <a:cubicBezTo>
                    <a:pt x="4" y="14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7"/>
                    <a:pt x="3" y="20"/>
                    <a:pt x="5" y="21"/>
                  </a:cubicBezTo>
                  <a:cubicBezTo>
                    <a:pt x="3" y="21"/>
                    <a:pt x="2" y="20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4"/>
                    <a:pt x="4" y="27"/>
                    <a:pt x="5" y="28"/>
                  </a:cubicBezTo>
                  <a:cubicBezTo>
                    <a:pt x="4" y="28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1"/>
                    <a:pt x="5" y="32"/>
                    <a:pt x="6" y="33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3" y="33"/>
                    <a:pt x="0" y="35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1"/>
                    <a:pt x="2" y="42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1" y="44"/>
                    <a:pt x="1" y="44"/>
                    <a:pt x="0" y="4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1"/>
                    <a:pt x="2" y="51"/>
                    <a:pt x="3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3" y="49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7"/>
                    <a:pt x="5" y="45"/>
                    <a:pt x="6" y="43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0"/>
                    <a:pt x="4" y="39"/>
                    <a:pt x="3" y="39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9" y="39"/>
                    <a:pt x="9" y="40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8"/>
                    <a:pt x="1" y="54"/>
                    <a:pt x="1" y="59"/>
                  </a:cubicBezTo>
                  <a:cubicBezTo>
                    <a:pt x="1" y="62"/>
                    <a:pt x="4" y="65"/>
                    <a:pt x="5" y="66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5"/>
                    <a:pt x="7" y="75"/>
                    <a:pt x="7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8" y="77"/>
                    <a:pt x="8" y="77"/>
                    <a:pt x="8" y="77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6" y="82"/>
                    <a:pt x="6" y="82"/>
                    <a:pt x="6" y="82"/>
                  </a:cubicBezTo>
                  <a:cubicBezTo>
                    <a:pt x="6" y="83"/>
                    <a:pt x="7" y="84"/>
                    <a:pt x="7" y="86"/>
                  </a:cubicBezTo>
                  <a:cubicBezTo>
                    <a:pt x="7" y="87"/>
                    <a:pt x="6" y="88"/>
                    <a:pt x="6" y="88"/>
                  </a:cubicBezTo>
                  <a:cubicBezTo>
                    <a:pt x="5" y="93"/>
                    <a:pt x="5" y="93"/>
                    <a:pt x="5" y="93"/>
                  </a:cubicBezTo>
                  <a:cubicBezTo>
                    <a:pt x="6" y="95"/>
                    <a:pt x="6" y="95"/>
                    <a:pt x="6" y="95"/>
                  </a:cubicBezTo>
                  <a:cubicBezTo>
                    <a:pt x="6" y="99"/>
                    <a:pt x="6" y="99"/>
                    <a:pt x="6" y="99"/>
                  </a:cubicBezTo>
                  <a:cubicBezTo>
                    <a:pt x="7" y="100"/>
                    <a:pt x="8" y="100"/>
                    <a:pt x="9" y="100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1" y="100"/>
                    <a:pt x="12" y="100"/>
                    <a:pt x="13" y="100"/>
                  </a:cubicBezTo>
                  <a:cubicBezTo>
                    <a:pt x="15" y="100"/>
                    <a:pt x="16" y="99"/>
                    <a:pt x="17" y="98"/>
                  </a:cubicBezTo>
                  <a:cubicBezTo>
                    <a:pt x="19" y="97"/>
                    <a:pt x="19" y="97"/>
                    <a:pt x="19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5"/>
                    <a:pt x="17" y="95"/>
                    <a:pt x="17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3" y="95"/>
                    <a:pt x="12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0" y="96"/>
                    <a:pt x="10" y="94"/>
                    <a:pt x="10" y="93"/>
                  </a:cubicBezTo>
                  <a:cubicBezTo>
                    <a:pt x="10" y="92"/>
                    <a:pt x="10" y="92"/>
                    <a:pt x="10" y="92"/>
                  </a:cubicBezTo>
                  <a:cubicBezTo>
                    <a:pt x="10" y="91"/>
                    <a:pt x="10" y="91"/>
                    <a:pt x="10" y="90"/>
                  </a:cubicBezTo>
                  <a:cubicBezTo>
                    <a:pt x="11" y="89"/>
                    <a:pt x="11" y="88"/>
                    <a:pt x="11" y="87"/>
                  </a:cubicBezTo>
                  <a:cubicBezTo>
                    <a:pt x="11" y="86"/>
                    <a:pt x="11" y="86"/>
                    <a:pt x="11" y="86"/>
                  </a:cubicBezTo>
                  <a:cubicBezTo>
                    <a:pt x="11" y="85"/>
                    <a:pt x="11" y="85"/>
                    <a:pt x="12" y="84"/>
                  </a:cubicBezTo>
                  <a:cubicBezTo>
                    <a:pt x="13" y="83"/>
                    <a:pt x="12" y="82"/>
                    <a:pt x="13" y="81"/>
                  </a:cubicBezTo>
                  <a:cubicBezTo>
                    <a:pt x="13" y="80"/>
                    <a:pt x="13" y="79"/>
                    <a:pt x="14" y="78"/>
                  </a:cubicBezTo>
                  <a:cubicBezTo>
                    <a:pt x="15" y="77"/>
                    <a:pt x="16" y="75"/>
                    <a:pt x="17" y="74"/>
                  </a:cubicBezTo>
                  <a:cubicBezTo>
                    <a:pt x="17" y="72"/>
                    <a:pt x="17" y="72"/>
                    <a:pt x="17" y="72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19" y="69"/>
                    <a:pt x="20" y="69"/>
                    <a:pt x="20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1" y="69"/>
                    <a:pt x="21" y="69"/>
                    <a:pt x="21" y="69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4"/>
                    <a:pt x="20" y="74"/>
                    <a:pt x="20" y="74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5" y="78"/>
                    <a:pt x="25" y="78"/>
                    <a:pt x="25" y="78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8" y="81"/>
                    <a:pt x="28" y="81"/>
                    <a:pt x="28" y="81"/>
                  </a:cubicBezTo>
                  <a:cubicBezTo>
                    <a:pt x="28" y="82"/>
                    <a:pt x="29" y="83"/>
                    <a:pt x="31" y="83"/>
                  </a:cubicBezTo>
                  <a:cubicBezTo>
                    <a:pt x="32" y="83"/>
                    <a:pt x="34" y="80"/>
                    <a:pt x="34" y="79"/>
                  </a:cubicBezTo>
                  <a:cubicBezTo>
                    <a:pt x="35" y="78"/>
                    <a:pt x="36" y="76"/>
                    <a:pt x="36" y="75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1" y="75"/>
                    <a:pt x="31" y="75"/>
                    <a:pt x="31" y="75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0" y="76"/>
                    <a:pt x="30" y="76"/>
                    <a:pt x="30" y="76"/>
                  </a:cubicBezTo>
                  <a:cubicBezTo>
                    <a:pt x="29" y="76"/>
                    <a:pt x="27" y="74"/>
                    <a:pt x="27" y="73"/>
                  </a:cubicBezTo>
                  <a:cubicBezTo>
                    <a:pt x="26" y="72"/>
                    <a:pt x="25" y="71"/>
                    <a:pt x="25" y="70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7" y="68"/>
                    <a:pt x="29" y="66"/>
                    <a:pt x="30" y="65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31" y="62"/>
                    <a:pt x="32" y="61"/>
                    <a:pt x="32" y="61"/>
                  </a:cubicBezTo>
                  <a:cubicBezTo>
                    <a:pt x="31" y="57"/>
                    <a:pt x="29" y="56"/>
                    <a:pt x="27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1" y="52"/>
                    <a:pt x="32" y="56"/>
                    <a:pt x="32" y="56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3" y="55"/>
                    <a:pt x="34" y="54"/>
                    <a:pt x="34" y="53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6" y="54"/>
                    <a:pt x="37" y="54"/>
                    <a:pt x="38" y="55"/>
                  </a:cubicBezTo>
                  <a:cubicBezTo>
                    <a:pt x="39" y="55"/>
                    <a:pt x="39" y="55"/>
                    <a:pt x="39" y="56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40" y="61"/>
                    <a:pt x="40" y="61"/>
                    <a:pt x="40" y="61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2" y="54"/>
                    <a:pt x="43" y="52"/>
                    <a:pt x="43" y="52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4" y="47"/>
                    <a:pt x="44" y="47"/>
                    <a:pt x="44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6" y="51"/>
                    <a:pt x="35" y="50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5" y="47"/>
                    <a:pt x="34" y="47"/>
                    <a:pt x="33" y="47"/>
                  </a:cubicBezTo>
                  <a:cubicBezTo>
                    <a:pt x="34" y="46"/>
                    <a:pt x="35" y="45"/>
                    <a:pt x="36" y="4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1" y="38"/>
                    <a:pt x="41" y="37"/>
                    <a:pt x="41" y="36"/>
                  </a:cubicBezTo>
                  <a:cubicBezTo>
                    <a:pt x="41" y="35"/>
                    <a:pt x="41" y="33"/>
                    <a:pt x="42" y="33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4" y="32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1"/>
                    <a:pt x="44" y="30"/>
                    <a:pt x="43" y="30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8"/>
                    <a:pt x="44" y="27"/>
                    <a:pt x="44" y="26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19"/>
                    <a:pt x="47" y="18"/>
                    <a:pt x="47" y="18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lnTo>
                    <a:pt x="49" y="12"/>
                  </a:lnTo>
                  <a:close/>
                  <a:moveTo>
                    <a:pt x="35" y="21"/>
                  </a:move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lnTo>
                    <a:pt x="35" y="21"/>
                  </a:lnTo>
                  <a:close/>
                  <a:moveTo>
                    <a:pt x="44" y="10"/>
                  </a:moveTo>
                  <a:cubicBezTo>
                    <a:pt x="45" y="10"/>
                    <a:pt x="45" y="10"/>
                    <a:pt x="45" y="10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lnTo>
                    <a:pt x="44" y="10"/>
                  </a:lnTo>
                  <a:close/>
                  <a:moveTo>
                    <a:pt x="42" y="12"/>
                  </a:moveTo>
                  <a:cubicBezTo>
                    <a:pt x="42" y="12"/>
                    <a:pt x="42" y="12"/>
                    <a:pt x="42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3"/>
                    <a:pt x="41" y="13"/>
                    <a:pt x="41" y="13"/>
                  </a:cubicBezTo>
                  <a:lnTo>
                    <a:pt x="42" y="12"/>
                  </a:lnTo>
                  <a:close/>
                  <a:moveTo>
                    <a:pt x="43" y="17"/>
                  </a:moveTo>
                  <a:cubicBezTo>
                    <a:pt x="42" y="16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5"/>
                    <a:pt x="43" y="15"/>
                    <a:pt x="43" y="16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3" y="18"/>
                    <a:pt x="43" y="18"/>
                    <a:pt x="43" y="18"/>
                  </a:cubicBezTo>
                  <a:lnTo>
                    <a:pt x="43" y="17"/>
                  </a:lnTo>
                  <a:close/>
                  <a:moveTo>
                    <a:pt x="29" y="21"/>
                  </a:moveTo>
                  <a:cubicBezTo>
                    <a:pt x="29" y="21"/>
                    <a:pt x="29" y="21"/>
                    <a:pt x="29" y="21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1" y="22"/>
                    <a:pt x="31" y="22"/>
                    <a:pt x="31" y="22"/>
                  </a:cubicBezTo>
                  <a:lnTo>
                    <a:pt x="29" y="21"/>
                  </a:lnTo>
                  <a:close/>
                  <a:moveTo>
                    <a:pt x="27" y="20"/>
                  </a:moveTo>
                  <a:cubicBezTo>
                    <a:pt x="27" y="20"/>
                    <a:pt x="27" y="20"/>
                    <a:pt x="27" y="20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7" y="20"/>
                    <a:pt x="27" y="20"/>
                    <a:pt x="27" y="20"/>
                  </a:cubicBezTo>
                  <a:close/>
                  <a:moveTo>
                    <a:pt x="32" y="21"/>
                  </a:moveTo>
                  <a:cubicBezTo>
                    <a:pt x="34" y="22"/>
                    <a:pt x="34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lnTo>
                    <a:pt x="32" y="21"/>
                  </a:lnTo>
                  <a:close/>
                  <a:moveTo>
                    <a:pt x="32" y="15"/>
                  </a:moveTo>
                  <a:cubicBezTo>
                    <a:pt x="33" y="15"/>
                    <a:pt x="34" y="15"/>
                    <a:pt x="34" y="16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9" y="15"/>
                    <a:pt x="29" y="15"/>
                    <a:pt x="29" y="15"/>
                  </a:cubicBezTo>
                  <a:lnTo>
                    <a:pt x="32" y="15"/>
                  </a:lnTo>
                  <a:close/>
                  <a:moveTo>
                    <a:pt x="28" y="15"/>
                  </a:moveTo>
                  <a:cubicBezTo>
                    <a:pt x="28" y="15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lose/>
                  <a:moveTo>
                    <a:pt x="22" y="13"/>
                  </a:moveTo>
                  <a:cubicBezTo>
                    <a:pt x="23" y="14"/>
                    <a:pt x="23" y="14"/>
                    <a:pt x="23" y="14"/>
                  </a:cubicBezTo>
                  <a:cubicBezTo>
                    <a:pt x="22" y="14"/>
                    <a:pt x="22" y="14"/>
                    <a:pt x="22" y="14"/>
                  </a:cubicBezTo>
                  <a:lnTo>
                    <a:pt x="22" y="13"/>
                  </a:lnTo>
                  <a:close/>
                  <a:moveTo>
                    <a:pt x="21" y="16"/>
                  </a:moveTo>
                  <a:cubicBezTo>
                    <a:pt x="21" y="16"/>
                    <a:pt x="21" y="16"/>
                    <a:pt x="21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6" y="14"/>
                    <a:pt x="26" y="13"/>
                    <a:pt x="27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4"/>
                    <a:pt x="28" y="25"/>
                    <a:pt x="29" y="26"/>
                  </a:cubicBezTo>
                  <a:cubicBezTo>
                    <a:pt x="31" y="27"/>
                    <a:pt x="32" y="29"/>
                    <a:pt x="34" y="30"/>
                  </a:cubicBezTo>
                  <a:cubicBezTo>
                    <a:pt x="35" y="32"/>
                    <a:pt x="35" y="34"/>
                    <a:pt x="36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4" y="34"/>
                    <a:pt x="33" y="34"/>
                    <a:pt x="33" y="34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1" y="32"/>
                    <a:pt x="21" y="3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9"/>
                    <a:pt x="20" y="28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9" y="18"/>
                    <a:pt x="20" y="17"/>
                    <a:pt x="21" y="16"/>
                  </a:cubicBezTo>
                  <a:moveTo>
                    <a:pt x="20" y="31"/>
                  </a:moveTo>
                  <a:cubicBezTo>
                    <a:pt x="20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7" y="32"/>
                    <a:pt x="17" y="31"/>
                    <a:pt x="17" y="29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19" y="27"/>
                    <a:pt x="19" y="27"/>
                  </a:cubicBezTo>
                  <a:cubicBezTo>
                    <a:pt x="20" y="28"/>
                    <a:pt x="20" y="30"/>
                    <a:pt x="20" y="30"/>
                  </a:cubicBezTo>
                  <a:lnTo>
                    <a:pt x="20" y="31"/>
                  </a:lnTo>
                  <a:close/>
                  <a:moveTo>
                    <a:pt x="16" y="18"/>
                  </a:moveTo>
                  <a:cubicBezTo>
                    <a:pt x="16" y="18"/>
                    <a:pt x="16" y="18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9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5" y="20"/>
                    <a:pt x="15" y="20"/>
                    <a:pt x="15" y="20"/>
                  </a:cubicBezTo>
                  <a:lnTo>
                    <a:pt x="16" y="18"/>
                  </a:lnTo>
                  <a:close/>
                  <a:moveTo>
                    <a:pt x="13" y="13"/>
                  </a:move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5" y="12"/>
                    <a:pt x="15" y="16"/>
                    <a:pt x="15" y="17"/>
                  </a:cubicBezTo>
                  <a:cubicBezTo>
                    <a:pt x="15" y="18"/>
                    <a:pt x="15" y="19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5"/>
                    <a:pt x="13" y="14"/>
                    <a:pt x="13" y="13"/>
                  </a:cubicBezTo>
                  <a:moveTo>
                    <a:pt x="13" y="1"/>
                  </a:moveTo>
                  <a:cubicBezTo>
                    <a:pt x="13" y="2"/>
                    <a:pt x="13" y="5"/>
                    <a:pt x="13" y="8"/>
                  </a:cubicBezTo>
                  <a:cubicBezTo>
                    <a:pt x="13" y="9"/>
                    <a:pt x="13" y="11"/>
                    <a:pt x="13" y="12"/>
                  </a:cubicBezTo>
                  <a:cubicBezTo>
                    <a:pt x="13" y="12"/>
                    <a:pt x="13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4"/>
                    <a:pt x="11" y="10"/>
                    <a:pt x="11" y="7"/>
                  </a:cubicBezTo>
                  <a:cubicBezTo>
                    <a:pt x="11" y="5"/>
                    <a:pt x="11" y="3"/>
                    <a:pt x="13" y="1"/>
                  </a:cubicBezTo>
                  <a:moveTo>
                    <a:pt x="12" y="2"/>
                  </a:moveTo>
                  <a:cubicBezTo>
                    <a:pt x="11" y="4"/>
                    <a:pt x="10" y="5"/>
                    <a:pt x="10" y="7"/>
                  </a:cubicBezTo>
                  <a:cubicBezTo>
                    <a:pt x="10" y="11"/>
                    <a:pt x="12" y="15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7"/>
                    <a:pt x="10" y="4"/>
                    <a:pt x="12" y="2"/>
                  </a:cubicBezTo>
                  <a:moveTo>
                    <a:pt x="9" y="12"/>
                  </a:moveTo>
                  <a:cubicBezTo>
                    <a:pt x="9" y="11"/>
                    <a:pt x="9" y="11"/>
                    <a:pt x="9" y="11"/>
                  </a:cubicBezTo>
                  <a:cubicBezTo>
                    <a:pt x="9" y="13"/>
                    <a:pt x="11" y="16"/>
                    <a:pt x="12" y="17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0" y="20"/>
                    <a:pt x="9" y="16"/>
                    <a:pt x="9" y="12"/>
                  </a:cubicBezTo>
                  <a:close/>
                  <a:moveTo>
                    <a:pt x="22" y="44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4" y="43"/>
                    <a:pt x="22" y="44"/>
                  </a:cubicBezTo>
                  <a:moveTo>
                    <a:pt x="22" y="44"/>
                  </a:moveTo>
                  <a:cubicBezTo>
                    <a:pt x="19" y="48"/>
                    <a:pt x="19" y="48"/>
                    <a:pt x="19" y="48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6"/>
                    <a:pt x="20" y="45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1" y="44"/>
                    <a:pt x="21" y="44"/>
                    <a:pt x="21" y="44"/>
                  </a:cubicBezTo>
                  <a:lnTo>
                    <a:pt x="22" y="44"/>
                  </a:lnTo>
                  <a:close/>
                  <a:moveTo>
                    <a:pt x="21" y="44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2" y="41"/>
                    <a:pt x="22" y="41"/>
                    <a:pt x="22" y="41"/>
                  </a:cubicBezTo>
                  <a:lnTo>
                    <a:pt x="21" y="44"/>
                  </a:lnTo>
                  <a:close/>
                  <a:moveTo>
                    <a:pt x="20" y="44"/>
                  </a:move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18" y="45"/>
                    <a:pt x="16" y="45"/>
                  </a:cubicBezTo>
                  <a:cubicBezTo>
                    <a:pt x="18" y="45"/>
                    <a:pt x="18" y="43"/>
                    <a:pt x="18" y="42"/>
                  </a:cubicBezTo>
                  <a:cubicBezTo>
                    <a:pt x="20" y="42"/>
                    <a:pt x="20" y="42"/>
                    <a:pt x="20" y="42"/>
                  </a:cubicBezTo>
                  <a:lnTo>
                    <a:pt x="20" y="44"/>
                  </a:lnTo>
                  <a:close/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lose/>
                  <a:moveTo>
                    <a:pt x="11" y="38"/>
                  </a:moveTo>
                  <a:cubicBezTo>
                    <a:pt x="12" y="39"/>
                    <a:pt x="13" y="39"/>
                    <a:pt x="14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1"/>
                    <a:pt x="11" y="39"/>
                    <a:pt x="11" y="38"/>
                  </a:cubicBezTo>
                  <a:moveTo>
                    <a:pt x="14" y="40"/>
                  </a:moveTo>
                  <a:cubicBezTo>
                    <a:pt x="15" y="41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6" y="42"/>
                    <a:pt x="17" y="42"/>
                    <a:pt x="18" y="42"/>
                  </a:cubicBezTo>
                  <a:cubicBezTo>
                    <a:pt x="18" y="43"/>
                    <a:pt x="17" y="45"/>
                    <a:pt x="15" y="45"/>
                  </a:cubicBezTo>
                  <a:cubicBezTo>
                    <a:pt x="15" y="45"/>
                    <a:pt x="15" y="43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3" y="42"/>
                    <a:pt x="14" y="40"/>
                    <a:pt x="14" y="40"/>
                  </a:cubicBezTo>
                  <a:moveTo>
                    <a:pt x="12" y="44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4" y="43"/>
                    <a:pt x="14" y="43"/>
                    <a:pt x="14" y="43"/>
                  </a:cubicBezTo>
                  <a:cubicBezTo>
                    <a:pt x="14" y="44"/>
                    <a:pt x="14" y="45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6"/>
                    <a:pt x="15" y="46"/>
                    <a:pt x="15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48"/>
                    <a:pt x="16" y="48"/>
                    <a:pt x="15" y="50"/>
                  </a:cubicBezTo>
                  <a:cubicBezTo>
                    <a:pt x="15" y="52"/>
                    <a:pt x="12" y="54"/>
                    <a:pt x="11" y="55"/>
                  </a:cubicBezTo>
                  <a:cubicBezTo>
                    <a:pt x="9" y="57"/>
                    <a:pt x="9" y="58"/>
                    <a:pt x="8" y="60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5" y="61"/>
                    <a:pt x="5" y="59"/>
                    <a:pt x="5" y="59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4"/>
                    <a:pt x="10" y="52"/>
                    <a:pt x="12" y="44"/>
                  </a:cubicBezTo>
                  <a:moveTo>
                    <a:pt x="18" y="42"/>
                  </a:moveTo>
                  <a:cubicBezTo>
                    <a:pt x="16" y="42"/>
                    <a:pt x="16" y="42"/>
                    <a:pt x="16" y="42"/>
                  </a:cubicBezTo>
                  <a:cubicBezTo>
                    <a:pt x="17" y="41"/>
                    <a:pt x="18" y="40"/>
                    <a:pt x="18" y="39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9" y="42"/>
                    <a:pt x="19" y="42"/>
                    <a:pt x="19" y="42"/>
                  </a:cubicBezTo>
                  <a:lnTo>
                    <a:pt x="18" y="42"/>
                  </a:lnTo>
                  <a:close/>
                  <a:moveTo>
                    <a:pt x="15" y="41"/>
                  </a:move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3" y="39"/>
                    <a:pt x="12" y="38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5" y="38"/>
                    <a:pt x="16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41"/>
                    <a:pt x="15" y="41"/>
                  </a:cubicBezTo>
                  <a:moveTo>
                    <a:pt x="14" y="35"/>
                  </a:moveTo>
                  <a:cubicBezTo>
                    <a:pt x="14" y="35"/>
                    <a:pt x="14" y="35"/>
                    <a:pt x="14" y="35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2" y="37"/>
                    <a:pt x="11" y="38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5"/>
                    <a:pt x="14" y="35"/>
                    <a:pt x="14" y="35"/>
                  </a:cubicBezTo>
                  <a:close/>
                  <a:moveTo>
                    <a:pt x="9" y="34"/>
                  </a:moveTo>
                  <a:cubicBezTo>
                    <a:pt x="9" y="32"/>
                    <a:pt x="9" y="32"/>
                    <a:pt x="9" y="32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0" y="29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2" y="32"/>
                    <a:pt x="12" y="32"/>
                    <a:pt x="12" y="32"/>
                  </a:cubicBezTo>
                  <a:lnTo>
                    <a:pt x="9" y="34"/>
                  </a:lnTo>
                  <a:close/>
                  <a:moveTo>
                    <a:pt x="10" y="27"/>
                  </a:moveTo>
                  <a:cubicBezTo>
                    <a:pt x="10" y="27"/>
                    <a:pt x="8" y="27"/>
                    <a:pt x="7" y="28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0" y="27"/>
                    <a:pt x="10" y="27"/>
                    <a:pt x="10" y="27"/>
                  </a:cubicBezTo>
                  <a:close/>
                  <a:moveTo>
                    <a:pt x="9" y="25"/>
                  </a:move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8" y="25"/>
                    <a:pt x="7" y="24"/>
                    <a:pt x="7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9" y="25"/>
                    <a:pt x="9" y="25"/>
                    <a:pt x="9" y="25"/>
                  </a:cubicBezTo>
                  <a:close/>
                  <a:moveTo>
                    <a:pt x="10" y="23"/>
                  </a:moveTo>
                  <a:cubicBezTo>
                    <a:pt x="10" y="22"/>
                    <a:pt x="9" y="22"/>
                    <a:pt x="8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lnTo>
                    <a:pt x="10" y="23"/>
                  </a:lnTo>
                  <a:close/>
                  <a:moveTo>
                    <a:pt x="3" y="3"/>
                  </a:moveTo>
                  <a:cubicBezTo>
                    <a:pt x="4" y="5"/>
                    <a:pt x="7" y="10"/>
                    <a:pt x="8" y="12"/>
                  </a:cubicBezTo>
                  <a:cubicBezTo>
                    <a:pt x="8" y="13"/>
                    <a:pt x="8" y="14"/>
                    <a:pt x="8" y="15"/>
                  </a:cubicBezTo>
                  <a:cubicBezTo>
                    <a:pt x="7" y="13"/>
                    <a:pt x="3" y="7"/>
                    <a:pt x="3" y="3"/>
                  </a:cubicBezTo>
                  <a:close/>
                  <a:moveTo>
                    <a:pt x="2" y="2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2" y="2"/>
                    <a:pt x="2" y="2"/>
                    <a:pt x="2" y="2"/>
                  </a:cubicBezTo>
                  <a:close/>
                  <a:moveTo>
                    <a:pt x="2" y="5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9"/>
                    <a:pt x="9" y="16"/>
                    <a:pt x="9" y="16"/>
                  </a:cubicBezTo>
                  <a:cubicBezTo>
                    <a:pt x="9" y="17"/>
                    <a:pt x="9" y="19"/>
                    <a:pt x="10" y="20"/>
                  </a:cubicBezTo>
                  <a:cubicBezTo>
                    <a:pt x="9" y="19"/>
                    <a:pt x="8" y="18"/>
                    <a:pt x="7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2" y="10"/>
                    <a:pt x="2" y="5"/>
                  </a:cubicBezTo>
                  <a:moveTo>
                    <a:pt x="6" y="16"/>
                  </a:moveTo>
                  <a:cubicBezTo>
                    <a:pt x="7" y="18"/>
                    <a:pt x="9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1"/>
                    <a:pt x="7" y="19"/>
                    <a:pt x="6" y="18"/>
                  </a:cubicBezTo>
                  <a:cubicBezTo>
                    <a:pt x="4" y="17"/>
                    <a:pt x="3" y="15"/>
                    <a:pt x="2" y="13"/>
                  </a:cubicBezTo>
                  <a:cubicBezTo>
                    <a:pt x="3" y="14"/>
                    <a:pt x="5" y="16"/>
                    <a:pt x="6" y="16"/>
                  </a:cubicBezTo>
                  <a:moveTo>
                    <a:pt x="6" y="22"/>
                  </a:move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1" y="18"/>
                    <a:pt x="1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7"/>
                    <a:pt x="7" y="20"/>
                    <a:pt x="8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5"/>
                    <a:pt x="8" y="25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5"/>
                    <a:pt x="6" y="25"/>
                    <a:pt x="5" y="24"/>
                  </a:cubicBezTo>
                  <a:cubicBezTo>
                    <a:pt x="4" y="23"/>
                    <a:pt x="3" y="22"/>
                    <a:pt x="2" y="21"/>
                  </a:cubicBezTo>
                  <a:cubicBezTo>
                    <a:pt x="3" y="21"/>
                    <a:pt x="5" y="21"/>
                    <a:pt x="6" y="22"/>
                  </a:cubicBezTo>
                  <a:moveTo>
                    <a:pt x="4" y="26"/>
                  </a:moveTo>
                  <a:cubicBezTo>
                    <a:pt x="3" y="25"/>
                    <a:pt x="2" y="23"/>
                    <a:pt x="2" y="22"/>
                  </a:cubicBezTo>
                  <a:cubicBezTo>
                    <a:pt x="3" y="24"/>
                    <a:pt x="7" y="26"/>
                    <a:pt x="8" y="26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5" y="27"/>
                    <a:pt x="4" y="26"/>
                  </a:cubicBezTo>
                  <a:moveTo>
                    <a:pt x="4" y="29"/>
                  </a:moveTo>
                  <a:cubicBezTo>
                    <a:pt x="4" y="29"/>
                    <a:pt x="5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5" y="30"/>
                    <a:pt x="4" y="29"/>
                    <a:pt x="4" y="29"/>
                  </a:cubicBezTo>
                  <a:close/>
                  <a:moveTo>
                    <a:pt x="4" y="30"/>
                  </a:moveTo>
                  <a:cubicBezTo>
                    <a:pt x="5" y="31"/>
                    <a:pt x="8" y="31"/>
                    <a:pt x="9" y="31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6" y="33"/>
                    <a:pt x="5" y="32"/>
                    <a:pt x="4" y="30"/>
                  </a:cubicBezTo>
                  <a:moveTo>
                    <a:pt x="6" y="35"/>
                  </a:move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2" y="36"/>
                    <a:pt x="2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6" y="40"/>
                    <a:pt x="6" y="42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5" y="45"/>
                    <a:pt x="3" y="46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9"/>
                    <a:pt x="3" y="50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3" y="51"/>
                    <a:pt x="3" y="50"/>
                    <a:pt x="3" y="49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3" y="45"/>
                    <a:pt x="4" y="44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1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4" y="41"/>
                    <a:pt x="4" y="42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4" y="44"/>
                    <a:pt x="3" y="45"/>
                    <a:pt x="2" y="46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7"/>
                    <a:pt x="3" y="43"/>
                    <a:pt x="3" y="43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2" y="40"/>
                    <a:pt x="2" y="40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2" y="43"/>
                    <a:pt x="1" y="46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2" y="51"/>
                    <a:pt x="1" y="50"/>
                    <a:pt x="1" y="49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44"/>
                    <a:pt x="2" y="44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2"/>
                    <a:pt x="1" y="41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5"/>
                    <a:pt x="3" y="34"/>
                    <a:pt x="5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5"/>
                    <a:pt x="7" y="35"/>
                    <a:pt x="7" y="35"/>
                  </a:cubicBezTo>
                  <a:lnTo>
                    <a:pt x="6" y="35"/>
                  </a:lnTo>
                  <a:close/>
                  <a:moveTo>
                    <a:pt x="9" y="34"/>
                  </a:move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8" y="37"/>
                    <a:pt x="8" y="37"/>
                    <a:pt x="8" y="37"/>
                  </a:cubicBezTo>
                  <a:lnTo>
                    <a:pt x="9" y="34"/>
                  </a:lnTo>
                  <a:close/>
                  <a:moveTo>
                    <a:pt x="8" y="37"/>
                  </a:moveTo>
                  <a:cubicBezTo>
                    <a:pt x="9" y="37"/>
                    <a:pt x="10" y="36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38"/>
                    <a:pt x="9" y="37"/>
                    <a:pt x="8" y="37"/>
                  </a:cubicBezTo>
                  <a:moveTo>
                    <a:pt x="27" y="57"/>
                  </a:moveTo>
                  <a:cubicBezTo>
                    <a:pt x="29" y="57"/>
                    <a:pt x="31" y="57"/>
                    <a:pt x="31" y="61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29" y="66"/>
                    <a:pt x="27" y="68"/>
                    <a:pt x="25" y="69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25" y="71"/>
                    <a:pt x="26" y="72"/>
                    <a:pt x="26" y="73"/>
                  </a:cubicBezTo>
                  <a:cubicBezTo>
                    <a:pt x="27" y="74"/>
                    <a:pt x="28" y="76"/>
                    <a:pt x="29" y="77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2" y="77"/>
                    <a:pt x="32" y="77"/>
                    <a:pt x="32" y="77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6"/>
                    <a:pt x="32" y="76"/>
                    <a:pt x="32" y="76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4" y="79"/>
                    <a:pt x="34" y="79"/>
                    <a:pt x="34" y="79"/>
                  </a:cubicBezTo>
                  <a:cubicBezTo>
                    <a:pt x="33" y="80"/>
                    <a:pt x="31" y="82"/>
                    <a:pt x="31" y="82"/>
                  </a:cubicBezTo>
                  <a:cubicBezTo>
                    <a:pt x="29" y="82"/>
                    <a:pt x="29" y="82"/>
                    <a:pt x="28" y="81"/>
                  </a:cubicBezTo>
                  <a:cubicBezTo>
                    <a:pt x="28" y="80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6" y="78"/>
                    <a:pt x="26" y="78"/>
                    <a:pt x="26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75"/>
                    <a:pt x="23" y="75"/>
                    <a:pt x="22" y="74"/>
                  </a:cubicBezTo>
                  <a:cubicBezTo>
                    <a:pt x="21" y="73"/>
                    <a:pt x="21" y="73"/>
                    <a:pt x="21" y="73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2" y="69"/>
                    <a:pt x="22" y="69"/>
                    <a:pt x="22" y="69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5"/>
                    <a:pt x="23" y="64"/>
                    <a:pt x="23" y="63"/>
                  </a:cubicBezTo>
                  <a:cubicBezTo>
                    <a:pt x="23" y="62"/>
                    <a:pt x="25" y="62"/>
                    <a:pt x="25" y="62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2" y="64"/>
                    <a:pt x="22" y="65"/>
                    <a:pt x="22" y="67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19" y="69"/>
                    <a:pt x="19" y="69"/>
                    <a:pt x="19" y="69"/>
                  </a:cubicBezTo>
                  <a:cubicBezTo>
                    <a:pt x="20" y="67"/>
                    <a:pt x="20" y="65"/>
                    <a:pt x="20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1" y="61"/>
                    <a:pt x="21" y="61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5" y="57"/>
                    <a:pt x="26" y="57"/>
                    <a:pt x="27" y="57"/>
                  </a:cubicBezTo>
                  <a:moveTo>
                    <a:pt x="28" y="52"/>
                  </a:moveTo>
                  <a:cubicBezTo>
                    <a:pt x="28" y="52"/>
                    <a:pt x="28" y="52"/>
                    <a:pt x="28" y="52"/>
                  </a:cubicBezTo>
                  <a:cubicBezTo>
                    <a:pt x="28" y="53"/>
                    <a:pt x="25" y="54"/>
                    <a:pt x="25" y="55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19" y="61"/>
                    <a:pt x="18" y="60"/>
                    <a:pt x="18" y="60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8" y="57"/>
                    <a:pt x="18" y="58"/>
                    <a:pt x="18" y="59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60"/>
                    <a:pt x="19" y="61"/>
                    <a:pt x="19" y="62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6"/>
                    <a:pt x="19" y="68"/>
                    <a:pt x="18" y="70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6" y="74"/>
                    <a:pt x="15" y="77"/>
                    <a:pt x="14" y="78"/>
                  </a:cubicBezTo>
                  <a:cubicBezTo>
                    <a:pt x="12" y="79"/>
                    <a:pt x="12" y="80"/>
                    <a:pt x="12" y="81"/>
                  </a:cubicBezTo>
                  <a:cubicBezTo>
                    <a:pt x="12" y="82"/>
                    <a:pt x="12" y="83"/>
                    <a:pt x="11" y="83"/>
                  </a:cubicBezTo>
                  <a:cubicBezTo>
                    <a:pt x="11" y="85"/>
                    <a:pt x="10" y="85"/>
                    <a:pt x="10" y="86"/>
                  </a:cubicBezTo>
                  <a:cubicBezTo>
                    <a:pt x="10" y="87"/>
                    <a:pt x="10" y="87"/>
                    <a:pt x="10" y="87"/>
                  </a:cubicBezTo>
                  <a:cubicBezTo>
                    <a:pt x="10" y="88"/>
                    <a:pt x="10" y="88"/>
                    <a:pt x="10" y="89"/>
                  </a:cubicBezTo>
                  <a:cubicBezTo>
                    <a:pt x="9" y="90"/>
                    <a:pt x="9" y="91"/>
                    <a:pt x="9" y="92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9" y="94"/>
                    <a:pt x="9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7"/>
                    <a:pt x="15" y="97"/>
                    <a:pt x="15" y="97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6"/>
                    <a:pt x="14" y="96"/>
                    <a:pt x="14" y="96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6"/>
                    <a:pt x="17" y="96"/>
                    <a:pt x="17" y="96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6" y="99"/>
                    <a:pt x="14" y="99"/>
                    <a:pt x="13" y="100"/>
                  </a:cubicBezTo>
                  <a:cubicBezTo>
                    <a:pt x="12" y="100"/>
                    <a:pt x="11" y="100"/>
                    <a:pt x="10" y="100"/>
                  </a:cubicBezTo>
                  <a:cubicBezTo>
                    <a:pt x="9" y="100"/>
                    <a:pt x="9" y="100"/>
                    <a:pt x="9" y="100"/>
                  </a:cubicBezTo>
                  <a:cubicBezTo>
                    <a:pt x="7" y="98"/>
                    <a:pt x="7" y="98"/>
                    <a:pt x="7" y="98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6" y="93"/>
                    <a:pt x="6" y="93"/>
                    <a:pt x="6" y="93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8"/>
                    <a:pt x="7" y="87"/>
                    <a:pt x="7" y="86"/>
                  </a:cubicBezTo>
                  <a:cubicBezTo>
                    <a:pt x="7" y="84"/>
                    <a:pt x="7" y="83"/>
                    <a:pt x="7" y="82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4"/>
                    <a:pt x="10" y="73"/>
                    <a:pt x="9" y="72"/>
                  </a:cubicBezTo>
                  <a:cubicBezTo>
                    <a:pt x="9" y="70"/>
                    <a:pt x="8" y="67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5"/>
                    <a:pt x="9" y="62"/>
                    <a:pt x="9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" y="62"/>
                    <a:pt x="7" y="64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7"/>
                    <a:pt x="8" y="71"/>
                    <a:pt x="9" y="72"/>
                  </a:cubicBezTo>
                  <a:cubicBezTo>
                    <a:pt x="10" y="73"/>
                    <a:pt x="10" y="75"/>
                    <a:pt x="10" y="75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8" y="73"/>
                    <a:pt x="8" y="73"/>
                    <a:pt x="8" y="73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6" y="65"/>
                    <a:pt x="2" y="62"/>
                    <a:pt x="2" y="59"/>
                  </a:cubicBezTo>
                  <a:cubicBezTo>
                    <a:pt x="2" y="55"/>
                    <a:pt x="9" y="48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0"/>
                    <a:pt x="9" y="39"/>
                    <a:pt x="9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40"/>
                    <a:pt x="10" y="42"/>
                    <a:pt x="10" y="42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9" y="51"/>
                    <a:pt x="4" y="53"/>
                    <a:pt x="4" y="58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59"/>
                    <a:pt x="5" y="62"/>
                    <a:pt x="6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9" y="58"/>
                    <a:pt x="10" y="57"/>
                    <a:pt x="11" y="56"/>
                  </a:cubicBezTo>
                  <a:cubicBezTo>
                    <a:pt x="13" y="54"/>
                    <a:pt x="15" y="52"/>
                    <a:pt x="16" y="50"/>
                  </a:cubicBezTo>
                  <a:cubicBezTo>
                    <a:pt x="17" y="49"/>
                    <a:pt x="17" y="48"/>
                    <a:pt x="17" y="47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9" y="45"/>
                    <a:pt x="19" y="45"/>
                  </a:cubicBezTo>
                  <a:cubicBezTo>
                    <a:pt x="19" y="47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22" y="49"/>
                    <a:pt x="24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lnTo>
                    <a:pt x="28" y="52"/>
                  </a:lnTo>
                  <a:close/>
                  <a:moveTo>
                    <a:pt x="39" y="62"/>
                  </a:move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2"/>
                    <a:pt x="39" y="62"/>
                    <a:pt x="39" y="62"/>
                  </a:cubicBezTo>
                  <a:close/>
                  <a:moveTo>
                    <a:pt x="44" y="45"/>
                  </a:move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5"/>
                    <a:pt x="43" y="45"/>
                    <a:pt x="43" y="45"/>
                  </a:cubicBezTo>
                  <a:lnTo>
                    <a:pt x="44" y="45"/>
                  </a:lnTo>
                  <a:close/>
                  <a:moveTo>
                    <a:pt x="40" y="48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lose/>
                  <a:moveTo>
                    <a:pt x="40" y="49"/>
                  </a:moveTo>
                  <a:cubicBezTo>
                    <a:pt x="40" y="49"/>
                    <a:pt x="40" y="49"/>
                    <a:pt x="40" y="49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lnTo>
                    <a:pt x="40" y="49"/>
                  </a:lnTo>
                  <a:close/>
                  <a:moveTo>
                    <a:pt x="36" y="51"/>
                  </a:moveTo>
                  <a:cubicBezTo>
                    <a:pt x="35" y="51"/>
                    <a:pt x="35" y="51"/>
                    <a:pt x="35" y="51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1" y="52"/>
                    <a:pt x="41" y="52"/>
                    <a:pt x="41" y="52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0" y="56"/>
                    <a:pt x="40" y="57"/>
                    <a:pt x="40" y="58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39" y="55"/>
                    <a:pt x="39" y="55"/>
                    <a:pt x="38" y="54"/>
                  </a:cubicBezTo>
                  <a:cubicBezTo>
                    <a:pt x="37" y="54"/>
                    <a:pt x="36" y="53"/>
                    <a:pt x="36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lnTo>
                    <a:pt x="36" y="51"/>
                  </a:lnTo>
                  <a:close/>
                  <a:moveTo>
                    <a:pt x="36" y="47"/>
                  </a:move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3"/>
                    <a:pt x="33" y="54"/>
                    <a:pt x="33" y="55"/>
                  </a:cubicBezTo>
                  <a:cubicBezTo>
                    <a:pt x="32" y="54"/>
                    <a:pt x="31" y="51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2" y="47"/>
                    <a:pt x="20" y="48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5" y="43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19"/>
                    <a:pt x="12" y="18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7"/>
                    <a:pt x="13" y="18"/>
                    <a:pt x="13" y="19"/>
                  </a:cubicBezTo>
                  <a:cubicBezTo>
                    <a:pt x="14" y="20"/>
                    <a:pt x="14" y="21"/>
                    <a:pt x="16" y="22"/>
                  </a:cubicBezTo>
                  <a:cubicBezTo>
                    <a:pt x="17" y="23"/>
                    <a:pt x="18" y="24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8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1"/>
                    <a:pt x="17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2" y="35"/>
                    <a:pt x="23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1"/>
                    <a:pt x="31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6"/>
                    <a:pt x="32" y="48"/>
                    <a:pt x="32" y="48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3" y="48"/>
                    <a:pt x="34" y="48"/>
                    <a:pt x="36" y="47"/>
                  </a:cubicBezTo>
                  <a:moveTo>
                    <a:pt x="11" y="27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lose/>
                  <a:moveTo>
                    <a:pt x="36" y="42"/>
                  </a:moveTo>
                  <a:cubicBezTo>
                    <a:pt x="34" y="45"/>
                    <a:pt x="33" y="47"/>
                    <a:pt x="32" y="48"/>
                  </a:cubicBezTo>
                  <a:cubicBezTo>
                    <a:pt x="32" y="47"/>
                    <a:pt x="31" y="46"/>
                    <a:pt x="31" y="45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3"/>
                    <a:pt x="32" y="41"/>
                    <a:pt x="32" y="39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40"/>
                    <a:pt x="36" y="41"/>
                    <a:pt x="36" y="42"/>
                  </a:cubicBezTo>
                  <a:moveTo>
                    <a:pt x="44" y="32"/>
                  </a:moveTo>
                  <a:cubicBezTo>
                    <a:pt x="43" y="32"/>
                    <a:pt x="43" y="32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1" y="33"/>
                    <a:pt x="40" y="35"/>
                    <a:pt x="40" y="36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8" y="31"/>
                    <a:pt x="38" y="30"/>
                    <a:pt x="38" y="29"/>
                  </a:cubicBezTo>
                  <a:cubicBezTo>
                    <a:pt x="39" y="28"/>
                    <a:pt x="39" y="27"/>
                    <a:pt x="39" y="26"/>
                  </a:cubicBezTo>
                  <a:cubicBezTo>
                    <a:pt x="39" y="27"/>
                    <a:pt x="40" y="28"/>
                    <a:pt x="40" y="29"/>
                  </a:cubicBezTo>
                  <a:cubicBezTo>
                    <a:pt x="40" y="29"/>
                    <a:pt x="40" y="29"/>
                    <a:pt x="40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4" y="31"/>
                    <a:pt x="44" y="32"/>
                  </a:cubicBezTo>
                  <a:moveTo>
                    <a:pt x="48" y="29"/>
                  </a:move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lnTo>
                    <a:pt x="48" y="29"/>
                  </a:lnTo>
                  <a:close/>
                  <a:moveTo>
                    <a:pt x="47" y="15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6" y="18"/>
                    <a:pt x="46" y="19"/>
                    <a:pt x="46" y="20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2"/>
                    <a:pt x="45" y="22"/>
                    <a:pt x="45" y="22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4" y="25"/>
                    <a:pt x="44" y="26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3" y="24"/>
                    <a:pt x="43" y="22"/>
                    <a:pt x="43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5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4"/>
                    <a:pt x="48" y="14"/>
                    <a:pt x="48" y="14"/>
                  </a:cubicBezTo>
                  <a:lnTo>
                    <a:pt x="47" y="15"/>
                  </a:lnTo>
                  <a:close/>
                  <a:moveTo>
                    <a:pt x="48" y="13"/>
                  </a:move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lnTo>
                    <a:pt x="48" y="13"/>
                  </a:lnTo>
                  <a:close/>
                  <a:moveTo>
                    <a:pt x="11" y="78"/>
                  </a:moveTo>
                  <a:cubicBezTo>
                    <a:pt x="11" y="79"/>
                    <a:pt x="11" y="79"/>
                    <a:pt x="11" y="79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11" y="81"/>
                    <a:pt x="11" y="81"/>
                    <a:pt x="11" y="81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78"/>
                    <a:pt x="12" y="78"/>
                    <a:pt x="12" y="78"/>
                  </a:cubicBezTo>
                  <a:lnTo>
                    <a:pt x="11" y="78"/>
                  </a:lnTo>
                  <a:close/>
                  <a:moveTo>
                    <a:pt x="26" y="52"/>
                  </a:moveTo>
                  <a:cubicBezTo>
                    <a:pt x="26" y="52"/>
                    <a:pt x="24" y="53"/>
                    <a:pt x="23" y="54"/>
                  </a:cubicBezTo>
                  <a:cubicBezTo>
                    <a:pt x="21" y="55"/>
                    <a:pt x="20" y="55"/>
                    <a:pt x="20" y="56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0" y="55"/>
                    <a:pt x="21" y="55"/>
                    <a:pt x="23" y="54"/>
                  </a:cubicBezTo>
                  <a:cubicBezTo>
                    <a:pt x="25" y="54"/>
                    <a:pt x="26" y="52"/>
                    <a:pt x="26" y="52"/>
                  </a:cubicBezTo>
                  <a:close/>
                  <a:moveTo>
                    <a:pt x="8" y="82"/>
                  </a:move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8" y="85"/>
                    <a:pt x="9" y="86"/>
                    <a:pt x="8" y="86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7" y="90"/>
                    <a:pt x="7" y="91"/>
                    <a:pt x="7" y="92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91"/>
                    <a:pt x="8" y="90"/>
                    <a:pt x="8" y="89"/>
                  </a:cubicBezTo>
                  <a:cubicBezTo>
                    <a:pt x="8" y="89"/>
                    <a:pt x="8" y="89"/>
                    <a:pt x="8" y="89"/>
                  </a:cubicBezTo>
                  <a:cubicBezTo>
                    <a:pt x="9" y="87"/>
                    <a:pt x="9" y="87"/>
                    <a:pt x="9" y="87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3"/>
                    <a:pt x="8" y="83"/>
                    <a:pt x="8" y="82"/>
                  </a:cubicBezTo>
                  <a:close/>
                  <a:moveTo>
                    <a:pt x="21" y="34"/>
                  </a:moveTo>
                  <a:cubicBezTo>
                    <a:pt x="20" y="34"/>
                    <a:pt x="20" y="34"/>
                    <a:pt x="20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2"/>
                    <a:pt x="17" y="32"/>
                    <a:pt x="16" y="32"/>
                  </a:cubicBezTo>
                  <a:cubicBezTo>
                    <a:pt x="15" y="31"/>
                    <a:pt x="15" y="31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4" y="31"/>
                    <a:pt x="14" y="32"/>
                    <a:pt x="16" y="32"/>
                  </a:cubicBezTo>
                  <a:cubicBezTo>
                    <a:pt x="17" y="33"/>
                    <a:pt x="18" y="33"/>
                    <a:pt x="18" y="33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1" y="35"/>
                    <a:pt x="22" y="36"/>
                    <a:pt x="22" y="37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6"/>
                    <a:pt x="22" y="34"/>
                    <a:pt x="21" y="34"/>
                  </a:cubicBezTo>
                  <a:moveTo>
                    <a:pt x="26" y="23"/>
                  </a:moveTo>
                  <a:cubicBezTo>
                    <a:pt x="26" y="20"/>
                    <a:pt x="26" y="20"/>
                    <a:pt x="26" y="20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2"/>
                    <a:pt x="25" y="22"/>
                    <a:pt x="25" y="22"/>
                  </a:cubicBezTo>
                  <a:lnTo>
                    <a:pt x="26" y="23"/>
                  </a:lnTo>
                  <a:close/>
                  <a:moveTo>
                    <a:pt x="23" y="73"/>
                  </a:moveTo>
                  <a:cubicBezTo>
                    <a:pt x="23" y="73"/>
                    <a:pt x="23" y="73"/>
                    <a:pt x="23" y="73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25" y="75"/>
                    <a:pt x="26" y="77"/>
                    <a:pt x="27" y="78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5" y="72"/>
                    <a:pt x="25" y="72"/>
                    <a:pt x="25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3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9" name="Freeform 33">
              <a:extLst>
                <a:ext uri="{FF2B5EF4-FFF2-40B4-BE49-F238E27FC236}">
                  <a16:creationId xmlns:a16="http://schemas.microsoft.com/office/drawing/2014/main" id="{A8557DB8-AF22-41E9-B3DC-E4265A9156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8088" y="2517775"/>
              <a:ext cx="104775" cy="215900"/>
            </a:xfrm>
            <a:custGeom>
              <a:avLst/>
              <a:gdLst>
                <a:gd name="T0" fmla="*/ 4 w 48"/>
                <a:gd name="T1" fmla="*/ 10 h 100"/>
                <a:gd name="T2" fmla="*/ 10 w 48"/>
                <a:gd name="T3" fmla="*/ 26 h 100"/>
                <a:gd name="T4" fmla="*/ 14 w 48"/>
                <a:gd name="T5" fmla="*/ 21 h 100"/>
                <a:gd name="T6" fmla="*/ 28 w 48"/>
                <a:gd name="T7" fmla="*/ 13 h 100"/>
                <a:gd name="T8" fmla="*/ 43 w 48"/>
                <a:gd name="T9" fmla="*/ 6 h 100"/>
                <a:gd name="T10" fmla="*/ 47 w 48"/>
                <a:gd name="T11" fmla="*/ 43 h 100"/>
                <a:gd name="T12" fmla="*/ 42 w 48"/>
                <a:gd name="T13" fmla="*/ 38 h 100"/>
                <a:gd name="T14" fmla="*/ 41 w 48"/>
                <a:gd name="T15" fmla="*/ 79 h 100"/>
                <a:gd name="T16" fmla="*/ 38 w 48"/>
                <a:gd name="T17" fmla="*/ 87 h 100"/>
                <a:gd name="T18" fmla="*/ 18 w 48"/>
                <a:gd name="T19" fmla="*/ 83 h 100"/>
                <a:gd name="T20" fmla="*/ 20 w 48"/>
                <a:gd name="T21" fmla="*/ 52 h 100"/>
                <a:gd name="T22" fmla="*/ 10 w 48"/>
                <a:gd name="T23" fmla="*/ 61 h 100"/>
                <a:gd name="T24" fmla="*/ 9 w 48"/>
                <a:gd name="T25" fmla="*/ 49 h 100"/>
                <a:gd name="T26" fmla="*/ 5 w 48"/>
                <a:gd name="T27" fmla="*/ 30 h 100"/>
                <a:gd name="T28" fmla="*/ 0 w 48"/>
                <a:gd name="T29" fmla="*/ 12 h 100"/>
                <a:gd name="T30" fmla="*/ 6 w 48"/>
                <a:gd name="T31" fmla="*/ 13 h 100"/>
                <a:gd name="T32" fmla="*/ 19 w 48"/>
                <a:gd name="T33" fmla="*/ 20 h 100"/>
                <a:gd name="T34" fmla="*/ 21 w 48"/>
                <a:gd name="T35" fmla="*/ 19 h 100"/>
                <a:gd name="T36" fmla="*/ 22 w 48"/>
                <a:gd name="T37" fmla="*/ 14 h 100"/>
                <a:gd name="T38" fmla="*/ 11 w 48"/>
                <a:gd name="T39" fmla="*/ 36 h 100"/>
                <a:gd name="T40" fmla="*/ 29 w 48"/>
                <a:gd name="T41" fmla="*/ 26 h 100"/>
                <a:gd name="T42" fmla="*/ 30 w 48"/>
                <a:gd name="T43" fmla="*/ 22 h 100"/>
                <a:gd name="T44" fmla="*/ 38 w 48"/>
                <a:gd name="T45" fmla="*/ 7 h 100"/>
                <a:gd name="T46" fmla="*/ 26 w 48"/>
                <a:gd name="T47" fmla="*/ 41 h 100"/>
                <a:gd name="T48" fmla="*/ 29 w 48"/>
                <a:gd name="T49" fmla="*/ 42 h 100"/>
                <a:gd name="T50" fmla="*/ 34 w 48"/>
                <a:gd name="T51" fmla="*/ 42 h 100"/>
                <a:gd name="T52" fmla="*/ 37 w 48"/>
                <a:gd name="T53" fmla="*/ 44 h 100"/>
                <a:gd name="T54" fmla="*/ 37 w 48"/>
                <a:gd name="T55" fmla="*/ 38 h 100"/>
                <a:gd name="T56" fmla="*/ 39 w 48"/>
                <a:gd name="T57" fmla="*/ 34 h 100"/>
                <a:gd name="T58" fmla="*/ 38 w 48"/>
                <a:gd name="T59" fmla="*/ 23 h 100"/>
                <a:gd name="T60" fmla="*/ 47 w 48"/>
                <a:gd name="T61" fmla="*/ 14 h 100"/>
                <a:gd name="T62" fmla="*/ 42 w 48"/>
                <a:gd name="T63" fmla="*/ 29 h 100"/>
                <a:gd name="T64" fmla="*/ 45 w 48"/>
                <a:gd name="T65" fmla="*/ 51 h 100"/>
                <a:gd name="T66" fmla="*/ 46 w 48"/>
                <a:gd name="T67" fmla="*/ 43 h 100"/>
                <a:gd name="T68" fmla="*/ 40 w 48"/>
                <a:gd name="T69" fmla="*/ 34 h 100"/>
                <a:gd name="T70" fmla="*/ 18 w 48"/>
                <a:gd name="T71" fmla="*/ 78 h 100"/>
                <a:gd name="T72" fmla="*/ 18 w 48"/>
                <a:gd name="T73" fmla="*/ 82 h 100"/>
                <a:gd name="T74" fmla="*/ 29 w 48"/>
                <a:gd name="T75" fmla="*/ 64 h 100"/>
                <a:gd name="T76" fmla="*/ 30 w 48"/>
                <a:gd name="T77" fmla="*/ 59 h 100"/>
                <a:gd name="T78" fmla="*/ 37 w 48"/>
                <a:gd name="T79" fmla="*/ 96 h 100"/>
                <a:gd name="T80" fmla="*/ 42 w 48"/>
                <a:gd name="T81" fmla="*/ 98 h 100"/>
                <a:gd name="T82" fmla="*/ 40 w 48"/>
                <a:gd name="T83" fmla="*/ 77 h 100"/>
                <a:gd name="T84" fmla="*/ 40 w 48"/>
                <a:gd name="T85" fmla="*/ 38 h 100"/>
                <a:gd name="T86" fmla="*/ 29 w 48"/>
                <a:gd name="T87" fmla="*/ 49 h 100"/>
                <a:gd name="T88" fmla="*/ 8 w 48"/>
                <a:gd name="T89" fmla="*/ 47 h 100"/>
                <a:gd name="T90" fmla="*/ 11 w 48"/>
                <a:gd name="T91" fmla="*/ 52 h 100"/>
                <a:gd name="T92" fmla="*/ 9 w 48"/>
                <a:gd name="T93" fmla="*/ 57 h 100"/>
                <a:gd name="T94" fmla="*/ 20 w 48"/>
                <a:gd name="T95" fmla="*/ 48 h 100"/>
                <a:gd name="T96" fmla="*/ 28 w 48"/>
                <a:gd name="T97" fmla="*/ 41 h 100"/>
                <a:gd name="T98" fmla="*/ 36 w 48"/>
                <a:gd name="T99" fmla="*/ 31 h 100"/>
                <a:gd name="T100" fmla="*/ 36 w 48"/>
                <a:gd name="T101" fmla="*/ 20 h 100"/>
                <a:gd name="T102" fmla="*/ 20 w 48"/>
                <a:gd name="T103" fmla="*/ 34 h 100"/>
                <a:gd name="T104" fmla="*/ 17 w 48"/>
                <a:gd name="T105" fmla="*/ 35 h 100"/>
                <a:gd name="T106" fmla="*/ 10 w 48"/>
                <a:gd name="T107" fmla="*/ 26 h 100"/>
                <a:gd name="T108" fmla="*/ 1 w 48"/>
                <a:gd name="T109" fmla="*/ 27 h 100"/>
                <a:gd name="T110" fmla="*/ 5 w 48"/>
                <a:gd name="T111" fmla="*/ 18 h 100"/>
                <a:gd name="T112" fmla="*/ 2 w 48"/>
                <a:gd name="T113" fmla="*/ 13 h 100"/>
                <a:gd name="T114" fmla="*/ 28 w 48"/>
                <a:gd name="T115" fmla="*/ 56 h 100"/>
                <a:gd name="T116" fmla="*/ 39 w 48"/>
                <a:gd name="T117" fmla="*/ 85 h 100"/>
                <a:gd name="T118" fmla="*/ 33 w 48"/>
                <a:gd name="T119" fmla="*/ 23 h 100"/>
                <a:gd name="T120" fmla="*/ 23 w 48"/>
                <a:gd name="T121" fmla="*/ 23 h 100"/>
                <a:gd name="T122" fmla="*/ 24 w 48"/>
                <a:gd name="T123" fmla="*/ 7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8" h="100">
                  <a:moveTo>
                    <a:pt x="35" y="22"/>
                  </a:moveTo>
                  <a:cubicBezTo>
                    <a:pt x="35" y="22"/>
                    <a:pt x="35" y="22"/>
                    <a:pt x="35" y="22"/>
                  </a:cubicBezTo>
                  <a:close/>
                  <a:moveTo>
                    <a:pt x="37" y="7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2"/>
                    <a:pt x="37" y="72"/>
                    <a:pt x="37" y="72"/>
                  </a:cubicBezTo>
                  <a:cubicBezTo>
                    <a:pt x="37" y="71"/>
                    <a:pt x="37" y="71"/>
                    <a:pt x="37" y="71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1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6"/>
                    <a:pt x="7" y="17"/>
                    <a:pt x="6" y="17"/>
                  </a:cubicBezTo>
                  <a:cubicBezTo>
                    <a:pt x="6" y="18"/>
                    <a:pt x="6" y="19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2"/>
                    <a:pt x="6" y="24"/>
                    <a:pt x="7" y="25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26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7"/>
                    <a:pt x="11" y="28"/>
                    <a:pt x="11" y="29"/>
                  </a:cubicBezTo>
                  <a:cubicBezTo>
                    <a:pt x="11" y="30"/>
                    <a:pt x="11" y="30"/>
                    <a:pt x="12" y="31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2"/>
                    <a:pt x="14" y="31"/>
                    <a:pt x="14" y="30"/>
                  </a:cubicBezTo>
                  <a:cubicBezTo>
                    <a:pt x="16" y="28"/>
                    <a:pt x="18" y="27"/>
                    <a:pt x="19" y="26"/>
                  </a:cubicBezTo>
                  <a:cubicBezTo>
                    <a:pt x="20" y="25"/>
                    <a:pt x="21" y="24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2"/>
                    <a:pt x="18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7"/>
                    <a:pt x="14" y="14"/>
                    <a:pt x="16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20" y="13"/>
                    <a:pt x="21" y="13"/>
                  </a:cubicBezTo>
                  <a:cubicBezTo>
                    <a:pt x="22" y="13"/>
                    <a:pt x="23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9" y="17"/>
                    <a:pt x="30" y="19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7"/>
                    <a:pt x="32" y="16"/>
                    <a:pt x="32" y="16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4"/>
                    <a:pt x="34" y="11"/>
                    <a:pt x="34" y="1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1"/>
                    <a:pt x="35" y="9"/>
                    <a:pt x="35" y="8"/>
                  </a:cubicBezTo>
                  <a:cubicBezTo>
                    <a:pt x="35" y="4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8" y="0"/>
                    <a:pt x="40" y="6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1" y="10"/>
                    <a:pt x="42" y="8"/>
                    <a:pt x="43" y="6"/>
                  </a:cubicBezTo>
                  <a:cubicBezTo>
                    <a:pt x="45" y="4"/>
                    <a:pt x="46" y="2"/>
                    <a:pt x="46" y="2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7" y="3"/>
                    <a:pt x="48" y="4"/>
                    <a:pt x="48" y="5"/>
                  </a:cubicBezTo>
                  <a:cubicBezTo>
                    <a:pt x="47" y="9"/>
                    <a:pt x="45" y="13"/>
                    <a:pt x="44" y="15"/>
                  </a:cubicBezTo>
                  <a:cubicBezTo>
                    <a:pt x="45" y="14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7"/>
                    <a:pt x="45" y="20"/>
                    <a:pt x="44" y="21"/>
                  </a:cubicBezTo>
                  <a:cubicBezTo>
                    <a:pt x="45" y="21"/>
                    <a:pt x="47" y="20"/>
                    <a:pt x="47" y="20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4"/>
                    <a:pt x="44" y="27"/>
                    <a:pt x="43" y="28"/>
                  </a:cubicBezTo>
                  <a:cubicBezTo>
                    <a:pt x="45" y="28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5" y="31"/>
                    <a:pt x="44" y="32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6" y="33"/>
                    <a:pt x="48" y="35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41"/>
                    <a:pt x="47" y="42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8" y="44"/>
                    <a:pt x="48" y="48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51"/>
                    <a:pt x="46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5" y="51"/>
                    <a:pt x="45" y="49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6" y="47"/>
                    <a:pt x="43" y="45"/>
                    <a:pt x="43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0"/>
                    <a:pt x="45" y="39"/>
                    <a:pt x="45" y="39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0" y="39"/>
                    <a:pt x="40" y="40"/>
                    <a:pt x="40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48"/>
                    <a:pt x="47" y="54"/>
                    <a:pt x="47" y="59"/>
                  </a:cubicBezTo>
                  <a:cubicBezTo>
                    <a:pt x="47" y="62"/>
                    <a:pt x="44" y="65"/>
                    <a:pt x="43" y="66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4" y="70"/>
                    <a:pt x="44" y="70"/>
                    <a:pt x="44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2" y="73"/>
                    <a:pt x="42" y="73"/>
                    <a:pt x="42" y="73"/>
                  </a:cubicBezTo>
                  <a:cubicBezTo>
                    <a:pt x="42" y="74"/>
                    <a:pt x="42" y="74"/>
                    <a:pt x="42" y="74"/>
                  </a:cubicBezTo>
                  <a:cubicBezTo>
                    <a:pt x="42" y="75"/>
                    <a:pt x="42" y="75"/>
                    <a:pt x="42" y="75"/>
                  </a:cubicBezTo>
                  <a:cubicBezTo>
                    <a:pt x="41" y="75"/>
                    <a:pt x="41" y="75"/>
                    <a:pt x="41" y="75"/>
                  </a:cubicBezTo>
                  <a:cubicBezTo>
                    <a:pt x="41" y="77"/>
                    <a:pt x="41" y="77"/>
                    <a:pt x="41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9"/>
                    <a:pt x="41" y="79"/>
                    <a:pt x="41" y="79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3" y="83"/>
                    <a:pt x="42" y="84"/>
                    <a:pt x="42" y="86"/>
                  </a:cubicBezTo>
                  <a:cubicBezTo>
                    <a:pt x="42" y="87"/>
                    <a:pt x="42" y="88"/>
                    <a:pt x="42" y="88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3" y="95"/>
                    <a:pt x="43" y="95"/>
                    <a:pt x="43" y="95"/>
                  </a:cubicBezTo>
                  <a:cubicBezTo>
                    <a:pt x="42" y="99"/>
                    <a:pt x="42" y="99"/>
                    <a:pt x="42" y="99"/>
                  </a:cubicBezTo>
                  <a:cubicBezTo>
                    <a:pt x="42" y="100"/>
                    <a:pt x="41" y="100"/>
                    <a:pt x="40" y="100"/>
                  </a:cubicBezTo>
                  <a:cubicBezTo>
                    <a:pt x="39" y="100"/>
                    <a:pt x="39" y="100"/>
                    <a:pt x="39" y="100"/>
                  </a:cubicBezTo>
                  <a:cubicBezTo>
                    <a:pt x="38" y="100"/>
                    <a:pt x="36" y="100"/>
                    <a:pt x="35" y="100"/>
                  </a:cubicBezTo>
                  <a:cubicBezTo>
                    <a:pt x="34" y="100"/>
                    <a:pt x="32" y="99"/>
                    <a:pt x="31" y="98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2" y="95"/>
                    <a:pt x="32" y="95"/>
                    <a:pt x="32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5" y="95"/>
                    <a:pt x="35" y="95"/>
                    <a:pt x="35" y="95"/>
                  </a:cubicBezTo>
                  <a:cubicBezTo>
                    <a:pt x="36" y="95"/>
                    <a:pt x="36" y="96"/>
                    <a:pt x="37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9" y="96"/>
                    <a:pt x="39" y="94"/>
                    <a:pt x="39" y="93"/>
                  </a:cubicBezTo>
                  <a:cubicBezTo>
                    <a:pt x="39" y="92"/>
                    <a:pt x="39" y="92"/>
                    <a:pt x="39" y="92"/>
                  </a:cubicBezTo>
                  <a:cubicBezTo>
                    <a:pt x="39" y="91"/>
                    <a:pt x="39" y="91"/>
                    <a:pt x="38" y="90"/>
                  </a:cubicBezTo>
                  <a:cubicBezTo>
                    <a:pt x="38" y="89"/>
                    <a:pt x="38" y="88"/>
                    <a:pt x="38" y="87"/>
                  </a:cubicBezTo>
                  <a:cubicBezTo>
                    <a:pt x="38" y="86"/>
                    <a:pt x="38" y="86"/>
                    <a:pt x="38" y="86"/>
                  </a:cubicBezTo>
                  <a:cubicBezTo>
                    <a:pt x="38" y="85"/>
                    <a:pt x="38" y="85"/>
                    <a:pt x="37" y="84"/>
                  </a:cubicBezTo>
                  <a:cubicBezTo>
                    <a:pt x="36" y="83"/>
                    <a:pt x="36" y="82"/>
                    <a:pt x="36" y="81"/>
                  </a:cubicBezTo>
                  <a:cubicBezTo>
                    <a:pt x="36" y="80"/>
                    <a:pt x="36" y="79"/>
                    <a:pt x="35" y="78"/>
                  </a:cubicBezTo>
                  <a:cubicBezTo>
                    <a:pt x="33" y="77"/>
                    <a:pt x="32" y="75"/>
                    <a:pt x="32" y="74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29" y="69"/>
                    <a:pt x="29" y="69"/>
                    <a:pt x="28" y="68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71"/>
                    <a:pt x="28" y="71"/>
                    <a:pt x="28" y="71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26" y="75"/>
                    <a:pt x="26" y="75"/>
                    <a:pt x="26" y="75"/>
                  </a:cubicBezTo>
                  <a:cubicBezTo>
                    <a:pt x="25" y="76"/>
                    <a:pt x="25" y="76"/>
                    <a:pt x="25" y="76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1" y="81"/>
                    <a:pt x="21" y="81"/>
                    <a:pt x="21" y="81"/>
                  </a:cubicBezTo>
                  <a:cubicBezTo>
                    <a:pt x="20" y="82"/>
                    <a:pt x="19" y="83"/>
                    <a:pt x="18" y="83"/>
                  </a:cubicBezTo>
                  <a:cubicBezTo>
                    <a:pt x="16" y="83"/>
                    <a:pt x="15" y="80"/>
                    <a:pt x="14" y="79"/>
                  </a:cubicBezTo>
                  <a:cubicBezTo>
                    <a:pt x="14" y="78"/>
                    <a:pt x="13" y="76"/>
                    <a:pt x="13" y="75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5" y="73"/>
                    <a:pt x="15" y="73"/>
                    <a:pt x="15" y="73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9" y="76"/>
                    <a:pt x="19" y="76"/>
                    <a:pt x="19" y="76"/>
                  </a:cubicBezTo>
                  <a:cubicBezTo>
                    <a:pt x="20" y="76"/>
                    <a:pt x="21" y="74"/>
                    <a:pt x="22" y="73"/>
                  </a:cubicBezTo>
                  <a:cubicBezTo>
                    <a:pt x="22" y="72"/>
                    <a:pt x="23" y="71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2" y="68"/>
                    <a:pt x="19" y="66"/>
                    <a:pt x="18" y="65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17" y="62"/>
                    <a:pt x="17" y="61"/>
                    <a:pt x="17" y="61"/>
                  </a:cubicBezTo>
                  <a:cubicBezTo>
                    <a:pt x="17" y="57"/>
                    <a:pt x="20" y="56"/>
                    <a:pt x="22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7" y="52"/>
                    <a:pt x="16" y="56"/>
                    <a:pt x="16" y="56"/>
                  </a:cubicBezTo>
                  <a:cubicBezTo>
                    <a:pt x="16" y="57"/>
                    <a:pt x="16" y="57"/>
                    <a:pt x="16" y="57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5" y="55"/>
                    <a:pt x="15" y="54"/>
                    <a:pt x="15" y="53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2" y="54"/>
                    <a:pt x="12" y="54"/>
                    <a:pt x="11" y="55"/>
                  </a:cubicBezTo>
                  <a:cubicBezTo>
                    <a:pt x="10" y="55"/>
                    <a:pt x="10" y="55"/>
                    <a:pt x="9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6" y="54"/>
                    <a:pt x="6" y="52"/>
                    <a:pt x="6" y="52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1" y="52"/>
                    <a:pt x="13" y="51"/>
                    <a:pt x="14" y="50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46"/>
                    <a:pt x="14" y="45"/>
                    <a:pt x="12" y="43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8"/>
                    <a:pt x="8" y="37"/>
                    <a:pt x="8" y="36"/>
                  </a:cubicBezTo>
                  <a:cubicBezTo>
                    <a:pt x="8" y="35"/>
                    <a:pt x="7" y="33"/>
                    <a:pt x="6" y="33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4" y="32"/>
                    <a:pt x="4" y="34"/>
                    <a:pt x="4" y="34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4" y="31"/>
                    <a:pt x="5" y="30"/>
                    <a:pt x="5" y="30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28"/>
                    <a:pt x="4" y="27"/>
                    <a:pt x="4" y="26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lnTo>
                    <a:pt x="0" y="12"/>
                  </a:lnTo>
                  <a:close/>
                  <a:moveTo>
                    <a:pt x="13" y="21"/>
                  </a:moveTo>
                  <a:cubicBezTo>
                    <a:pt x="13" y="21"/>
                    <a:pt x="13" y="21"/>
                    <a:pt x="13" y="21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13" y="21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lnTo>
                    <a:pt x="4" y="10"/>
                  </a:lnTo>
                  <a:close/>
                  <a:moveTo>
                    <a:pt x="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lnTo>
                    <a:pt x="6" y="12"/>
                  </a:lnTo>
                  <a:close/>
                  <a:moveTo>
                    <a:pt x="6" y="17"/>
                  </a:moveTo>
                  <a:cubicBezTo>
                    <a:pt x="7" y="16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5"/>
                    <a:pt x="6" y="15"/>
                    <a:pt x="5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6" y="17"/>
                  </a:lnTo>
                  <a:close/>
                  <a:moveTo>
                    <a:pt x="19" y="21"/>
                  </a:moveTo>
                  <a:cubicBezTo>
                    <a:pt x="20" y="21"/>
                    <a:pt x="20" y="21"/>
                    <a:pt x="20" y="21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7" y="22"/>
                    <a:pt x="17" y="22"/>
                    <a:pt x="17" y="22"/>
                  </a:cubicBezTo>
                  <a:lnTo>
                    <a:pt x="19" y="21"/>
                  </a:lnTo>
                  <a:close/>
                  <a:moveTo>
                    <a:pt x="21" y="20"/>
                  </a:moveTo>
                  <a:cubicBezTo>
                    <a:pt x="21" y="20"/>
                    <a:pt x="21" y="20"/>
                    <a:pt x="21" y="20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1" y="20"/>
                    <a:pt x="21" y="20"/>
                    <a:pt x="21" y="20"/>
                  </a:cubicBezTo>
                  <a:close/>
                  <a:moveTo>
                    <a:pt x="16" y="21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lnTo>
                    <a:pt x="16" y="21"/>
                  </a:lnTo>
                  <a:close/>
                  <a:moveTo>
                    <a:pt x="16" y="15"/>
                  </a:moveTo>
                  <a:cubicBezTo>
                    <a:pt x="15" y="15"/>
                    <a:pt x="15" y="15"/>
                    <a:pt x="15" y="16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5"/>
                    <a:pt x="19" y="15"/>
                    <a:pt x="19" y="15"/>
                  </a:cubicBezTo>
                  <a:lnTo>
                    <a:pt x="16" y="15"/>
                  </a:lnTo>
                  <a:close/>
                  <a:moveTo>
                    <a:pt x="20" y="15"/>
                  </a:move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lose/>
                  <a:moveTo>
                    <a:pt x="26" y="13"/>
                  </a:move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lnTo>
                    <a:pt x="26" y="13"/>
                  </a:lnTo>
                  <a:close/>
                  <a:moveTo>
                    <a:pt x="28" y="16"/>
                  </a:move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2" y="14"/>
                    <a:pt x="22" y="13"/>
                    <a:pt x="21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4"/>
                    <a:pt x="21" y="25"/>
                    <a:pt x="19" y="26"/>
                  </a:cubicBezTo>
                  <a:cubicBezTo>
                    <a:pt x="18" y="27"/>
                    <a:pt x="16" y="29"/>
                    <a:pt x="15" y="30"/>
                  </a:cubicBezTo>
                  <a:cubicBezTo>
                    <a:pt x="13" y="32"/>
                    <a:pt x="13" y="34"/>
                    <a:pt x="13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2"/>
                    <a:pt x="28" y="32"/>
                    <a:pt x="28" y="31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29"/>
                    <a:pt x="29" y="28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18"/>
                    <a:pt x="28" y="17"/>
                    <a:pt x="28" y="16"/>
                  </a:cubicBezTo>
                  <a:moveTo>
                    <a:pt x="29" y="31"/>
                  </a:move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31" y="32"/>
                    <a:pt x="32" y="31"/>
                    <a:pt x="32" y="29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1" y="28"/>
                    <a:pt x="30" y="27"/>
                    <a:pt x="29" y="27"/>
                  </a:cubicBezTo>
                  <a:cubicBezTo>
                    <a:pt x="29" y="28"/>
                    <a:pt x="29" y="30"/>
                    <a:pt x="29" y="30"/>
                  </a:cubicBezTo>
                  <a:lnTo>
                    <a:pt x="29" y="31"/>
                  </a:lnTo>
                  <a:close/>
                  <a:moveTo>
                    <a:pt x="33" y="18"/>
                  </a:moveTo>
                  <a:cubicBezTo>
                    <a:pt x="33" y="18"/>
                    <a:pt x="33" y="18"/>
                    <a:pt x="33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0"/>
                    <a:pt x="33" y="20"/>
                    <a:pt x="33" y="20"/>
                  </a:cubicBezTo>
                  <a:lnTo>
                    <a:pt x="33" y="18"/>
                  </a:lnTo>
                  <a:close/>
                  <a:moveTo>
                    <a:pt x="35" y="13"/>
                  </a:moveTo>
                  <a:cubicBezTo>
                    <a:pt x="35" y="13"/>
                    <a:pt x="35" y="13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4" y="12"/>
                    <a:pt x="34" y="16"/>
                    <a:pt x="33" y="17"/>
                  </a:cubicBezTo>
                  <a:cubicBezTo>
                    <a:pt x="33" y="18"/>
                    <a:pt x="34" y="19"/>
                    <a:pt x="34" y="20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5"/>
                    <a:pt x="35" y="14"/>
                    <a:pt x="35" y="13"/>
                  </a:cubicBezTo>
                  <a:moveTo>
                    <a:pt x="36" y="1"/>
                  </a:moveTo>
                  <a:cubicBezTo>
                    <a:pt x="36" y="2"/>
                    <a:pt x="36" y="5"/>
                    <a:pt x="36" y="8"/>
                  </a:cubicBezTo>
                  <a:cubicBezTo>
                    <a:pt x="36" y="9"/>
                    <a:pt x="36" y="11"/>
                    <a:pt x="35" y="12"/>
                  </a:cubicBezTo>
                  <a:cubicBezTo>
                    <a:pt x="35" y="12"/>
                    <a:pt x="36" y="13"/>
                    <a:pt x="36" y="14"/>
                  </a:cubicBezTo>
                  <a:cubicBezTo>
                    <a:pt x="36" y="14"/>
                    <a:pt x="38" y="10"/>
                    <a:pt x="38" y="7"/>
                  </a:cubicBezTo>
                  <a:cubicBezTo>
                    <a:pt x="38" y="5"/>
                    <a:pt x="37" y="3"/>
                    <a:pt x="36" y="1"/>
                  </a:cubicBezTo>
                  <a:moveTo>
                    <a:pt x="37" y="2"/>
                  </a:moveTo>
                  <a:cubicBezTo>
                    <a:pt x="38" y="4"/>
                    <a:pt x="38" y="5"/>
                    <a:pt x="38" y="7"/>
                  </a:cubicBezTo>
                  <a:cubicBezTo>
                    <a:pt x="38" y="11"/>
                    <a:pt x="36" y="15"/>
                    <a:pt x="36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5"/>
                    <a:pt x="37" y="15"/>
                    <a:pt x="37" y="15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38" y="4"/>
                    <a:pt x="37" y="2"/>
                  </a:cubicBezTo>
                  <a:moveTo>
                    <a:pt x="40" y="12"/>
                  </a:moveTo>
                  <a:cubicBezTo>
                    <a:pt x="40" y="11"/>
                    <a:pt x="40" y="11"/>
                    <a:pt x="40" y="11"/>
                  </a:cubicBezTo>
                  <a:cubicBezTo>
                    <a:pt x="39" y="13"/>
                    <a:pt x="37" y="16"/>
                    <a:pt x="37" y="17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40" y="16"/>
                    <a:pt x="40" y="12"/>
                  </a:cubicBezTo>
                  <a:close/>
                  <a:moveTo>
                    <a:pt x="27" y="44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5" y="43"/>
                    <a:pt x="27" y="44"/>
                  </a:cubicBezTo>
                  <a:moveTo>
                    <a:pt x="27" y="44"/>
                  </a:moveTo>
                  <a:cubicBezTo>
                    <a:pt x="29" y="48"/>
                    <a:pt x="29" y="48"/>
                    <a:pt x="29" y="48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6"/>
                    <a:pt x="28" y="45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lnTo>
                    <a:pt x="27" y="44"/>
                  </a:lnTo>
                  <a:close/>
                  <a:moveTo>
                    <a:pt x="28" y="44"/>
                  </a:move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7" y="41"/>
                    <a:pt x="27" y="41"/>
                    <a:pt x="27" y="41"/>
                  </a:cubicBezTo>
                  <a:lnTo>
                    <a:pt x="28" y="44"/>
                  </a:lnTo>
                  <a:close/>
                  <a:moveTo>
                    <a:pt x="28" y="44"/>
                  </a:moveTo>
                  <a:cubicBezTo>
                    <a:pt x="28" y="44"/>
                    <a:pt x="28" y="44"/>
                    <a:pt x="28" y="44"/>
                  </a:cubicBezTo>
                  <a:cubicBezTo>
                    <a:pt x="29" y="44"/>
                    <a:pt x="30" y="45"/>
                    <a:pt x="33" y="45"/>
                  </a:cubicBezTo>
                  <a:cubicBezTo>
                    <a:pt x="31" y="45"/>
                    <a:pt x="30" y="43"/>
                    <a:pt x="30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8" y="44"/>
                  </a:lnTo>
                  <a:close/>
                  <a:moveTo>
                    <a:pt x="37" y="34"/>
                  </a:move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lose/>
                  <a:moveTo>
                    <a:pt x="37" y="38"/>
                  </a:moveTo>
                  <a:cubicBezTo>
                    <a:pt x="36" y="39"/>
                    <a:pt x="35" y="39"/>
                    <a:pt x="35" y="3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8" y="41"/>
                    <a:pt x="38" y="39"/>
                    <a:pt x="37" y="38"/>
                  </a:cubicBezTo>
                  <a:moveTo>
                    <a:pt x="34" y="40"/>
                  </a:moveTo>
                  <a:cubicBezTo>
                    <a:pt x="34" y="41"/>
                    <a:pt x="34" y="42"/>
                    <a:pt x="34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2" y="42"/>
                    <a:pt x="31" y="42"/>
                    <a:pt x="31" y="42"/>
                  </a:cubicBezTo>
                  <a:cubicBezTo>
                    <a:pt x="31" y="43"/>
                    <a:pt x="32" y="45"/>
                    <a:pt x="34" y="45"/>
                  </a:cubicBezTo>
                  <a:cubicBezTo>
                    <a:pt x="34" y="45"/>
                    <a:pt x="34" y="43"/>
                    <a:pt x="33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6" y="42"/>
                    <a:pt x="35" y="40"/>
                    <a:pt x="34" y="40"/>
                  </a:cubicBezTo>
                  <a:moveTo>
                    <a:pt x="37" y="44"/>
                  </a:moveTo>
                  <a:cubicBezTo>
                    <a:pt x="37" y="43"/>
                    <a:pt x="37" y="43"/>
                    <a:pt x="37" y="43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4"/>
                    <a:pt x="35" y="45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8"/>
                    <a:pt x="33" y="48"/>
                    <a:pt x="33" y="50"/>
                  </a:cubicBezTo>
                  <a:cubicBezTo>
                    <a:pt x="34" y="52"/>
                    <a:pt x="36" y="54"/>
                    <a:pt x="38" y="55"/>
                  </a:cubicBezTo>
                  <a:cubicBezTo>
                    <a:pt x="39" y="57"/>
                    <a:pt x="40" y="58"/>
                    <a:pt x="41" y="60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3" y="61"/>
                    <a:pt x="44" y="59"/>
                    <a:pt x="44" y="59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4" y="54"/>
                    <a:pt x="39" y="52"/>
                    <a:pt x="37" y="44"/>
                  </a:cubicBezTo>
                  <a:moveTo>
                    <a:pt x="31" y="42"/>
                  </a:moveTo>
                  <a:cubicBezTo>
                    <a:pt x="32" y="42"/>
                    <a:pt x="32" y="42"/>
                    <a:pt x="32" y="42"/>
                  </a:cubicBezTo>
                  <a:cubicBezTo>
                    <a:pt x="31" y="41"/>
                    <a:pt x="31" y="40"/>
                    <a:pt x="31" y="39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31" y="42"/>
                  </a:lnTo>
                  <a:close/>
                  <a:moveTo>
                    <a:pt x="33" y="41"/>
                  </a:move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5" y="39"/>
                    <a:pt x="37" y="38"/>
                  </a:cubicBezTo>
                  <a:cubicBezTo>
                    <a:pt x="36" y="38"/>
                    <a:pt x="35" y="37"/>
                    <a:pt x="35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3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2" y="41"/>
                    <a:pt x="33" y="41"/>
                  </a:cubicBezTo>
                  <a:moveTo>
                    <a:pt x="35" y="35"/>
                  </a:moveTo>
                  <a:cubicBezTo>
                    <a:pt x="35" y="35"/>
                    <a:pt x="35" y="35"/>
                    <a:pt x="35" y="35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7"/>
                    <a:pt x="37" y="38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5" y="35"/>
                    <a:pt x="35" y="35"/>
                    <a:pt x="35" y="35"/>
                  </a:cubicBezTo>
                  <a:close/>
                  <a:moveTo>
                    <a:pt x="39" y="34"/>
                  </a:moveTo>
                  <a:cubicBezTo>
                    <a:pt x="39" y="32"/>
                    <a:pt x="39" y="32"/>
                    <a:pt x="39" y="32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9" y="29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7" y="32"/>
                    <a:pt x="37" y="32"/>
                    <a:pt x="37" y="32"/>
                  </a:cubicBezTo>
                  <a:lnTo>
                    <a:pt x="39" y="34"/>
                  </a:lnTo>
                  <a:close/>
                  <a:moveTo>
                    <a:pt x="38" y="27"/>
                  </a:moveTo>
                  <a:cubicBezTo>
                    <a:pt x="39" y="27"/>
                    <a:pt x="40" y="27"/>
                    <a:pt x="41" y="28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8" y="27"/>
                    <a:pt x="38" y="27"/>
                    <a:pt x="38" y="27"/>
                  </a:cubicBezTo>
                  <a:close/>
                  <a:moveTo>
                    <a:pt x="40" y="25"/>
                  </a:move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1" y="24"/>
                    <a:pt x="41" y="23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9" y="25"/>
                    <a:pt x="39" y="25"/>
                    <a:pt x="39" y="25"/>
                  </a:cubicBezTo>
                  <a:lnTo>
                    <a:pt x="40" y="25"/>
                  </a:lnTo>
                  <a:close/>
                  <a:moveTo>
                    <a:pt x="38" y="23"/>
                  </a:moveTo>
                  <a:cubicBezTo>
                    <a:pt x="39" y="22"/>
                    <a:pt x="40" y="22"/>
                    <a:pt x="41" y="22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lnTo>
                    <a:pt x="38" y="23"/>
                  </a:lnTo>
                  <a:close/>
                  <a:moveTo>
                    <a:pt x="46" y="3"/>
                  </a:moveTo>
                  <a:cubicBezTo>
                    <a:pt x="45" y="5"/>
                    <a:pt x="42" y="10"/>
                    <a:pt x="40" y="12"/>
                  </a:cubicBezTo>
                  <a:cubicBezTo>
                    <a:pt x="40" y="13"/>
                    <a:pt x="40" y="14"/>
                    <a:pt x="40" y="15"/>
                  </a:cubicBezTo>
                  <a:cubicBezTo>
                    <a:pt x="42" y="13"/>
                    <a:pt x="46" y="7"/>
                    <a:pt x="46" y="3"/>
                  </a:cubicBezTo>
                  <a:close/>
                  <a:moveTo>
                    <a:pt x="46" y="2"/>
                  </a:moveTo>
                  <a:cubicBezTo>
                    <a:pt x="46" y="3"/>
                    <a:pt x="46" y="3"/>
                    <a:pt x="46" y="3"/>
                  </a:cubicBezTo>
                  <a:cubicBezTo>
                    <a:pt x="46" y="2"/>
                    <a:pt x="46" y="2"/>
                    <a:pt x="46" y="2"/>
                  </a:cubicBezTo>
                  <a:close/>
                  <a:moveTo>
                    <a:pt x="47" y="5"/>
                  </a:move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9"/>
                    <a:pt x="40" y="16"/>
                    <a:pt x="40" y="16"/>
                  </a:cubicBezTo>
                  <a:cubicBezTo>
                    <a:pt x="40" y="17"/>
                    <a:pt x="39" y="19"/>
                    <a:pt x="39" y="20"/>
                  </a:cubicBezTo>
                  <a:cubicBezTo>
                    <a:pt x="40" y="19"/>
                    <a:pt x="41" y="18"/>
                    <a:pt x="42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16"/>
                    <a:pt x="47" y="10"/>
                    <a:pt x="47" y="5"/>
                  </a:cubicBezTo>
                  <a:moveTo>
                    <a:pt x="43" y="16"/>
                  </a:moveTo>
                  <a:cubicBezTo>
                    <a:pt x="41" y="18"/>
                    <a:pt x="39" y="20"/>
                    <a:pt x="39" y="20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2" y="19"/>
                    <a:pt x="43" y="18"/>
                  </a:cubicBezTo>
                  <a:cubicBezTo>
                    <a:pt x="44" y="17"/>
                    <a:pt x="46" y="15"/>
                    <a:pt x="47" y="13"/>
                  </a:cubicBezTo>
                  <a:cubicBezTo>
                    <a:pt x="46" y="14"/>
                    <a:pt x="44" y="16"/>
                    <a:pt x="43" y="16"/>
                  </a:cubicBezTo>
                  <a:moveTo>
                    <a:pt x="43" y="22"/>
                  </a:move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7" y="18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6" y="17"/>
                    <a:pt x="41" y="20"/>
                    <a:pt x="40" y="21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4"/>
                    <a:pt x="41" y="25"/>
                    <a:pt x="40" y="25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1" y="25"/>
                    <a:pt x="42" y="25"/>
                    <a:pt x="43" y="24"/>
                  </a:cubicBezTo>
                  <a:cubicBezTo>
                    <a:pt x="45" y="23"/>
                    <a:pt x="46" y="22"/>
                    <a:pt x="46" y="21"/>
                  </a:cubicBezTo>
                  <a:cubicBezTo>
                    <a:pt x="45" y="21"/>
                    <a:pt x="44" y="21"/>
                    <a:pt x="43" y="22"/>
                  </a:cubicBezTo>
                  <a:moveTo>
                    <a:pt x="44" y="26"/>
                  </a:moveTo>
                  <a:cubicBezTo>
                    <a:pt x="45" y="25"/>
                    <a:pt x="46" y="23"/>
                    <a:pt x="47" y="22"/>
                  </a:cubicBezTo>
                  <a:cubicBezTo>
                    <a:pt x="45" y="24"/>
                    <a:pt x="42" y="26"/>
                    <a:pt x="41" y="26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4" y="27"/>
                    <a:pt x="44" y="26"/>
                  </a:cubicBezTo>
                  <a:moveTo>
                    <a:pt x="45" y="29"/>
                  </a:moveTo>
                  <a:cubicBezTo>
                    <a:pt x="44" y="29"/>
                    <a:pt x="44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0"/>
                    <a:pt x="45" y="29"/>
                    <a:pt x="45" y="29"/>
                  </a:cubicBezTo>
                  <a:close/>
                  <a:moveTo>
                    <a:pt x="45" y="30"/>
                  </a:moveTo>
                  <a:cubicBezTo>
                    <a:pt x="43" y="31"/>
                    <a:pt x="41" y="31"/>
                    <a:pt x="40" y="31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2" y="33"/>
                    <a:pt x="44" y="32"/>
                    <a:pt x="45" y="30"/>
                  </a:cubicBezTo>
                  <a:moveTo>
                    <a:pt x="43" y="35"/>
                  </a:moveTo>
                  <a:cubicBezTo>
                    <a:pt x="43" y="35"/>
                    <a:pt x="43" y="35"/>
                    <a:pt x="43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35"/>
                    <a:pt x="46" y="36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40"/>
                    <a:pt x="43" y="40"/>
                    <a:pt x="43" y="42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5"/>
                    <a:pt x="46" y="46"/>
                    <a:pt x="46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5" y="50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6" y="50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5" y="45"/>
                    <a:pt x="44" y="44"/>
                    <a:pt x="44" y="43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1"/>
                    <a:pt x="46" y="40"/>
                    <a:pt x="46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5" y="41"/>
                    <a:pt x="45" y="42"/>
                  </a:cubicBezTo>
                  <a:cubicBezTo>
                    <a:pt x="45" y="43"/>
                    <a:pt x="45" y="43"/>
                    <a:pt x="45" y="43"/>
                  </a:cubicBezTo>
                  <a:cubicBezTo>
                    <a:pt x="45" y="44"/>
                    <a:pt x="46" y="45"/>
                    <a:pt x="46" y="46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6" y="50"/>
                    <a:pt x="46" y="50"/>
                    <a:pt x="46" y="50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7" y="49"/>
                    <a:pt x="47" y="49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7"/>
                    <a:pt x="46" y="43"/>
                    <a:pt x="45" y="43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5" y="41"/>
                    <a:pt x="47" y="40"/>
                    <a:pt x="47" y="40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6" y="43"/>
                    <a:pt x="47" y="46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8" y="50"/>
                    <a:pt x="48" y="49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7" y="44"/>
                    <a:pt x="47" y="44"/>
                    <a:pt x="46" y="43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7" y="42"/>
                    <a:pt x="48" y="41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35"/>
                    <a:pt x="46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3" y="35"/>
                  </a:lnTo>
                  <a:close/>
                  <a:moveTo>
                    <a:pt x="40" y="34"/>
                  </a:move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41" y="37"/>
                    <a:pt x="41" y="37"/>
                    <a:pt x="41" y="37"/>
                  </a:cubicBezTo>
                  <a:lnTo>
                    <a:pt x="40" y="34"/>
                  </a:lnTo>
                  <a:close/>
                  <a:moveTo>
                    <a:pt x="41" y="37"/>
                  </a:moveTo>
                  <a:cubicBezTo>
                    <a:pt x="40" y="37"/>
                    <a:pt x="38" y="36"/>
                    <a:pt x="38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40" y="37"/>
                    <a:pt x="41" y="37"/>
                  </a:cubicBezTo>
                  <a:moveTo>
                    <a:pt x="22" y="57"/>
                  </a:moveTo>
                  <a:cubicBezTo>
                    <a:pt x="20" y="57"/>
                    <a:pt x="18" y="57"/>
                    <a:pt x="17" y="61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0" y="66"/>
                    <a:pt x="22" y="68"/>
                    <a:pt x="23" y="69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24" y="71"/>
                    <a:pt x="23" y="72"/>
                    <a:pt x="22" y="73"/>
                  </a:cubicBezTo>
                  <a:cubicBezTo>
                    <a:pt x="22" y="74"/>
                    <a:pt x="20" y="76"/>
                    <a:pt x="19" y="77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8" y="80"/>
                    <a:pt x="18" y="80"/>
                    <a:pt x="18" y="80"/>
                  </a:cubicBezTo>
                  <a:cubicBezTo>
                    <a:pt x="18" y="79"/>
                    <a:pt x="18" y="79"/>
                    <a:pt x="18" y="79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7" y="78"/>
                    <a:pt x="17" y="78"/>
                    <a:pt x="17" y="78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5" y="76"/>
                    <a:pt x="15" y="76"/>
                    <a:pt x="15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5" y="79"/>
                    <a:pt x="15" y="79"/>
                    <a:pt x="15" y="79"/>
                  </a:cubicBezTo>
                  <a:cubicBezTo>
                    <a:pt x="15" y="80"/>
                    <a:pt x="17" y="82"/>
                    <a:pt x="18" y="82"/>
                  </a:cubicBezTo>
                  <a:cubicBezTo>
                    <a:pt x="19" y="82"/>
                    <a:pt x="20" y="82"/>
                    <a:pt x="20" y="81"/>
                  </a:cubicBezTo>
                  <a:cubicBezTo>
                    <a:pt x="21" y="80"/>
                    <a:pt x="21" y="78"/>
                    <a:pt x="21" y="78"/>
                  </a:cubicBezTo>
                  <a:cubicBezTo>
                    <a:pt x="21" y="78"/>
                    <a:pt x="21" y="78"/>
                    <a:pt x="21" y="78"/>
                  </a:cubicBezTo>
                  <a:cubicBezTo>
                    <a:pt x="22" y="78"/>
                    <a:pt x="22" y="78"/>
                    <a:pt x="22" y="78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26" y="65"/>
                    <a:pt x="26" y="64"/>
                    <a:pt x="25" y="63"/>
                  </a:cubicBezTo>
                  <a:cubicBezTo>
                    <a:pt x="25" y="62"/>
                    <a:pt x="23" y="62"/>
                    <a:pt x="23" y="62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4"/>
                    <a:pt x="27" y="65"/>
                    <a:pt x="27" y="67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9" y="67"/>
                    <a:pt x="29" y="65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8" y="61"/>
                    <a:pt x="27" y="61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4" y="57"/>
                    <a:pt x="23" y="57"/>
                    <a:pt x="22" y="57"/>
                  </a:cubicBezTo>
                  <a:moveTo>
                    <a:pt x="21" y="52"/>
                  </a:moveTo>
                  <a:cubicBezTo>
                    <a:pt x="21" y="52"/>
                    <a:pt x="21" y="52"/>
                    <a:pt x="21" y="52"/>
                  </a:cubicBezTo>
                  <a:cubicBezTo>
                    <a:pt x="21" y="53"/>
                    <a:pt x="23" y="54"/>
                    <a:pt x="24" y="55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30" y="61"/>
                    <a:pt x="30" y="60"/>
                    <a:pt x="30" y="60"/>
                  </a:cubicBezTo>
                  <a:cubicBezTo>
                    <a:pt x="30" y="59"/>
                    <a:pt x="30" y="59"/>
                    <a:pt x="30" y="59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1" y="58"/>
                    <a:pt x="31" y="59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1" y="60"/>
                    <a:pt x="30" y="61"/>
                    <a:pt x="30" y="62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6"/>
                    <a:pt x="30" y="68"/>
                    <a:pt x="31" y="70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33" y="74"/>
                    <a:pt x="34" y="77"/>
                    <a:pt x="35" y="78"/>
                  </a:cubicBezTo>
                  <a:cubicBezTo>
                    <a:pt x="36" y="79"/>
                    <a:pt x="36" y="80"/>
                    <a:pt x="37" y="81"/>
                  </a:cubicBezTo>
                  <a:cubicBezTo>
                    <a:pt x="37" y="82"/>
                    <a:pt x="36" y="83"/>
                    <a:pt x="37" y="83"/>
                  </a:cubicBezTo>
                  <a:cubicBezTo>
                    <a:pt x="38" y="85"/>
                    <a:pt x="38" y="85"/>
                    <a:pt x="38" y="86"/>
                  </a:cubicBezTo>
                  <a:cubicBezTo>
                    <a:pt x="38" y="87"/>
                    <a:pt x="38" y="87"/>
                    <a:pt x="38" y="87"/>
                  </a:cubicBezTo>
                  <a:cubicBezTo>
                    <a:pt x="38" y="88"/>
                    <a:pt x="38" y="88"/>
                    <a:pt x="39" y="89"/>
                  </a:cubicBezTo>
                  <a:cubicBezTo>
                    <a:pt x="39" y="90"/>
                    <a:pt x="40" y="91"/>
                    <a:pt x="40" y="92"/>
                  </a:cubicBezTo>
                  <a:cubicBezTo>
                    <a:pt x="39" y="93"/>
                    <a:pt x="39" y="93"/>
                    <a:pt x="39" y="93"/>
                  </a:cubicBezTo>
                  <a:cubicBezTo>
                    <a:pt x="39" y="94"/>
                    <a:pt x="39" y="96"/>
                    <a:pt x="38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8"/>
                    <a:pt x="32" y="98"/>
                    <a:pt x="32" y="98"/>
                  </a:cubicBezTo>
                  <a:cubicBezTo>
                    <a:pt x="33" y="99"/>
                    <a:pt x="34" y="99"/>
                    <a:pt x="35" y="100"/>
                  </a:cubicBezTo>
                  <a:cubicBezTo>
                    <a:pt x="36" y="100"/>
                    <a:pt x="38" y="100"/>
                    <a:pt x="39" y="100"/>
                  </a:cubicBezTo>
                  <a:cubicBezTo>
                    <a:pt x="40" y="100"/>
                    <a:pt x="40" y="100"/>
                    <a:pt x="40" y="100"/>
                  </a:cubicBezTo>
                  <a:cubicBezTo>
                    <a:pt x="42" y="98"/>
                    <a:pt x="42" y="98"/>
                    <a:pt x="42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2" y="88"/>
                    <a:pt x="42" y="88"/>
                    <a:pt x="42" y="88"/>
                  </a:cubicBezTo>
                  <a:cubicBezTo>
                    <a:pt x="42" y="88"/>
                    <a:pt x="41" y="87"/>
                    <a:pt x="41" y="86"/>
                  </a:cubicBezTo>
                  <a:cubicBezTo>
                    <a:pt x="41" y="84"/>
                    <a:pt x="42" y="83"/>
                    <a:pt x="42" y="82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8"/>
                    <a:pt x="40" y="78"/>
                    <a:pt x="40" y="78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4"/>
                    <a:pt x="38" y="73"/>
                    <a:pt x="39" y="72"/>
                  </a:cubicBezTo>
                  <a:cubicBezTo>
                    <a:pt x="40" y="70"/>
                    <a:pt x="41" y="67"/>
                    <a:pt x="41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1" y="65"/>
                    <a:pt x="40" y="62"/>
                    <a:pt x="40" y="62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2"/>
                    <a:pt x="42" y="64"/>
                    <a:pt x="42" y="66"/>
                  </a:cubicBezTo>
                  <a:cubicBezTo>
                    <a:pt x="42" y="66"/>
                    <a:pt x="42" y="66"/>
                    <a:pt x="42" y="66"/>
                  </a:cubicBezTo>
                  <a:cubicBezTo>
                    <a:pt x="41" y="67"/>
                    <a:pt x="40" y="71"/>
                    <a:pt x="40" y="72"/>
                  </a:cubicBezTo>
                  <a:cubicBezTo>
                    <a:pt x="39" y="73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40" y="75"/>
                    <a:pt x="40" y="75"/>
                    <a:pt x="40" y="75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41" y="73"/>
                    <a:pt x="41" y="73"/>
                    <a:pt x="41" y="73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2" y="70"/>
                    <a:pt x="42" y="70"/>
                    <a:pt x="42" y="70"/>
                  </a:cubicBezTo>
                  <a:cubicBezTo>
                    <a:pt x="42" y="69"/>
                    <a:pt x="42" y="69"/>
                    <a:pt x="42" y="69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65"/>
                    <a:pt x="47" y="62"/>
                    <a:pt x="47" y="59"/>
                  </a:cubicBezTo>
                  <a:cubicBezTo>
                    <a:pt x="47" y="55"/>
                    <a:pt x="39" y="48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0"/>
                    <a:pt x="39" y="39"/>
                    <a:pt x="40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0"/>
                    <a:pt x="38" y="42"/>
                    <a:pt x="38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9" y="51"/>
                    <a:pt x="45" y="53"/>
                    <a:pt x="45" y="58"/>
                  </a:cubicBezTo>
                  <a:cubicBezTo>
                    <a:pt x="45" y="59"/>
                    <a:pt x="45" y="59"/>
                    <a:pt x="45" y="59"/>
                  </a:cubicBezTo>
                  <a:cubicBezTo>
                    <a:pt x="45" y="59"/>
                    <a:pt x="44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39" y="58"/>
                    <a:pt x="39" y="57"/>
                    <a:pt x="37" y="56"/>
                  </a:cubicBezTo>
                  <a:cubicBezTo>
                    <a:pt x="36" y="54"/>
                    <a:pt x="33" y="52"/>
                    <a:pt x="33" y="50"/>
                  </a:cubicBezTo>
                  <a:cubicBezTo>
                    <a:pt x="32" y="49"/>
                    <a:pt x="31" y="48"/>
                    <a:pt x="31" y="47"/>
                  </a:cubicBezTo>
                  <a:cubicBezTo>
                    <a:pt x="31" y="46"/>
                    <a:pt x="31" y="46"/>
                    <a:pt x="31" y="46"/>
                  </a:cubicBezTo>
                  <a:cubicBezTo>
                    <a:pt x="30" y="46"/>
                    <a:pt x="30" y="45"/>
                    <a:pt x="29" y="45"/>
                  </a:cubicBezTo>
                  <a:cubicBezTo>
                    <a:pt x="30" y="47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27" y="49"/>
                    <a:pt x="25" y="46"/>
                    <a:pt x="24" y="46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21" y="52"/>
                  </a:lnTo>
                  <a:close/>
                  <a:moveTo>
                    <a:pt x="9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2"/>
                    <a:pt x="10" y="62"/>
                    <a:pt x="10" y="62"/>
                  </a:cubicBezTo>
                  <a:lnTo>
                    <a:pt x="9" y="62"/>
                  </a:lnTo>
                  <a:close/>
                  <a:moveTo>
                    <a:pt x="5" y="45"/>
                  </a:move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8" y="48"/>
                  </a:move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8"/>
                    <a:pt x="8" y="48"/>
                    <a:pt x="8" y="48"/>
                  </a:cubicBezTo>
                  <a:close/>
                  <a:moveTo>
                    <a:pt x="9" y="49"/>
                  </a:move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lnTo>
                    <a:pt x="9" y="49"/>
                  </a:lnTo>
                  <a:close/>
                  <a:moveTo>
                    <a:pt x="13" y="51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2" y="52"/>
                    <a:pt x="11" y="52"/>
                    <a:pt x="11" y="52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6"/>
                    <a:pt x="9" y="57"/>
                    <a:pt x="9" y="58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5"/>
                    <a:pt x="10" y="55"/>
                    <a:pt x="11" y="54"/>
                  </a:cubicBezTo>
                  <a:cubicBezTo>
                    <a:pt x="12" y="54"/>
                    <a:pt x="12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lnTo>
                    <a:pt x="13" y="51"/>
                  </a:lnTo>
                  <a:close/>
                  <a:moveTo>
                    <a:pt x="13" y="47"/>
                  </a:moveTo>
                  <a:cubicBezTo>
                    <a:pt x="14" y="49"/>
                    <a:pt x="14" y="49"/>
                    <a:pt x="14" y="4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3"/>
                    <a:pt x="15" y="54"/>
                    <a:pt x="16" y="55"/>
                  </a:cubicBezTo>
                  <a:cubicBezTo>
                    <a:pt x="16" y="54"/>
                    <a:pt x="18" y="51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6" y="47"/>
                    <a:pt x="29" y="48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3" y="43"/>
                    <a:pt x="22" y="41"/>
                    <a:pt x="22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7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7" y="19"/>
                    <a:pt x="37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7"/>
                    <a:pt x="36" y="18"/>
                    <a:pt x="35" y="19"/>
                  </a:cubicBezTo>
                  <a:cubicBezTo>
                    <a:pt x="35" y="20"/>
                    <a:pt x="34" y="21"/>
                    <a:pt x="32" y="22"/>
                  </a:cubicBezTo>
                  <a:cubicBezTo>
                    <a:pt x="31" y="23"/>
                    <a:pt x="30" y="24"/>
                    <a:pt x="30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6"/>
                    <a:pt x="31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31"/>
                    <a:pt x="32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6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41"/>
                    <a:pt x="18" y="43"/>
                    <a:pt x="18" y="44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46"/>
                    <a:pt x="17" y="48"/>
                    <a:pt x="17" y="48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5" y="48"/>
                    <a:pt x="13" y="47"/>
                  </a:cubicBezTo>
                  <a:moveTo>
                    <a:pt x="37" y="27"/>
                  </a:moveTo>
                  <a:cubicBezTo>
                    <a:pt x="37" y="27"/>
                    <a:pt x="37" y="27"/>
                    <a:pt x="37" y="27"/>
                  </a:cubicBezTo>
                  <a:cubicBezTo>
                    <a:pt x="37" y="27"/>
                    <a:pt x="37" y="27"/>
                    <a:pt x="37" y="27"/>
                  </a:cubicBezTo>
                  <a:close/>
                  <a:moveTo>
                    <a:pt x="13" y="42"/>
                  </a:moveTo>
                  <a:cubicBezTo>
                    <a:pt x="14" y="45"/>
                    <a:pt x="16" y="47"/>
                    <a:pt x="17" y="48"/>
                  </a:cubicBezTo>
                  <a:cubicBezTo>
                    <a:pt x="17" y="47"/>
                    <a:pt x="18" y="46"/>
                    <a:pt x="18" y="45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3"/>
                    <a:pt x="17" y="41"/>
                    <a:pt x="17" y="39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40"/>
                    <a:pt x="12" y="41"/>
                    <a:pt x="13" y="42"/>
                  </a:cubicBezTo>
                  <a:moveTo>
                    <a:pt x="4" y="32"/>
                  </a:moveTo>
                  <a:cubicBezTo>
                    <a:pt x="5" y="32"/>
                    <a:pt x="5" y="32"/>
                    <a:pt x="5" y="32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8" y="33"/>
                    <a:pt x="8" y="35"/>
                    <a:pt x="8" y="36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0" y="30"/>
                    <a:pt x="10" y="29"/>
                  </a:cubicBezTo>
                  <a:cubicBezTo>
                    <a:pt x="10" y="28"/>
                    <a:pt x="10" y="27"/>
                    <a:pt x="10" y="26"/>
                  </a:cubicBezTo>
                  <a:cubicBezTo>
                    <a:pt x="9" y="27"/>
                    <a:pt x="8" y="28"/>
                    <a:pt x="8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5" y="31"/>
                    <a:pt x="4" y="32"/>
                  </a:cubicBezTo>
                  <a:moveTo>
                    <a:pt x="1" y="29"/>
                  </a:move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lnTo>
                    <a:pt x="1" y="29"/>
                  </a:lnTo>
                  <a:close/>
                  <a:moveTo>
                    <a:pt x="1" y="15"/>
                  </a:moveTo>
                  <a:cubicBezTo>
                    <a:pt x="3" y="18"/>
                    <a:pt x="3" y="18"/>
                    <a:pt x="3" y="18"/>
                  </a:cubicBezTo>
                  <a:cubicBezTo>
                    <a:pt x="3" y="18"/>
                    <a:pt x="3" y="19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5" y="25"/>
                    <a:pt x="5" y="26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4"/>
                    <a:pt x="1" y="14"/>
                    <a:pt x="1" y="14"/>
                  </a:cubicBezTo>
                  <a:lnTo>
                    <a:pt x="1" y="15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1" y="13"/>
                  </a:lnTo>
                  <a:close/>
                  <a:moveTo>
                    <a:pt x="37" y="78"/>
                  </a:moveTo>
                  <a:cubicBezTo>
                    <a:pt x="38" y="79"/>
                    <a:pt x="38" y="79"/>
                    <a:pt x="38" y="79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78"/>
                    <a:pt x="37" y="78"/>
                    <a:pt x="37" y="78"/>
                  </a:cubicBezTo>
                  <a:close/>
                  <a:moveTo>
                    <a:pt x="23" y="52"/>
                  </a:moveTo>
                  <a:cubicBezTo>
                    <a:pt x="23" y="52"/>
                    <a:pt x="24" y="53"/>
                    <a:pt x="26" y="54"/>
                  </a:cubicBezTo>
                  <a:cubicBezTo>
                    <a:pt x="28" y="55"/>
                    <a:pt x="29" y="55"/>
                    <a:pt x="29" y="56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28" y="55"/>
                    <a:pt x="28" y="55"/>
                    <a:pt x="26" y="54"/>
                  </a:cubicBezTo>
                  <a:cubicBezTo>
                    <a:pt x="24" y="54"/>
                    <a:pt x="22" y="52"/>
                    <a:pt x="22" y="52"/>
                  </a:cubicBezTo>
                  <a:lnTo>
                    <a:pt x="23" y="52"/>
                  </a:lnTo>
                  <a:close/>
                  <a:moveTo>
                    <a:pt x="41" y="82"/>
                  </a:move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40" y="85"/>
                    <a:pt x="40" y="86"/>
                    <a:pt x="40" y="86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2" y="89"/>
                    <a:pt x="42" y="89"/>
                    <a:pt x="42" y="89"/>
                  </a:cubicBezTo>
                  <a:cubicBezTo>
                    <a:pt x="42" y="90"/>
                    <a:pt x="41" y="91"/>
                    <a:pt x="41" y="92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6"/>
                    <a:pt x="41" y="96"/>
                    <a:pt x="41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2"/>
                    <a:pt x="41" y="92"/>
                    <a:pt x="41" y="92"/>
                  </a:cubicBezTo>
                  <a:cubicBezTo>
                    <a:pt x="41" y="91"/>
                    <a:pt x="41" y="90"/>
                    <a:pt x="41" y="89"/>
                  </a:cubicBezTo>
                  <a:cubicBezTo>
                    <a:pt x="41" y="89"/>
                    <a:pt x="41" y="89"/>
                    <a:pt x="41" y="89"/>
                  </a:cubicBezTo>
                  <a:cubicBezTo>
                    <a:pt x="40" y="87"/>
                    <a:pt x="40" y="87"/>
                    <a:pt x="40" y="87"/>
                  </a:cubicBezTo>
                  <a:cubicBezTo>
                    <a:pt x="39" y="85"/>
                    <a:pt x="39" y="85"/>
                    <a:pt x="39" y="85"/>
                  </a:cubicBezTo>
                  <a:cubicBezTo>
                    <a:pt x="39" y="84"/>
                    <a:pt x="39" y="84"/>
                    <a:pt x="39" y="84"/>
                  </a:cubicBezTo>
                  <a:cubicBezTo>
                    <a:pt x="39" y="83"/>
                    <a:pt x="40" y="83"/>
                    <a:pt x="40" y="82"/>
                  </a:cubicBezTo>
                  <a:lnTo>
                    <a:pt x="41" y="82"/>
                  </a:lnTo>
                  <a:close/>
                  <a:moveTo>
                    <a:pt x="28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2"/>
                    <a:pt x="31" y="32"/>
                    <a:pt x="33" y="32"/>
                  </a:cubicBezTo>
                  <a:cubicBezTo>
                    <a:pt x="34" y="31"/>
                    <a:pt x="34" y="31"/>
                    <a:pt x="34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1"/>
                    <a:pt x="34" y="32"/>
                    <a:pt x="33" y="32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6" y="36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6"/>
                    <a:pt x="27" y="34"/>
                    <a:pt x="28" y="34"/>
                  </a:cubicBezTo>
                  <a:moveTo>
                    <a:pt x="23" y="23"/>
                  </a:moveTo>
                  <a:cubicBezTo>
                    <a:pt x="23" y="20"/>
                    <a:pt x="23" y="20"/>
                    <a:pt x="23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2"/>
                    <a:pt x="23" y="22"/>
                    <a:pt x="23" y="22"/>
                  </a:cubicBezTo>
                  <a:lnTo>
                    <a:pt x="23" y="23"/>
                  </a:lnTo>
                  <a:close/>
                  <a:moveTo>
                    <a:pt x="26" y="73"/>
                  </a:moveTo>
                  <a:cubicBezTo>
                    <a:pt x="26" y="73"/>
                    <a:pt x="26" y="73"/>
                    <a:pt x="26" y="73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23" y="75"/>
                    <a:pt x="23" y="77"/>
                    <a:pt x="22" y="78"/>
                  </a:cubicBezTo>
                  <a:cubicBezTo>
                    <a:pt x="21" y="78"/>
                    <a:pt x="21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1" y="77"/>
                    <a:pt x="21" y="77"/>
                    <a:pt x="21" y="77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3"/>
                    <a:pt x="25" y="73"/>
                    <a:pt x="25" y="73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5" y="72"/>
                    <a:pt x="26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0" name="Freeform 34">
              <a:extLst>
                <a:ext uri="{FF2B5EF4-FFF2-40B4-BE49-F238E27FC236}">
                  <a16:creationId xmlns:a16="http://schemas.microsoft.com/office/drawing/2014/main" id="{CDFD3285-82D8-4161-A2C5-8E5A9894FF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8700" y="2516188"/>
              <a:ext cx="288925" cy="365125"/>
            </a:xfrm>
            <a:custGeom>
              <a:avLst/>
              <a:gdLst>
                <a:gd name="T0" fmla="*/ 127 w 133"/>
                <a:gd name="T1" fmla="*/ 60 h 169"/>
                <a:gd name="T2" fmla="*/ 60 w 133"/>
                <a:gd name="T3" fmla="*/ 165 h 169"/>
                <a:gd name="T4" fmla="*/ 79 w 133"/>
                <a:gd name="T5" fmla="*/ 158 h 169"/>
                <a:gd name="T6" fmla="*/ 60 w 133"/>
                <a:gd name="T7" fmla="*/ 157 h 169"/>
                <a:gd name="T8" fmla="*/ 79 w 133"/>
                <a:gd name="T9" fmla="*/ 154 h 169"/>
                <a:gd name="T10" fmla="*/ 42 w 133"/>
                <a:gd name="T11" fmla="*/ 151 h 169"/>
                <a:gd name="T12" fmla="*/ 66 w 133"/>
                <a:gd name="T13" fmla="*/ 164 h 169"/>
                <a:gd name="T14" fmla="*/ 123 w 133"/>
                <a:gd name="T15" fmla="*/ 35 h 169"/>
                <a:gd name="T16" fmla="*/ 86 w 133"/>
                <a:gd name="T17" fmla="*/ 152 h 169"/>
                <a:gd name="T18" fmla="*/ 53 w 133"/>
                <a:gd name="T19" fmla="*/ 150 h 169"/>
                <a:gd name="T20" fmla="*/ 85 w 133"/>
                <a:gd name="T21" fmla="*/ 153 h 169"/>
                <a:gd name="T22" fmla="*/ 39 w 133"/>
                <a:gd name="T23" fmla="*/ 62 h 169"/>
                <a:gd name="T24" fmla="*/ 29 w 133"/>
                <a:gd name="T25" fmla="*/ 53 h 169"/>
                <a:gd name="T26" fmla="*/ 32 w 133"/>
                <a:gd name="T27" fmla="*/ 78 h 169"/>
                <a:gd name="T28" fmla="*/ 27 w 133"/>
                <a:gd name="T29" fmla="*/ 79 h 169"/>
                <a:gd name="T30" fmla="*/ 18 w 133"/>
                <a:gd name="T31" fmla="*/ 72 h 169"/>
                <a:gd name="T32" fmla="*/ 17 w 133"/>
                <a:gd name="T33" fmla="*/ 96 h 169"/>
                <a:gd name="T34" fmla="*/ 7 w 133"/>
                <a:gd name="T35" fmla="*/ 83 h 169"/>
                <a:gd name="T36" fmla="*/ 7 w 133"/>
                <a:gd name="T37" fmla="*/ 71 h 169"/>
                <a:gd name="T38" fmla="*/ 6 w 133"/>
                <a:gd name="T39" fmla="*/ 37 h 169"/>
                <a:gd name="T40" fmla="*/ 8 w 133"/>
                <a:gd name="T41" fmla="*/ 35 h 169"/>
                <a:gd name="T42" fmla="*/ 10 w 133"/>
                <a:gd name="T43" fmla="*/ 11 h 169"/>
                <a:gd name="T44" fmla="*/ 21 w 133"/>
                <a:gd name="T45" fmla="*/ 14 h 169"/>
                <a:gd name="T46" fmla="*/ 33 w 133"/>
                <a:gd name="T47" fmla="*/ 16 h 169"/>
                <a:gd name="T48" fmla="*/ 30 w 133"/>
                <a:gd name="T49" fmla="*/ 23 h 169"/>
                <a:gd name="T50" fmla="*/ 41 w 133"/>
                <a:gd name="T51" fmla="*/ 30 h 169"/>
                <a:gd name="T52" fmla="*/ 44 w 133"/>
                <a:gd name="T53" fmla="*/ 12 h 169"/>
                <a:gd name="T54" fmla="*/ 46 w 133"/>
                <a:gd name="T55" fmla="*/ 16 h 169"/>
                <a:gd name="T56" fmla="*/ 47 w 133"/>
                <a:gd name="T57" fmla="*/ 22 h 169"/>
                <a:gd name="T58" fmla="*/ 47 w 133"/>
                <a:gd name="T59" fmla="*/ 27 h 169"/>
                <a:gd name="T60" fmla="*/ 37 w 133"/>
                <a:gd name="T61" fmla="*/ 43 h 169"/>
                <a:gd name="T62" fmla="*/ 40 w 133"/>
                <a:gd name="T63" fmla="*/ 50 h 169"/>
                <a:gd name="T64" fmla="*/ 0 w 133"/>
                <a:gd name="T65" fmla="*/ 82 h 169"/>
                <a:gd name="T66" fmla="*/ 12 w 133"/>
                <a:gd name="T67" fmla="*/ 45 h 169"/>
                <a:gd name="T68" fmla="*/ 12 w 133"/>
                <a:gd name="T69" fmla="*/ 44 h 169"/>
                <a:gd name="T70" fmla="*/ 44 w 133"/>
                <a:gd name="T71" fmla="*/ 50 h 169"/>
                <a:gd name="T72" fmla="*/ 40 w 133"/>
                <a:gd name="T73" fmla="*/ 62 h 169"/>
                <a:gd name="T74" fmla="*/ 132 w 133"/>
                <a:gd name="T75" fmla="*/ 0 h 169"/>
                <a:gd name="T76" fmla="*/ 124 w 133"/>
                <a:gd name="T77" fmla="*/ 38 h 169"/>
                <a:gd name="T78" fmla="*/ 125 w 133"/>
                <a:gd name="T79" fmla="*/ 72 h 169"/>
                <a:gd name="T80" fmla="*/ 125 w 133"/>
                <a:gd name="T81" fmla="*/ 89 h 169"/>
                <a:gd name="T82" fmla="*/ 121 w 133"/>
                <a:gd name="T83" fmla="*/ 97 h 169"/>
                <a:gd name="T84" fmla="*/ 111 w 133"/>
                <a:gd name="T85" fmla="*/ 69 h 169"/>
                <a:gd name="T86" fmla="*/ 103 w 133"/>
                <a:gd name="T87" fmla="*/ 82 h 169"/>
                <a:gd name="T88" fmla="*/ 102 w 133"/>
                <a:gd name="T89" fmla="*/ 78 h 169"/>
                <a:gd name="T90" fmla="*/ 99 w 133"/>
                <a:gd name="T91" fmla="*/ 57 h 169"/>
                <a:gd name="T92" fmla="*/ 92 w 133"/>
                <a:gd name="T93" fmla="*/ 63 h 169"/>
                <a:gd name="T94" fmla="*/ 88 w 133"/>
                <a:gd name="T95" fmla="*/ 47 h 169"/>
                <a:gd name="T96" fmla="*/ 91 w 133"/>
                <a:gd name="T97" fmla="*/ 53 h 169"/>
                <a:gd name="T98" fmla="*/ 92 w 133"/>
                <a:gd name="T99" fmla="*/ 39 h 169"/>
                <a:gd name="T100" fmla="*/ 85 w 133"/>
                <a:gd name="T101" fmla="*/ 29 h 169"/>
                <a:gd name="T102" fmla="*/ 84 w 133"/>
                <a:gd name="T103" fmla="*/ 16 h 169"/>
                <a:gd name="T104" fmla="*/ 87 w 133"/>
                <a:gd name="T105" fmla="*/ 13 h 169"/>
                <a:gd name="T106" fmla="*/ 90 w 133"/>
                <a:gd name="T107" fmla="*/ 14 h 169"/>
                <a:gd name="T108" fmla="*/ 93 w 133"/>
                <a:gd name="T109" fmla="*/ 30 h 169"/>
                <a:gd name="T110" fmla="*/ 97 w 133"/>
                <a:gd name="T111" fmla="*/ 23 h 169"/>
                <a:gd name="T112" fmla="*/ 107 w 133"/>
                <a:gd name="T113" fmla="*/ 14 h 169"/>
                <a:gd name="T114" fmla="*/ 113 w 133"/>
                <a:gd name="T115" fmla="*/ 22 h 169"/>
                <a:gd name="T116" fmla="*/ 129 w 133"/>
                <a:gd name="T117" fmla="*/ 3 h 169"/>
                <a:gd name="T118" fmla="*/ 130 w 133"/>
                <a:gd name="T119" fmla="*/ 4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3" h="169">
                  <a:moveTo>
                    <a:pt x="120" y="44"/>
                  </a:moveTo>
                  <a:cubicBezTo>
                    <a:pt x="118" y="44"/>
                    <a:pt x="117" y="43"/>
                    <a:pt x="117" y="43"/>
                  </a:cubicBezTo>
                  <a:cubicBezTo>
                    <a:pt x="117" y="45"/>
                    <a:pt x="117" y="47"/>
                    <a:pt x="117" y="47"/>
                  </a:cubicBezTo>
                  <a:cubicBezTo>
                    <a:pt x="116" y="47"/>
                    <a:pt x="116" y="47"/>
                    <a:pt x="115" y="47"/>
                  </a:cubicBezTo>
                  <a:cubicBezTo>
                    <a:pt x="115" y="48"/>
                    <a:pt x="115" y="48"/>
                    <a:pt x="115" y="48"/>
                  </a:cubicBezTo>
                  <a:cubicBezTo>
                    <a:pt x="115" y="49"/>
                    <a:pt x="115" y="50"/>
                    <a:pt x="116" y="51"/>
                  </a:cubicBezTo>
                  <a:cubicBezTo>
                    <a:pt x="116" y="53"/>
                    <a:pt x="119" y="55"/>
                    <a:pt x="121" y="56"/>
                  </a:cubicBezTo>
                  <a:cubicBezTo>
                    <a:pt x="122" y="58"/>
                    <a:pt x="123" y="59"/>
                    <a:pt x="123" y="61"/>
                  </a:cubicBezTo>
                  <a:cubicBezTo>
                    <a:pt x="124" y="62"/>
                    <a:pt x="123" y="63"/>
                    <a:pt x="125" y="63"/>
                  </a:cubicBezTo>
                  <a:cubicBezTo>
                    <a:pt x="127" y="62"/>
                    <a:pt x="127" y="60"/>
                    <a:pt x="127" y="60"/>
                  </a:cubicBezTo>
                  <a:cubicBezTo>
                    <a:pt x="128" y="54"/>
                    <a:pt x="122" y="53"/>
                    <a:pt x="120" y="45"/>
                  </a:cubicBezTo>
                  <a:lnTo>
                    <a:pt x="120" y="44"/>
                  </a:lnTo>
                  <a:close/>
                  <a:moveTo>
                    <a:pt x="112" y="26"/>
                  </a:moveTo>
                  <a:cubicBezTo>
                    <a:pt x="113" y="24"/>
                    <a:pt x="113" y="24"/>
                    <a:pt x="113" y="24"/>
                  </a:cubicBezTo>
                  <a:lnTo>
                    <a:pt x="112" y="26"/>
                  </a:lnTo>
                  <a:close/>
                  <a:moveTo>
                    <a:pt x="67" y="169"/>
                  </a:moveTo>
                  <a:cubicBezTo>
                    <a:pt x="67" y="169"/>
                    <a:pt x="72" y="167"/>
                    <a:pt x="79" y="163"/>
                  </a:cubicBezTo>
                  <a:cubicBezTo>
                    <a:pt x="76" y="163"/>
                    <a:pt x="76" y="165"/>
                    <a:pt x="73" y="165"/>
                  </a:cubicBezTo>
                  <a:cubicBezTo>
                    <a:pt x="70" y="165"/>
                    <a:pt x="69" y="163"/>
                    <a:pt x="66" y="163"/>
                  </a:cubicBezTo>
                  <a:cubicBezTo>
                    <a:pt x="62" y="163"/>
                    <a:pt x="62" y="165"/>
                    <a:pt x="60" y="165"/>
                  </a:cubicBezTo>
                  <a:cubicBezTo>
                    <a:pt x="57" y="165"/>
                    <a:pt x="56" y="164"/>
                    <a:pt x="55" y="163"/>
                  </a:cubicBezTo>
                  <a:cubicBezTo>
                    <a:pt x="49" y="160"/>
                    <a:pt x="49" y="160"/>
                    <a:pt x="49" y="160"/>
                  </a:cubicBezTo>
                  <a:cubicBezTo>
                    <a:pt x="50" y="160"/>
                    <a:pt x="51" y="159"/>
                    <a:pt x="53" y="159"/>
                  </a:cubicBezTo>
                  <a:cubicBezTo>
                    <a:pt x="56" y="159"/>
                    <a:pt x="57" y="161"/>
                    <a:pt x="60" y="161"/>
                  </a:cubicBezTo>
                  <a:cubicBezTo>
                    <a:pt x="62" y="161"/>
                    <a:pt x="62" y="159"/>
                    <a:pt x="66" y="159"/>
                  </a:cubicBezTo>
                  <a:cubicBezTo>
                    <a:pt x="69" y="159"/>
                    <a:pt x="70" y="161"/>
                    <a:pt x="73" y="161"/>
                  </a:cubicBezTo>
                  <a:cubicBezTo>
                    <a:pt x="76" y="161"/>
                    <a:pt x="76" y="159"/>
                    <a:pt x="79" y="159"/>
                  </a:cubicBezTo>
                  <a:cubicBezTo>
                    <a:pt x="82" y="159"/>
                    <a:pt x="82" y="160"/>
                    <a:pt x="84" y="161"/>
                  </a:cubicBezTo>
                  <a:cubicBezTo>
                    <a:pt x="85" y="160"/>
                    <a:pt x="85" y="160"/>
                    <a:pt x="85" y="160"/>
                  </a:cubicBezTo>
                  <a:cubicBezTo>
                    <a:pt x="83" y="160"/>
                    <a:pt x="82" y="158"/>
                    <a:pt x="79" y="158"/>
                  </a:cubicBezTo>
                  <a:cubicBezTo>
                    <a:pt x="76" y="158"/>
                    <a:pt x="76" y="160"/>
                    <a:pt x="73" y="160"/>
                  </a:cubicBezTo>
                  <a:cubicBezTo>
                    <a:pt x="70" y="160"/>
                    <a:pt x="69" y="158"/>
                    <a:pt x="66" y="158"/>
                  </a:cubicBezTo>
                  <a:cubicBezTo>
                    <a:pt x="62" y="158"/>
                    <a:pt x="62" y="160"/>
                    <a:pt x="60" y="160"/>
                  </a:cubicBezTo>
                  <a:cubicBezTo>
                    <a:pt x="57" y="160"/>
                    <a:pt x="56" y="158"/>
                    <a:pt x="53" y="158"/>
                  </a:cubicBezTo>
                  <a:cubicBezTo>
                    <a:pt x="50" y="158"/>
                    <a:pt x="50" y="159"/>
                    <a:pt x="48" y="160"/>
                  </a:cubicBezTo>
                  <a:cubicBezTo>
                    <a:pt x="41" y="155"/>
                    <a:pt x="41" y="155"/>
                    <a:pt x="41" y="155"/>
                  </a:cubicBezTo>
                  <a:cubicBezTo>
                    <a:pt x="42" y="155"/>
                    <a:pt x="42" y="155"/>
                    <a:pt x="42" y="155"/>
                  </a:cubicBezTo>
                  <a:cubicBezTo>
                    <a:pt x="46" y="155"/>
                    <a:pt x="47" y="157"/>
                    <a:pt x="47" y="157"/>
                  </a:cubicBezTo>
                  <a:cubicBezTo>
                    <a:pt x="50" y="157"/>
                    <a:pt x="50" y="155"/>
                    <a:pt x="53" y="155"/>
                  </a:cubicBezTo>
                  <a:cubicBezTo>
                    <a:pt x="56" y="155"/>
                    <a:pt x="57" y="157"/>
                    <a:pt x="60" y="157"/>
                  </a:cubicBezTo>
                  <a:cubicBezTo>
                    <a:pt x="62" y="157"/>
                    <a:pt x="62" y="155"/>
                    <a:pt x="66" y="155"/>
                  </a:cubicBezTo>
                  <a:cubicBezTo>
                    <a:pt x="69" y="155"/>
                    <a:pt x="70" y="157"/>
                    <a:pt x="73" y="157"/>
                  </a:cubicBezTo>
                  <a:cubicBezTo>
                    <a:pt x="76" y="156"/>
                    <a:pt x="76" y="155"/>
                    <a:pt x="79" y="155"/>
                  </a:cubicBezTo>
                  <a:cubicBezTo>
                    <a:pt x="82" y="155"/>
                    <a:pt x="83" y="157"/>
                    <a:pt x="85" y="157"/>
                  </a:cubicBezTo>
                  <a:cubicBezTo>
                    <a:pt x="88" y="157"/>
                    <a:pt x="88" y="155"/>
                    <a:pt x="92" y="155"/>
                  </a:cubicBezTo>
                  <a:cubicBezTo>
                    <a:pt x="92" y="155"/>
                    <a:pt x="92" y="155"/>
                    <a:pt x="92" y="155"/>
                  </a:cubicBezTo>
                  <a:cubicBezTo>
                    <a:pt x="94" y="154"/>
                    <a:pt x="94" y="154"/>
                    <a:pt x="94" y="154"/>
                  </a:cubicBezTo>
                  <a:cubicBezTo>
                    <a:pt x="93" y="154"/>
                    <a:pt x="93" y="154"/>
                    <a:pt x="92" y="154"/>
                  </a:cubicBezTo>
                  <a:cubicBezTo>
                    <a:pt x="88" y="154"/>
                    <a:pt x="88" y="156"/>
                    <a:pt x="85" y="156"/>
                  </a:cubicBezTo>
                  <a:cubicBezTo>
                    <a:pt x="83" y="156"/>
                    <a:pt x="82" y="154"/>
                    <a:pt x="79" y="154"/>
                  </a:cubicBezTo>
                  <a:cubicBezTo>
                    <a:pt x="76" y="154"/>
                    <a:pt x="76" y="156"/>
                    <a:pt x="73" y="156"/>
                  </a:cubicBezTo>
                  <a:cubicBezTo>
                    <a:pt x="70" y="156"/>
                    <a:pt x="69" y="154"/>
                    <a:pt x="66" y="154"/>
                  </a:cubicBezTo>
                  <a:cubicBezTo>
                    <a:pt x="62" y="154"/>
                    <a:pt x="62" y="156"/>
                    <a:pt x="60" y="156"/>
                  </a:cubicBezTo>
                  <a:cubicBezTo>
                    <a:pt x="57" y="156"/>
                    <a:pt x="56" y="154"/>
                    <a:pt x="53" y="154"/>
                  </a:cubicBezTo>
                  <a:cubicBezTo>
                    <a:pt x="50" y="154"/>
                    <a:pt x="50" y="155"/>
                    <a:pt x="47" y="156"/>
                  </a:cubicBezTo>
                  <a:cubicBezTo>
                    <a:pt x="47" y="156"/>
                    <a:pt x="46" y="154"/>
                    <a:pt x="42" y="154"/>
                  </a:cubicBezTo>
                  <a:cubicBezTo>
                    <a:pt x="41" y="154"/>
                    <a:pt x="40" y="154"/>
                    <a:pt x="40" y="154"/>
                  </a:cubicBezTo>
                  <a:cubicBezTo>
                    <a:pt x="37" y="152"/>
                    <a:pt x="37" y="152"/>
                    <a:pt x="37" y="152"/>
                  </a:cubicBezTo>
                  <a:cubicBezTo>
                    <a:pt x="39" y="152"/>
                    <a:pt x="39" y="151"/>
                    <a:pt x="42" y="151"/>
                  </a:cubicBezTo>
                  <a:cubicBezTo>
                    <a:pt x="42" y="151"/>
                    <a:pt x="42" y="151"/>
                    <a:pt x="42" y="151"/>
                  </a:cubicBezTo>
                  <a:cubicBezTo>
                    <a:pt x="41" y="150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2" y="147"/>
                    <a:pt x="44" y="146"/>
                  </a:cubicBezTo>
                  <a:cubicBezTo>
                    <a:pt x="45" y="145"/>
                    <a:pt x="45" y="144"/>
                    <a:pt x="46" y="144"/>
                  </a:cubicBezTo>
                  <a:cubicBezTo>
                    <a:pt x="48" y="142"/>
                    <a:pt x="48" y="142"/>
                    <a:pt x="48" y="142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19" y="135"/>
                    <a:pt x="19" y="135"/>
                    <a:pt x="19" y="135"/>
                  </a:cubicBezTo>
                  <a:cubicBezTo>
                    <a:pt x="39" y="160"/>
                    <a:pt x="67" y="169"/>
                    <a:pt x="67" y="169"/>
                  </a:cubicBezTo>
                  <a:moveTo>
                    <a:pt x="66" y="164"/>
                  </a:moveTo>
                  <a:cubicBezTo>
                    <a:pt x="69" y="164"/>
                    <a:pt x="70" y="166"/>
                    <a:pt x="73" y="166"/>
                  </a:cubicBezTo>
                  <a:cubicBezTo>
                    <a:pt x="67" y="169"/>
                    <a:pt x="67" y="169"/>
                    <a:pt x="67" y="16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2" y="166"/>
                    <a:pt x="62" y="164"/>
                    <a:pt x="66" y="164"/>
                  </a:cubicBezTo>
                  <a:moveTo>
                    <a:pt x="59" y="0"/>
                  </a:moveTo>
                  <a:cubicBezTo>
                    <a:pt x="72" y="0"/>
                    <a:pt x="72" y="0"/>
                    <a:pt x="7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59" y="0"/>
                    <a:pt x="59" y="0"/>
                    <a:pt x="59" y="0"/>
                  </a:cubicBezTo>
                  <a:close/>
                  <a:moveTo>
                    <a:pt x="123" y="35"/>
                  </a:moveTo>
                  <a:cubicBezTo>
                    <a:pt x="123" y="35"/>
                    <a:pt x="123" y="35"/>
                    <a:pt x="123" y="35"/>
                  </a:cubicBezTo>
                  <a:cubicBezTo>
                    <a:pt x="123" y="35"/>
                    <a:pt x="123" y="35"/>
                    <a:pt x="123" y="35"/>
                  </a:cubicBezTo>
                  <a:close/>
                  <a:moveTo>
                    <a:pt x="85" y="142"/>
                  </a:moveTo>
                  <a:cubicBezTo>
                    <a:pt x="85" y="143"/>
                    <a:pt x="85" y="143"/>
                    <a:pt x="85" y="143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8" y="146"/>
                    <a:pt x="88" y="146"/>
                    <a:pt x="88" y="146"/>
                  </a:cubicBezTo>
                  <a:cubicBezTo>
                    <a:pt x="91" y="150"/>
                    <a:pt x="91" y="150"/>
                    <a:pt x="91" y="150"/>
                  </a:cubicBezTo>
                  <a:cubicBezTo>
                    <a:pt x="92" y="150"/>
                    <a:pt x="92" y="150"/>
                    <a:pt x="92" y="150"/>
                  </a:cubicBezTo>
                  <a:cubicBezTo>
                    <a:pt x="91" y="151"/>
                    <a:pt x="91" y="151"/>
                    <a:pt x="91" y="151"/>
                  </a:cubicBezTo>
                  <a:cubicBezTo>
                    <a:pt x="91" y="151"/>
                    <a:pt x="89" y="151"/>
                    <a:pt x="87" y="151"/>
                  </a:cubicBezTo>
                  <a:cubicBezTo>
                    <a:pt x="86" y="152"/>
                    <a:pt x="86" y="152"/>
                    <a:pt x="86" y="152"/>
                  </a:cubicBezTo>
                  <a:cubicBezTo>
                    <a:pt x="85" y="152"/>
                    <a:pt x="84" y="151"/>
                    <a:pt x="83" y="151"/>
                  </a:cubicBezTo>
                  <a:cubicBezTo>
                    <a:pt x="81" y="151"/>
                    <a:pt x="80" y="150"/>
                    <a:pt x="78" y="150"/>
                  </a:cubicBezTo>
                  <a:cubicBezTo>
                    <a:pt x="76" y="150"/>
                    <a:pt x="75" y="151"/>
                    <a:pt x="73" y="152"/>
                  </a:cubicBezTo>
                  <a:cubicBezTo>
                    <a:pt x="72" y="152"/>
                    <a:pt x="72" y="152"/>
                    <a:pt x="72" y="152"/>
                  </a:cubicBezTo>
                  <a:cubicBezTo>
                    <a:pt x="70" y="152"/>
                    <a:pt x="67" y="150"/>
                    <a:pt x="66" y="150"/>
                  </a:cubicBezTo>
                  <a:cubicBezTo>
                    <a:pt x="66" y="150"/>
                    <a:pt x="66" y="150"/>
                    <a:pt x="66" y="150"/>
                  </a:cubicBezTo>
                  <a:cubicBezTo>
                    <a:pt x="64" y="150"/>
                    <a:pt x="61" y="152"/>
                    <a:pt x="60" y="152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59" y="152"/>
                    <a:pt x="58" y="152"/>
                    <a:pt x="57" y="151"/>
                  </a:cubicBezTo>
                  <a:cubicBezTo>
                    <a:pt x="56" y="151"/>
                    <a:pt x="54" y="150"/>
                    <a:pt x="53" y="150"/>
                  </a:cubicBezTo>
                  <a:cubicBezTo>
                    <a:pt x="53" y="150"/>
                    <a:pt x="53" y="150"/>
                    <a:pt x="53" y="150"/>
                  </a:cubicBezTo>
                  <a:cubicBezTo>
                    <a:pt x="52" y="150"/>
                    <a:pt x="50" y="151"/>
                    <a:pt x="49" y="152"/>
                  </a:cubicBezTo>
                  <a:cubicBezTo>
                    <a:pt x="49" y="152"/>
                    <a:pt x="48" y="152"/>
                    <a:pt x="47" y="152"/>
                  </a:cubicBezTo>
                  <a:cubicBezTo>
                    <a:pt x="47" y="153"/>
                    <a:pt x="47" y="153"/>
                    <a:pt x="47" y="153"/>
                  </a:cubicBezTo>
                  <a:cubicBezTo>
                    <a:pt x="50" y="152"/>
                    <a:pt x="50" y="151"/>
                    <a:pt x="53" y="151"/>
                  </a:cubicBezTo>
                  <a:cubicBezTo>
                    <a:pt x="56" y="151"/>
                    <a:pt x="57" y="153"/>
                    <a:pt x="60" y="153"/>
                  </a:cubicBezTo>
                  <a:cubicBezTo>
                    <a:pt x="62" y="153"/>
                    <a:pt x="62" y="151"/>
                    <a:pt x="66" y="151"/>
                  </a:cubicBezTo>
                  <a:cubicBezTo>
                    <a:pt x="69" y="151"/>
                    <a:pt x="70" y="153"/>
                    <a:pt x="73" y="153"/>
                  </a:cubicBezTo>
                  <a:cubicBezTo>
                    <a:pt x="76" y="153"/>
                    <a:pt x="76" y="151"/>
                    <a:pt x="79" y="151"/>
                  </a:cubicBezTo>
                  <a:cubicBezTo>
                    <a:pt x="82" y="151"/>
                    <a:pt x="83" y="153"/>
                    <a:pt x="85" y="153"/>
                  </a:cubicBezTo>
                  <a:cubicBezTo>
                    <a:pt x="88" y="153"/>
                    <a:pt x="88" y="151"/>
                    <a:pt x="92" y="151"/>
                  </a:cubicBezTo>
                  <a:cubicBezTo>
                    <a:pt x="95" y="151"/>
                    <a:pt x="94" y="152"/>
                    <a:pt x="96" y="152"/>
                  </a:cubicBezTo>
                  <a:cubicBezTo>
                    <a:pt x="102" y="148"/>
                    <a:pt x="108" y="142"/>
                    <a:pt x="113" y="136"/>
                  </a:cubicBezTo>
                  <a:cubicBezTo>
                    <a:pt x="84" y="136"/>
                    <a:pt x="84" y="136"/>
                    <a:pt x="84" y="136"/>
                  </a:cubicBezTo>
                  <a:lnTo>
                    <a:pt x="85" y="142"/>
                  </a:lnTo>
                  <a:close/>
                  <a:moveTo>
                    <a:pt x="0" y="82"/>
                  </a:moveTo>
                  <a:cubicBezTo>
                    <a:pt x="0" y="105"/>
                    <a:pt x="9" y="122"/>
                    <a:pt x="19" y="135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0" y="57"/>
                    <a:pt x="40" y="57"/>
                    <a:pt x="40" y="57"/>
                  </a:cubicBezTo>
                  <a:cubicBezTo>
                    <a:pt x="40" y="56"/>
                    <a:pt x="40" y="56"/>
                    <a:pt x="39" y="55"/>
                  </a:cubicBezTo>
                  <a:cubicBezTo>
                    <a:pt x="38" y="55"/>
                    <a:pt x="37" y="54"/>
                    <a:pt x="37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5"/>
                    <a:pt x="34" y="56"/>
                    <a:pt x="34" y="57"/>
                  </a:cubicBezTo>
                  <a:cubicBezTo>
                    <a:pt x="34" y="57"/>
                    <a:pt x="32" y="53"/>
                    <a:pt x="30" y="52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30" y="54"/>
                    <a:pt x="27" y="55"/>
                    <a:pt x="26" y="56"/>
                  </a:cubicBezTo>
                  <a:cubicBezTo>
                    <a:pt x="25" y="57"/>
                    <a:pt x="25" y="58"/>
                    <a:pt x="25" y="58"/>
                  </a:cubicBezTo>
                  <a:cubicBezTo>
                    <a:pt x="26" y="58"/>
                    <a:pt x="32" y="56"/>
                    <a:pt x="32" y="62"/>
                  </a:cubicBezTo>
                  <a:cubicBezTo>
                    <a:pt x="32" y="62"/>
                    <a:pt x="32" y="64"/>
                    <a:pt x="31" y="64"/>
                  </a:cubicBezTo>
                  <a:cubicBezTo>
                    <a:pt x="31" y="64"/>
                    <a:pt x="32" y="65"/>
                    <a:pt x="31" y="66"/>
                  </a:cubicBezTo>
                  <a:cubicBezTo>
                    <a:pt x="30" y="67"/>
                    <a:pt x="28" y="69"/>
                    <a:pt x="27" y="70"/>
                  </a:cubicBezTo>
                  <a:cubicBezTo>
                    <a:pt x="25" y="72"/>
                    <a:pt x="27" y="73"/>
                    <a:pt x="28" y="74"/>
                  </a:cubicBezTo>
                  <a:cubicBezTo>
                    <a:pt x="28" y="75"/>
                    <a:pt x="30" y="77"/>
                    <a:pt x="30" y="78"/>
                  </a:cubicBezTo>
                  <a:cubicBezTo>
                    <a:pt x="32" y="79"/>
                    <a:pt x="32" y="79"/>
                    <a:pt x="32" y="79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6" y="73"/>
                    <a:pt x="36" y="73"/>
                    <a:pt x="36" y="73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6" y="76"/>
                    <a:pt x="36" y="79"/>
                    <a:pt x="35" y="80"/>
                  </a:cubicBezTo>
                  <a:cubicBezTo>
                    <a:pt x="34" y="81"/>
                    <a:pt x="33" y="83"/>
                    <a:pt x="32" y="83"/>
                  </a:cubicBezTo>
                  <a:cubicBezTo>
                    <a:pt x="30" y="83"/>
                    <a:pt x="30" y="83"/>
                    <a:pt x="29" y="82"/>
                  </a:cubicBezTo>
                  <a:cubicBezTo>
                    <a:pt x="29" y="81"/>
                    <a:pt x="28" y="79"/>
                    <a:pt x="28" y="79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3" y="68"/>
                    <a:pt x="22" y="69"/>
                    <a:pt x="21" y="69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8" y="72"/>
                    <a:pt x="18" y="74"/>
                    <a:pt x="18" y="75"/>
                  </a:cubicBezTo>
                  <a:cubicBezTo>
                    <a:pt x="17" y="75"/>
                    <a:pt x="16" y="78"/>
                    <a:pt x="15" y="79"/>
                  </a:cubicBezTo>
                  <a:cubicBezTo>
                    <a:pt x="14" y="80"/>
                    <a:pt x="13" y="81"/>
                    <a:pt x="13" y="82"/>
                  </a:cubicBezTo>
                  <a:cubicBezTo>
                    <a:pt x="13" y="83"/>
                    <a:pt x="13" y="84"/>
                    <a:pt x="13" y="85"/>
                  </a:cubicBezTo>
                  <a:cubicBezTo>
                    <a:pt x="12" y="86"/>
                    <a:pt x="12" y="86"/>
                    <a:pt x="12" y="87"/>
                  </a:cubicBezTo>
                  <a:cubicBezTo>
                    <a:pt x="12" y="88"/>
                    <a:pt x="12" y="89"/>
                    <a:pt x="11" y="91"/>
                  </a:cubicBezTo>
                  <a:cubicBezTo>
                    <a:pt x="10" y="92"/>
                    <a:pt x="10" y="93"/>
                    <a:pt x="10" y="94"/>
                  </a:cubicBezTo>
                  <a:cubicBezTo>
                    <a:pt x="11" y="95"/>
                    <a:pt x="11" y="97"/>
                    <a:pt x="12" y="97"/>
                  </a:cubicBezTo>
                  <a:cubicBezTo>
                    <a:pt x="13" y="97"/>
                    <a:pt x="14" y="96"/>
                    <a:pt x="15" y="96"/>
                  </a:cubicBezTo>
                  <a:cubicBezTo>
                    <a:pt x="16" y="96"/>
                    <a:pt x="17" y="96"/>
                    <a:pt x="17" y="96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9" y="99"/>
                    <a:pt x="19" y="98"/>
                    <a:pt x="18" y="99"/>
                  </a:cubicBezTo>
                  <a:cubicBezTo>
                    <a:pt x="17" y="100"/>
                    <a:pt x="16" y="101"/>
                    <a:pt x="14" y="101"/>
                  </a:cubicBezTo>
                  <a:cubicBezTo>
                    <a:pt x="13" y="101"/>
                    <a:pt x="11" y="101"/>
                    <a:pt x="10" y="101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7" y="96"/>
                    <a:pt x="7" y="96"/>
                    <a:pt x="7" y="96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8" y="89"/>
                    <a:pt x="8" y="88"/>
                    <a:pt x="8" y="87"/>
                  </a:cubicBezTo>
                  <a:cubicBezTo>
                    <a:pt x="8" y="85"/>
                    <a:pt x="7" y="84"/>
                    <a:pt x="7" y="83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7" y="67"/>
                    <a:pt x="3" y="64"/>
                    <a:pt x="3" y="60"/>
                  </a:cubicBezTo>
                  <a:cubicBezTo>
                    <a:pt x="3" y="55"/>
                    <a:pt x="10" y="49"/>
                    <a:pt x="10" y="42"/>
                  </a:cubicBezTo>
                  <a:cubicBezTo>
                    <a:pt x="10" y="41"/>
                    <a:pt x="10" y="39"/>
                    <a:pt x="10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6"/>
                    <a:pt x="6" y="37"/>
                    <a:pt x="6" y="37"/>
                  </a:cubicBezTo>
                  <a:cubicBezTo>
                    <a:pt x="6" y="36"/>
                    <a:pt x="4" y="37"/>
                    <a:pt x="4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4" y="40"/>
                    <a:pt x="8" y="41"/>
                    <a:pt x="7" y="44"/>
                  </a:cubicBezTo>
                  <a:cubicBezTo>
                    <a:pt x="6" y="46"/>
                    <a:pt x="4" y="48"/>
                    <a:pt x="4" y="49"/>
                  </a:cubicBezTo>
                  <a:cubicBezTo>
                    <a:pt x="4" y="50"/>
                    <a:pt x="5" y="52"/>
                    <a:pt x="5" y="52"/>
                  </a:cubicBezTo>
                  <a:cubicBezTo>
                    <a:pt x="6" y="52"/>
                    <a:pt x="1" y="53"/>
                    <a:pt x="2" y="49"/>
                  </a:cubicBezTo>
                  <a:cubicBezTo>
                    <a:pt x="2" y="45"/>
                    <a:pt x="3" y="45"/>
                    <a:pt x="3" y="44"/>
                  </a:cubicBezTo>
                  <a:cubicBezTo>
                    <a:pt x="3" y="43"/>
                    <a:pt x="1" y="42"/>
                    <a:pt x="1" y="39"/>
                  </a:cubicBezTo>
                  <a:cubicBezTo>
                    <a:pt x="2" y="36"/>
                    <a:pt x="4" y="35"/>
                    <a:pt x="6" y="34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7" y="34"/>
                    <a:pt x="5" y="33"/>
                    <a:pt x="4" y="30"/>
                  </a:cubicBezTo>
                  <a:cubicBezTo>
                    <a:pt x="4" y="30"/>
                    <a:pt x="5" y="29"/>
                    <a:pt x="7" y="29"/>
                  </a:cubicBezTo>
                  <a:cubicBezTo>
                    <a:pt x="6" y="29"/>
                    <a:pt x="2" y="24"/>
                    <a:pt x="3" y="22"/>
                  </a:cubicBezTo>
                  <a:cubicBezTo>
                    <a:pt x="3" y="22"/>
                    <a:pt x="6" y="22"/>
                    <a:pt x="7" y="23"/>
                  </a:cubicBezTo>
                  <a:cubicBezTo>
                    <a:pt x="7" y="23"/>
                    <a:pt x="1" y="18"/>
                    <a:pt x="2" y="14"/>
                  </a:cubicBezTo>
                  <a:cubicBezTo>
                    <a:pt x="2" y="14"/>
                    <a:pt x="6" y="17"/>
                    <a:pt x="7" y="17"/>
                  </a:cubicBezTo>
                  <a:cubicBezTo>
                    <a:pt x="7" y="17"/>
                    <a:pt x="0" y="7"/>
                    <a:pt x="4" y="3"/>
                  </a:cubicBezTo>
                  <a:cubicBezTo>
                    <a:pt x="4" y="3"/>
                    <a:pt x="8" y="12"/>
                    <a:pt x="9" y="13"/>
                  </a:cubicBezTo>
                  <a:cubicBezTo>
                    <a:pt x="9" y="13"/>
                    <a:pt x="10" y="12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8"/>
                    <a:pt x="12" y="2"/>
                    <a:pt x="14" y="1"/>
                  </a:cubicBezTo>
                  <a:cubicBezTo>
                    <a:pt x="14" y="1"/>
                    <a:pt x="13" y="11"/>
                    <a:pt x="15" y="13"/>
                  </a:cubicBezTo>
                  <a:cubicBezTo>
                    <a:pt x="15" y="13"/>
                    <a:pt x="15" y="12"/>
                    <a:pt x="16" y="12"/>
                  </a:cubicBezTo>
                  <a:cubicBezTo>
                    <a:pt x="16" y="12"/>
                    <a:pt x="16" y="17"/>
                    <a:pt x="17" y="18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20"/>
                    <a:pt x="20" y="21"/>
                  </a:cubicBezTo>
                  <a:cubicBezTo>
                    <a:pt x="20" y="21"/>
                    <a:pt x="20" y="21"/>
                    <a:pt x="20" y="22"/>
                  </a:cubicBezTo>
                  <a:cubicBezTo>
                    <a:pt x="20" y="19"/>
                    <a:pt x="21" y="18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4"/>
                    <a:pt x="28" y="14"/>
                  </a:cubicBezTo>
                  <a:cubicBezTo>
                    <a:pt x="30" y="14"/>
                    <a:pt x="30" y="16"/>
                    <a:pt x="30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6" y="16"/>
                    <a:pt x="36" y="19"/>
                    <a:pt x="36" y="1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4" y="24"/>
                    <a:pt x="33" y="24"/>
                  </a:cubicBezTo>
                  <a:cubicBezTo>
                    <a:pt x="32" y="24"/>
                    <a:pt x="31" y="23"/>
                    <a:pt x="30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5"/>
                    <a:pt x="29" y="26"/>
                    <a:pt x="30" y="27"/>
                  </a:cubicBezTo>
                  <a:cubicBezTo>
                    <a:pt x="32" y="28"/>
                    <a:pt x="34" y="30"/>
                    <a:pt x="35" y="31"/>
                  </a:cubicBezTo>
                  <a:cubicBezTo>
                    <a:pt x="36" y="32"/>
                    <a:pt x="36" y="34"/>
                    <a:pt x="37" y="35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1"/>
                    <a:pt x="39" y="31"/>
                    <a:pt x="39" y="30"/>
                  </a:cubicBezTo>
                  <a:cubicBezTo>
                    <a:pt x="39" y="29"/>
                    <a:pt x="40" y="27"/>
                    <a:pt x="40" y="27"/>
                  </a:cubicBezTo>
                  <a:cubicBezTo>
                    <a:pt x="40" y="27"/>
                    <a:pt x="42" y="28"/>
                    <a:pt x="41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4" y="25"/>
                    <a:pt x="44" y="23"/>
                    <a:pt x="44" y="21"/>
                  </a:cubicBezTo>
                  <a:cubicBezTo>
                    <a:pt x="44" y="20"/>
                    <a:pt x="44" y="19"/>
                    <a:pt x="43" y="18"/>
                  </a:cubicBezTo>
                  <a:cubicBezTo>
                    <a:pt x="43" y="17"/>
                    <a:pt x="42" y="16"/>
                    <a:pt x="42" y="16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1"/>
                    <a:pt x="46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6" y="11"/>
                    <a:pt x="45" y="12"/>
                    <a:pt x="45" y="1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7" y="12"/>
                    <a:pt x="50" y="13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6"/>
                    <a:pt x="45" y="27"/>
                  </a:cubicBezTo>
                  <a:cubicBezTo>
                    <a:pt x="45" y="28"/>
                    <a:pt x="44" y="29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4" y="31"/>
                    <a:pt x="46" y="31"/>
                    <a:pt x="46" y="35"/>
                  </a:cubicBezTo>
                  <a:cubicBezTo>
                    <a:pt x="46" y="35"/>
                    <a:pt x="45" y="32"/>
                    <a:pt x="43" y="33"/>
                  </a:cubicBezTo>
                  <a:cubicBezTo>
                    <a:pt x="41" y="35"/>
                    <a:pt x="42" y="39"/>
                    <a:pt x="41" y="39"/>
                  </a:cubicBezTo>
                  <a:cubicBezTo>
                    <a:pt x="40" y="39"/>
                    <a:pt x="38" y="40"/>
                    <a:pt x="38" y="41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5" y="46"/>
                    <a:pt x="34" y="48"/>
                    <a:pt x="33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9"/>
                    <a:pt x="35" y="48"/>
                    <a:pt x="37" y="48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7" y="52"/>
                    <a:pt x="38" y="53"/>
                    <a:pt x="39" y="53"/>
                  </a:cubicBezTo>
                  <a:cubicBezTo>
                    <a:pt x="40" y="54"/>
                    <a:pt x="40" y="54"/>
                    <a:pt x="40" y="54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2"/>
                  </a:lnTo>
                  <a:close/>
                  <a:moveTo>
                    <a:pt x="115" y="29"/>
                  </a:moveTo>
                  <a:cubicBezTo>
                    <a:pt x="113" y="29"/>
                    <a:pt x="113" y="27"/>
                    <a:pt x="112" y="27"/>
                  </a:cubicBezTo>
                  <a:cubicBezTo>
                    <a:pt x="112" y="29"/>
                    <a:pt x="111" y="31"/>
                    <a:pt x="111" y="31"/>
                  </a:cubicBezTo>
                  <a:cubicBezTo>
                    <a:pt x="111" y="33"/>
                    <a:pt x="112" y="33"/>
                    <a:pt x="112" y="34"/>
                  </a:cubicBezTo>
                  <a:cubicBezTo>
                    <a:pt x="116" y="33"/>
                    <a:pt x="115" y="29"/>
                    <a:pt x="115" y="29"/>
                  </a:cubicBezTo>
                  <a:moveTo>
                    <a:pt x="20" y="26"/>
                  </a:moveTo>
                  <a:cubicBezTo>
                    <a:pt x="20" y="24"/>
                    <a:pt x="20" y="24"/>
                    <a:pt x="20" y="24"/>
                  </a:cubicBezTo>
                  <a:lnTo>
                    <a:pt x="20" y="26"/>
                  </a:lnTo>
                  <a:close/>
                  <a:moveTo>
                    <a:pt x="12" y="44"/>
                  </a:moveTo>
                  <a:cubicBezTo>
                    <a:pt x="12" y="45"/>
                    <a:pt x="12" y="45"/>
                    <a:pt x="12" y="45"/>
                  </a:cubicBezTo>
                  <a:cubicBezTo>
                    <a:pt x="10" y="53"/>
                    <a:pt x="5" y="54"/>
                    <a:pt x="5" y="60"/>
                  </a:cubicBezTo>
                  <a:cubicBezTo>
                    <a:pt x="5" y="60"/>
                    <a:pt x="6" y="62"/>
                    <a:pt x="7" y="63"/>
                  </a:cubicBezTo>
                  <a:cubicBezTo>
                    <a:pt x="9" y="63"/>
                    <a:pt x="8" y="62"/>
                    <a:pt x="9" y="61"/>
                  </a:cubicBezTo>
                  <a:cubicBezTo>
                    <a:pt x="10" y="59"/>
                    <a:pt x="10" y="58"/>
                    <a:pt x="12" y="56"/>
                  </a:cubicBezTo>
                  <a:cubicBezTo>
                    <a:pt x="14" y="55"/>
                    <a:pt x="16" y="53"/>
                    <a:pt x="17" y="51"/>
                  </a:cubicBezTo>
                  <a:cubicBezTo>
                    <a:pt x="17" y="50"/>
                    <a:pt x="18" y="49"/>
                    <a:pt x="18" y="48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7" y="47"/>
                    <a:pt x="16" y="47"/>
                    <a:pt x="15" y="47"/>
                  </a:cubicBezTo>
                  <a:cubicBezTo>
                    <a:pt x="15" y="47"/>
                    <a:pt x="15" y="45"/>
                    <a:pt x="16" y="43"/>
                  </a:cubicBezTo>
                  <a:cubicBezTo>
                    <a:pt x="16" y="43"/>
                    <a:pt x="15" y="44"/>
                    <a:pt x="12" y="44"/>
                  </a:cubicBezTo>
                  <a:moveTo>
                    <a:pt x="21" y="34"/>
                  </a:moveTo>
                  <a:cubicBezTo>
                    <a:pt x="21" y="33"/>
                    <a:pt x="21" y="33"/>
                    <a:pt x="21" y="31"/>
                  </a:cubicBezTo>
                  <a:cubicBezTo>
                    <a:pt x="21" y="31"/>
                    <a:pt x="21" y="29"/>
                    <a:pt x="20" y="27"/>
                  </a:cubicBezTo>
                  <a:cubicBezTo>
                    <a:pt x="20" y="27"/>
                    <a:pt x="19" y="29"/>
                    <a:pt x="18" y="29"/>
                  </a:cubicBezTo>
                  <a:cubicBezTo>
                    <a:pt x="18" y="29"/>
                    <a:pt x="16" y="33"/>
                    <a:pt x="21" y="34"/>
                  </a:cubicBezTo>
                  <a:moveTo>
                    <a:pt x="9" y="35"/>
                  </a:moveTo>
                  <a:cubicBezTo>
                    <a:pt x="9" y="35"/>
                    <a:pt x="9" y="35"/>
                    <a:pt x="9" y="35"/>
                  </a:cubicBezTo>
                  <a:cubicBezTo>
                    <a:pt x="9" y="35"/>
                    <a:pt x="9" y="35"/>
                    <a:pt x="9" y="35"/>
                  </a:cubicBez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3" y="52"/>
                    <a:pt x="43" y="52"/>
                    <a:pt x="43" y="52"/>
                  </a:cubicBezTo>
                  <a:lnTo>
                    <a:pt x="44" y="50"/>
                  </a:lnTo>
                  <a:close/>
                  <a:moveTo>
                    <a:pt x="45" y="47"/>
                  </a:moveTo>
                  <a:cubicBezTo>
                    <a:pt x="45" y="47"/>
                    <a:pt x="45" y="47"/>
                    <a:pt x="45" y="47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7"/>
                  </a:lnTo>
                  <a:close/>
                  <a:moveTo>
                    <a:pt x="40" y="61"/>
                  </a:moveTo>
                  <a:cubicBezTo>
                    <a:pt x="40" y="62"/>
                    <a:pt x="40" y="62"/>
                    <a:pt x="40" y="62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7"/>
                    <a:pt x="41" y="58"/>
                    <a:pt x="41" y="59"/>
                  </a:cubicBezTo>
                  <a:lnTo>
                    <a:pt x="40" y="61"/>
                  </a:lnTo>
                  <a:close/>
                  <a:moveTo>
                    <a:pt x="72" y="0"/>
                  </a:moveTo>
                  <a:cubicBezTo>
                    <a:pt x="113" y="136"/>
                    <a:pt x="113" y="136"/>
                    <a:pt x="113" y="136"/>
                  </a:cubicBezTo>
                  <a:cubicBezTo>
                    <a:pt x="124" y="123"/>
                    <a:pt x="132" y="105"/>
                    <a:pt x="132" y="82"/>
                  </a:cubicBezTo>
                  <a:cubicBezTo>
                    <a:pt x="132" y="0"/>
                    <a:pt x="132" y="0"/>
                    <a:pt x="132" y="0"/>
                  </a:cubicBezTo>
                  <a:lnTo>
                    <a:pt x="72" y="0"/>
                  </a:lnTo>
                  <a:close/>
                  <a:moveTo>
                    <a:pt x="131" y="49"/>
                  </a:moveTo>
                  <a:cubicBezTo>
                    <a:pt x="132" y="53"/>
                    <a:pt x="127" y="52"/>
                    <a:pt x="127" y="52"/>
                  </a:cubicBezTo>
                  <a:cubicBezTo>
                    <a:pt x="128" y="52"/>
                    <a:pt x="129" y="50"/>
                    <a:pt x="129" y="49"/>
                  </a:cubicBezTo>
                  <a:cubicBezTo>
                    <a:pt x="129" y="48"/>
                    <a:pt x="127" y="46"/>
                    <a:pt x="126" y="44"/>
                  </a:cubicBezTo>
                  <a:cubicBezTo>
                    <a:pt x="125" y="41"/>
                    <a:pt x="128" y="40"/>
                    <a:pt x="128" y="40"/>
                  </a:cubicBezTo>
                  <a:cubicBezTo>
                    <a:pt x="129" y="39"/>
                    <a:pt x="129" y="39"/>
                    <a:pt x="129" y="39"/>
                  </a:cubicBezTo>
                  <a:cubicBezTo>
                    <a:pt x="129" y="37"/>
                    <a:pt x="127" y="36"/>
                    <a:pt x="126" y="37"/>
                  </a:cubicBezTo>
                  <a:cubicBezTo>
                    <a:pt x="126" y="37"/>
                    <a:pt x="125" y="36"/>
                    <a:pt x="124" y="37"/>
                  </a:cubicBezTo>
                  <a:cubicBezTo>
                    <a:pt x="124" y="38"/>
                    <a:pt x="124" y="38"/>
                    <a:pt x="124" y="38"/>
                  </a:cubicBezTo>
                  <a:cubicBezTo>
                    <a:pt x="123" y="39"/>
                    <a:pt x="123" y="39"/>
                    <a:pt x="123" y="39"/>
                  </a:cubicBezTo>
                  <a:cubicBezTo>
                    <a:pt x="123" y="39"/>
                    <a:pt x="123" y="41"/>
                    <a:pt x="123" y="42"/>
                  </a:cubicBezTo>
                  <a:cubicBezTo>
                    <a:pt x="123" y="49"/>
                    <a:pt x="130" y="55"/>
                    <a:pt x="130" y="60"/>
                  </a:cubicBezTo>
                  <a:cubicBezTo>
                    <a:pt x="130" y="64"/>
                    <a:pt x="126" y="67"/>
                    <a:pt x="126" y="67"/>
                  </a:cubicBezTo>
                  <a:cubicBezTo>
                    <a:pt x="127" y="69"/>
                    <a:pt x="127" y="69"/>
                    <a:pt x="127" y="69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5" y="71"/>
                    <a:pt x="125" y="71"/>
                    <a:pt x="125" y="71"/>
                  </a:cubicBezTo>
                  <a:cubicBezTo>
                    <a:pt x="126" y="72"/>
                    <a:pt x="126" y="72"/>
                    <a:pt x="126" y="72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5" y="74"/>
                    <a:pt x="125" y="74"/>
                    <a:pt x="125" y="74"/>
                  </a:cubicBezTo>
                  <a:cubicBezTo>
                    <a:pt x="124" y="74"/>
                    <a:pt x="124" y="74"/>
                    <a:pt x="124" y="74"/>
                  </a:cubicBezTo>
                  <a:cubicBezTo>
                    <a:pt x="125" y="75"/>
                    <a:pt x="125" y="75"/>
                    <a:pt x="125" y="75"/>
                  </a:cubicBezTo>
                  <a:cubicBezTo>
                    <a:pt x="123" y="75"/>
                    <a:pt x="123" y="75"/>
                    <a:pt x="123" y="75"/>
                  </a:cubicBezTo>
                  <a:cubicBezTo>
                    <a:pt x="124" y="78"/>
                    <a:pt x="124" y="78"/>
                    <a:pt x="124" y="78"/>
                  </a:cubicBezTo>
                  <a:cubicBezTo>
                    <a:pt x="123" y="78"/>
                    <a:pt x="123" y="78"/>
                    <a:pt x="123" y="78"/>
                  </a:cubicBezTo>
                  <a:cubicBezTo>
                    <a:pt x="124" y="80"/>
                    <a:pt x="124" y="80"/>
                    <a:pt x="124" y="80"/>
                  </a:cubicBezTo>
                  <a:cubicBezTo>
                    <a:pt x="125" y="83"/>
                    <a:pt x="125" y="83"/>
                    <a:pt x="125" y="83"/>
                  </a:cubicBezTo>
                  <a:cubicBezTo>
                    <a:pt x="125" y="84"/>
                    <a:pt x="125" y="85"/>
                    <a:pt x="125" y="87"/>
                  </a:cubicBezTo>
                  <a:cubicBezTo>
                    <a:pt x="125" y="88"/>
                    <a:pt x="125" y="89"/>
                    <a:pt x="125" y="89"/>
                  </a:cubicBezTo>
                  <a:cubicBezTo>
                    <a:pt x="126" y="94"/>
                    <a:pt x="126" y="94"/>
                    <a:pt x="126" y="94"/>
                  </a:cubicBezTo>
                  <a:cubicBezTo>
                    <a:pt x="125" y="96"/>
                    <a:pt x="125" y="96"/>
                    <a:pt x="125" y="96"/>
                  </a:cubicBezTo>
                  <a:cubicBezTo>
                    <a:pt x="125" y="100"/>
                    <a:pt x="125" y="100"/>
                    <a:pt x="125" y="100"/>
                  </a:cubicBezTo>
                  <a:cubicBezTo>
                    <a:pt x="123" y="101"/>
                    <a:pt x="123" y="101"/>
                    <a:pt x="123" y="101"/>
                  </a:cubicBezTo>
                  <a:cubicBezTo>
                    <a:pt x="122" y="101"/>
                    <a:pt x="120" y="101"/>
                    <a:pt x="118" y="101"/>
                  </a:cubicBezTo>
                  <a:cubicBezTo>
                    <a:pt x="117" y="101"/>
                    <a:pt x="116" y="100"/>
                    <a:pt x="114" y="99"/>
                  </a:cubicBezTo>
                  <a:cubicBezTo>
                    <a:pt x="113" y="98"/>
                    <a:pt x="113" y="99"/>
                    <a:pt x="113" y="98"/>
                  </a:cubicBezTo>
                  <a:cubicBezTo>
                    <a:pt x="115" y="96"/>
                    <a:pt x="115" y="96"/>
                    <a:pt x="115" y="96"/>
                  </a:cubicBezTo>
                  <a:cubicBezTo>
                    <a:pt x="116" y="96"/>
                    <a:pt x="117" y="96"/>
                    <a:pt x="118" y="96"/>
                  </a:cubicBezTo>
                  <a:cubicBezTo>
                    <a:pt x="119" y="96"/>
                    <a:pt x="119" y="97"/>
                    <a:pt x="121" y="97"/>
                  </a:cubicBezTo>
                  <a:cubicBezTo>
                    <a:pt x="122" y="97"/>
                    <a:pt x="122" y="95"/>
                    <a:pt x="122" y="94"/>
                  </a:cubicBezTo>
                  <a:cubicBezTo>
                    <a:pt x="122" y="93"/>
                    <a:pt x="123" y="92"/>
                    <a:pt x="122" y="91"/>
                  </a:cubicBezTo>
                  <a:cubicBezTo>
                    <a:pt x="121" y="89"/>
                    <a:pt x="121" y="88"/>
                    <a:pt x="121" y="87"/>
                  </a:cubicBezTo>
                  <a:cubicBezTo>
                    <a:pt x="121" y="86"/>
                    <a:pt x="121" y="86"/>
                    <a:pt x="120" y="85"/>
                  </a:cubicBezTo>
                  <a:cubicBezTo>
                    <a:pt x="119" y="84"/>
                    <a:pt x="119" y="83"/>
                    <a:pt x="119" y="82"/>
                  </a:cubicBezTo>
                  <a:cubicBezTo>
                    <a:pt x="119" y="81"/>
                    <a:pt x="119" y="80"/>
                    <a:pt x="118" y="79"/>
                  </a:cubicBezTo>
                  <a:cubicBezTo>
                    <a:pt x="117" y="78"/>
                    <a:pt x="116" y="75"/>
                    <a:pt x="115" y="75"/>
                  </a:cubicBezTo>
                  <a:cubicBezTo>
                    <a:pt x="115" y="74"/>
                    <a:pt x="114" y="72"/>
                    <a:pt x="114" y="72"/>
                  </a:cubicBezTo>
                  <a:cubicBezTo>
                    <a:pt x="113" y="70"/>
                    <a:pt x="113" y="70"/>
                    <a:pt x="113" y="70"/>
                  </a:cubicBezTo>
                  <a:cubicBezTo>
                    <a:pt x="111" y="69"/>
                    <a:pt x="111" y="69"/>
                    <a:pt x="111" y="69"/>
                  </a:cubicBezTo>
                  <a:cubicBezTo>
                    <a:pt x="110" y="68"/>
                    <a:pt x="110" y="68"/>
                    <a:pt x="110" y="68"/>
                  </a:cubicBezTo>
                  <a:cubicBezTo>
                    <a:pt x="110" y="69"/>
                    <a:pt x="110" y="69"/>
                    <a:pt x="110" y="69"/>
                  </a:cubicBezTo>
                  <a:cubicBezTo>
                    <a:pt x="110" y="70"/>
                    <a:pt x="110" y="70"/>
                    <a:pt x="110" y="70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11" y="74"/>
                    <a:pt x="111" y="74"/>
                    <a:pt x="111" y="74"/>
                  </a:cubicBezTo>
                  <a:cubicBezTo>
                    <a:pt x="109" y="75"/>
                    <a:pt x="109" y="75"/>
                    <a:pt x="109" y="75"/>
                  </a:cubicBezTo>
                  <a:cubicBezTo>
                    <a:pt x="107" y="77"/>
                    <a:pt x="107" y="77"/>
                    <a:pt x="107" y="77"/>
                  </a:cubicBezTo>
                  <a:cubicBezTo>
                    <a:pt x="106" y="79"/>
                    <a:pt x="106" y="79"/>
                    <a:pt x="106" y="79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105" y="79"/>
                    <a:pt x="104" y="81"/>
                    <a:pt x="103" y="82"/>
                  </a:cubicBezTo>
                  <a:cubicBezTo>
                    <a:pt x="103" y="83"/>
                    <a:pt x="102" y="83"/>
                    <a:pt x="101" y="83"/>
                  </a:cubicBezTo>
                  <a:cubicBezTo>
                    <a:pt x="100" y="83"/>
                    <a:pt x="98" y="81"/>
                    <a:pt x="98" y="80"/>
                  </a:cubicBezTo>
                  <a:cubicBezTo>
                    <a:pt x="97" y="79"/>
                    <a:pt x="96" y="76"/>
                    <a:pt x="96" y="76"/>
                  </a:cubicBezTo>
                  <a:cubicBezTo>
                    <a:pt x="96" y="73"/>
                    <a:pt x="96" y="73"/>
                    <a:pt x="96" y="73"/>
                  </a:cubicBezTo>
                  <a:cubicBezTo>
                    <a:pt x="98" y="74"/>
                    <a:pt x="98" y="74"/>
                    <a:pt x="98" y="74"/>
                  </a:cubicBezTo>
                  <a:cubicBezTo>
                    <a:pt x="99" y="75"/>
                    <a:pt x="99" y="75"/>
                    <a:pt x="99" y="75"/>
                  </a:cubicBezTo>
                  <a:cubicBezTo>
                    <a:pt x="100" y="76"/>
                    <a:pt x="100" y="76"/>
                    <a:pt x="100" y="76"/>
                  </a:cubicBezTo>
                  <a:cubicBezTo>
                    <a:pt x="100" y="78"/>
                    <a:pt x="100" y="78"/>
                    <a:pt x="100" y="78"/>
                  </a:cubicBezTo>
                  <a:cubicBezTo>
                    <a:pt x="101" y="79"/>
                    <a:pt x="101" y="79"/>
                    <a:pt x="101" y="79"/>
                  </a:cubicBezTo>
                  <a:cubicBezTo>
                    <a:pt x="101" y="78"/>
                    <a:pt x="101" y="78"/>
                    <a:pt x="102" y="78"/>
                  </a:cubicBezTo>
                  <a:cubicBezTo>
                    <a:pt x="103" y="77"/>
                    <a:pt x="105" y="75"/>
                    <a:pt x="105" y="74"/>
                  </a:cubicBezTo>
                  <a:cubicBezTo>
                    <a:pt x="106" y="73"/>
                    <a:pt x="107" y="72"/>
                    <a:pt x="106" y="70"/>
                  </a:cubicBezTo>
                  <a:cubicBezTo>
                    <a:pt x="105" y="69"/>
                    <a:pt x="103" y="67"/>
                    <a:pt x="102" y="66"/>
                  </a:cubicBezTo>
                  <a:cubicBezTo>
                    <a:pt x="100" y="65"/>
                    <a:pt x="102" y="64"/>
                    <a:pt x="102" y="64"/>
                  </a:cubicBezTo>
                  <a:cubicBezTo>
                    <a:pt x="100" y="64"/>
                    <a:pt x="100" y="62"/>
                    <a:pt x="100" y="62"/>
                  </a:cubicBezTo>
                  <a:cubicBezTo>
                    <a:pt x="101" y="56"/>
                    <a:pt x="107" y="58"/>
                    <a:pt x="108" y="58"/>
                  </a:cubicBezTo>
                  <a:cubicBezTo>
                    <a:pt x="108" y="58"/>
                    <a:pt x="107" y="57"/>
                    <a:pt x="107" y="56"/>
                  </a:cubicBezTo>
                  <a:cubicBezTo>
                    <a:pt x="106" y="55"/>
                    <a:pt x="103" y="54"/>
                    <a:pt x="103" y="53"/>
                  </a:cubicBezTo>
                  <a:cubicBezTo>
                    <a:pt x="103" y="52"/>
                    <a:pt x="103" y="52"/>
                    <a:pt x="103" y="52"/>
                  </a:cubicBezTo>
                  <a:cubicBezTo>
                    <a:pt x="100" y="53"/>
                    <a:pt x="99" y="57"/>
                    <a:pt x="99" y="57"/>
                  </a:cubicBezTo>
                  <a:cubicBezTo>
                    <a:pt x="98" y="56"/>
                    <a:pt x="98" y="55"/>
                    <a:pt x="98" y="54"/>
                  </a:cubicBezTo>
                  <a:cubicBezTo>
                    <a:pt x="96" y="54"/>
                    <a:pt x="96" y="54"/>
                    <a:pt x="96" y="54"/>
                  </a:cubicBezTo>
                  <a:cubicBezTo>
                    <a:pt x="95" y="54"/>
                    <a:pt x="95" y="55"/>
                    <a:pt x="94" y="55"/>
                  </a:cubicBezTo>
                  <a:cubicBezTo>
                    <a:pt x="93" y="56"/>
                    <a:pt x="93" y="56"/>
                    <a:pt x="92" y="57"/>
                  </a:cubicBezTo>
                  <a:cubicBezTo>
                    <a:pt x="93" y="58"/>
                    <a:pt x="93" y="58"/>
                    <a:pt x="93" y="58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61"/>
                    <a:pt x="94" y="61"/>
                    <a:pt x="94" y="6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93" y="63"/>
                    <a:pt x="93" y="63"/>
                    <a:pt x="93" y="63"/>
                  </a:cubicBezTo>
                  <a:cubicBezTo>
                    <a:pt x="93" y="62"/>
                    <a:pt x="93" y="62"/>
                    <a:pt x="93" y="62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91" y="59"/>
                    <a:pt x="91" y="59"/>
                    <a:pt x="91" y="59"/>
                  </a:cubicBezTo>
                  <a:cubicBezTo>
                    <a:pt x="91" y="58"/>
                    <a:pt x="91" y="57"/>
                    <a:pt x="90" y="56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9" y="46"/>
                    <a:pt x="89" y="46"/>
                    <a:pt x="89" y="46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1" y="53"/>
                    <a:pt x="91" y="53"/>
                    <a:pt x="91" y="53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94" y="53"/>
                    <a:pt x="94" y="53"/>
                    <a:pt x="94" y="53"/>
                  </a:cubicBezTo>
                  <a:cubicBezTo>
                    <a:pt x="94" y="53"/>
                    <a:pt x="96" y="52"/>
                    <a:pt x="97" y="51"/>
                  </a:cubicBezTo>
                  <a:cubicBezTo>
                    <a:pt x="97" y="50"/>
                    <a:pt x="97" y="50"/>
                    <a:pt x="97" y="50"/>
                  </a:cubicBezTo>
                  <a:cubicBezTo>
                    <a:pt x="95" y="48"/>
                    <a:pt x="95" y="48"/>
                    <a:pt x="95" y="48"/>
                  </a:cubicBezTo>
                  <a:cubicBezTo>
                    <a:pt x="98" y="48"/>
                    <a:pt x="99" y="49"/>
                    <a:pt x="99" y="49"/>
                  </a:cubicBezTo>
                  <a:cubicBezTo>
                    <a:pt x="99" y="49"/>
                    <a:pt x="99" y="49"/>
                    <a:pt x="99" y="49"/>
                  </a:cubicBezTo>
                  <a:cubicBezTo>
                    <a:pt x="99" y="48"/>
                    <a:pt x="97" y="46"/>
                    <a:pt x="95" y="43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2" y="39"/>
                    <a:pt x="92" y="39"/>
                  </a:cubicBezTo>
                  <a:cubicBezTo>
                    <a:pt x="91" y="39"/>
                    <a:pt x="92" y="35"/>
                    <a:pt x="90" y="33"/>
                  </a:cubicBezTo>
                  <a:cubicBezTo>
                    <a:pt x="87" y="32"/>
                    <a:pt x="87" y="35"/>
                    <a:pt x="87" y="35"/>
                  </a:cubicBezTo>
                  <a:cubicBezTo>
                    <a:pt x="87" y="31"/>
                    <a:pt x="88" y="31"/>
                    <a:pt x="89" y="31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7" y="26"/>
                    <a:pt x="86" y="25"/>
                    <a:pt x="86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6" y="29"/>
                    <a:pt x="86" y="29"/>
                    <a:pt x="86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5" y="26"/>
                    <a:pt x="85" y="26"/>
                    <a:pt x="85" y="26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85" y="19"/>
                    <a:pt x="85" y="19"/>
                    <a:pt x="85" y="19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5" y="12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8" y="12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8" y="11"/>
                    <a:pt x="88" y="13"/>
                    <a:pt x="88" y="13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90" y="13"/>
                    <a:pt x="90" y="14"/>
                    <a:pt x="90" y="14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1" y="16"/>
                    <a:pt x="90" y="17"/>
                    <a:pt x="89" y="18"/>
                  </a:cubicBezTo>
                  <a:cubicBezTo>
                    <a:pt x="89" y="19"/>
                    <a:pt x="89" y="20"/>
                    <a:pt x="88" y="21"/>
                  </a:cubicBezTo>
                  <a:cubicBezTo>
                    <a:pt x="88" y="23"/>
                    <a:pt x="89" y="25"/>
                    <a:pt x="90" y="27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1" y="30"/>
                    <a:pt x="91" y="30"/>
                    <a:pt x="91" y="30"/>
                  </a:cubicBezTo>
                  <a:cubicBezTo>
                    <a:pt x="91" y="28"/>
                    <a:pt x="93" y="27"/>
                    <a:pt x="93" y="27"/>
                  </a:cubicBezTo>
                  <a:cubicBezTo>
                    <a:pt x="93" y="27"/>
                    <a:pt x="93" y="29"/>
                    <a:pt x="93" y="30"/>
                  </a:cubicBezTo>
                  <a:cubicBezTo>
                    <a:pt x="94" y="31"/>
                    <a:pt x="94" y="31"/>
                    <a:pt x="94" y="32"/>
                  </a:cubicBezTo>
                  <a:cubicBezTo>
                    <a:pt x="96" y="35"/>
                    <a:pt x="96" y="35"/>
                    <a:pt x="96" y="35"/>
                  </a:cubicBezTo>
                  <a:cubicBezTo>
                    <a:pt x="96" y="34"/>
                    <a:pt x="97" y="32"/>
                    <a:pt x="98" y="31"/>
                  </a:cubicBezTo>
                  <a:cubicBezTo>
                    <a:pt x="99" y="30"/>
                    <a:pt x="101" y="28"/>
                    <a:pt x="102" y="27"/>
                  </a:cubicBezTo>
                  <a:cubicBezTo>
                    <a:pt x="103" y="26"/>
                    <a:pt x="105" y="25"/>
                    <a:pt x="105" y="24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2" y="23"/>
                    <a:pt x="102" y="23"/>
                    <a:pt x="102" y="23"/>
                  </a:cubicBezTo>
                  <a:cubicBezTo>
                    <a:pt x="102" y="23"/>
                    <a:pt x="101" y="24"/>
                    <a:pt x="100" y="24"/>
                  </a:cubicBezTo>
                  <a:cubicBezTo>
                    <a:pt x="98" y="24"/>
                    <a:pt x="98" y="23"/>
                    <a:pt x="97" y="23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0" y="21"/>
                    <a:pt x="100" y="21"/>
                    <a:pt x="100" y="21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7" y="19"/>
                    <a:pt x="97" y="19"/>
                    <a:pt x="97" y="19"/>
                  </a:cubicBezTo>
                  <a:cubicBezTo>
                    <a:pt x="97" y="19"/>
                    <a:pt x="97" y="16"/>
                    <a:pt x="99" y="16"/>
                  </a:cubicBezTo>
                  <a:cubicBezTo>
                    <a:pt x="102" y="16"/>
                    <a:pt x="102" y="16"/>
                    <a:pt x="102" y="16"/>
                  </a:cubicBezTo>
                  <a:cubicBezTo>
                    <a:pt x="102" y="16"/>
                    <a:pt x="103" y="14"/>
                    <a:pt x="104" y="14"/>
                  </a:cubicBezTo>
                  <a:cubicBezTo>
                    <a:pt x="105" y="14"/>
                    <a:pt x="106" y="14"/>
                    <a:pt x="107" y="14"/>
                  </a:cubicBezTo>
                  <a:cubicBezTo>
                    <a:pt x="108" y="15"/>
                    <a:pt x="108" y="15"/>
                    <a:pt x="108" y="15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9" y="14"/>
                    <a:pt x="109" y="14"/>
                    <a:pt x="109" y="14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09" y="15"/>
                    <a:pt x="109" y="15"/>
                    <a:pt x="109" y="15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2" y="17"/>
                    <a:pt x="112" y="17"/>
                    <a:pt x="112" y="17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1" y="18"/>
                    <a:pt x="113" y="19"/>
                    <a:pt x="113" y="22"/>
                  </a:cubicBezTo>
                  <a:cubicBezTo>
                    <a:pt x="113" y="21"/>
                    <a:pt x="113" y="21"/>
                    <a:pt x="113" y="21"/>
                  </a:cubicBezTo>
                  <a:cubicBezTo>
                    <a:pt x="114" y="20"/>
                    <a:pt x="115" y="17"/>
                    <a:pt x="115" y="17"/>
                  </a:cubicBezTo>
                  <a:cubicBezTo>
                    <a:pt x="116" y="18"/>
                    <a:pt x="116" y="18"/>
                    <a:pt x="116" y="18"/>
                  </a:cubicBezTo>
                  <a:cubicBezTo>
                    <a:pt x="116" y="17"/>
                    <a:pt x="117" y="12"/>
                    <a:pt x="117" y="12"/>
                  </a:cubicBezTo>
                  <a:cubicBezTo>
                    <a:pt x="118" y="12"/>
                    <a:pt x="118" y="13"/>
                    <a:pt x="118" y="13"/>
                  </a:cubicBezTo>
                  <a:cubicBezTo>
                    <a:pt x="119" y="11"/>
                    <a:pt x="118" y="1"/>
                    <a:pt x="118" y="1"/>
                  </a:cubicBezTo>
                  <a:cubicBezTo>
                    <a:pt x="121" y="2"/>
                    <a:pt x="123" y="8"/>
                    <a:pt x="122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3" y="12"/>
                    <a:pt x="123" y="13"/>
                    <a:pt x="123" y="13"/>
                  </a:cubicBezTo>
                  <a:cubicBezTo>
                    <a:pt x="125" y="12"/>
                    <a:pt x="129" y="3"/>
                    <a:pt x="129" y="3"/>
                  </a:cubicBezTo>
                  <a:cubicBezTo>
                    <a:pt x="133" y="7"/>
                    <a:pt x="126" y="17"/>
                    <a:pt x="126" y="17"/>
                  </a:cubicBezTo>
                  <a:cubicBezTo>
                    <a:pt x="127" y="17"/>
                    <a:pt x="130" y="14"/>
                    <a:pt x="130" y="14"/>
                  </a:cubicBezTo>
                  <a:cubicBezTo>
                    <a:pt x="132" y="18"/>
                    <a:pt x="125" y="23"/>
                    <a:pt x="125" y="23"/>
                  </a:cubicBezTo>
                  <a:cubicBezTo>
                    <a:pt x="127" y="22"/>
                    <a:pt x="130" y="22"/>
                    <a:pt x="130" y="22"/>
                  </a:cubicBezTo>
                  <a:cubicBezTo>
                    <a:pt x="130" y="24"/>
                    <a:pt x="126" y="29"/>
                    <a:pt x="125" y="29"/>
                  </a:cubicBezTo>
                  <a:cubicBezTo>
                    <a:pt x="128" y="29"/>
                    <a:pt x="129" y="30"/>
                    <a:pt x="129" y="30"/>
                  </a:cubicBezTo>
                  <a:cubicBezTo>
                    <a:pt x="128" y="33"/>
                    <a:pt x="126" y="34"/>
                    <a:pt x="124" y="35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9" y="35"/>
                    <a:pt x="131" y="36"/>
                    <a:pt x="131" y="39"/>
                  </a:cubicBezTo>
                  <a:cubicBezTo>
                    <a:pt x="131" y="42"/>
                    <a:pt x="130" y="43"/>
                    <a:pt x="130" y="44"/>
                  </a:cubicBezTo>
                  <a:cubicBezTo>
                    <a:pt x="130" y="45"/>
                    <a:pt x="130" y="45"/>
                    <a:pt x="131" y="4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1" name="Freeform 35">
              <a:extLst>
                <a:ext uri="{FF2B5EF4-FFF2-40B4-BE49-F238E27FC236}">
                  <a16:creationId xmlns:a16="http://schemas.microsoft.com/office/drawing/2014/main" id="{3383C400-1E64-4778-9239-E84B63B3DA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0775" y="2614613"/>
              <a:ext cx="103188" cy="122238"/>
            </a:xfrm>
            <a:custGeom>
              <a:avLst/>
              <a:gdLst>
                <a:gd name="T0" fmla="*/ 21 w 48"/>
                <a:gd name="T1" fmla="*/ 19 h 56"/>
                <a:gd name="T2" fmla="*/ 23 w 48"/>
                <a:gd name="T3" fmla="*/ 4 h 56"/>
                <a:gd name="T4" fmla="*/ 19 w 48"/>
                <a:gd name="T5" fmla="*/ 21 h 56"/>
                <a:gd name="T6" fmla="*/ 7 w 48"/>
                <a:gd name="T7" fmla="*/ 22 h 56"/>
                <a:gd name="T8" fmla="*/ 25 w 48"/>
                <a:gd name="T9" fmla="*/ 24 h 56"/>
                <a:gd name="T10" fmla="*/ 42 w 48"/>
                <a:gd name="T11" fmla="*/ 23 h 56"/>
                <a:gd name="T12" fmla="*/ 43 w 48"/>
                <a:gd name="T13" fmla="*/ 23 h 56"/>
                <a:gd name="T14" fmla="*/ 25 w 48"/>
                <a:gd name="T15" fmla="*/ 23 h 56"/>
                <a:gd name="T16" fmla="*/ 31 w 48"/>
                <a:gd name="T17" fmla="*/ 17 h 56"/>
                <a:gd name="T18" fmla="*/ 24 w 48"/>
                <a:gd name="T19" fmla="*/ 22 h 56"/>
                <a:gd name="T20" fmla="*/ 24 w 48"/>
                <a:gd name="T21" fmla="*/ 4 h 56"/>
                <a:gd name="T22" fmla="*/ 24 w 48"/>
                <a:gd name="T23" fmla="*/ 4 h 56"/>
                <a:gd name="T24" fmla="*/ 24 w 48"/>
                <a:gd name="T25" fmla="*/ 22 h 56"/>
                <a:gd name="T26" fmla="*/ 17 w 48"/>
                <a:gd name="T27" fmla="*/ 17 h 56"/>
                <a:gd name="T28" fmla="*/ 23 w 48"/>
                <a:gd name="T29" fmla="*/ 23 h 56"/>
                <a:gd name="T30" fmla="*/ 7 w 48"/>
                <a:gd name="T31" fmla="*/ 23 h 56"/>
                <a:gd name="T32" fmla="*/ 5 w 48"/>
                <a:gd name="T33" fmla="*/ 23 h 56"/>
                <a:gd name="T34" fmla="*/ 6 w 48"/>
                <a:gd name="T35" fmla="*/ 23 h 56"/>
                <a:gd name="T36" fmla="*/ 18 w 48"/>
                <a:gd name="T37" fmla="*/ 28 h 56"/>
                <a:gd name="T38" fmla="*/ 19 w 48"/>
                <a:gd name="T39" fmla="*/ 29 h 56"/>
                <a:gd name="T40" fmla="*/ 24 w 48"/>
                <a:gd name="T41" fmla="*/ 49 h 56"/>
                <a:gd name="T42" fmla="*/ 24 w 48"/>
                <a:gd name="T43" fmla="*/ 50 h 56"/>
                <a:gd name="T44" fmla="*/ 24 w 48"/>
                <a:gd name="T45" fmla="*/ 25 h 56"/>
                <a:gd name="T46" fmla="*/ 29 w 48"/>
                <a:gd name="T47" fmla="*/ 29 h 56"/>
                <a:gd name="T48" fmla="*/ 30 w 48"/>
                <a:gd name="T49" fmla="*/ 28 h 56"/>
                <a:gd name="T50" fmla="*/ 44 w 48"/>
                <a:gd name="T51" fmla="*/ 23 h 56"/>
                <a:gd name="T52" fmla="*/ 26 w 48"/>
                <a:gd name="T53" fmla="*/ 24 h 56"/>
                <a:gd name="T54" fmla="*/ 48 w 48"/>
                <a:gd name="T55" fmla="*/ 23 h 56"/>
                <a:gd name="T56" fmla="*/ 43 w 48"/>
                <a:gd name="T57" fmla="*/ 22 h 56"/>
                <a:gd name="T58" fmla="*/ 44 w 48"/>
                <a:gd name="T59" fmla="*/ 23 h 56"/>
                <a:gd name="T60" fmla="*/ 24 w 48"/>
                <a:gd name="T61" fmla="*/ 50 h 56"/>
                <a:gd name="T62" fmla="*/ 23 w 48"/>
                <a:gd name="T63" fmla="*/ 25 h 56"/>
                <a:gd name="T64" fmla="*/ 24 w 48"/>
                <a:gd name="T65" fmla="*/ 56 h 56"/>
                <a:gd name="T66" fmla="*/ 28 w 48"/>
                <a:gd name="T67" fmla="*/ 29 h 56"/>
                <a:gd name="T68" fmla="*/ 25 w 48"/>
                <a:gd name="T69" fmla="*/ 49 h 56"/>
                <a:gd name="T70" fmla="*/ 6 w 48"/>
                <a:gd name="T71" fmla="*/ 24 h 56"/>
                <a:gd name="T72" fmla="*/ 6 w 48"/>
                <a:gd name="T73" fmla="*/ 22 h 56"/>
                <a:gd name="T74" fmla="*/ 0 w 48"/>
                <a:gd name="T75" fmla="*/ 23 h 56"/>
                <a:gd name="T76" fmla="*/ 22 w 48"/>
                <a:gd name="T77" fmla="*/ 24 h 56"/>
                <a:gd name="T78" fmla="*/ 43 w 48"/>
                <a:gd name="T79" fmla="*/ 22 h 56"/>
                <a:gd name="T80" fmla="*/ 26 w 48"/>
                <a:gd name="T81" fmla="*/ 22 h 56"/>
                <a:gd name="T82" fmla="*/ 25 w 48"/>
                <a:gd name="T83" fmla="*/ 4 h 56"/>
                <a:gd name="T84" fmla="*/ 25 w 48"/>
                <a:gd name="T85" fmla="*/ 21 h 56"/>
                <a:gd name="T86" fmla="*/ 24 w 48"/>
                <a:gd name="T87" fmla="*/ 0 h 56"/>
                <a:gd name="T88" fmla="*/ 23 w 48"/>
                <a:gd name="T89" fmla="*/ 4 h 56"/>
                <a:gd name="T90" fmla="*/ 24 w 48"/>
                <a:gd name="T91" fmla="*/ 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8" h="56">
                  <a:moveTo>
                    <a:pt x="23" y="4"/>
                  </a:moveTo>
                  <a:cubicBezTo>
                    <a:pt x="21" y="19"/>
                    <a:pt x="21" y="19"/>
                    <a:pt x="21" y="19"/>
                  </a:cubicBezTo>
                  <a:cubicBezTo>
                    <a:pt x="23" y="21"/>
                    <a:pt x="23" y="21"/>
                    <a:pt x="23" y="21"/>
                  </a:cubicBezTo>
                  <a:lnTo>
                    <a:pt x="23" y="4"/>
                  </a:lnTo>
                  <a:close/>
                  <a:moveTo>
                    <a:pt x="22" y="22"/>
                  </a:moveTo>
                  <a:cubicBezTo>
                    <a:pt x="19" y="21"/>
                    <a:pt x="19" y="21"/>
                    <a:pt x="19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10" y="22"/>
                    <a:pt x="19" y="22"/>
                    <a:pt x="22" y="22"/>
                  </a:cubicBezTo>
                  <a:moveTo>
                    <a:pt x="25" y="24"/>
                  </a:moveTo>
                  <a:cubicBezTo>
                    <a:pt x="26" y="24"/>
                    <a:pt x="26" y="24"/>
                    <a:pt x="26" y="24"/>
                  </a:cubicBezTo>
                  <a:cubicBezTo>
                    <a:pt x="26" y="24"/>
                    <a:pt x="40" y="23"/>
                    <a:pt x="42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10" y="23"/>
                    <a:pt x="7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8"/>
                    <a:pt x="30" y="28"/>
                    <a:pt x="30" y="28"/>
                  </a:cubicBezTo>
                  <a:lnTo>
                    <a:pt x="25" y="24"/>
                  </a:lnTo>
                  <a:close/>
                  <a:moveTo>
                    <a:pt x="44" y="23"/>
                  </a:moveTo>
                  <a:cubicBezTo>
                    <a:pt x="42" y="24"/>
                    <a:pt x="42" y="24"/>
                    <a:pt x="42" y="24"/>
                  </a:cubicBezTo>
                  <a:cubicBezTo>
                    <a:pt x="41" y="24"/>
                    <a:pt x="29" y="24"/>
                    <a:pt x="26" y="24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3" y="22"/>
                    <a:pt x="43" y="22"/>
                    <a:pt x="43" y="22"/>
                  </a:cubicBezTo>
                  <a:lnTo>
                    <a:pt x="44" y="23"/>
                  </a:lnTo>
                  <a:close/>
                  <a:moveTo>
                    <a:pt x="25" y="49"/>
                  </a:moveTo>
                  <a:cubicBezTo>
                    <a:pt x="25" y="50"/>
                    <a:pt x="25" y="50"/>
                    <a:pt x="24" y="50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5" y="25"/>
                    <a:pt x="25" y="25"/>
                    <a:pt x="25" y="25"/>
                  </a:cubicBezTo>
                  <a:lnTo>
                    <a:pt x="25" y="49"/>
                  </a:lnTo>
                  <a:close/>
                  <a:moveTo>
                    <a:pt x="22" y="24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5" y="24"/>
                    <a:pt x="5" y="2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9" y="26"/>
                    <a:pt x="19" y="26"/>
                    <a:pt x="19" y="26"/>
                  </a:cubicBezTo>
                  <a:lnTo>
                    <a:pt x="22" y="24"/>
                  </a:lnTo>
                  <a:close/>
                  <a:moveTo>
                    <a:pt x="26" y="22"/>
                  </a:moveTo>
                  <a:cubicBezTo>
                    <a:pt x="43" y="22"/>
                    <a:pt x="43" y="22"/>
                    <a:pt x="43" y="22"/>
                  </a:cubicBezTo>
                  <a:cubicBezTo>
                    <a:pt x="28" y="20"/>
                    <a:pt x="28" y="20"/>
                    <a:pt x="28" y="20"/>
                  </a:cubicBezTo>
                  <a:lnTo>
                    <a:pt x="26" y="22"/>
                  </a:lnTo>
                  <a:close/>
                  <a:moveTo>
                    <a:pt x="24" y="4"/>
                  </a:moveTo>
                  <a:cubicBezTo>
                    <a:pt x="25" y="4"/>
                    <a:pt x="25" y="4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lnTo>
                    <a:pt x="2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2" name="Freeform 36">
              <a:extLst>
                <a:ext uri="{FF2B5EF4-FFF2-40B4-BE49-F238E27FC236}">
                  <a16:creationId xmlns:a16="http://schemas.microsoft.com/office/drawing/2014/main" id="{947AFB73-AB62-44F6-8BA5-C52B743801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97600" y="2746375"/>
              <a:ext cx="107950" cy="98425"/>
            </a:xfrm>
            <a:custGeom>
              <a:avLst/>
              <a:gdLst>
                <a:gd name="T0" fmla="*/ 14 w 50"/>
                <a:gd name="T1" fmla="*/ 20 h 45"/>
                <a:gd name="T2" fmla="*/ 15 w 50"/>
                <a:gd name="T3" fmla="*/ 11 h 45"/>
                <a:gd name="T4" fmla="*/ 13 w 50"/>
                <a:gd name="T5" fmla="*/ 27 h 45"/>
                <a:gd name="T6" fmla="*/ 22 w 50"/>
                <a:gd name="T7" fmla="*/ 14 h 45"/>
                <a:gd name="T8" fmla="*/ 37 w 50"/>
                <a:gd name="T9" fmla="*/ 24 h 45"/>
                <a:gd name="T10" fmla="*/ 25 w 50"/>
                <a:gd name="T11" fmla="*/ 24 h 45"/>
                <a:gd name="T12" fmla="*/ 43 w 50"/>
                <a:gd name="T13" fmla="*/ 31 h 45"/>
                <a:gd name="T14" fmla="*/ 25 w 50"/>
                <a:gd name="T15" fmla="*/ 22 h 45"/>
                <a:gd name="T16" fmla="*/ 38 w 50"/>
                <a:gd name="T17" fmla="*/ 3 h 45"/>
                <a:gd name="T18" fmla="*/ 19 w 50"/>
                <a:gd name="T19" fmla="*/ 3 h 45"/>
                <a:gd name="T20" fmla="*/ 40 w 50"/>
                <a:gd name="T21" fmla="*/ 0 h 45"/>
                <a:gd name="T22" fmla="*/ 43 w 50"/>
                <a:gd name="T23" fmla="*/ 39 h 45"/>
                <a:gd name="T24" fmla="*/ 46 w 50"/>
                <a:gd name="T25" fmla="*/ 41 h 45"/>
                <a:gd name="T26" fmla="*/ 47 w 50"/>
                <a:gd name="T27" fmla="*/ 44 h 45"/>
                <a:gd name="T28" fmla="*/ 7 w 50"/>
                <a:gd name="T29" fmla="*/ 39 h 45"/>
                <a:gd name="T30" fmla="*/ 10 w 50"/>
                <a:gd name="T31" fmla="*/ 41 h 45"/>
                <a:gd name="T32" fmla="*/ 14 w 50"/>
                <a:gd name="T33" fmla="*/ 41 h 45"/>
                <a:gd name="T34" fmla="*/ 17 w 50"/>
                <a:gd name="T35" fmla="*/ 43 h 45"/>
                <a:gd name="T36" fmla="*/ 20 w 50"/>
                <a:gd name="T37" fmla="*/ 42 h 45"/>
                <a:gd name="T38" fmla="*/ 18 w 50"/>
                <a:gd name="T39" fmla="*/ 38 h 45"/>
                <a:gd name="T40" fmla="*/ 10 w 50"/>
                <a:gd name="T41" fmla="*/ 38 h 45"/>
                <a:gd name="T42" fmla="*/ 5 w 50"/>
                <a:gd name="T43" fmla="*/ 37 h 45"/>
                <a:gd name="T44" fmla="*/ 32 w 50"/>
                <a:gd name="T45" fmla="*/ 10 h 45"/>
                <a:gd name="T46" fmla="*/ 26 w 50"/>
                <a:gd name="T47" fmla="*/ 17 h 45"/>
                <a:gd name="T48" fmla="*/ 37 w 50"/>
                <a:gd name="T49" fmla="*/ 17 h 45"/>
                <a:gd name="T50" fmla="*/ 33 w 50"/>
                <a:gd name="T51" fmla="*/ 21 h 45"/>
                <a:gd name="T52" fmla="*/ 42 w 50"/>
                <a:gd name="T53" fmla="*/ 43 h 45"/>
                <a:gd name="T54" fmla="*/ 42 w 50"/>
                <a:gd name="T55" fmla="*/ 42 h 45"/>
                <a:gd name="T56" fmla="*/ 38 w 50"/>
                <a:gd name="T57" fmla="*/ 27 h 45"/>
                <a:gd name="T58" fmla="*/ 12 w 50"/>
                <a:gd name="T59" fmla="*/ 24 h 45"/>
                <a:gd name="T60" fmla="*/ 10 w 50"/>
                <a:gd name="T61" fmla="*/ 37 h 45"/>
                <a:gd name="T62" fmla="*/ 18 w 50"/>
                <a:gd name="T63" fmla="*/ 38 h 45"/>
                <a:gd name="T64" fmla="*/ 32 w 50"/>
                <a:gd name="T65" fmla="*/ 38 h 45"/>
                <a:gd name="T66" fmla="*/ 45 w 50"/>
                <a:gd name="T67" fmla="*/ 38 h 45"/>
                <a:gd name="T68" fmla="*/ 43 w 50"/>
                <a:gd name="T69" fmla="*/ 40 h 45"/>
                <a:gd name="T70" fmla="*/ 38 w 50"/>
                <a:gd name="T71" fmla="*/ 39 h 45"/>
                <a:gd name="T72" fmla="*/ 40 w 50"/>
                <a:gd name="T73" fmla="*/ 42 h 45"/>
                <a:gd name="T74" fmla="*/ 42 w 50"/>
                <a:gd name="T75" fmla="*/ 41 h 45"/>
                <a:gd name="T76" fmla="*/ 31 w 50"/>
                <a:gd name="T77" fmla="*/ 40 h 45"/>
                <a:gd name="T78" fmla="*/ 28 w 50"/>
                <a:gd name="T79" fmla="*/ 39 h 45"/>
                <a:gd name="T80" fmla="*/ 23 w 50"/>
                <a:gd name="T81" fmla="*/ 40 h 45"/>
                <a:gd name="T82" fmla="*/ 20 w 50"/>
                <a:gd name="T83" fmla="*/ 41 h 45"/>
                <a:gd name="T84" fmla="*/ 44 w 50"/>
                <a:gd name="T85" fmla="*/ 42 h 45"/>
                <a:gd name="T86" fmla="*/ 41 w 50"/>
                <a:gd name="T87" fmla="*/ 43 h 45"/>
                <a:gd name="T88" fmla="*/ 34 w 50"/>
                <a:gd name="T89" fmla="*/ 43 h 45"/>
                <a:gd name="T90" fmla="*/ 27 w 50"/>
                <a:gd name="T91" fmla="*/ 43 h 45"/>
                <a:gd name="T92" fmla="*/ 46 w 50"/>
                <a:gd name="T93" fmla="*/ 44 h 45"/>
                <a:gd name="T94" fmla="*/ 18 w 50"/>
                <a:gd name="T95" fmla="*/ 44 h 45"/>
                <a:gd name="T96" fmla="*/ 14 w 50"/>
                <a:gd name="T97" fmla="*/ 42 h 45"/>
                <a:gd name="T98" fmla="*/ 11 w 50"/>
                <a:gd name="T99" fmla="*/ 42 h 45"/>
                <a:gd name="T100" fmla="*/ 1 w 50"/>
                <a:gd name="T101" fmla="*/ 44 h 45"/>
                <a:gd name="T102" fmla="*/ 19 w 50"/>
                <a:gd name="T103" fmla="*/ 45 h 45"/>
                <a:gd name="T104" fmla="*/ 38 w 50"/>
                <a:gd name="T105" fmla="*/ 40 h 45"/>
                <a:gd name="T106" fmla="*/ 35 w 50"/>
                <a:gd name="T107" fmla="*/ 40 h 45"/>
                <a:gd name="T108" fmla="*/ 17 w 50"/>
                <a:gd name="T109" fmla="*/ 24 h 45"/>
                <a:gd name="T110" fmla="*/ 36 w 50"/>
                <a:gd name="T111" fmla="*/ 11 h 45"/>
                <a:gd name="T112" fmla="*/ 41 w 50"/>
                <a:gd name="T113" fmla="*/ 24 h 45"/>
                <a:gd name="T114" fmla="*/ 13 w 50"/>
                <a:gd name="T115" fmla="*/ 17 h 45"/>
                <a:gd name="T116" fmla="*/ 11 w 50"/>
                <a:gd name="T117" fmla="*/ 14 h 45"/>
                <a:gd name="T118" fmla="*/ 38 w 50"/>
                <a:gd name="T119" fmla="*/ 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" h="45">
                  <a:moveTo>
                    <a:pt x="20" y="24"/>
                  </a:moveTo>
                  <a:cubicBezTo>
                    <a:pt x="21" y="23"/>
                    <a:pt x="22" y="22"/>
                    <a:pt x="25" y="22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20" y="24"/>
                    <a:pt x="20" y="24"/>
                    <a:pt x="20" y="24"/>
                  </a:cubicBezTo>
                  <a:close/>
                  <a:moveTo>
                    <a:pt x="21" y="17"/>
                  </a:moveTo>
                  <a:cubicBezTo>
                    <a:pt x="14" y="17"/>
                    <a:pt x="14" y="17"/>
                    <a:pt x="14" y="17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21" y="20"/>
                    <a:pt x="21" y="20"/>
                    <a:pt x="21" y="20"/>
                  </a:cubicBezTo>
                  <a:lnTo>
                    <a:pt x="21" y="17"/>
                  </a:lnTo>
                  <a:close/>
                  <a:moveTo>
                    <a:pt x="25" y="15"/>
                  </a:moveTo>
                  <a:cubicBezTo>
                    <a:pt x="18" y="15"/>
                    <a:pt x="18" y="15"/>
                    <a:pt x="18" y="15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25" y="17"/>
                    <a:pt x="25" y="17"/>
                    <a:pt x="25" y="17"/>
                  </a:cubicBezTo>
                  <a:lnTo>
                    <a:pt x="25" y="15"/>
                  </a:lnTo>
                  <a:close/>
                  <a:moveTo>
                    <a:pt x="21" y="11"/>
                  </a:moveTo>
                  <a:cubicBezTo>
                    <a:pt x="15" y="11"/>
                    <a:pt x="15" y="11"/>
                    <a:pt x="15" y="11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21" y="14"/>
                    <a:pt x="21" y="14"/>
                    <a:pt x="21" y="14"/>
                  </a:cubicBezTo>
                  <a:lnTo>
                    <a:pt x="21" y="11"/>
                  </a:lnTo>
                  <a:close/>
                  <a:moveTo>
                    <a:pt x="13" y="27"/>
                  </a:moveTo>
                  <a:cubicBezTo>
                    <a:pt x="19" y="27"/>
                    <a:pt x="19" y="27"/>
                    <a:pt x="19" y="27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13" y="24"/>
                    <a:pt x="13" y="24"/>
                    <a:pt x="13" y="24"/>
                  </a:cubicBezTo>
                  <a:lnTo>
                    <a:pt x="13" y="27"/>
                  </a:lnTo>
                  <a:close/>
                  <a:moveTo>
                    <a:pt x="30" y="30"/>
                  </a:moveTo>
                  <a:cubicBezTo>
                    <a:pt x="34" y="30"/>
                    <a:pt x="34" y="30"/>
                    <a:pt x="34" y="30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0" y="29"/>
                    <a:pt x="30" y="29"/>
                    <a:pt x="30" y="29"/>
                  </a:cubicBezTo>
                  <a:lnTo>
                    <a:pt x="30" y="30"/>
                  </a:lnTo>
                  <a:close/>
                  <a:moveTo>
                    <a:pt x="22" y="14"/>
                  </a:moveTo>
                  <a:cubicBezTo>
                    <a:pt x="28" y="14"/>
                    <a:pt x="28" y="14"/>
                    <a:pt x="28" y="14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2" y="11"/>
                    <a:pt x="22" y="11"/>
                    <a:pt x="22" y="11"/>
                  </a:cubicBezTo>
                  <a:lnTo>
                    <a:pt x="22" y="14"/>
                  </a:lnTo>
                  <a:close/>
                  <a:moveTo>
                    <a:pt x="37" y="24"/>
                  </a:moveTo>
                  <a:cubicBezTo>
                    <a:pt x="31" y="24"/>
                    <a:pt x="31" y="24"/>
                    <a:pt x="31" y="24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7" y="27"/>
                    <a:pt x="37" y="27"/>
                    <a:pt x="37" y="27"/>
                  </a:cubicBezTo>
                  <a:lnTo>
                    <a:pt x="37" y="24"/>
                  </a:lnTo>
                  <a:close/>
                  <a:moveTo>
                    <a:pt x="20" y="29"/>
                  </a:move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20" y="30"/>
                    <a:pt x="20" y="30"/>
                    <a:pt x="20" y="30"/>
                  </a:cubicBezTo>
                  <a:lnTo>
                    <a:pt x="20" y="29"/>
                  </a:lnTo>
                  <a:close/>
                  <a:moveTo>
                    <a:pt x="25" y="24"/>
                  </a:moveTo>
                  <a:cubicBezTo>
                    <a:pt x="21" y="24"/>
                    <a:pt x="21" y="27"/>
                    <a:pt x="21" y="29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0" y="28"/>
                    <a:pt x="29" y="24"/>
                    <a:pt x="25" y="24"/>
                  </a:cubicBezTo>
                  <a:moveTo>
                    <a:pt x="30" y="35"/>
                  </a:moveTo>
                  <a:cubicBezTo>
                    <a:pt x="32" y="35"/>
                    <a:pt x="32" y="35"/>
                    <a:pt x="32" y="35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30" y="31"/>
                    <a:pt x="30" y="31"/>
                    <a:pt x="30" y="31"/>
                  </a:cubicBezTo>
                  <a:lnTo>
                    <a:pt x="30" y="35"/>
                  </a:lnTo>
                  <a:close/>
                  <a:moveTo>
                    <a:pt x="34" y="30"/>
                  </a:moveTo>
                  <a:cubicBezTo>
                    <a:pt x="43" y="30"/>
                    <a:pt x="43" y="30"/>
                    <a:pt x="43" y="30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34" y="27"/>
                    <a:pt x="34" y="27"/>
                    <a:pt x="34" y="27"/>
                  </a:cubicBezTo>
                  <a:lnTo>
                    <a:pt x="34" y="30"/>
                  </a:lnTo>
                  <a:close/>
                  <a:moveTo>
                    <a:pt x="32" y="28"/>
                  </a:moveTo>
                  <a:cubicBezTo>
                    <a:pt x="32" y="27"/>
                    <a:pt x="31" y="22"/>
                    <a:pt x="25" y="22"/>
                  </a:cubicBezTo>
                  <a:cubicBezTo>
                    <a:pt x="20" y="22"/>
                    <a:pt x="19" y="27"/>
                    <a:pt x="19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7"/>
                    <a:pt x="21" y="26"/>
                    <a:pt x="21" y="25"/>
                  </a:cubicBezTo>
                  <a:cubicBezTo>
                    <a:pt x="22" y="24"/>
                    <a:pt x="23" y="23"/>
                    <a:pt x="25" y="23"/>
                  </a:cubicBezTo>
                  <a:cubicBezTo>
                    <a:pt x="30" y="23"/>
                    <a:pt x="30" y="27"/>
                    <a:pt x="30" y="29"/>
                  </a:cubicBezTo>
                  <a:lnTo>
                    <a:pt x="32" y="28"/>
                  </a:lnTo>
                  <a:close/>
                  <a:moveTo>
                    <a:pt x="4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40" y="5"/>
                    <a:pt x="40" y="5"/>
                    <a:pt x="40" y="5"/>
                  </a:cubicBezTo>
                  <a:lnTo>
                    <a:pt x="40" y="0"/>
                  </a:lnTo>
                  <a:close/>
                  <a:moveTo>
                    <a:pt x="47" y="39"/>
                  </a:move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8" y="44"/>
                    <a:pt x="49" y="43"/>
                    <a:pt x="50" y="43"/>
                  </a:cubicBezTo>
                  <a:cubicBezTo>
                    <a:pt x="49" y="42"/>
                    <a:pt x="47" y="39"/>
                    <a:pt x="47" y="39"/>
                  </a:cubicBezTo>
                  <a:moveTo>
                    <a:pt x="6" y="39"/>
                  </a:move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7" y="39"/>
                    <a:pt x="16" y="39"/>
                    <a:pt x="15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8"/>
                    <a:pt x="12" y="38"/>
                    <a:pt x="11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9" y="38"/>
                    <a:pt x="8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4" y="38"/>
                    <a:pt x="3" y="39"/>
                  </a:cubicBezTo>
                  <a:cubicBezTo>
                    <a:pt x="2" y="40"/>
                    <a:pt x="1" y="42"/>
                    <a:pt x="0" y="42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2" y="43"/>
                    <a:pt x="3" y="42"/>
                    <a:pt x="4" y="41"/>
                  </a:cubicBezTo>
                  <a:lnTo>
                    <a:pt x="6" y="39"/>
                  </a:lnTo>
                  <a:close/>
                  <a:moveTo>
                    <a:pt x="26" y="10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26" y="9"/>
                    <a:pt x="26" y="9"/>
                    <a:pt x="26" y="9"/>
                  </a:cubicBezTo>
                  <a:lnTo>
                    <a:pt x="26" y="10"/>
                  </a:lnTo>
                  <a:close/>
                  <a:moveTo>
                    <a:pt x="29" y="14"/>
                  </a:moveTo>
                  <a:cubicBezTo>
                    <a:pt x="36" y="14"/>
                    <a:pt x="36" y="14"/>
                    <a:pt x="36" y="14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29" y="11"/>
                    <a:pt x="29" y="11"/>
                    <a:pt x="29" y="11"/>
                  </a:cubicBezTo>
                  <a:lnTo>
                    <a:pt x="29" y="14"/>
                  </a:lnTo>
                  <a:close/>
                  <a:moveTo>
                    <a:pt x="26" y="17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26" y="15"/>
                    <a:pt x="26" y="15"/>
                    <a:pt x="26" y="15"/>
                  </a:cubicBezTo>
                  <a:lnTo>
                    <a:pt x="26" y="17"/>
                  </a:lnTo>
                  <a:close/>
                  <a:moveTo>
                    <a:pt x="37" y="17"/>
                  </a:moveTo>
                  <a:cubicBezTo>
                    <a:pt x="29" y="17"/>
                    <a:pt x="29" y="17"/>
                    <a:pt x="29" y="17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7" y="20"/>
                    <a:pt x="37" y="20"/>
                    <a:pt x="37" y="20"/>
                  </a:cubicBezTo>
                  <a:lnTo>
                    <a:pt x="37" y="17"/>
                  </a:lnTo>
                  <a:close/>
                  <a:moveTo>
                    <a:pt x="29" y="17"/>
                  </a:moveTo>
                  <a:cubicBezTo>
                    <a:pt x="22" y="17"/>
                    <a:pt x="22" y="17"/>
                    <a:pt x="22" y="17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9" y="20"/>
                    <a:pt x="29" y="20"/>
                    <a:pt x="29" y="20"/>
                  </a:cubicBezTo>
                  <a:lnTo>
                    <a:pt x="29" y="17"/>
                  </a:lnTo>
                  <a:close/>
                  <a:moveTo>
                    <a:pt x="26" y="22"/>
                  </a:moveTo>
                  <a:cubicBezTo>
                    <a:pt x="28" y="22"/>
                    <a:pt x="29" y="23"/>
                    <a:pt x="30" y="24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26" y="21"/>
                    <a:pt x="26" y="21"/>
                    <a:pt x="26" y="21"/>
                  </a:cubicBezTo>
                  <a:lnTo>
                    <a:pt x="26" y="22"/>
                  </a:lnTo>
                  <a:close/>
                  <a:moveTo>
                    <a:pt x="19" y="10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19" y="9"/>
                    <a:pt x="19" y="9"/>
                    <a:pt x="19" y="9"/>
                  </a:cubicBezTo>
                  <a:lnTo>
                    <a:pt x="19" y="10"/>
                  </a:lnTo>
                  <a:close/>
                  <a:moveTo>
                    <a:pt x="42" y="43"/>
                  </a:move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3"/>
                    <a:pt x="42" y="43"/>
                    <a:pt x="42" y="43"/>
                  </a:cubicBezTo>
                  <a:close/>
                  <a:moveTo>
                    <a:pt x="20" y="31"/>
                  </a:moveTo>
                  <a:cubicBezTo>
                    <a:pt x="8" y="31"/>
                    <a:pt x="8" y="31"/>
                    <a:pt x="8" y="31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31"/>
                  </a:lnTo>
                  <a:close/>
                  <a:moveTo>
                    <a:pt x="38" y="27"/>
                  </a:moveTo>
                  <a:cubicBezTo>
                    <a:pt x="42" y="27"/>
                    <a:pt x="42" y="27"/>
                    <a:pt x="42" y="27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38" y="24"/>
                    <a:pt x="38" y="24"/>
                    <a:pt x="38" y="24"/>
                  </a:cubicBezTo>
                  <a:lnTo>
                    <a:pt x="38" y="27"/>
                  </a:lnTo>
                  <a:close/>
                  <a:moveTo>
                    <a:pt x="12" y="24"/>
                  </a:moveTo>
                  <a:cubicBezTo>
                    <a:pt x="9" y="24"/>
                    <a:pt x="9" y="24"/>
                    <a:pt x="9" y="24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12" y="27"/>
                    <a:pt x="12" y="27"/>
                    <a:pt x="12" y="27"/>
                  </a:cubicBezTo>
                  <a:lnTo>
                    <a:pt x="12" y="24"/>
                  </a:lnTo>
                  <a:close/>
                  <a:moveTo>
                    <a:pt x="16" y="27"/>
                  </a:moveTo>
                  <a:cubicBezTo>
                    <a:pt x="9" y="27"/>
                    <a:pt x="9" y="27"/>
                    <a:pt x="9" y="27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16" y="30"/>
                    <a:pt x="16" y="30"/>
                    <a:pt x="16" y="30"/>
                  </a:cubicBezTo>
                  <a:lnTo>
                    <a:pt x="16" y="27"/>
                  </a:lnTo>
                  <a:close/>
                  <a:moveTo>
                    <a:pt x="7" y="37"/>
                  </a:move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8" y="37"/>
                    <a:pt x="9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3" y="38"/>
                    <a:pt x="14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6" y="38"/>
                    <a:pt x="17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2" y="38"/>
                    <a:pt x="24" y="38"/>
                    <a:pt x="27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9" y="38"/>
                    <a:pt x="30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lnTo>
                    <a:pt x="7" y="37"/>
                  </a:lnTo>
                  <a:close/>
                  <a:moveTo>
                    <a:pt x="43" y="40"/>
                  </a:moveTo>
                  <a:cubicBezTo>
                    <a:pt x="42" y="39"/>
                    <a:pt x="42" y="39"/>
                    <a:pt x="42" y="39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0"/>
                    <a:pt x="43" y="40"/>
                    <a:pt x="43" y="40"/>
                  </a:cubicBezTo>
                  <a:close/>
                  <a:moveTo>
                    <a:pt x="29" y="40"/>
                  </a:move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1"/>
                    <a:pt x="33" y="43"/>
                    <a:pt x="34" y="43"/>
                  </a:cubicBezTo>
                  <a:cubicBezTo>
                    <a:pt x="34" y="42"/>
                    <a:pt x="34" y="41"/>
                    <a:pt x="34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0" y="39"/>
                    <a:pt x="29" y="39"/>
                    <a:pt x="28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3" y="38"/>
                    <a:pt x="22" y="38"/>
                    <a:pt x="21" y="38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4" y="42"/>
                    <a:pt x="26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42"/>
                    <a:pt x="28" y="41"/>
                    <a:pt x="29" y="40"/>
                  </a:cubicBezTo>
                  <a:moveTo>
                    <a:pt x="46" y="42"/>
                  </a:moveTo>
                  <a:cubicBezTo>
                    <a:pt x="46" y="42"/>
                    <a:pt x="46" y="42"/>
                    <a:pt x="46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2"/>
                    <a:pt x="43" y="43"/>
                    <a:pt x="43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1"/>
                    <a:pt x="35" y="42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2" y="43"/>
                    <a:pt x="31" y="41"/>
                    <a:pt x="31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7" y="43"/>
                    <a:pt x="30" y="44"/>
                    <a:pt x="31" y="44"/>
                  </a:cubicBezTo>
                  <a:cubicBezTo>
                    <a:pt x="34" y="44"/>
                    <a:pt x="35" y="43"/>
                    <a:pt x="37" y="43"/>
                  </a:cubicBezTo>
                  <a:cubicBezTo>
                    <a:pt x="39" y="43"/>
                    <a:pt x="40" y="43"/>
                    <a:pt x="42" y="44"/>
                  </a:cubicBezTo>
                  <a:cubicBezTo>
                    <a:pt x="43" y="44"/>
                    <a:pt x="44" y="44"/>
                    <a:pt x="45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lnTo>
                    <a:pt x="46" y="42"/>
                  </a:lnTo>
                  <a:close/>
                  <a:moveTo>
                    <a:pt x="22" y="42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5" y="43"/>
                    <a:pt x="5" y="43"/>
                    <a:pt x="4" y="42"/>
                  </a:cubicBezTo>
                  <a:cubicBezTo>
                    <a:pt x="4" y="42"/>
                    <a:pt x="3" y="43"/>
                    <a:pt x="1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3" y="44"/>
                    <a:pt x="3" y="44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7" y="45"/>
                    <a:pt x="8" y="44"/>
                    <a:pt x="8" y="44"/>
                  </a:cubicBezTo>
                  <a:cubicBezTo>
                    <a:pt x="9" y="44"/>
                    <a:pt x="11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5" y="43"/>
                    <a:pt x="16" y="44"/>
                  </a:cubicBezTo>
                  <a:cubicBezTo>
                    <a:pt x="17" y="44"/>
                    <a:pt x="18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0" y="45"/>
                    <a:pt x="22" y="43"/>
                    <a:pt x="24" y="43"/>
                  </a:cubicBezTo>
                  <a:lnTo>
                    <a:pt x="22" y="42"/>
                  </a:lnTo>
                  <a:close/>
                  <a:moveTo>
                    <a:pt x="37" y="42"/>
                  </a:move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7" y="42"/>
                  </a:lnTo>
                  <a:close/>
                  <a:moveTo>
                    <a:pt x="17" y="21"/>
                  </a:moveTo>
                  <a:cubicBezTo>
                    <a:pt x="10" y="21"/>
                    <a:pt x="10" y="21"/>
                    <a:pt x="10" y="21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7" y="24"/>
                    <a:pt x="17" y="24"/>
                    <a:pt x="17" y="24"/>
                  </a:cubicBezTo>
                  <a:lnTo>
                    <a:pt x="17" y="21"/>
                  </a:lnTo>
                  <a:close/>
                  <a:moveTo>
                    <a:pt x="32" y="9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8" y="9"/>
                    <a:pt x="38" y="9"/>
                    <a:pt x="38" y="9"/>
                  </a:cubicBezTo>
                  <a:lnTo>
                    <a:pt x="32" y="9"/>
                  </a:lnTo>
                  <a:close/>
                  <a:moveTo>
                    <a:pt x="39" y="14"/>
                  </a:moveTo>
                  <a:cubicBezTo>
                    <a:pt x="39" y="11"/>
                    <a:pt x="39" y="11"/>
                    <a:pt x="39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4"/>
                    <a:pt x="36" y="14"/>
                    <a:pt x="36" y="14"/>
                  </a:cubicBezTo>
                  <a:lnTo>
                    <a:pt x="39" y="14"/>
                  </a:lnTo>
                  <a:close/>
                  <a:moveTo>
                    <a:pt x="40" y="15"/>
                  </a:moveTo>
                  <a:cubicBezTo>
                    <a:pt x="33" y="15"/>
                    <a:pt x="33" y="15"/>
                    <a:pt x="33" y="15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40" y="15"/>
                  </a:lnTo>
                  <a:close/>
                  <a:moveTo>
                    <a:pt x="34" y="24"/>
                  </a:moveTo>
                  <a:cubicBezTo>
                    <a:pt x="41" y="24"/>
                    <a:pt x="41" y="24"/>
                    <a:pt x="41" y="24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34" y="21"/>
                    <a:pt x="34" y="21"/>
                    <a:pt x="34" y="21"/>
                  </a:cubicBezTo>
                  <a:lnTo>
                    <a:pt x="34" y="24"/>
                  </a:lnTo>
                  <a:close/>
                  <a:moveTo>
                    <a:pt x="37" y="17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41" y="20"/>
                    <a:pt x="41" y="20"/>
                    <a:pt x="41" y="20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37" y="17"/>
                  </a:lnTo>
                  <a:close/>
                  <a:moveTo>
                    <a:pt x="13" y="17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3" y="20"/>
                    <a:pt x="13" y="20"/>
                    <a:pt x="13" y="20"/>
                  </a:cubicBezTo>
                  <a:lnTo>
                    <a:pt x="13" y="17"/>
                  </a:lnTo>
                  <a:close/>
                  <a:moveTo>
                    <a:pt x="11" y="14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2" y="11"/>
                    <a:pt x="12" y="11"/>
                    <a:pt x="12" y="11"/>
                  </a:cubicBezTo>
                  <a:lnTo>
                    <a:pt x="11" y="14"/>
                  </a:lnTo>
                  <a:close/>
                  <a:moveTo>
                    <a:pt x="18" y="15"/>
                  </a:moveTo>
                  <a:cubicBezTo>
                    <a:pt x="11" y="15"/>
                    <a:pt x="11" y="15"/>
                    <a:pt x="11" y="15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8" y="15"/>
                  </a:lnTo>
                  <a:close/>
                  <a:moveTo>
                    <a:pt x="10" y="6"/>
                  </a:moveTo>
                  <a:cubicBezTo>
                    <a:pt x="12" y="8"/>
                    <a:pt x="12" y="8"/>
                    <a:pt x="12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0" y="6"/>
                    <a:pt x="40" y="6"/>
                    <a:pt x="40" y="6"/>
                  </a:cubicBezTo>
                  <a:lnTo>
                    <a:pt x="10" y="6"/>
                  </a:lnTo>
                  <a:close/>
                  <a:moveTo>
                    <a:pt x="18" y="9"/>
                  </a:moveTo>
                  <a:cubicBezTo>
                    <a:pt x="12" y="9"/>
                    <a:pt x="12" y="9"/>
                    <a:pt x="12" y="9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8" y="10"/>
                    <a:pt x="18" y="10"/>
                    <a:pt x="18" y="10"/>
                  </a:cubicBezTo>
                  <a:lnTo>
                    <a:pt x="1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33" name="Grupo 132">
            <a:extLst>
              <a:ext uri="{FF2B5EF4-FFF2-40B4-BE49-F238E27FC236}">
                <a16:creationId xmlns:a16="http://schemas.microsoft.com/office/drawing/2014/main" id="{84DC7DC9-C120-4F82-95FA-47B939E0633B}"/>
              </a:ext>
            </a:extLst>
          </p:cNvPr>
          <p:cNvGrpSpPr/>
          <p:nvPr userDrawn="1"/>
        </p:nvGrpSpPr>
        <p:grpSpPr>
          <a:xfrm>
            <a:off x="9269672" y="352811"/>
            <a:ext cx="1108652" cy="538385"/>
            <a:chOff x="3838575" y="2246313"/>
            <a:chExt cx="1931988" cy="938213"/>
          </a:xfrm>
        </p:grpSpPr>
        <p:sp>
          <p:nvSpPr>
            <p:cNvPr id="134" name="Rectangle 5">
              <a:extLst>
                <a:ext uri="{FF2B5EF4-FFF2-40B4-BE49-F238E27FC236}">
                  <a16:creationId xmlns:a16="http://schemas.microsoft.com/office/drawing/2014/main" id="{66C3A7FE-F708-4826-87B8-5D87ED9BE3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575" y="2246313"/>
              <a:ext cx="1931988" cy="938213"/>
            </a:xfrm>
            <a:prstGeom prst="rect">
              <a:avLst/>
            </a:prstGeom>
            <a:solidFill>
              <a:srgbClr val="00B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5" name="Freeform 37">
              <a:extLst>
                <a:ext uri="{FF2B5EF4-FFF2-40B4-BE49-F238E27FC236}">
                  <a16:creationId xmlns:a16="http://schemas.microsoft.com/office/drawing/2014/main" id="{70F7B806-0AE0-46BE-9F12-FA7EA2DE2A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727325"/>
              <a:ext cx="1668463" cy="123825"/>
            </a:xfrm>
            <a:custGeom>
              <a:avLst/>
              <a:gdLst>
                <a:gd name="T0" fmla="*/ 768 w 770"/>
                <a:gd name="T1" fmla="*/ 17 h 57"/>
                <a:gd name="T2" fmla="*/ 743 w 770"/>
                <a:gd name="T3" fmla="*/ 44 h 57"/>
                <a:gd name="T4" fmla="*/ 715 w 770"/>
                <a:gd name="T5" fmla="*/ 22 h 57"/>
                <a:gd name="T6" fmla="*/ 720 w 770"/>
                <a:gd name="T7" fmla="*/ 17 h 57"/>
                <a:gd name="T8" fmla="*/ 704 w 770"/>
                <a:gd name="T9" fmla="*/ 51 h 57"/>
                <a:gd name="T10" fmla="*/ 689 w 770"/>
                <a:gd name="T11" fmla="*/ 56 h 57"/>
                <a:gd name="T12" fmla="*/ 669 w 770"/>
                <a:gd name="T13" fmla="*/ 20 h 57"/>
                <a:gd name="T14" fmla="*/ 662 w 770"/>
                <a:gd name="T15" fmla="*/ 48 h 57"/>
                <a:gd name="T16" fmla="*/ 662 w 770"/>
                <a:gd name="T17" fmla="*/ 17 h 57"/>
                <a:gd name="T18" fmla="*/ 607 w 770"/>
                <a:gd name="T19" fmla="*/ 17 h 57"/>
                <a:gd name="T20" fmla="*/ 593 w 770"/>
                <a:gd name="T21" fmla="*/ 17 h 57"/>
                <a:gd name="T22" fmla="*/ 597 w 770"/>
                <a:gd name="T23" fmla="*/ 56 h 57"/>
                <a:gd name="T24" fmla="*/ 610 w 770"/>
                <a:gd name="T25" fmla="*/ 56 h 57"/>
                <a:gd name="T26" fmla="*/ 563 w 770"/>
                <a:gd name="T27" fmla="*/ 51 h 57"/>
                <a:gd name="T28" fmla="*/ 560 w 770"/>
                <a:gd name="T29" fmla="*/ 29 h 57"/>
                <a:gd name="T30" fmla="*/ 568 w 770"/>
                <a:gd name="T31" fmla="*/ 17 h 57"/>
                <a:gd name="T32" fmla="*/ 569 w 770"/>
                <a:gd name="T33" fmla="*/ 56 h 57"/>
                <a:gd name="T34" fmla="*/ 511 w 770"/>
                <a:gd name="T35" fmla="*/ 17 h 57"/>
                <a:gd name="T36" fmla="*/ 504 w 770"/>
                <a:gd name="T37" fmla="*/ 54 h 57"/>
                <a:gd name="T38" fmla="*/ 504 w 770"/>
                <a:gd name="T39" fmla="*/ 29 h 57"/>
                <a:gd name="T40" fmla="*/ 453 w 770"/>
                <a:gd name="T41" fmla="*/ 17 h 57"/>
                <a:gd name="T42" fmla="*/ 430 w 770"/>
                <a:gd name="T43" fmla="*/ 17 h 57"/>
                <a:gd name="T44" fmla="*/ 422 w 770"/>
                <a:gd name="T45" fmla="*/ 56 h 57"/>
                <a:gd name="T46" fmla="*/ 379 w 770"/>
                <a:gd name="T47" fmla="*/ 41 h 57"/>
                <a:gd name="T48" fmla="*/ 395 w 770"/>
                <a:gd name="T49" fmla="*/ 56 h 57"/>
                <a:gd name="T50" fmla="*/ 350 w 770"/>
                <a:gd name="T51" fmla="*/ 56 h 57"/>
                <a:gd name="T52" fmla="*/ 377 w 770"/>
                <a:gd name="T53" fmla="*/ 52 h 57"/>
                <a:gd name="T54" fmla="*/ 347 w 770"/>
                <a:gd name="T55" fmla="*/ 20 h 57"/>
                <a:gd name="T56" fmla="*/ 327 w 770"/>
                <a:gd name="T57" fmla="*/ 56 h 57"/>
                <a:gd name="T58" fmla="*/ 310 w 770"/>
                <a:gd name="T59" fmla="*/ 28 h 57"/>
                <a:gd name="T60" fmla="*/ 320 w 770"/>
                <a:gd name="T61" fmla="*/ 52 h 57"/>
                <a:gd name="T62" fmla="*/ 284 w 770"/>
                <a:gd name="T63" fmla="*/ 17 h 57"/>
                <a:gd name="T64" fmla="*/ 303 w 770"/>
                <a:gd name="T65" fmla="*/ 52 h 57"/>
                <a:gd name="T66" fmla="*/ 275 w 770"/>
                <a:gd name="T67" fmla="*/ 45 h 57"/>
                <a:gd name="T68" fmla="*/ 271 w 770"/>
                <a:gd name="T69" fmla="*/ 42 h 57"/>
                <a:gd name="T70" fmla="*/ 270 w 770"/>
                <a:gd name="T71" fmla="*/ 27 h 57"/>
                <a:gd name="T72" fmla="*/ 245 w 770"/>
                <a:gd name="T73" fmla="*/ 52 h 57"/>
                <a:gd name="T74" fmla="*/ 238 w 770"/>
                <a:gd name="T75" fmla="*/ 20 h 57"/>
                <a:gd name="T76" fmla="*/ 218 w 770"/>
                <a:gd name="T77" fmla="*/ 56 h 57"/>
                <a:gd name="T78" fmla="*/ 199 w 770"/>
                <a:gd name="T79" fmla="*/ 35 h 57"/>
                <a:gd name="T80" fmla="*/ 171 w 770"/>
                <a:gd name="T81" fmla="*/ 21 h 57"/>
                <a:gd name="T82" fmla="*/ 177 w 770"/>
                <a:gd name="T83" fmla="*/ 34 h 57"/>
                <a:gd name="T84" fmla="*/ 211 w 770"/>
                <a:gd name="T85" fmla="*/ 20 h 57"/>
                <a:gd name="T86" fmla="*/ 145 w 770"/>
                <a:gd name="T87" fmla="*/ 38 h 57"/>
                <a:gd name="T88" fmla="*/ 138 w 770"/>
                <a:gd name="T89" fmla="*/ 21 h 57"/>
                <a:gd name="T90" fmla="*/ 131 w 770"/>
                <a:gd name="T91" fmla="*/ 21 h 57"/>
                <a:gd name="T92" fmla="*/ 102 w 770"/>
                <a:gd name="T93" fmla="*/ 35 h 57"/>
                <a:gd name="T94" fmla="*/ 108 w 770"/>
                <a:gd name="T95" fmla="*/ 22 h 57"/>
                <a:gd name="T96" fmla="*/ 115 w 770"/>
                <a:gd name="T97" fmla="*/ 54 h 57"/>
                <a:gd name="T98" fmla="*/ 62 w 770"/>
                <a:gd name="T99" fmla="*/ 21 h 57"/>
                <a:gd name="T100" fmla="*/ 27 w 770"/>
                <a:gd name="T101" fmla="*/ 20 h 57"/>
                <a:gd name="T102" fmla="*/ 40 w 770"/>
                <a:gd name="T103" fmla="*/ 51 h 57"/>
                <a:gd name="T104" fmla="*/ 69 w 770"/>
                <a:gd name="T105" fmla="*/ 21 h 57"/>
                <a:gd name="T106" fmla="*/ 20 w 770"/>
                <a:gd name="T107" fmla="*/ 17 h 57"/>
                <a:gd name="T108" fmla="*/ 20 w 770"/>
                <a:gd name="T109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70" h="57">
                  <a:moveTo>
                    <a:pt x="770" y="44"/>
                  </a:moveTo>
                  <a:cubicBezTo>
                    <a:pt x="770" y="31"/>
                    <a:pt x="750" y="35"/>
                    <a:pt x="750" y="27"/>
                  </a:cubicBezTo>
                  <a:cubicBezTo>
                    <a:pt x="750" y="23"/>
                    <a:pt x="752" y="21"/>
                    <a:pt x="758" y="21"/>
                  </a:cubicBezTo>
                  <a:cubicBezTo>
                    <a:pt x="759" y="21"/>
                    <a:pt x="761" y="21"/>
                    <a:pt x="762" y="21"/>
                  </a:cubicBezTo>
                  <a:cubicBezTo>
                    <a:pt x="763" y="23"/>
                    <a:pt x="763" y="25"/>
                    <a:pt x="763" y="28"/>
                  </a:cubicBezTo>
                  <a:cubicBezTo>
                    <a:pt x="768" y="28"/>
                    <a:pt x="768" y="28"/>
                    <a:pt x="768" y="28"/>
                  </a:cubicBezTo>
                  <a:cubicBezTo>
                    <a:pt x="768" y="17"/>
                    <a:pt x="768" y="17"/>
                    <a:pt x="768" y="17"/>
                  </a:cubicBezTo>
                  <a:cubicBezTo>
                    <a:pt x="765" y="16"/>
                    <a:pt x="761" y="16"/>
                    <a:pt x="758" y="16"/>
                  </a:cubicBezTo>
                  <a:cubicBezTo>
                    <a:pt x="748" y="16"/>
                    <a:pt x="742" y="21"/>
                    <a:pt x="742" y="28"/>
                  </a:cubicBezTo>
                  <a:cubicBezTo>
                    <a:pt x="742" y="40"/>
                    <a:pt x="763" y="36"/>
                    <a:pt x="763" y="45"/>
                  </a:cubicBezTo>
                  <a:cubicBezTo>
                    <a:pt x="763" y="50"/>
                    <a:pt x="758" y="51"/>
                    <a:pt x="754" y="51"/>
                  </a:cubicBezTo>
                  <a:cubicBezTo>
                    <a:pt x="752" y="51"/>
                    <a:pt x="750" y="51"/>
                    <a:pt x="749" y="51"/>
                  </a:cubicBezTo>
                  <a:cubicBezTo>
                    <a:pt x="748" y="49"/>
                    <a:pt x="748" y="47"/>
                    <a:pt x="748" y="44"/>
                  </a:cubicBezTo>
                  <a:cubicBezTo>
                    <a:pt x="743" y="44"/>
                    <a:pt x="743" y="44"/>
                    <a:pt x="743" y="44"/>
                  </a:cubicBezTo>
                  <a:cubicBezTo>
                    <a:pt x="743" y="55"/>
                    <a:pt x="743" y="55"/>
                    <a:pt x="743" y="55"/>
                  </a:cubicBezTo>
                  <a:cubicBezTo>
                    <a:pt x="746" y="56"/>
                    <a:pt x="750" y="57"/>
                    <a:pt x="753" y="57"/>
                  </a:cubicBezTo>
                  <a:cubicBezTo>
                    <a:pt x="763" y="57"/>
                    <a:pt x="770" y="52"/>
                    <a:pt x="770" y="44"/>
                  </a:cubicBezTo>
                  <a:moveTo>
                    <a:pt x="722" y="41"/>
                  </a:moveTo>
                  <a:cubicBezTo>
                    <a:pt x="708" y="41"/>
                    <a:pt x="708" y="41"/>
                    <a:pt x="708" y="41"/>
                  </a:cubicBezTo>
                  <a:cubicBezTo>
                    <a:pt x="713" y="29"/>
                    <a:pt x="713" y="29"/>
                    <a:pt x="713" y="29"/>
                  </a:cubicBezTo>
                  <a:cubicBezTo>
                    <a:pt x="713" y="27"/>
                    <a:pt x="714" y="24"/>
                    <a:pt x="715" y="22"/>
                  </a:cubicBezTo>
                  <a:cubicBezTo>
                    <a:pt x="715" y="22"/>
                    <a:pt x="715" y="22"/>
                    <a:pt x="715" y="22"/>
                  </a:cubicBezTo>
                  <a:cubicBezTo>
                    <a:pt x="715" y="24"/>
                    <a:pt x="716" y="27"/>
                    <a:pt x="717" y="29"/>
                  </a:cubicBezTo>
                  <a:lnTo>
                    <a:pt x="722" y="41"/>
                  </a:lnTo>
                  <a:close/>
                  <a:moveTo>
                    <a:pt x="737" y="56"/>
                  </a:moveTo>
                  <a:cubicBezTo>
                    <a:pt x="737" y="52"/>
                    <a:pt x="737" y="52"/>
                    <a:pt x="737" y="52"/>
                  </a:cubicBezTo>
                  <a:cubicBezTo>
                    <a:pt x="736" y="52"/>
                    <a:pt x="734" y="51"/>
                    <a:pt x="733" y="51"/>
                  </a:cubicBezTo>
                  <a:cubicBezTo>
                    <a:pt x="720" y="17"/>
                    <a:pt x="720" y="17"/>
                    <a:pt x="720" y="17"/>
                  </a:cubicBezTo>
                  <a:cubicBezTo>
                    <a:pt x="711" y="17"/>
                    <a:pt x="711" y="17"/>
                    <a:pt x="711" y="17"/>
                  </a:cubicBezTo>
                  <a:cubicBezTo>
                    <a:pt x="697" y="51"/>
                    <a:pt x="697" y="51"/>
                    <a:pt x="697" y="51"/>
                  </a:cubicBezTo>
                  <a:cubicBezTo>
                    <a:pt x="696" y="51"/>
                    <a:pt x="694" y="52"/>
                    <a:pt x="693" y="52"/>
                  </a:cubicBezTo>
                  <a:cubicBezTo>
                    <a:pt x="693" y="56"/>
                    <a:pt x="693" y="56"/>
                    <a:pt x="693" y="56"/>
                  </a:cubicBezTo>
                  <a:cubicBezTo>
                    <a:pt x="710" y="56"/>
                    <a:pt x="710" y="56"/>
                    <a:pt x="710" y="56"/>
                  </a:cubicBezTo>
                  <a:cubicBezTo>
                    <a:pt x="710" y="52"/>
                    <a:pt x="710" y="52"/>
                    <a:pt x="710" y="52"/>
                  </a:cubicBezTo>
                  <a:cubicBezTo>
                    <a:pt x="708" y="52"/>
                    <a:pt x="706" y="51"/>
                    <a:pt x="704" y="51"/>
                  </a:cubicBezTo>
                  <a:cubicBezTo>
                    <a:pt x="706" y="46"/>
                    <a:pt x="706" y="46"/>
                    <a:pt x="706" y="46"/>
                  </a:cubicBezTo>
                  <a:cubicBezTo>
                    <a:pt x="723" y="46"/>
                    <a:pt x="723" y="46"/>
                    <a:pt x="723" y="46"/>
                  </a:cubicBezTo>
                  <a:cubicBezTo>
                    <a:pt x="725" y="51"/>
                    <a:pt x="725" y="51"/>
                    <a:pt x="725" y="51"/>
                  </a:cubicBezTo>
                  <a:cubicBezTo>
                    <a:pt x="723" y="51"/>
                    <a:pt x="721" y="52"/>
                    <a:pt x="719" y="52"/>
                  </a:cubicBezTo>
                  <a:cubicBezTo>
                    <a:pt x="719" y="56"/>
                    <a:pt x="719" y="56"/>
                    <a:pt x="719" y="56"/>
                  </a:cubicBezTo>
                  <a:lnTo>
                    <a:pt x="737" y="56"/>
                  </a:lnTo>
                  <a:close/>
                  <a:moveTo>
                    <a:pt x="689" y="56"/>
                  </a:moveTo>
                  <a:cubicBezTo>
                    <a:pt x="689" y="52"/>
                    <a:pt x="689" y="52"/>
                    <a:pt x="689" y="52"/>
                  </a:cubicBezTo>
                  <a:cubicBezTo>
                    <a:pt x="687" y="52"/>
                    <a:pt x="685" y="51"/>
                    <a:pt x="683" y="51"/>
                  </a:cubicBezTo>
                  <a:cubicBezTo>
                    <a:pt x="683" y="21"/>
                    <a:pt x="683" y="21"/>
                    <a:pt x="683" y="21"/>
                  </a:cubicBezTo>
                  <a:cubicBezTo>
                    <a:pt x="685" y="21"/>
                    <a:pt x="687" y="21"/>
                    <a:pt x="689" y="20"/>
                  </a:cubicBezTo>
                  <a:cubicBezTo>
                    <a:pt x="689" y="17"/>
                    <a:pt x="689" y="17"/>
                    <a:pt x="689" y="17"/>
                  </a:cubicBezTo>
                  <a:cubicBezTo>
                    <a:pt x="669" y="17"/>
                    <a:pt x="669" y="17"/>
                    <a:pt x="669" y="17"/>
                  </a:cubicBezTo>
                  <a:cubicBezTo>
                    <a:pt x="669" y="20"/>
                    <a:pt x="669" y="20"/>
                    <a:pt x="669" y="20"/>
                  </a:cubicBezTo>
                  <a:cubicBezTo>
                    <a:pt x="671" y="21"/>
                    <a:pt x="674" y="21"/>
                    <a:pt x="676" y="21"/>
                  </a:cubicBezTo>
                  <a:cubicBezTo>
                    <a:pt x="676" y="51"/>
                    <a:pt x="676" y="51"/>
                    <a:pt x="676" y="51"/>
                  </a:cubicBezTo>
                  <a:cubicBezTo>
                    <a:pt x="674" y="51"/>
                    <a:pt x="671" y="52"/>
                    <a:pt x="669" y="52"/>
                  </a:cubicBezTo>
                  <a:cubicBezTo>
                    <a:pt x="669" y="56"/>
                    <a:pt x="669" y="56"/>
                    <a:pt x="669" y="56"/>
                  </a:cubicBezTo>
                  <a:lnTo>
                    <a:pt x="689" y="56"/>
                  </a:lnTo>
                  <a:close/>
                  <a:moveTo>
                    <a:pt x="662" y="54"/>
                  </a:moveTo>
                  <a:cubicBezTo>
                    <a:pt x="662" y="48"/>
                    <a:pt x="662" y="48"/>
                    <a:pt x="662" y="48"/>
                  </a:cubicBezTo>
                  <a:cubicBezTo>
                    <a:pt x="659" y="49"/>
                    <a:pt x="655" y="50"/>
                    <a:pt x="652" y="50"/>
                  </a:cubicBezTo>
                  <a:cubicBezTo>
                    <a:pt x="643" y="50"/>
                    <a:pt x="638" y="45"/>
                    <a:pt x="638" y="36"/>
                  </a:cubicBezTo>
                  <a:cubicBezTo>
                    <a:pt x="638" y="28"/>
                    <a:pt x="643" y="22"/>
                    <a:pt x="651" y="22"/>
                  </a:cubicBezTo>
                  <a:cubicBezTo>
                    <a:pt x="653" y="22"/>
                    <a:pt x="654" y="22"/>
                    <a:pt x="656" y="23"/>
                  </a:cubicBezTo>
                  <a:cubicBezTo>
                    <a:pt x="656" y="25"/>
                    <a:pt x="656" y="27"/>
                    <a:pt x="657" y="29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62" y="17"/>
                    <a:pt x="662" y="17"/>
                    <a:pt x="662" y="17"/>
                  </a:cubicBezTo>
                  <a:cubicBezTo>
                    <a:pt x="659" y="17"/>
                    <a:pt x="655" y="16"/>
                    <a:pt x="652" y="16"/>
                  </a:cubicBezTo>
                  <a:cubicBezTo>
                    <a:pt x="638" y="16"/>
                    <a:pt x="631" y="26"/>
                    <a:pt x="631" y="37"/>
                  </a:cubicBezTo>
                  <a:cubicBezTo>
                    <a:pt x="631" y="49"/>
                    <a:pt x="638" y="56"/>
                    <a:pt x="651" y="56"/>
                  </a:cubicBezTo>
                  <a:cubicBezTo>
                    <a:pt x="655" y="56"/>
                    <a:pt x="659" y="56"/>
                    <a:pt x="662" y="54"/>
                  </a:cubicBezTo>
                  <a:moveTo>
                    <a:pt x="625" y="20"/>
                  </a:moveTo>
                  <a:cubicBezTo>
                    <a:pt x="625" y="17"/>
                    <a:pt x="625" y="17"/>
                    <a:pt x="625" y="17"/>
                  </a:cubicBezTo>
                  <a:cubicBezTo>
                    <a:pt x="607" y="17"/>
                    <a:pt x="607" y="17"/>
                    <a:pt x="607" y="17"/>
                  </a:cubicBezTo>
                  <a:cubicBezTo>
                    <a:pt x="607" y="20"/>
                    <a:pt x="607" y="20"/>
                    <a:pt x="607" y="20"/>
                  </a:cubicBezTo>
                  <a:cubicBezTo>
                    <a:pt x="608" y="21"/>
                    <a:pt x="611" y="21"/>
                    <a:pt x="613" y="21"/>
                  </a:cubicBezTo>
                  <a:cubicBezTo>
                    <a:pt x="613" y="35"/>
                    <a:pt x="613" y="35"/>
                    <a:pt x="613" y="35"/>
                  </a:cubicBezTo>
                  <a:cubicBezTo>
                    <a:pt x="613" y="41"/>
                    <a:pt x="613" y="45"/>
                    <a:pt x="613" y="48"/>
                  </a:cubicBezTo>
                  <a:cubicBezTo>
                    <a:pt x="613" y="48"/>
                    <a:pt x="613" y="48"/>
                    <a:pt x="613" y="48"/>
                  </a:cubicBezTo>
                  <a:cubicBezTo>
                    <a:pt x="612" y="45"/>
                    <a:pt x="610" y="42"/>
                    <a:pt x="608" y="40"/>
                  </a:cubicBezTo>
                  <a:cubicBezTo>
                    <a:pt x="593" y="17"/>
                    <a:pt x="593" y="17"/>
                    <a:pt x="593" y="17"/>
                  </a:cubicBezTo>
                  <a:cubicBezTo>
                    <a:pt x="577" y="17"/>
                    <a:pt x="577" y="17"/>
                    <a:pt x="577" y="17"/>
                  </a:cubicBezTo>
                  <a:cubicBezTo>
                    <a:pt x="577" y="20"/>
                    <a:pt x="577" y="20"/>
                    <a:pt x="577" y="20"/>
                  </a:cubicBezTo>
                  <a:cubicBezTo>
                    <a:pt x="579" y="21"/>
                    <a:pt x="582" y="21"/>
                    <a:pt x="584" y="21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2" y="51"/>
                    <a:pt x="579" y="52"/>
                    <a:pt x="577" y="52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97" y="56"/>
                    <a:pt x="597" y="56"/>
                    <a:pt x="597" y="56"/>
                  </a:cubicBezTo>
                  <a:cubicBezTo>
                    <a:pt x="597" y="52"/>
                    <a:pt x="597" y="52"/>
                    <a:pt x="597" y="52"/>
                  </a:cubicBezTo>
                  <a:cubicBezTo>
                    <a:pt x="595" y="52"/>
                    <a:pt x="593" y="51"/>
                    <a:pt x="591" y="51"/>
                  </a:cubicBezTo>
                  <a:cubicBezTo>
                    <a:pt x="591" y="34"/>
                    <a:pt x="591" y="34"/>
                    <a:pt x="591" y="34"/>
                  </a:cubicBezTo>
                  <a:cubicBezTo>
                    <a:pt x="591" y="30"/>
                    <a:pt x="590" y="27"/>
                    <a:pt x="590" y="25"/>
                  </a:cubicBezTo>
                  <a:cubicBezTo>
                    <a:pt x="590" y="25"/>
                    <a:pt x="590" y="25"/>
                    <a:pt x="590" y="25"/>
                  </a:cubicBezTo>
                  <a:cubicBezTo>
                    <a:pt x="592" y="27"/>
                    <a:pt x="593" y="30"/>
                    <a:pt x="595" y="32"/>
                  </a:cubicBezTo>
                  <a:cubicBezTo>
                    <a:pt x="610" y="56"/>
                    <a:pt x="610" y="56"/>
                    <a:pt x="610" y="56"/>
                  </a:cubicBezTo>
                  <a:cubicBezTo>
                    <a:pt x="619" y="56"/>
                    <a:pt x="619" y="56"/>
                    <a:pt x="619" y="56"/>
                  </a:cubicBezTo>
                  <a:cubicBezTo>
                    <a:pt x="619" y="21"/>
                    <a:pt x="619" y="21"/>
                    <a:pt x="619" y="21"/>
                  </a:cubicBezTo>
                  <a:cubicBezTo>
                    <a:pt x="621" y="21"/>
                    <a:pt x="623" y="21"/>
                    <a:pt x="625" y="20"/>
                  </a:cubicBezTo>
                  <a:moveTo>
                    <a:pt x="569" y="56"/>
                  </a:moveTo>
                  <a:cubicBezTo>
                    <a:pt x="569" y="45"/>
                    <a:pt x="569" y="45"/>
                    <a:pt x="569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3" y="47"/>
                    <a:pt x="563" y="49"/>
                    <a:pt x="563" y="51"/>
                  </a:cubicBezTo>
                  <a:cubicBezTo>
                    <a:pt x="552" y="51"/>
                    <a:pt x="552" y="51"/>
                    <a:pt x="552" y="51"/>
                  </a:cubicBezTo>
                  <a:cubicBezTo>
                    <a:pt x="552" y="38"/>
                    <a:pt x="552" y="38"/>
                    <a:pt x="552" y="38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559" y="40"/>
                    <a:pt x="559" y="41"/>
                    <a:pt x="560" y="42"/>
                  </a:cubicBezTo>
                  <a:cubicBezTo>
                    <a:pt x="564" y="42"/>
                    <a:pt x="564" y="42"/>
                    <a:pt x="564" y="42"/>
                  </a:cubicBezTo>
                  <a:cubicBezTo>
                    <a:pt x="564" y="29"/>
                    <a:pt x="564" y="29"/>
                    <a:pt x="564" y="29"/>
                  </a:cubicBezTo>
                  <a:cubicBezTo>
                    <a:pt x="560" y="29"/>
                    <a:pt x="560" y="29"/>
                    <a:pt x="560" y="29"/>
                  </a:cubicBezTo>
                  <a:cubicBezTo>
                    <a:pt x="559" y="30"/>
                    <a:pt x="559" y="32"/>
                    <a:pt x="55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21"/>
                    <a:pt x="552" y="21"/>
                    <a:pt x="552" y="21"/>
                  </a:cubicBezTo>
                  <a:cubicBezTo>
                    <a:pt x="563" y="21"/>
                    <a:pt x="563" y="21"/>
                    <a:pt x="563" y="21"/>
                  </a:cubicBezTo>
                  <a:cubicBezTo>
                    <a:pt x="563" y="23"/>
                    <a:pt x="563" y="25"/>
                    <a:pt x="564" y="27"/>
                  </a:cubicBezTo>
                  <a:cubicBezTo>
                    <a:pt x="568" y="27"/>
                    <a:pt x="568" y="27"/>
                    <a:pt x="568" y="27"/>
                  </a:cubicBezTo>
                  <a:cubicBezTo>
                    <a:pt x="568" y="17"/>
                    <a:pt x="568" y="17"/>
                    <a:pt x="568" y="17"/>
                  </a:cubicBezTo>
                  <a:cubicBezTo>
                    <a:pt x="538" y="17"/>
                    <a:pt x="538" y="17"/>
                    <a:pt x="538" y="17"/>
                  </a:cubicBezTo>
                  <a:cubicBezTo>
                    <a:pt x="538" y="20"/>
                    <a:pt x="538" y="20"/>
                    <a:pt x="538" y="20"/>
                  </a:cubicBezTo>
                  <a:cubicBezTo>
                    <a:pt x="540" y="21"/>
                    <a:pt x="543" y="21"/>
                    <a:pt x="545" y="21"/>
                  </a:cubicBezTo>
                  <a:cubicBezTo>
                    <a:pt x="545" y="51"/>
                    <a:pt x="545" y="51"/>
                    <a:pt x="545" y="51"/>
                  </a:cubicBezTo>
                  <a:cubicBezTo>
                    <a:pt x="543" y="51"/>
                    <a:pt x="540" y="52"/>
                    <a:pt x="538" y="52"/>
                  </a:cubicBezTo>
                  <a:cubicBezTo>
                    <a:pt x="538" y="56"/>
                    <a:pt x="538" y="56"/>
                    <a:pt x="538" y="56"/>
                  </a:cubicBezTo>
                  <a:lnTo>
                    <a:pt x="569" y="56"/>
                  </a:lnTo>
                  <a:close/>
                  <a:moveTo>
                    <a:pt x="531" y="56"/>
                  </a:moveTo>
                  <a:cubicBezTo>
                    <a:pt x="531" y="52"/>
                    <a:pt x="531" y="52"/>
                    <a:pt x="531" y="52"/>
                  </a:cubicBezTo>
                  <a:cubicBezTo>
                    <a:pt x="529" y="52"/>
                    <a:pt x="527" y="51"/>
                    <a:pt x="525" y="51"/>
                  </a:cubicBezTo>
                  <a:cubicBezTo>
                    <a:pt x="525" y="21"/>
                    <a:pt x="525" y="21"/>
                    <a:pt x="525" y="21"/>
                  </a:cubicBezTo>
                  <a:cubicBezTo>
                    <a:pt x="527" y="21"/>
                    <a:pt x="529" y="21"/>
                    <a:pt x="531" y="20"/>
                  </a:cubicBezTo>
                  <a:cubicBezTo>
                    <a:pt x="531" y="17"/>
                    <a:pt x="531" y="17"/>
                    <a:pt x="531" y="17"/>
                  </a:cubicBezTo>
                  <a:cubicBezTo>
                    <a:pt x="511" y="17"/>
                    <a:pt x="511" y="17"/>
                    <a:pt x="511" y="17"/>
                  </a:cubicBezTo>
                  <a:cubicBezTo>
                    <a:pt x="511" y="20"/>
                    <a:pt x="511" y="20"/>
                    <a:pt x="511" y="20"/>
                  </a:cubicBezTo>
                  <a:cubicBezTo>
                    <a:pt x="513" y="21"/>
                    <a:pt x="516" y="21"/>
                    <a:pt x="518" y="21"/>
                  </a:cubicBezTo>
                  <a:cubicBezTo>
                    <a:pt x="518" y="51"/>
                    <a:pt x="518" y="51"/>
                    <a:pt x="518" y="51"/>
                  </a:cubicBezTo>
                  <a:cubicBezTo>
                    <a:pt x="516" y="51"/>
                    <a:pt x="513" y="52"/>
                    <a:pt x="511" y="52"/>
                  </a:cubicBezTo>
                  <a:cubicBezTo>
                    <a:pt x="511" y="56"/>
                    <a:pt x="511" y="56"/>
                    <a:pt x="511" y="56"/>
                  </a:cubicBezTo>
                  <a:lnTo>
                    <a:pt x="531" y="56"/>
                  </a:lnTo>
                  <a:close/>
                  <a:moveTo>
                    <a:pt x="504" y="54"/>
                  </a:moveTo>
                  <a:cubicBezTo>
                    <a:pt x="504" y="48"/>
                    <a:pt x="504" y="48"/>
                    <a:pt x="504" y="48"/>
                  </a:cubicBezTo>
                  <a:cubicBezTo>
                    <a:pt x="501" y="49"/>
                    <a:pt x="497" y="50"/>
                    <a:pt x="494" y="50"/>
                  </a:cubicBezTo>
                  <a:cubicBezTo>
                    <a:pt x="485" y="50"/>
                    <a:pt x="481" y="45"/>
                    <a:pt x="481" y="36"/>
                  </a:cubicBezTo>
                  <a:cubicBezTo>
                    <a:pt x="481" y="28"/>
                    <a:pt x="485" y="22"/>
                    <a:pt x="493" y="22"/>
                  </a:cubicBezTo>
                  <a:cubicBezTo>
                    <a:pt x="495" y="22"/>
                    <a:pt x="496" y="22"/>
                    <a:pt x="498" y="23"/>
                  </a:cubicBezTo>
                  <a:cubicBezTo>
                    <a:pt x="498" y="25"/>
                    <a:pt x="499" y="27"/>
                    <a:pt x="499" y="29"/>
                  </a:cubicBezTo>
                  <a:cubicBezTo>
                    <a:pt x="504" y="29"/>
                    <a:pt x="504" y="29"/>
                    <a:pt x="504" y="29"/>
                  </a:cubicBezTo>
                  <a:cubicBezTo>
                    <a:pt x="504" y="17"/>
                    <a:pt x="504" y="17"/>
                    <a:pt x="504" y="17"/>
                  </a:cubicBezTo>
                  <a:cubicBezTo>
                    <a:pt x="501" y="17"/>
                    <a:pt x="497" y="16"/>
                    <a:pt x="494" y="16"/>
                  </a:cubicBezTo>
                  <a:cubicBezTo>
                    <a:pt x="480" y="16"/>
                    <a:pt x="473" y="26"/>
                    <a:pt x="473" y="37"/>
                  </a:cubicBezTo>
                  <a:cubicBezTo>
                    <a:pt x="473" y="49"/>
                    <a:pt x="480" y="56"/>
                    <a:pt x="493" y="56"/>
                  </a:cubicBezTo>
                  <a:cubicBezTo>
                    <a:pt x="497" y="56"/>
                    <a:pt x="501" y="56"/>
                    <a:pt x="504" y="54"/>
                  </a:cubicBezTo>
                  <a:moveTo>
                    <a:pt x="453" y="20"/>
                  </a:moveTo>
                  <a:cubicBezTo>
                    <a:pt x="453" y="17"/>
                    <a:pt x="453" y="17"/>
                    <a:pt x="453" y="17"/>
                  </a:cubicBezTo>
                  <a:cubicBezTo>
                    <a:pt x="436" y="17"/>
                    <a:pt x="436" y="17"/>
                    <a:pt x="436" y="17"/>
                  </a:cubicBezTo>
                  <a:cubicBezTo>
                    <a:pt x="436" y="20"/>
                    <a:pt x="436" y="20"/>
                    <a:pt x="436" y="20"/>
                  </a:cubicBezTo>
                  <a:cubicBezTo>
                    <a:pt x="437" y="21"/>
                    <a:pt x="439" y="21"/>
                    <a:pt x="440" y="21"/>
                  </a:cubicBezTo>
                  <a:cubicBezTo>
                    <a:pt x="433" y="36"/>
                    <a:pt x="433" y="36"/>
                    <a:pt x="433" y="36"/>
                  </a:cubicBezTo>
                  <a:cubicBezTo>
                    <a:pt x="425" y="21"/>
                    <a:pt x="425" y="21"/>
                    <a:pt x="425" y="21"/>
                  </a:cubicBezTo>
                  <a:cubicBezTo>
                    <a:pt x="426" y="21"/>
                    <a:pt x="428" y="21"/>
                    <a:pt x="430" y="20"/>
                  </a:cubicBezTo>
                  <a:cubicBezTo>
                    <a:pt x="430" y="17"/>
                    <a:pt x="430" y="17"/>
                    <a:pt x="430" y="17"/>
                  </a:cubicBezTo>
                  <a:cubicBezTo>
                    <a:pt x="412" y="17"/>
                    <a:pt x="412" y="17"/>
                    <a:pt x="412" y="17"/>
                  </a:cubicBezTo>
                  <a:cubicBezTo>
                    <a:pt x="412" y="20"/>
                    <a:pt x="412" y="20"/>
                    <a:pt x="412" y="20"/>
                  </a:cubicBezTo>
                  <a:cubicBezTo>
                    <a:pt x="414" y="21"/>
                    <a:pt x="415" y="21"/>
                    <a:pt x="417" y="21"/>
                  </a:cubicBezTo>
                  <a:cubicBezTo>
                    <a:pt x="429" y="42"/>
                    <a:pt x="429" y="42"/>
                    <a:pt x="429" y="42"/>
                  </a:cubicBezTo>
                  <a:cubicBezTo>
                    <a:pt x="429" y="51"/>
                    <a:pt x="429" y="51"/>
                    <a:pt x="429" y="51"/>
                  </a:cubicBezTo>
                  <a:cubicBezTo>
                    <a:pt x="427" y="51"/>
                    <a:pt x="424" y="52"/>
                    <a:pt x="422" y="52"/>
                  </a:cubicBezTo>
                  <a:cubicBezTo>
                    <a:pt x="422" y="56"/>
                    <a:pt x="422" y="56"/>
                    <a:pt x="422" y="56"/>
                  </a:cubicBezTo>
                  <a:cubicBezTo>
                    <a:pt x="442" y="56"/>
                    <a:pt x="442" y="56"/>
                    <a:pt x="442" y="56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0" y="52"/>
                    <a:pt x="438" y="51"/>
                    <a:pt x="436" y="51"/>
                  </a:cubicBezTo>
                  <a:cubicBezTo>
                    <a:pt x="436" y="42"/>
                    <a:pt x="436" y="42"/>
                    <a:pt x="436" y="42"/>
                  </a:cubicBezTo>
                  <a:cubicBezTo>
                    <a:pt x="448" y="21"/>
                    <a:pt x="448" y="21"/>
                    <a:pt x="448" y="21"/>
                  </a:cubicBezTo>
                  <a:cubicBezTo>
                    <a:pt x="449" y="21"/>
                    <a:pt x="451" y="21"/>
                    <a:pt x="453" y="20"/>
                  </a:cubicBezTo>
                  <a:moveTo>
                    <a:pt x="379" y="41"/>
                  </a:moveTo>
                  <a:cubicBezTo>
                    <a:pt x="365" y="41"/>
                    <a:pt x="365" y="41"/>
                    <a:pt x="365" y="41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71" y="27"/>
                    <a:pt x="372" y="24"/>
                    <a:pt x="372" y="22"/>
                  </a:cubicBezTo>
                  <a:cubicBezTo>
                    <a:pt x="372" y="22"/>
                    <a:pt x="372" y="22"/>
                    <a:pt x="372" y="22"/>
                  </a:cubicBezTo>
                  <a:cubicBezTo>
                    <a:pt x="373" y="24"/>
                    <a:pt x="373" y="27"/>
                    <a:pt x="374" y="29"/>
                  </a:cubicBezTo>
                  <a:lnTo>
                    <a:pt x="379" y="41"/>
                  </a:lnTo>
                  <a:close/>
                  <a:moveTo>
                    <a:pt x="395" y="56"/>
                  </a:moveTo>
                  <a:cubicBezTo>
                    <a:pt x="395" y="52"/>
                    <a:pt x="395" y="52"/>
                    <a:pt x="395" y="52"/>
                  </a:cubicBezTo>
                  <a:cubicBezTo>
                    <a:pt x="393" y="52"/>
                    <a:pt x="392" y="51"/>
                    <a:pt x="390" y="51"/>
                  </a:cubicBezTo>
                  <a:cubicBezTo>
                    <a:pt x="377" y="17"/>
                    <a:pt x="377" y="17"/>
                    <a:pt x="377" y="17"/>
                  </a:cubicBezTo>
                  <a:cubicBezTo>
                    <a:pt x="368" y="17"/>
                    <a:pt x="368" y="17"/>
                    <a:pt x="368" y="17"/>
                  </a:cubicBezTo>
                  <a:cubicBezTo>
                    <a:pt x="355" y="51"/>
                    <a:pt x="355" y="51"/>
                    <a:pt x="355" y="51"/>
                  </a:cubicBezTo>
                  <a:cubicBezTo>
                    <a:pt x="353" y="51"/>
                    <a:pt x="351" y="52"/>
                    <a:pt x="350" y="52"/>
                  </a:cubicBezTo>
                  <a:cubicBezTo>
                    <a:pt x="350" y="56"/>
                    <a:pt x="350" y="56"/>
                    <a:pt x="350" y="56"/>
                  </a:cubicBezTo>
                  <a:cubicBezTo>
                    <a:pt x="367" y="56"/>
                    <a:pt x="367" y="56"/>
                    <a:pt x="367" y="56"/>
                  </a:cubicBezTo>
                  <a:cubicBezTo>
                    <a:pt x="367" y="52"/>
                    <a:pt x="367" y="52"/>
                    <a:pt x="367" y="52"/>
                  </a:cubicBezTo>
                  <a:cubicBezTo>
                    <a:pt x="366" y="52"/>
                    <a:pt x="363" y="51"/>
                    <a:pt x="362" y="51"/>
                  </a:cubicBezTo>
                  <a:cubicBezTo>
                    <a:pt x="364" y="46"/>
                    <a:pt x="364" y="46"/>
                    <a:pt x="364" y="46"/>
                  </a:cubicBezTo>
                  <a:cubicBezTo>
                    <a:pt x="381" y="46"/>
                    <a:pt x="381" y="46"/>
                    <a:pt x="381" y="46"/>
                  </a:cubicBezTo>
                  <a:cubicBezTo>
                    <a:pt x="383" y="51"/>
                    <a:pt x="383" y="51"/>
                    <a:pt x="383" y="51"/>
                  </a:cubicBezTo>
                  <a:cubicBezTo>
                    <a:pt x="381" y="51"/>
                    <a:pt x="379" y="52"/>
                    <a:pt x="377" y="52"/>
                  </a:cubicBezTo>
                  <a:cubicBezTo>
                    <a:pt x="377" y="56"/>
                    <a:pt x="377" y="56"/>
                    <a:pt x="377" y="56"/>
                  </a:cubicBezTo>
                  <a:lnTo>
                    <a:pt x="395" y="56"/>
                  </a:lnTo>
                  <a:close/>
                  <a:moveTo>
                    <a:pt x="347" y="56"/>
                  </a:moveTo>
                  <a:cubicBezTo>
                    <a:pt x="347" y="52"/>
                    <a:pt x="347" y="52"/>
                    <a:pt x="347" y="52"/>
                  </a:cubicBezTo>
                  <a:cubicBezTo>
                    <a:pt x="345" y="52"/>
                    <a:pt x="342" y="51"/>
                    <a:pt x="340" y="5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2" y="21"/>
                    <a:pt x="345" y="21"/>
                    <a:pt x="347" y="20"/>
                  </a:cubicBezTo>
                  <a:cubicBezTo>
                    <a:pt x="347" y="17"/>
                    <a:pt x="347" y="17"/>
                    <a:pt x="347" y="17"/>
                  </a:cubicBezTo>
                  <a:cubicBezTo>
                    <a:pt x="327" y="17"/>
                    <a:pt x="327" y="17"/>
                    <a:pt x="327" y="17"/>
                  </a:cubicBezTo>
                  <a:cubicBezTo>
                    <a:pt x="327" y="20"/>
                    <a:pt x="327" y="20"/>
                    <a:pt x="327" y="20"/>
                  </a:cubicBezTo>
                  <a:cubicBezTo>
                    <a:pt x="329" y="21"/>
                    <a:pt x="331" y="21"/>
                    <a:pt x="333" y="21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1" y="51"/>
                    <a:pt x="329" y="52"/>
                    <a:pt x="327" y="52"/>
                  </a:cubicBezTo>
                  <a:cubicBezTo>
                    <a:pt x="327" y="56"/>
                    <a:pt x="327" y="56"/>
                    <a:pt x="327" y="56"/>
                  </a:cubicBezTo>
                  <a:lnTo>
                    <a:pt x="347" y="56"/>
                  </a:lnTo>
                  <a:close/>
                  <a:moveTo>
                    <a:pt x="346" y="5"/>
                  </a:moveTo>
                  <a:cubicBezTo>
                    <a:pt x="343" y="0"/>
                    <a:pt x="343" y="0"/>
                    <a:pt x="343" y="0"/>
                  </a:cubicBezTo>
                  <a:cubicBezTo>
                    <a:pt x="332" y="9"/>
                    <a:pt x="332" y="9"/>
                    <a:pt x="332" y="9"/>
                  </a:cubicBezTo>
                  <a:cubicBezTo>
                    <a:pt x="335" y="12"/>
                    <a:pt x="335" y="12"/>
                    <a:pt x="335" y="12"/>
                  </a:cubicBezTo>
                  <a:lnTo>
                    <a:pt x="346" y="5"/>
                  </a:lnTo>
                  <a:close/>
                  <a:moveTo>
                    <a:pt x="310" y="28"/>
                  </a:moveTo>
                  <a:cubicBezTo>
                    <a:pt x="310" y="32"/>
                    <a:pt x="307" y="34"/>
                    <a:pt x="302" y="34"/>
                  </a:cubicBezTo>
                  <a:cubicBezTo>
                    <a:pt x="300" y="34"/>
                    <a:pt x="299" y="34"/>
                    <a:pt x="298" y="34"/>
                  </a:cubicBezTo>
                  <a:cubicBezTo>
                    <a:pt x="298" y="22"/>
                    <a:pt x="298" y="22"/>
                    <a:pt x="298" y="22"/>
                  </a:cubicBezTo>
                  <a:cubicBezTo>
                    <a:pt x="299" y="22"/>
                    <a:pt x="300" y="21"/>
                    <a:pt x="302" y="21"/>
                  </a:cubicBezTo>
                  <a:cubicBezTo>
                    <a:pt x="307" y="21"/>
                    <a:pt x="310" y="23"/>
                    <a:pt x="310" y="28"/>
                  </a:cubicBezTo>
                  <a:moveTo>
                    <a:pt x="320" y="56"/>
                  </a:moveTo>
                  <a:cubicBezTo>
                    <a:pt x="320" y="52"/>
                    <a:pt x="320" y="52"/>
                    <a:pt x="320" y="52"/>
                  </a:cubicBezTo>
                  <a:cubicBezTo>
                    <a:pt x="319" y="52"/>
                    <a:pt x="317" y="51"/>
                    <a:pt x="315" y="51"/>
                  </a:cubicBezTo>
                  <a:cubicBezTo>
                    <a:pt x="309" y="42"/>
                    <a:pt x="309" y="42"/>
                    <a:pt x="309" y="42"/>
                  </a:cubicBezTo>
                  <a:cubicBezTo>
                    <a:pt x="308" y="40"/>
                    <a:pt x="307" y="39"/>
                    <a:pt x="306" y="38"/>
                  </a:cubicBezTo>
                  <a:cubicBezTo>
                    <a:pt x="313" y="37"/>
                    <a:pt x="317" y="33"/>
                    <a:pt x="317" y="27"/>
                  </a:cubicBezTo>
                  <a:cubicBezTo>
                    <a:pt x="317" y="20"/>
                    <a:pt x="312" y="16"/>
                    <a:pt x="303" y="16"/>
                  </a:cubicBezTo>
                  <a:cubicBezTo>
                    <a:pt x="298" y="16"/>
                    <a:pt x="293" y="17"/>
                    <a:pt x="290" y="17"/>
                  </a:cubicBezTo>
                  <a:cubicBezTo>
                    <a:pt x="284" y="17"/>
                    <a:pt x="284" y="17"/>
                    <a:pt x="284" y="17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6" y="21"/>
                    <a:pt x="288" y="21"/>
                    <a:pt x="291" y="2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88" y="51"/>
                    <a:pt x="286" y="52"/>
                    <a:pt x="284" y="52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303" y="56"/>
                    <a:pt x="303" y="56"/>
                    <a:pt x="303" y="56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299" y="51"/>
                    <a:pt x="298" y="51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310" y="56"/>
                    <a:pt x="310" y="56"/>
                    <a:pt x="310" y="56"/>
                  </a:cubicBezTo>
                  <a:lnTo>
                    <a:pt x="320" y="56"/>
                  </a:lnTo>
                  <a:close/>
                  <a:moveTo>
                    <a:pt x="275" y="56"/>
                  </a:moveTo>
                  <a:cubicBezTo>
                    <a:pt x="275" y="45"/>
                    <a:pt x="275" y="45"/>
                    <a:pt x="275" y="45"/>
                  </a:cubicBezTo>
                  <a:cubicBezTo>
                    <a:pt x="270" y="45"/>
                    <a:pt x="270" y="45"/>
                    <a:pt x="270" y="45"/>
                  </a:cubicBezTo>
                  <a:cubicBezTo>
                    <a:pt x="270" y="47"/>
                    <a:pt x="270" y="49"/>
                    <a:pt x="269" y="51"/>
                  </a:cubicBezTo>
                  <a:cubicBezTo>
                    <a:pt x="258" y="51"/>
                    <a:pt x="258" y="51"/>
                    <a:pt x="258" y="51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40"/>
                    <a:pt x="266" y="41"/>
                    <a:pt x="266" y="42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1" y="29"/>
                    <a:pt x="271" y="29"/>
                    <a:pt x="271" y="29"/>
                  </a:cubicBezTo>
                  <a:cubicBezTo>
                    <a:pt x="266" y="29"/>
                    <a:pt x="266" y="29"/>
                    <a:pt x="266" y="29"/>
                  </a:cubicBezTo>
                  <a:cubicBezTo>
                    <a:pt x="266" y="30"/>
                    <a:pt x="266" y="32"/>
                    <a:pt x="266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8" y="21"/>
                    <a:pt x="258" y="21"/>
                    <a:pt x="258" y="21"/>
                  </a:cubicBezTo>
                  <a:cubicBezTo>
                    <a:pt x="269" y="21"/>
                    <a:pt x="269" y="21"/>
                    <a:pt x="269" y="21"/>
                  </a:cubicBezTo>
                  <a:cubicBezTo>
                    <a:pt x="269" y="23"/>
                    <a:pt x="270" y="25"/>
                    <a:pt x="270" y="27"/>
                  </a:cubicBezTo>
                  <a:cubicBezTo>
                    <a:pt x="275" y="27"/>
                    <a:pt x="275" y="27"/>
                    <a:pt x="275" y="27"/>
                  </a:cubicBezTo>
                  <a:cubicBezTo>
                    <a:pt x="275" y="17"/>
                    <a:pt x="275" y="17"/>
                    <a:pt x="275" y="17"/>
                  </a:cubicBezTo>
                  <a:cubicBezTo>
                    <a:pt x="245" y="17"/>
                    <a:pt x="245" y="17"/>
                    <a:pt x="245" y="1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7" y="21"/>
                    <a:pt x="249" y="21"/>
                    <a:pt x="252" y="21"/>
                  </a:cubicBezTo>
                  <a:cubicBezTo>
                    <a:pt x="252" y="51"/>
                    <a:pt x="252" y="51"/>
                    <a:pt x="252" y="51"/>
                  </a:cubicBezTo>
                  <a:cubicBezTo>
                    <a:pt x="249" y="51"/>
                    <a:pt x="247" y="52"/>
                    <a:pt x="245" y="52"/>
                  </a:cubicBezTo>
                  <a:cubicBezTo>
                    <a:pt x="245" y="56"/>
                    <a:pt x="245" y="56"/>
                    <a:pt x="245" y="56"/>
                  </a:cubicBezTo>
                  <a:lnTo>
                    <a:pt x="275" y="56"/>
                  </a:lnTo>
                  <a:close/>
                  <a:moveTo>
                    <a:pt x="238" y="56"/>
                  </a:moveTo>
                  <a:cubicBezTo>
                    <a:pt x="238" y="52"/>
                    <a:pt x="238" y="52"/>
                    <a:pt x="238" y="52"/>
                  </a:cubicBezTo>
                  <a:cubicBezTo>
                    <a:pt x="236" y="52"/>
                    <a:pt x="234" y="51"/>
                    <a:pt x="232" y="51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4" y="21"/>
                    <a:pt x="236" y="21"/>
                    <a:pt x="238" y="20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18" y="17"/>
                    <a:pt x="218" y="17"/>
                    <a:pt x="218" y="17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20" y="21"/>
                    <a:pt x="222" y="21"/>
                    <a:pt x="225" y="21"/>
                  </a:cubicBezTo>
                  <a:cubicBezTo>
                    <a:pt x="225" y="51"/>
                    <a:pt x="225" y="51"/>
                    <a:pt x="225" y="51"/>
                  </a:cubicBezTo>
                  <a:cubicBezTo>
                    <a:pt x="222" y="51"/>
                    <a:pt x="220" y="52"/>
                    <a:pt x="218" y="52"/>
                  </a:cubicBezTo>
                  <a:cubicBezTo>
                    <a:pt x="218" y="56"/>
                    <a:pt x="218" y="56"/>
                    <a:pt x="218" y="56"/>
                  </a:cubicBezTo>
                  <a:lnTo>
                    <a:pt x="238" y="56"/>
                  </a:lnTo>
                  <a:close/>
                  <a:moveTo>
                    <a:pt x="211" y="20"/>
                  </a:moveTo>
                  <a:cubicBezTo>
                    <a:pt x="211" y="17"/>
                    <a:pt x="211" y="17"/>
                    <a:pt x="211" y="17"/>
                  </a:cubicBezTo>
                  <a:cubicBezTo>
                    <a:pt x="193" y="17"/>
                    <a:pt x="193" y="17"/>
                    <a:pt x="193" y="17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5" y="21"/>
                    <a:pt x="197" y="21"/>
                    <a:pt x="199" y="21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9" y="41"/>
                    <a:pt x="199" y="45"/>
                    <a:pt x="200" y="48"/>
                  </a:cubicBezTo>
                  <a:cubicBezTo>
                    <a:pt x="199" y="48"/>
                    <a:pt x="199" y="48"/>
                    <a:pt x="199" y="48"/>
                  </a:cubicBezTo>
                  <a:cubicBezTo>
                    <a:pt x="198" y="45"/>
                    <a:pt x="196" y="42"/>
                    <a:pt x="195" y="40"/>
                  </a:cubicBezTo>
                  <a:cubicBezTo>
                    <a:pt x="180" y="17"/>
                    <a:pt x="180" y="17"/>
                    <a:pt x="180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4" y="20"/>
                    <a:pt x="164" y="20"/>
                    <a:pt x="164" y="20"/>
                  </a:cubicBezTo>
                  <a:cubicBezTo>
                    <a:pt x="166" y="21"/>
                    <a:pt x="168" y="21"/>
                    <a:pt x="171" y="21"/>
                  </a:cubicBezTo>
                  <a:cubicBezTo>
                    <a:pt x="171" y="51"/>
                    <a:pt x="171" y="51"/>
                    <a:pt x="171" y="51"/>
                  </a:cubicBezTo>
                  <a:cubicBezTo>
                    <a:pt x="168" y="51"/>
                    <a:pt x="166" y="52"/>
                    <a:pt x="164" y="52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83" y="56"/>
                    <a:pt x="183" y="56"/>
                    <a:pt x="183" y="56"/>
                  </a:cubicBezTo>
                  <a:cubicBezTo>
                    <a:pt x="183" y="52"/>
                    <a:pt x="183" y="52"/>
                    <a:pt x="183" y="52"/>
                  </a:cubicBezTo>
                  <a:cubicBezTo>
                    <a:pt x="182" y="52"/>
                    <a:pt x="179" y="51"/>
                    <a:pt x="177" y="51"/>
                  </a:cubicBezTo>
                  <a:cubicBezTo>
                    <a:pt x="177" y="34"/>
                    <a:pt x="177" y="34"/>
                    <a:pt x="177" y="34"/>
                  </a:cubicBezTo>
                  <a:cubicBezTo>
                    <a:pt x="177" y="30"/>
                    <a:pt x="177" y="27"/>
                    <a:pt x="177" y="25"/>
                  </a:cubicBezTo>
                  <a:cubicBezTo>
                    <a:pt x="177" y="25"/>
                    <a:pt x="177" y="25"/>
                    <a:pt x="177" y="25"/>
                  </a:cubicBezTo>
                  <a:cubicBezTo>
                    <a:pt x="178" y="27"/>
                    <a:pt x="180" y="30"/>
                    <a:pt x="181" y="32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8" y="21"/>
                    <a:pt x="210" y="21"/>
                    <a:pt x="211" y="20"/>
                  </a:cubicBezTo>
                  <a:moveTo>
                    <a:pt x="155" y="56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0" y="47"/>
                    <a:pt x="149" y="49"/>
                    <a:pt x="149" y="51"/>
                  </a:cubicBezTo>
                  <a:cubicBezTo>
                    <a:pt x="138" y="51"/>
                    <a:pt x="138" y="51"/>
                    <a:pt x="138" y="51"/>
                  </a:cubicBezTo>
                  <a:cubicBezTo>
                    <a:pt x="138" y="38"/>
                    <a:pt x="138" y="38"/>
                    <a:pt x="138" y="38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5" y="40"/>
                    <a:pt x="146" y="41"/>
                    <a:pt x="146" y="42"/>
                  </a:cubicBezTo>
                  <a:cubicBezTo>
                    <a:pt x="151" y="42"/>
                    <a:pt x="151" y="42"/>
                    <a:pt x="151" y="42"/>
                  </a:cubicBezTo>
                  <a:cubicBezTo>
                    <a:pt x="151" y="29"/>
                    <a:pt x="151" y="29"/>
                    <a:pt x="151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30"/>
                    <a:pt x="146" y="32"/>
                    <a:pt x="145" y="33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49" y="23"/>
                    <a:pt x="150" y="25"/>
                    <a:pt x="150" y="27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25" y="17"/>
                    <a:pt x="125" y="17"/>
                    <a:pt x="125" y="17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7" y="21"/>
                    <a:pt x="129" y="21"/>
                    <a:pt x="131" y="21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29" y="51"/>
                    <a:pt x="127" y="52"/>
                    <a:pt x="125" y="52"/>
                  </a:cubicBezTo>
                  <a:cubicBezTo>
                    <a:pt x="125" y="56"/>
                    <a:pt x="125" y="56"/>
                    <a:pt x="125" y="56"/>
                  </a:cubicBezTo>
                  <a:lnTo>
                    <a:pt x="155" y="56"/>
                  </a:lnTo>
                  <a:close/>
                  <a:moveTo>
                    <a:pt x="120" y="39"/>
                  </a:moveTo>
                  <a:cubicBezTo>
                    <a:pt x="120" y="35"/>
                    <a:pt x="120" y="35"/>
                    <a:pt x="12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104" y="40"/>
                    <a:pt x="106" y="40"/>
                    <a:pt x="108" y="40"/>
                  </a:cubicBezTo>
                  <a:cubicBezTo>
                    <a:pt x="108" y="50"/>
                    <a:pt x="108" y="50"/>
                    <a:pt x="108" y="50"/>
                  </a:cubicBezTo>
                  <a:cubicBezTo>
                    <a:pt x="106" y="50"/>
                    <a:pt x="104" y="51"/>
                    <a:pt x="102" y="51"/>
                  </a:cubicBezTo>
                  <a:cubicBezTo>
                    <a:pt x="93" y="51"/>
                    <a:pt x="88" y="46"/>
                    <a:pt x="88" y="36"/>
                  </a:cubicBezTo>
                  <a:cubicBezTo>
                    <a:pt x="88" y="27"/>
                    <a:pt x="94" y="22"/>
                    <a:pt x="102" y="22"/>
                  </a:cubicBezTo>
                  <a:cubicBezTo>
                    <a:pt x="104" y="22"/>
                    <a:pt x="106" y="22"/>
                    <a:pt x="108" y="22"/>
                  </a:cubicBezTo>
                  <a:cubicBezTo>
                    <a:pt x="108" y="24"/>
                    <a:pt x="109" y="26"/>
                    <a:pt x="109" y="29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0" y="16"/>
                    <a:pt x="106" y="16"/>
                    <a:pt x="102" y="16"/>
                  </a:cubicBezTo>
                  <a:cubicBezTo>
                    <a:pt x="88" y="16"/>
                    <a:pt x="80" y="25"/>
                    <a:pt x="80" y="37"/>
                  </a:cubicBezTo>
                  <a:cubicBezTo>
                    <a:pt x="80" y="50"/>
                    <a:pt x="89" y="56"/>
                    <a:pt x="101" y="56"/>
                  </a:cubicBezTo>
                  <a:cubicBezTo>
                    <a:pt x="106" y="56"/>
                    <a:pt x="111" y="56"/>
                    <a:pt x="115" y="54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8" y="40"/>
                    <a:pt x="120" y="39"/>
                  </a:cubicBezTo>
                  <a:moveTo>
                    <a:pt x="74" y="20"/>
                  </a:moveTo>
                  <a:cubicBezTo>
                    <a:pt x="74" y="17"/>
                    <a:pt x="74" y="17"/>
                    <a:pt x="74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8" y="21"/>
                    <a:pt x="60" y="21"/>
                    <a:pt x="62" y="21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41"/>
                    <a:pt x="62" y="45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1" y="45"/>
                    <a:pt x="59" y="42"/>
                    <a:pt x="58" y="40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1"/>
                    <a:pt x="31" y="21"/>
                    <a:pt x="34" y="2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1" y="51"/>
                    <a:pt x="29" y="52"/>
                    <a:pt x="27" y="52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4" y="52"/>
                    <a:pt x="42" y="51"/>
                    <a:pt x="40" y="51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0"/>
                    <a:pt x="40" y="27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1" y="27"/>
                    <a:pt x="43" y="30"/>
                    <a:pt x="44" y="32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1" y="21"/>
                    <a:pt x="73" y="21"/>
                    <a:pt x="74" y="20"/>
                  </a:cubicBezTo>
                  <a:moveTo>
                    <a:pt x="20" y="56"/>
                  </a:moveTo>
                  <a:cubicBezTo>
                    <a:pt x="20" y="52"/>
                    <a:pt x="20" y="52"/>
                    <a:pt x="20" y="52"/>
                  </a:cubicBezTo>
                  <a:cubicBezTo>
                    <a:pt x="18" y="52"/>
                    <a:pt x="16" y="51"/>
                    <a:pt x="13" y="5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21"/>
                    <a:pt x="18" y="21"/>
                    <a:pt x="20" y="20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21"/>
                    <a:pt x="4" y="21"/>
                    <a:pt x="7" y="2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4" y="51"/>
                    <a:pt x="2" y="52"/>
                    <a:pt x="0" y="52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6" name="Freeform 38">
              <a:extLst>
                <a:ext uri="{FF2B5EF4-FFF2-40B4-BE49-F238E27FC236}">
                  <a16:creationId xmlns:a16="http://schemas.microsoft.com/office/drawing/2014/main" id="{F47BD283-62E6-4C5B-9649-6904B135BC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597150"/>
              <a:ext cx="908050" cy="88900"/>
            </a:xfrm>
            <a:custGeom>
              <a:avLst/>
              <a:gdLst>
                <a:gd name="T0" fmla="*/ 413 w 419"/>
                <a:gd name="T1" fmla="*/ 35 h 41"/>
                <a:gd name="T2" fmla="*/ 410 w 419"/>
                <a:gd name="T3" fmla="*/ 27 h 41"/>
                <a:gd name="T4" fmla="*/ 410 w 419"/>
                <a:gd name="T5" fmla="*/ 18 h 41"/>
                <a:gd name="T6" fmla="*/ 414 w 419"/>
                <a:gd name="T7" fmla="*/ 12 h 41"/>
                <a:gd name="T8" fmla="*/ 389 w 419"/>
                <a:gd name="T9" fmla="*/ 5 h 41"/>
                <a:gd name="T10" fmla="*/ 389 w 419"/>
                <a:gd name="T11" fmla="*/ 40 h 41"/>
                <a:gd name="T12" fmla="*/ 355 w 419"/>
                <a:gd name="T13" fmla="*/ 35 h 41"/>
                <a:gd name="T14" fmla="*/ 383 w 419"/>
                <a:gd name="T15" fmla="*/ 20 h 41"/>
                <a:gd name="T16" fmla="*/ 342 w 419"/>
                <a:gd name="T17" fmla="*/ 5 h 41"/>
                <a:gd name="T18" fmla="*/ 342 w 419"/>
                <a:gd name="T19" fmla="*/ 40 h 41"/>
                <a:gd name="T20" fmla="*/ 312 w 419"/>
                <a:gd name="T21" fmla="*/ 20 h 41"/>
                <a:gd name="T22" fmla="*/ 297 w 419"/>
                <a:gd name="T23" fmla="*/ 6 h 41"/>
                <a:gd name="T24" fmla="*/ 285 w 419"/>
                <a:gd name="T25" fmla="*/ 1 h 41"/>
                <a:gd name="T26" fmla="*/ 285 w 419"/>
                <a:gd name="T27" fmla="*/ 35 h 41"/>
                <a:gd name="T28" fmla="*/ 296 w 419"/>
                <a:gd name="T29" fmla="*/ 41 h 41"/>
                <a:gd name="T30" fmla="*/ 250 w 419"/>
                <a:gd name="T31" fmla="*/ 13 h 41"/>
                <a:gd name="T32" fmla="*/ 259 w 419"/>
                <a:gd name="T33" fmla="*/ 25 h 41"/>
                <a:gd name="T34" fmla="*/ 257 w 419"/>
                <a:gd name="T35" fmla="*/ 1 h 41"/>
                <a:gd name="T36" fmla="*/ 230 w 419"/>
                <a:gd name="T37" fmla="*/ 40 h 41"/>
                <a:gd name="T38" fmla="*/ 243 w 419"/>
                <a:gd name="T39" fmla="*/ 30 h 41"/>
                <a:gd name="T40" fmla="*/ 257 w 419"/>
                <a:gd name="T41" fmla="*/ 40 h 41"/>
                <a:gd name="T42" fmla="*/ 195 w 419"/>
                <a:gd name="T43" fmla="*/ 1 h 41"/>
                <a:gd name="T44" fmla="*/ 209 w 419"/>
                <a:gd name="T45" fmla="*/ 6 h 41"/>
                <a:gd name="T46" fmla="*/ 223 w 419"/>
                <a:gd name="T47" fmla="*/ 40 h 41"/>
                <a:gd name="T48" fmla="*/ 225 w 419"/>
                <a:gd name="T49" fmla="*/ 6 h 41"/>
                <a:gd name="T50" fmla="*/ 194 w 419"/>
                <a:gd name="T51" fmla="*/ 28 h 41"/>
                <a:gd name="T52" fmla="*/ 178 w 419"/>
                <a:gd name="T53" fmla="*/ 6 h 41"/>
                <a:gd name="T54" fmla="*/ 164 w 419"/>
                <a:gd name="T55" fmla="*/ 5 h 41"/>
                <a:gd name="T56" fmla="*/ 164 w 419"/>
                <a:gd name="T57" fmla="*/ 40 h 41"/>
                <a:gd name="T58" fmla="*/ 140 w 419"/>
                <a:gd name="T59" fmla="*/ 1 h 41"/>
                <a:gd name="T60" fmla="*/ 136 w 419"/>
                <a:gd name="T61" fmla="*/ 35 h 41"/>
                <a:gd name="T62" fmla="*/ 132 w 419"/>
                <a:gd name="T63" fmla="*/ 1 h 41"/>
                <a:gd name="T64" fmla="*/ 119 w 419"/>
                <a:gd name="T65" fmla="*/ 27 h 41"/>
                <a:gd name="T66" fmla="*/ 158 w 419"/>
                <a:gd name="T67" fmla="*/ 5 h 41"/>
                <a:gd name="T68" fmla="*/ 84 w 419"/>
                <a:gd name="T69" fmla="*/ 21 h 41"/>
                <a:gd name="T70" fmla="*/ 107 w 419"/>
                <a:gd name="T71" fmla="*/ 13 h 41"/>
                <a:gd name="T72" fmla="*/ 96 w 419"/>
                <a:gd name="T73" fmla="*/ 41 h 41"/>
                <a:gd name="T74" fmla="*/ 49 w 419"/>
                <a:gd name="T75" fmla="*/ 13 h 41"/>
                <a:gd name="T76" fmla="*/ 58 w 419"/>
                <a:gd name="T77" fmla="*/ 25 h 41"/>
                <a:gd name="T78" fmla="*/ 56 w 419"/>
                <a:gd name="T79" fmla="*/ 1 h 41"/>
                <a:gd name="T80" fmla="*/ 29 w 419"/>
                <a:gd name="T81" fmla="*/ 40 h 41"/>
                <a:gd name="T82" fmla="*/ 43 w 419"/>
                <a:gd name="T83" fmla="*/ 30 h 41"/>
                <a:gd name="T84" fmla="*/ 56 w 419"/>
                <a:gd name="T85" fmla="*/ 40 h 41"/>
                <a:gd name="T86" fmla="*/ 0 w 419"/>
                <a:gd name="T87" fmla="*/ 1 h 41"/>
                <a:gd name="T88" fmla="*/ 0 w 419"/>
                <a:gd name="T89" fmla="*/ 36 h 41"/>
                <a:gd name="T90" fmla="*/ 13 w 419"/>
                <a:gd name="T91" fmla="*/ 35 h 41"/>
                <a:gd name="T92" fmla="*/ 26 w 419"/>
                <a:gd name="T93" fmla="*/ 27 h 41"/>
                <a:gd name="T94" fmla="*/ 13 w 419"/>
                <a:gd name="T95" fmla="*/ 18 h 41"/>
                <a:gd name="T96" fmla="*/ 30 w 419"/>
                <a:gd name="T97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9" h="41">
                  <a:moveTo>
                    <a:pt x="419" y="40"/>
                  </a:moveTo>
                  <a:cubicBezTo>
                    <a:pt x="419" y="29"/>
                    <a:pt x="419" y="29"/>
                    <a:pt x="419" y="29"/>
                  </a:cubicBezTo>
                  <a:cubicBezTo>
                    <a:pt x="414" y="29"/>
                    <a:pt x="414" y="29"/>
                    <a:pt x="414" y="29"/>
                  </a:cubicBezTo>
                  <a:cubicBezTo>
                    <a:pt x="414" y="31"/>
                    <a:pt x="414" y="34"/>
                    <a:pt x="413" y="35"/>
                  </a:cubicBezTo>
                  <a:cubicBezTo>
                    <a:pt x="402" y="35"/>
                    <a:pt x="402" y="35"/>
                    <a:pt x="402" y="35"/>
                  </a:cubicBezTo>
                  <a:cubicBezTo>
                    <a:pt x="402" y="22"/>
                    <a:pt x="402" y="22"/>
                    <a:pt x="402" y="22"/>
                  </a:cubicBezTo>
                  <a:cubicBezTo>
                    <a:pt x="410" y="22"/>
                    <a:pt x="410" y="22"/>
                    <a:pt x="410" y="22"/>
                  </a:cubicBezTo>
                  <a:cubicBezTo>
                    <a:pt x="410" y="24"/>
                    <a:pt x="410" y="25"/>
                    <a:pt x="410" y="27"/>
                  </a:cubicBezTo>
                  <a:cubicBezTo>
                    <a:pt x="415" y="27"/>
                    <a:pt x="415" y="27"/>
                    <a:pt x="415" y="27"/>
                  </a:cubicBezTo>
                  <a:cubicBezTo>
                    <a:pt x="415" y="14"/>
                    <a:pt x="415" y="14"/>
                    <a:pt x="415" y="14"/>
                  </a:cubicBezTo>
                  <a:cubicBezTo>
                    <a:pt x="410" y="14"/>
                    <a:pt x="410" y="14"/>
                    <a:pt x="410" y="14"/>
                  </a:cubicBezTo>
                  <a:cubicBezTo>
                    <a:pt x="410" y="15"/>
                    <a:pt x="410" y="16"/>
                    <a:pt x="410" y="18"/>
                  </a:cubicBezTo>
                  <a:cubicBezTo>
                    <a:pt x="402" y="18"/>
                    <a:pt x="402" y="18"/>
                    <a:pt x="402" y="18"/>
                  </a:cubicBezTo>
                  <a:cubicBezTo>
                    <a:pt x="402" y="6"/>
                    <a:pt x="402" y="6"/>
                    <a:pt x="402" y="6"/>
                  </a:cubicBezTo>
                  <a:cubicBezTo>
                    <a:pt x="413" y="6"/>
                    <a:pt x="413" y="6"/>
                    <a:pt x="413" y="6"/>
                  </a:cubicBezTo>
                  <a:cubicBezTo>
                    <a:pt x="413" y="7"/>
                    <a:pt x="414" y="10"/>
                    <a:pt x="414" y="12"/>
                  </a:cubicBezTo>
                  <a:cubicBezTo>
                    <a:pt x="419" y="12"/>
                    <a:pt x="419" y="12"/>
                    <a:pt x="419" y="12"/>
                  </a:cubicBezTo>
                  <a:cubicBezTo>
                    <a:pt x="419" y="1"/>
                    <a:pt x="419" y="1"/>
                    <a:pt x="419" y="1"/>
                  </a:cubicBezTo>
                  <a:cubicBezTo>
                    <a:pt x="389" y="1"/>
                    <a:pt x="389" y="1"/>
                    <a:pt x="389" y="1"/>
                  </a:cubicBezTo>
                  <a:cubicBezTo>
                    <a:pt x="389" y="5"/>
                    <a:pt x="389" y="5"/>
                    <a:pt x="389" y="5"/>
                  </a:cubicBezTo>
                  <a:cubicBezTo>
                    <a:pt x="391" y="5"/>
                    <a:pt x="393" y="6"/>
                    <a:pt x="396" y="6"/>
                  </a:cubicBezTo>
                  <a:cubicBezTo>
                    <a:pt x="396" y="35"/>
                    <a:pt x="396" y="35"/>
                    <a:pt x="396" y="35"/>
                  </a:cubicBezTo>
                  <a:cubicBezTo>
                    <a:pt x="393" y="36"/>
                    <a:pt x="391" y="36"/>
                    <a:pt x="389" y="36"/>
                  </a:cubicBezTo>
                  <a:cubicBezTo>
                    <a:pt x="389" y="40"/>
                    <a:pt x="389" y="40"/>
                    <a:pt x="389" y="40"/>
                  </a:cubicBezTo>
                  <a:lnTo>
                    <a:pt x="419" y="40"/>
                  </a:lnTo>
                  <a:close/>
                  <a:moveTo>
                    <a:pt x="376" y="20"/>
                  </a:moveTo>
                  <a:cubicBezTo>
                    <a:pt x="376" y="30"/>
                    <a:pt x="369" y="35"/>
                    <a:pt x="360" y="35"/>
                  </a:cubicBezTo>
                  <a:cubicBezTo>
                    <a:pt x="359" y="35"/>
                    <a:pt x="356" y="35"/>
                    <a:pt x="355" y="35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7" y="6"/>
                    <a:pt x="359" y="6"/>
                    <a:pt x="361" y="6"/>
                  </a:cubicBezTo>
                  <a:cubicBezTo>
                    <a:pt x="371" y="6"/>
                    <a:pt x="376" y="11"/>
                    <a:pt x="376" y="20"/>
                  </a:cubicBezTo>
                  <a:moveTo>
                    <a:pt x="383" y="20"/>
                  </a:moveTo>
                  <a:cubicBezTo>
                    <a:pt x="383" y="6"/>
                    <a:pt x="375" y="1"/>
                    <a:pt x="362" y="1"/>
                  </a:cubicBezTo>
                  <a:cubicBezTo>
                    <a:pt x="357" y="1"/>
                    <a:pt x="352" y="1"/>
                    <a:pt x="348" y="1"/>
                  </a:cubicBezTo>
                  <a:cubicBezTo>
                    <a:pt x="342" y="1"/>
                    <a:pt x="342" y="1"/>
                    <a:pt x="342" y="1"/>
                  </a:cubicBezTo>
                  <a:cubicBezTo>
                    <a:pt x="342" y="5"/>
                    <a:pt x="342" y="5"/>
                    <a:pt x="342" y="5"/>
                  </a:cubicBezTo>
                  <a:cubicBezTo>
                    <a:pt x="344" y="5"/>
                    <a:pt x="346" y="6"/>
                    <a:pt x="348" y="6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46" y="36"/>
                    <a:pt x="344" y="36"/>
                    <a:pt x="342" y="36"/>
                  </a:cubicBezTo>
                  <a:cubicBezTo>
                    <a:pt x="342" y="40"/>
                    <a:pt x="342" y="40"/>
                    <a:pt x="342" y="40"/>
                  </a:cubicBezTo>
                  <a:cubicBezTo>
                    <a:pt x="348" y="40"/>
                    <a:pt x="348" y="40"/>
                    <a:pt x="348" y="40"/>
                  </a:cubicBezTo>
                  <a:cubicBezTo>
                    <a:pt x="352" y="40"/>
                    <a:pt x="355" y="41"/>
                    <a:pt x="360" y="41"/>
                  </a:cubicBezTo>
                  <a:cubicBezTo>
                    <a:pt x="373" y="41"/>
                    <a:pt x="383" y="34"/>
                    <a:pt x="383" y="20"/>
                  </a:cubicBezTo>
                  <a:moveTo>
                    <a:pt x="312" y="20"/>
                  </a:moveTo>
                  <a:cubicBezTo>
                    <a:pt x="312" y="30"/>
                    <a:pt x="306" y="35"/>
                    <a:pt x="297" y="35"/>
                  </a:cubicBezTo>
                  <a:cubicBezTo>
                    <a:pt x="295" y="35"/>
                    <a:pt x="293" y="35"/>
                    <a:pt x="291" y="35"/>
                  </a:cubicBezTo>
                  <a:cubicBezTo>
                    <a:pt x="291" y="6"/>
                    <a:pt x="291" y="6"/>
                    <a:pt x="291" y="6"/>
                  </a:cubicBezTo>
                  <a:cubicBezTo>
                    <a:pt x="293" y="6"/>
                    <a:pt x="295" y="6"/>
                    <a:pt x="297" y="6"/>
                  </a:cubicBezTo>
                  <a:cubicBezTo>
                    <a:pt x="307" y="6"/>
                    <a:pt x="312" y="11"/>
                    <a:pt x="312" y="20"/>
                  </a:cubicBezTo>
                  <a:moveTo>
                    <a:pt x="319" y="20"/>
                  </a:moveTo>
                  <a:cubicBezTo>
                    <a:pt x="319" y="6"/>
                    <a:pt x="311" y="1"/>
                    <a:pt x="298" y="1"/>
                  </a:cubicBezTo>
                  <a:cubicBezTo>
                    <a:pt x="294" y="1"/>
                    <a:pt x="288" y="1"/>
                    <a:pt x="285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5"/>
                    <a:pt x="278" y="5"/>
                    <a:pt x="278" y="5"/>
                  </a:cubicBezTo>
                  <a:cubicBezTo>
                    <a:pt x="280" y="5"/>
                    <a:pt x="282" y="6"/>
                    <a:pt x="285" y="6"/>
                  </a:cubicBezTo>
                  <a:cubicBezTo>
                    <a:pt x="285" y="35"/>
                    <a:pt x="285" y="35"/>
                    <a:pt x="285" y="35"/>
                  </a:cubicBezTo>
                  <a:cubicBezTo>
                    <a:pt x="282" y="36"/>
                    <a:pt x="280" y="36"/>
                    <a:pt x="278" y="36"/>
                  </a:cubicBezTo>
                  <a:cubicBezTo>
                    <a:pt x="278" y="40"/>
                    <a:pt x="278" y="40"/>
                    <a:pt x="278" y="40"/>
                  </a:cubicBezTo>
                  <a:cubicBezTo>
                    <a:pt x="285" y="40"/>
                    <a:pt x="285" y="40"/>
                    <a:pt x="285" y="40"/>
                  </a:cubicBezTo>
                  <a:cubicBezTo>
                    <a:pt x="288" y="40"/>
                    <a:pt x="291" y="41"/>
                    <a:pt x="296" y="41"/>
                  </a:cubicBezTo>
                  <a:cubicBezTo>
                    <a:pt x="309" y="41"/>
                    <a:pt x="319" y="34"/>
                    <a:pt x="319" y="20"/>
                  </a:cubicBezTo>
                  <a:moveTo>
                    <a:pt x="259" y="25"/>
                  </a:moveTo>
                  <a:cubicBezTo>
                    <a:pt x="245" y="25"/>
                    <a:pt x="245" y="25"/>
                    <a:pt x="245" y="25"/>
                  </a:cubicBezTo>
                  <a:cubicBezTo>
                    <a:pt x="250" y="13"/>
                    <a:pt x="250" y="13"/>
                    <a:pt x="250" y="13"/>
                  </a:cubicBezTo>
                  <a:cubicBezTo>
                    <a:pt x="251" y="11"/>
                    <a:pt x="251" y="9"/>
                    <a:pt x="252" y="7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3" y="9"/>
                    <a:pt x="253" y="11"/>
                    <a:pt x="254" y="13"/>
                  </a:cubicBezTo>
                  <a:lnTo>
                    <a:pt x="259" y="25"/>
                  </a:lnTo>
                  <a:close/>
                  <a:moveTo>
                    <a:pt x="275" y="40"/>
                  </a:moveTo>
                  <a:cubicBezTo>
                    <a:pt x="275" y="36"/>
                    <a:pt x="275" y="36"/>
                    <a:pt x="275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57" y="1"/>
                    <a:pt x="257" y="1"/>
                    <a:pt x="257" y="1"/>
                  </a:cubicBezTo>
                  <a:cubicBezTo>
                    <a:pt x="248" y="1"/>
                    <a:pt x="248" y="1"/>
                    <a:pt x="248" y="1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3" y="36"/>
                    <a:pt x="231" y="36"/>
                    <a:pt x="230" y="36"/>
                  </a:cubicBezTo>
                  <a:cubicBezTo>
                    <a:pt x="230" y="40"/>
                    <a:pt x="230" y="40"/>
                    <a:pt x="230" y="40"/>
                  </a:cubicBezTo>
                  <a:cubicBezTo>
                    <a:pt x="247" y="40"/>
                    <a:pt x="247" y="40"/>
                    <a:pt x="247" y="40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6" y="36"/>
                    <a:pt x="243" y="36"/>
                    <a:pt x="241" y="36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61" y="30"/>
                    <a:pt x="261" y="30"/>
                    <a:pt x="261" y="30"/>
                  </a:cubicBezTo>
                  <a:cubicBezTo>
                    <a:pt x="262" y="36"/>
                    <a:pt x="262" y="36"/>
                    <a:pt x="262" y="36"/>
                  </a:cubicBezTo>
                  <a:cubicBezTo>
                    <a:pt x="261" y="36"/>
                    <a:pt x="258" y="36"/>
                    <a:pt x="257" y="36"/>
                  </a:cubicBezTo>
                  <a:cubicBezTo>
                    <a:pt x="257" y="40"/>
                    <a:pt x="257" y="40"/>
                    <a:pt x="257" y="40"/>
                  </a:cubicBezTo>
                  <a:lnTo>
                    <a:pt x="275" y="40"/>
                  </a:lnTo>
                  <a:close/>
                  <a:moveTo>
                    <a:pt x="231" y="14"/>
                  </a:moveTo>
                  <a:cubicBezTo>
                    <a:pt x="231" y="1"/>
                    <a:pt x="231" y="1"/>
                    <a:pt x="231" y="1"/>
                  </a:cubicBezTo>
                  <a:cubicBezTo>
                    <a:pt x="195" y="1"/>
                    <a:pt x="195" y="1"/>
                    <a:pt x="195" y="1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9" y="14"/>
                    <a:pt x="199" y="14"/>
                    <a:pt x="199" y="14"/>
                  </a:cubicBezTo>
                  <a:cubicBezTo>
                    <a:pt x="200" y="11"/>
                    <a:pt x="200" y="8"/>
                    <a:pt x="200" y="6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7" y="36"/>
                    <a:pt x="205" y="36"/>
                    <a:pt x="203" y="36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23" y="40"/>
                    <a:pt x="223" y="40"/>
                    <a:pt x="223" y="40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1" y="36"/>
                    <a:pt x="218" y="36"/>
                    <a:pt x="216" y="35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225" y="6"/>
                    <a:pt x="225" y="6"/>
                    <a:pt x="225" y="6"/>
                  </a:cubicBezTo>
                  <a:cubicBezTo>
                    <a:pt x="225" y="8"/>
                    <a:pt x="226" y="11"/>
                    <a:pt x="226" y="14"/>
                  </a:cubicBezTo>
                  <a:lnTo>
                    <a:pt x="231" y="14"/>
                  </a:lnTo>
                  <a:close/>
                  <a:moveTo>
                    <a:pt x="194" y="40"/>
                  </a:moveTo>
                  <a:cubicBezTo>
                    <a:pt x="194" y="28"/>
                    <a:pt x="194" y="28"/>
                    <a:pt x="194" y="28"/>
                  </a:cubicBezTo>
                  <a:cubicBezTo>
                    <a:pt x="189" y="28"/>
                    <a:pt x="189" y="28"/>
                    <a:pt x="189" y="28"/>
                  </a:cubicBezTo>
                  <a:cubicBezTo>
                    <a:pt x="189" y="30"/>
                    <a:pt x="189" y="33"/>
                    <a:pt x="188" y="35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80" y="6"/>
                    <a:pt x="182" y="5"/>
                    <a:pt x="184" y="5"/>
                  </a:cubicBezTo>
                  <a:cubicBezTo>
                    <a:pt x="184" y="1"/>
                    <a:pt x="184" y="1"/>
                    <a:pt x="184" y="1"/>
                  </a:cubicBezTo>
                  <a:cubicBezTo>
                    <a:pt x="164" y="1"/>
                    <a:pt x="164" y="1"/>
                    <a:pt x="164" y="1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6" y="5"/>
                    <a:pt x="169" y="6"/>
                    <a:pt x="171" y="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69" y="36"/>
                    <a:pt x="166" y="36"/>
                    <a:pt x="164" y="36"/>
                  </a:cubicBezTo>
                  <a:cubicBezTo>
                    <a:pt x="164" y="40"/>
                    <a:pt x="164" y="40"/>
                    <a:pt x="164" y="40"/>
                  </a:cubicBezTo>
                  <a:lnTo>
                    <a:pt x="194" y="40"/>
                  </a:lnTo>
                  <a:close/>
                  <a:moveTo>
                    <a:pt x="158" y="5"/>
                  </a:moveTo>
                  <a:cubicBezTo>
                    <a:pt x="158" y="1"/>
                    <a:pt x="158" y="1"/>
                    <a:pt x="158" y="1"/>
                  </a:cubicBezTo>
                  <a:cubicBezTo>
                    <a:pt x="140" y="1"/>
                    <a:pt x="140" y="1"/>
                    <a:pt x="140" y="1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2" y="5"/>
                    <a:pt x="144" y="6"/>
                    <a:pt x="146" y="6"/>
                  </a:cubicBezTo>
                  <a:cubicBezTo>
                    <a:pt x="146" y="25"/>
                    <a:pt x="146" y="25"/>
                    <a:pt x="146" y="25"/>
                  </a:cubicBezTo>
                  <a:cubicBezTo>
                    <a:pt x="146" y="31"/>
                    <a:pt x="143" y="35"/>
                    <a:pt x="136" y="35"/>
                  </a:cubicBezTo>
                  <a:cubicBezTo>
                    <a:pt x="129" y="35"/>
                    <a:pt x="126" y="32"/>
                    <a:pt x="126" y="25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8" y="6"/>
                    <a:pt x="130" y="5"/>
                    <a:pt x="132" y="5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5" y="5"/>
                    <a:pt x="117" y="6"/>
                    <a:pt x="119" y="6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36"/>
                    <a:pt x="125" y="41"/>
                    <a:pt x="135" y="41"/>
                  </a:cubicBezTo>
                  <a:cubicBezTo>
                    <a:pt x="148" y="41"/>
                    <a:pt x="153" y="34"/>
                    <a:pt x="153" y="25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5" y="6"/>
                    <a:pt x="157" y="5"/>
                    <a:pt x="158" y="5"/>
                  </a:cubicBezTo>
                  <a:moveTo>
                    <a:pt x="107" y="39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4" y="34"/>
                    <a:pt x="101" y="35"/>
                    <a:pt x="97" y="35"/>
                  </a:cubicBezTo>
                  <a:cubicBezTo>
                    <a:pt x="88" y="35"/>
                    <a:pt x="84" y="30"/>
                    <a:pt x="84" y="21"/>
                  </a:cubicBezTo>
                  <a:cubicBezTo>
                    <a:pt x="84" y="13"/>
                    <a:pt x="88" y="6"/>
                    <a:pt x="96" y="6"/>
                  </a:cubicBezTo>
                  <a:cubicBezTo>
                    <a:pt x="98" y="6"/>
                    <a:pt x="99" y="7"/>
                    <a:pt x="101" y="7"/>
                  </a:cubicBezTo>
                  <a:cubicBezTo>
                    <a:pt x="101" y="9"/>
                    <a:pt x="102" y="11"/>
                    <a:pt x="102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2"/>
                    <a:pt x="107" y="2"/>
                    <a:pt x="107" y="2"/>
                  </a:cubicBezTo>
                  <a:cubicBezTo>
                    <a:pt x="104" y="1"/>
                    <a:pt x="100" y="0"/>
                    <a:pt x="97" y="0"/>
                  </a:cubicBezTo>
                  <a:cubicBezTo>
                    <a:pt x="83" y="0"/>
                    <a:pt x="76" y="10"/>
                    <a:pt x="76" y="21"/>
                  </a:cubicBezTo>
                  <a:cubicBezTo>
                    <a:pt x="76" y="33"/>
                    <a:pt x="83" y="41"/>
                    <a:pt x="96" y="41"/>
                  </a:cubicBezTo>
                  <a:cubicBezTo>
                    <a:pt x="100" y="41"/>
                    <a:pt x="104" y="40"/>
                    <a:pt x="107" y="39"/>
                  </a:cubicBezTo>
                  <a:moveTo>
                    <a:pt x="58" y="25"/>
                  </a:moveTo>
                  <a:cubicBezTo>
                    <a:pt x="45" y="25"/>
                    <a:pt x="45" y="25"/>
                    <a:pt x="45" y="25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0" y="11"/>
                    <a:pt x="51" y="9"/>
                    <a:pt x="51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9"/>
                    <a:pt x="53" y="11"/>
                    <a:pt x="54" y="13"/>
                  </a:cubicBezTo>
                  <a:lnTo>
                    <a:pt x="58" y="25"/>
                  </a:lnTo>
                  <a:close/>
                  <a:moveTo>
                    <a:pt x="74" y="40"/>
                  </a:moveTo>
                  <a:cubicBezTo>
                    <a:pt x="74" y="36"/>
                    <a:pt x="74" y="36"/>
                    <a:pt x="74" y="36"/>
                  </a:cubicBezTo>
                  <a:cubicBezTo>
                    <a:pt x="73" y="36"/>
                    <a:pt x="71" y="36"/>
                    <a:pt x="69" y="36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1" y="36"/>
                    <a:pt x="29" y="36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5" y="36"/>
                    <a:pt x="43" y="36"/>
                    <a:pt x="41" y="36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0" y="36"/>
                    <a:pt x="58" y="36"/>
                    <a:pt x="56" y="36"/>
                  </a:cubicBezTo>
                  <a:cubicBezTo>
                    <a:pt x="56" y="40"/>
                    <a:pt x="56" y="40"/>
                    <a:pt x="56" y="40"/>
                  </a:cubicBezTo>
                  <a:lnTo>
                    <a:pt x="74" y="40"/>
                  </a:lnTo>
                  <a:close/>
                  <a:moveTo>
                    <a:pt x="30" y="12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6"/>
                    <a:pt x="7" y="6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4" y="36"/>
                    <a:pt x="2" y="36"/>
                    <a:pt x="0" y="3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8" y="36"/>
                    <a:pt x="16" y="36"/>
                    <a:pt x="13" y="35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6"/>
                    <a:pt x="22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7"/>
                    <a:pt x="21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10"/>
                    <a:pt x="25" y="12"/>
                  </a:cubicBezTo>
                  <a:lnTo>
                    <a:pt x="3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</p:spTree>
    <p:extLst>
      <p:ext uri="{BB962C8B-B14F-4D97-AF65-F5344CB8AC3E}">
        <p14:creationId xmlns:p14="http://schemas.microsoft.com/office/powerpoint/2010/main" val="164073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4201">
          <p15:clr>
            <a:srgbClr val="FBAE40"/>
          </p15:clr>
        </p15:guide>
        <p15:guide id="3" orient="horz" pos="96">
          <p15:clr>
            <a:srgbClr val="FBAE40"/>
          </p15:clr>
        </p15:guide>
        <p15:guide id="4" pos="3840">
          <p15:clr>
            <a:srgbClr val="FBAE40"/>
          </p15:clr>
        </p15:guide>
        <p15:guide id="5" pos="166">
          <p15:clr>
            <a:srgbClr val="FBAE40"/>
          </p15:clr>
        </p15:guide>
        <p15:guide id="6" pos="7469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Pilar Estratégico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Imagen 182">
            <a:extLst>
              <a:ext uri="{FF2B5EF4-FFF2-40B4-BE49-F238E27FC236}">
                <a16:creationId xmlns:a16="http://schemas.microsoft.com/office/drawing/2014/main" id="{41CCAF33-B12B-41A0-BE5D-59B4A0685F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11517" cy="6858000"/>
          </a:xfrm>
          <a:prstGeom prst="rect">
            <a:avLst/>
          </a:prstGeom>
        </p:spPr>
      </p:pic>
      <p:grpSp>
        <p:nvGrpSpPr>
          <p:cNvPr id="115" name="Grupo 114">
            <a:extLst>
              <a:ext uri="{FF2B5EF4-FFF2-40B4-BE49-F238E27FC236}">
                <a16:creationId xmlns:a16="http://schemas.microsoft.com/office/drawing/2014/main" id="{69FB7E18-2CC0-4582-BB3E-EB95B0A22D4A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16" name="Freeform 109">
              <a:extLst>
                <a:ext uri="{FF2B5EF4-FFF2-40B4-BE49-F238E27FC236}">
                  <a16:creationId xmlns:a16="http://schemas.microsoft.com/office/drawing/2014/main" id="{0BBB06D9-59F1-4BFB-945C-66DABEEF2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10">
              <a:extLst>
                <a:ext uri="{FF2B5EF4-FFF2-40B4-BE49-F238E27FC236}">
                  <a16:creationId xmlns:a16="http://schemas.microsoft.com/office/drawing/2014/main" id="{0F012B7F-41EC-4C40-8471-E3E70586E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18" name="Grupo 117">
              <a:extLst>
                <a:ext uri="{FF2B5EF4-FFF2-40B4-BE49-F238E27FC236}">
                  <a16:creationId xmlns:a16="http://schemas.microsoft.com/office/drawing/2014/main" id="{12B08E2C-EF48-48B3-AFE0-4384241ED33F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129" name="Freeform 111">
                <a:extLst>
                  <a:ext uri="{FF2B5EF4-FFF2-40B4-BE49-F238E27FC236}">
                    <a16:creationId xmlns:a16="http://schemas.microsoft.com/office/drawing/2014/main" id="{B5E4CC2E-DE7D-42AD-9E4A-A902C09DBA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0" name="Freeform 112">
                <a:extLst>
                  <a:ext uri="{FF2B5EF4-FFF2-40B4-BE49-F238E27FC236}">
                    <a16:creationId xmlns:a16="http://schemas.microsoft.com/office/drawing/2014/main" id="{2692FD56-B5F7-4768-87B4-595A81CED9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1" name="Freeform 113">
                <a:extLst>
                  <a:ext uri="{FF2B5EF4-FFF2-40B4-BE49-F238E27FC236}">
                    <a16:creationId xmlns:a16="http://schemas.microsoft.com/office/drawing/2014/main" id="{6C97D8FA-1746-4CB1-8A90-B1FE8CCB34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2" name="Freeform 114">
                <a:extLst>
                  <a:ext uri="{FF2B5EF4-FFF2-40B4-BE49-F238E27FC236}">
                    <a16:creationId xmlns:a16="http://schemas.microsoft.com/office/drawing/2014/main" id="{08629C8E-EBB9-4B50-A58D-89FE362918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3" name="Freeform 115">
                <a:extLst>
                  <a:ext uri="{FF2B5EF4-FFF2-40B4-BE49-F238E27FC236}">
                    <a16:creationId xmlns:a16="http://schemas.microsoft.com/office/drawing/2014/main" id="{2E9BAC52-F18C-4AEE-98E6-06F0B8C4C8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4" name="Freeform 116">
                <a:extLst>
                  <a:ext uri="{FF2B5EF4-FFF2-40B4-BE49-F238E27FC236}">
                    <a16:creationId xmlns:a16="http://schemas.microsoft.com/office/drawing/2014/main" id="{A3A9D0A5-FD47-4C6E-973C-140AD6F1F9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5" name="Freeform 117">
                <a:extLst>
                  <a:ext uri="{FF2B5EF4-FFF2-40B4-BE49-F238E27FC236}">
                    <a16:creationId xmlns:a16="http://schemas.microsoft.com/office/drawing/2014/main" id="{FEDE020E-92DA-4EBA-8234-89F5092261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6" name="Freeform 118">
                <a:extLst>
                  <a:ext uri="{FF2B5EF4-FFF2-40B4-BE49-F238E27FC236}">
                    <a16:creationId xmlns:a16="http://schemas.microsoft.com/office/drawing/2014/main" id="{BBF5AD13-0A6A-47B9-A246-B9FC221AD9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7" name="Freeform 119">
                <a:extLst>
                  <a:ext uri="{FF2B5EF4-FFF2-40B4-BE49-F238E27FC236}">
                    <a16:creationId xmlns:a16="http://schemas.microsoft.com/office/drawing/2014/main" id="{C96ED675-5431-4A62-93EC-08F86C2246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8" name="Freeform 120">
                <a:extLst>
                  <a:ext uri="{FF2B5EF4-FFF2-40B4-BE49-F238E27FC236}">
                    <a16:creationId xmlns:a16="http://schemas.microsoft.com/office/drawing/2014/main" id="{6D2B9CFA-8DED-4E3B-93E6-F115AE4A53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2" name="Freeform 121">
                <a:extLst>
                  <a:ext uri="{FF2B5EF4-FFF2-40B4-BE49-F238E27FC236}">
                    <a16:creationId xmlns:a16="http://schemas.microsoft.com/office/drawing/2014/main" id="{10268280-107C-4BCF-BD39-55AEA9F8F8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3" name="Freeform 122">
                <a:extLst>
                  <a:ext uri="{FF2B5EF4-FFF2-40B4-BE49-F238E27FC236}">
                    <a16:creationId xmlns:a16="http://schemas.microsoft.com/office/drawing/2014/main" id="{EFD7C7F8-0DF2-4E04-AE67-BAD217E368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4" name="Freeform 123">
                <a:extLst>
                  <a:ext uri="{FF2B5EF4-FFF2-40B4-BE49-F238E27FC236}">
                    <a16:creationId xmlns:a16="http://schemas.microsoft.com/office/drawing/2014/main" id="{B03F6D32-4961-4430-8EB4-9E85001ABC2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5" name="Freeform 124">
                <a:extLst>
                  <a:ext uri="{FF2B5EF4-FFF2-40B4-BE49-F238E27FC236}">
                    <a16:creationId xmlns:a16="http://schemas.microsoft.com/office/drawing/2014/main" id="{B32384A0-C6DB-42D1-BF33-6C71F61844D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6" name="Freeform 125">
                <a:extLst>
                  <a:ext uri="{FF2B5EF4-FFF2-40B4-BE49-F238E27FC236}">
                    <a16:creationId xmlns:a16="http://schemas.microsoft.com/office/drawing/2014/main" id="{9E0D9B83-F644-4248-9F16-C9B77D7C55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7" name="Freeform 126">
                <a:extLst>
                  <a:ext uri="{FF2B5EF4-FFF2-40B4-BE49-F238E27FC236}">
                    <a16:creationId xmlns:a16="http://schemas.microsoft.com/office/drawing/2014/main" id="{D6C63950-71AE-4468-BC43-29ECE49855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8" name="Freeform 127">
                <a:extLst>
                  <a:ext uri="{FF2B5EF4-FFF2-40B4-BE49-F238E27FC236}">
                    <a16:creationId xmlns:a16="http://schemas.microsoft.com/office/drawing/2014/main" id="{A85C9A0E-5DF7-4CFF-BC57-1D1EFDCB28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19" name="Freeform 128">
              <a:extLst>
                <a:ext uri="{FF2B5EF4-FFF2-40B4-BE49-F238E27FC236}">
                  <a16:creationId xmlns:a16="http://schemas.microsoft.com/office/drawing/2014/main" id="{2E1B7B9E-A73F-45FF-9CC5-D3B098C29E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129">
              <a:extLst>
                <a:ext uri="{FF2B5EF4-FFF2-40B4-BE49-F238E27FC236}">
                  <a16:creationId xmlns:a16="http://schemas.microsoft.com/office/drawing/2014/main" id="{89993091-DE75-4AD4-9395-5D189EF56B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Freeform 130">
              <a:extLst>
                <a:ext uri="{FF2B5EF4-FFF2-40B4-BE49-F238E27FC236}">
                  <a16:creationId xmlns:a16="http://schemas.microsoft.com/office/drawing/2014/main" id="{56112F76-1E89-4CC3-8996-66E54DF609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131">
              <a:extLst>
                <a:ext uri="{FF2B5EF4-FFF2-40B4-BE49-F238E27FC236}">
                  <a16:creationId xmlns:a16="http://schemas.microsoft.com/office/drawing/2014/main" id="{363F8117-F3EF-4943-896E-4AAC07B838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Freeform 132">
              <a:extLst>
                <a:ext uri="{FF2B5EF4-FFF2-40B4-BE49-F238E27FC236}">
                  <a16:creationId xmlns:a16="http://schemas.microsoft.com/office/drawing/2014/main" id="{71A146AD-5547-4807-967C-155ED0B0D2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Freeform 133">
              <a:extLst>
                <a:ext uri="{FF2B5EF4-FFF2-40B4-BE49-F238E27FC236}">
                  <a16:creationId xmlns:a16="http://schemas.microsoft.com/office/drawing/2014/main" id="{339F1DC0-ACAB-4539-AC35-B48380C01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134">
              <a:extLst>
                <a:ext uri="{FF2B5EF4-FFF2-40B4-BE49-F238E27FC236}">
                  <a16:creationId xmlns:a16="http://schemas.microsoft.com/office/drawing/2014/main" id="{48EEA41A-EFD8-4B6A-8818-8690B228A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135">
              <a:extLst>
                <a:ext uri="{FF2B5EF4-FFF2-40B4-BE49-F238E27FC236}">
                  <a16:creationId xmlns:a16="http://schemas.microsoft.com/office/drawing/2014/main" id="{79B651CD-7685-4B96-BF7B-BDA356CA2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136">
              <a:extLst>
                <a:ext uri="{FF2B5EF4-FFF2-40B4-BE49-F238E27FC236}">
                  <a16:creationId xmlns:a16="http://schemas.microsoft.com/office/drawing/2014/main" id="{D4269548-2D26-4FD7-957D-51F46F9CC7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137">
              <a:extLst>
                <a:ext uri="{FF2B5EF4-FFF2-40B4-BE49-F238E27FC236}">
                  <a16:creationId xmlns:a16="http://schemas.microsoft.com/office/drawing/2014/main" id="{D182F85B-E6BE-4F9F-B24A-20C162218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7827B509-9FB3-4319-BA15-715037A2D40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32742" y="3457454"/>
            <a:ext cx="6698049" cy="2845783"/>
          </a:xfrm>
          <a:prstGeom prst="roundRect">
            <a:avLst>
              <a:gd name="adj" fmla="val 5068"/>
            </a:avLst>
          </a:prstGeom>
          <a:solidFill>
            <a:srgbClr val="4DCAE3"/>
          </a:solidFill>
        </p:spPr>
        <p:txBody>
          <a:bodyPr wrap="square" lIns="216000" tIns="0" bIns="0" anchor="ctr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 sz="140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endParaRPr lang="es-ES" dirty="0"/>
          </a:p>
          <a:p>
            <a:pPr marL="171450" marR="0" lvl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/>
            </a:pPr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endParaRPr lang="es-ES" dirty="0"/>
          </a:p>
        </p:txBody>
      </p:sp>
      <p:sp>
        <p:nvSpPr>
          <p:cNvPr id="15" name="Marcador de posición de imagen 4">
            <a:extLst>
              <a:ext uri="{FF2B5EF4-FFF2-40B4-BE49-F238E27FC236}">
                <a16:creationId xmlns:a16="http://schemas.microsoft.com/office/drawing/2014/main" id="{750CD212-A17B-4EEB-ADCA-F364EE898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100263" y="3464803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109" name="Marcador de texto 2">
            <a:extLst>
              <a:ext uri="{FF2B5EF4-FFF2-40B4-BE49-F238E27FC236}">
                <a16:creationId xmlns:a16="http://schemas.microsoft.com/office/drawing/2014/main" id="{B2BD3264-5755-4587-A5A6-20D71589BB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11" name="Marcador de texto 2">
            <a:extLst>
              <a:ext uri="{FF2B5EF4-FFF2-40B4-BE49-F238E27FC236}">
                <a16:creationId xmlns:a16="http://schemas.microsoft.com/office/drawing/2014/main" id="{51053114-08A5-47F0-8597-CC7E7EAAAC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12" name="Conector recto 111">
            <a:extLst>
              <a:ext uri="{FF2B5EF4-FFF2-40B4-BE49-F238E27FC236}">
                <a16:creationId xmlns:a16="http://schemas.microsoft.com/office/drawing/2014/main" id="{B9AAD98F-2599-46B5-91A3-70C3ABDBCA08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Marcador de texto 2">
            <a:extLst>
              <a:ext uri="{FF2B5EF4-FFF2-40B4-BE49-F238E27FC236}">
                <a16:creationId xmlns:a16="http://schemas.microsoft.com/office/drawing/2014/main" id="{0216A025-CDAB-44CF-8C5B-05FF34B1C0C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434678" y="854586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80" name="Marcador de texto 2">
            <a:extLst>
              <a:ext uri="{FF2B5EF4-FFF2-40B4-BE49-F238E27FC236}">
                <a16:creationId xmlns:a16="http://schemas.microsoft.com/office/drawing/2014/main" id="{79010D02-5C43-4AE4-AFA6-2D3D9A91EED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10800000">
            <a:off x="10352482" y="3178569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81" name="Marcador de texto 2">
            <a:extLst>
              <a:ext uri="{FF2B5EF4-FFF2-40B4-BE49-F238E27FC236}">
                <a16:creationId xmlns:a16="http://schemas.microsoft.com/office/drawing/2014/main" id="{3A89926B-4C27-4478-97B2-E6A21B112BC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56705" y="1374095"/>
            <a:ext cx="6698049" cy="164427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500"/>
              </a:lnSpc>
              <a:buNone/>
              <a:defRPr sz="1600">
                <a:solidFill>
                  <a:schemeClr val="tx2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r>
              <a:rPr lang="es-ES" dirty="0"/>
              <a:t> </a:t>
            </a:r>
            <a:r>
              <a:rPr lang="es-ES" dirty="0" err="1"/>
              <a:t>tristique</a:t>
            </a:r>
            <a:r>
              <a:rPr lang="es-ES" dirty="0"/>
              <a:t>. </a:t>
            </a:r>
            <a:r>
              <a:rPr lang="es-ES" dirty="0" err="1"/>
              <a:t>Litora</a:t>
            </a:r>
            <a:r>
              <a:rPr lang="es-ES" dirty="0"/>
              <a:t> ad</a:t>
            </a:r>
          </a:p>
        </p:txBody>
      </p:sp>
      <p:sp>
        <p:nvSpPr>
          <p:cNvPr id="182" name="Marcador de número de diapositiva 70">
            <a:extLst>
              <a:ext uri="{FF2B5EF4-FFF2-40B4-BE49-F238E27FC236}">
                <a16:creationId xmlns:a16="http://schemas.microsoft.com/office/drawing/2014/main" id="{AB43DBFC-893D-40FD-9824-3AC666F06E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543575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Pilar Estratégico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Imagen 182">
            <a:extLst>
              <a:ext uri="{FF2B5EF4-FFF2-40B4-BE49-F238E27FC236}">
                <a16:creationId xmlns:a16="http://schemas.microsoft.com/office/drawing/2014/main" id="{41CCAF33-B12B-41A0-BE5D-59B4A0685F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11517" cy="6858000"/>
          </a:xfrm>
          <a:prstGeom prst="rect">
            <a:avLst/>
          </a:prstGeom>
        </p:spPr>
      </p:pic>
      <p:grpSp>
        <p:nvGrpSpPr>
          <p:cNvPr id="115" name="Grupo 114">
            <a:extLst>
              <a:ext uri="{FF2B5EF4-FFF2-40B4-BE49-F238E27FC236}">
                <a16:creationId xmlns:a16="http://schemas.microsoft.com/office/drawing/2014/main" id="{69FB7E18-2CC0-4582-BB3E-EB95B0A22D4A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16" name="Freeform 109">
              <a:extLst>
                <a:ext uri="{FF2B5EF4-FFF2-40B4-BE49-F238E27FC236}">
                  <a16:creationId xmlns:a16="http://schemas.microsoft.com/office/drawing/2014/main" id="{0BBB06D9-59F1-4BFB-945C-66DABEEF2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10">
              <a:extLst>
                <a:ext uri="{FF2B5EF4-FFF2-40B4-BE49-F238E27FC236}">
                  <a16:creationId xmlns:a16="http://schemas.microsoft.com/office/drawing/2014/main" id="{0F012B7F-41EC-4C40-8471-E3E70586E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18" name="Grupo 117">
              <a:extLst>
                <a:ext uri="{FF2B5EF4-FFF2-40B4-BE49-F238E27FC236}">
                  <a16:creationId xmlns:a16="http://schemas.microsoft.com/office/drawing/2014/main" id="{12B08E2C-EF48-48B3-AFE0-4384241ED33F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129" name="Freeform 111">
                <a:extLst>
                  <a:ext uri="{FF2B5EF4-FFF2-40B4-BE49-F238E27FC236}">
                    <a16:creationId xmlns:a16="http://schemas.microsoft.com/office/drawing/2014/main" id="{B5E4CC2E-DE7D-42AD-9E4A-A902C09DBA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0" name="Freeform 112">
                <a:extLst>
                  <a:ext uri="{FF2B5EF4-FFF2-40B4-BE49-F238E27FC236}">
                    <a16:creationId xmlns:a16="http://schemas.microsoft.com/office/drawing/2014/main" id="{2692FD56-B5F7-4768-87B4-595A81CED9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1" name="Freeform 113">
                <a:extLst>
                  <a:ext uri="{FF2B5EF4-FFF2-40B4-BE49-F238E27FC236}">
                    <a16:creationId xmlns:a16="http://schemas.microsoft.com/office/drawing/2014/main" id="{6C97D8FA-1746-4CB1-8A90-B1FE8CCB34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2" name="Freeform 114">
                <a:extLst>
                  <a:ext uri="{FF2B5EF4-FFF2-40B4-BE49-F238E27FC236}">
                    <a16:creationId xmlns:a16="http://schemas.microsoft.com/office/drawing/2014/main" id="{08629C8E-EBB9-4B50-A58D-89FE362918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3" name="Freeform 115">
                <a:extLst>
                  <a:ext uri="{FF2B5EF4-FFF2-40B4-BE49-F238E27FC236}">
                    <a16:creationId xmlns:a16="http://schemas.microsoft.com/office/drawing/2014/main" id="{2E9BAC52-F18C-4AEE-98E6-06F0B8C4C8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4" name="Freeform 116">
                <a:extLst>
                  <a:ext uri="{FF2B5EF4-FFF2-40B4-BE49-F238E27FC236}">
                    <a16:creationId xmlns:a16="http://schemas.microsoft.com/office/drawing/2014/main" id="{A3A9D0A5-FD47-4C6E-973C-140AD6F1F9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5" name="Freeform 117">
                <a:extLst>
                  <a:ext uri="{FF2B5EF4-FFF2-40B4-BE49-F238E27FC236}">
                    <a16:creationId xmlns:a16="http://schemas.microsoft.com/office/drawing/2014/main" id="{FEDE020E-92DA-4EBA-8234-89F5092261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6" name="Freeform 118">
                <a:extLst>
                  <a:ext uri="{FF2B5EF4-FFF2-40B4-BE49-F238E27FC236}">
                    <a16:creationId xmlns:a16="http://schemas.microsoft.com/office/drawing/2014/main" id="{BBF5AD13-0A6A-47B9-A246-B9FC221AD9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7" name="Freeform 119">
                <a:extLst>
                  <a:ext uri="{FF2B5EF4-FFF2-40B4-BE49-F238E27FC236}">
                    <a16:creationId xmlns:a16="http://schemas.microsoft.com/office/drawing/2014/main" id="{C96ED675-5431-4A62-93EC-08F86C2246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8" name="Freeform 120">
                <a:extLst>
                  <a:ext uri="{FF2B5EF4-FFF2-40B4-BE49-F238E27FC236}">
                    <a16:creationId xmlns:a16="http://schemas.microsoft.com/office/drawing/2014/main" id="{6D2B9CFA-8DED-4E3B-93E6-F115AE4A53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2" name="Freeform 121">
                <a:extLst>
                  <a:ext uri="{FF2B5EF4-FFF2-40B4-BE49-F238E27FC236}">
                    <a16:creationId xmlns:a16="http://schemas.microsoft.com/office/drawing/2014/main" id="{10268280-107C-4BCF-BD39-55AEA9F8F8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3" name="Freeform 122">
                <a:extLst>
                  <a:ext uri="{FF2B5EF4-FFF2-40B4-BE49-F238E27FC236}">
                    <a16:creationId xmlns:a16="http://schemas.microsoft.com/office/drawing/2014/main" id="{EFD7C7F8-0DF2-4E04-AE67-BAD217E368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4" name="Freeform 123">
                <a:extLst>
                  <a:ext uri="{FF2B5EF4-FFF2-40B4-BE49-F238E27FC236}">
                    <a16:creationId xmlns:a16="http://schemas.microsoft.com/office/drawing/2014/main" id="{B03F6D32-4961-4430-8EB4-9E85001ABC2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5" name="Freeform 124">
                <a:extLst>
                  <a:ext uri="{FF2B5EF4-FFF2-40B4-BE49-F238E27FC236}">
                    <a16:creationId xmlns:a16="http://schemas.microsoft.com/office/drawing/2014/main" id="{B32384A0-C6DB-42D1-BF33-6C71F61844D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6" name="Freeform 125">
                <a:extLst>
                  <a:ext uri="{FF2B5EF4-FFF2-40B4-BE49-F238E27FC236}">
                    <a16:creationId xmlns:a16="http://schemas.microsoft.com/office/drawing/2014/main" id="{9E0D9B83-F644-4248-9F16-C9B77D7C55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7" name="Freeform 126">
                <a:extLst>
                  <a:ext uri="{FF2B5EF4-FFF2-40B4-BE49-F238E27FC236}">
                    <a16:creationId xmlns:a16="http://schemas.microsoft.com/office/drawing/2014/main" id="{D6C63950-71AE-4468-BC43-29ECE49855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8" name="Freeform 127">
                <a:extLst>
                  <a:ext uri="{FF2B5EF4-FFF2-40B4-BE49-F238E27FC236}">
                    <a16:creationId xmlns:a16="http://schemas.microsoft.com/office/drawing/2014/main" id="{A85C9A0E-5DF7-4CFF-BC57-1D1EFDCB28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19" name="Freeform 128">
              <a:extLst>
                <a:ext uri="{FF2B5EF4-FFF2-40B4-BE49-F238E27FC236}">
                  <a16:creationId xmlns:a16="http://schemas.microsoft.com/office/drawing/2014/main" id="{2E1B7B9E-A73F-45FF-9CC5-D3B098C29E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129">
              <a:extLst>
                <a:ext uri="{FF2B5EF4-FFF2-40B4-BE49-F238E27FC236}">
                  <a16:creationId xmlns:a16="http://schemas.microsoft.com/office/drawing/2014/main" id="{89993091-DE75-4AD4-9395-5D189EF56B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Freeform 130">
              <a:extLst>
                <a:ext uri="{FF2B5EF4-FFF2-40B4-BE49-F238E27FC236}">
                  <a16:creationId xmlns:a16="http://schemas.microsoft.com/office/drawing/2014/main" id="{56112F76-1E89-4CC3-8996-66E54DF609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131">
              <a:extLst>
                <a:ext uri="{FF2B5EF4-FFF2-40B4-BE49-F238E27FC236}">
                  <a16:creationId xmlns:a16="http://schemas.microsoft.com/office/drawing/2014/main" id="{363F8117-F3EF-4943-896E-4AAC07B838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Freeform 132">
              <a:extLst>
                <a:ext uri="{FF2B5EF4-FFF2-40B4-BE49-F238E27FC236}">
                  <a16:creationId xmlns:a16="http://schemas.microsoft.com/office/drawing/2014/main" id="{71A146AD-5547-4807-967C-155ED0B0D2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Freeform 133">
              <a:extLst>
                <a:ext uri="{FF2B5EF4-FFF2-40B4-BE49-F238E27FC236}">
                  <a16:creationId xmlns:a16="http://schemas.microsoft.com/office/drawing/2014/main" id="{339F1DC0-ACAB-4539-AC35-B48380C01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134">
              <a:extLst>
                <a:ext uri="{FF2B5EF4-FFF2-40B4-BE49-F238E27FC236}">
                  <a16:creationId xmlns:a16="http://schemas.microsoft.com/office/drawing/2014/main" id="{48EEA41A-EFD8-4B6A-8818-8690B228A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135">
              <a:extLst>
                <a:ext uri="{FF2B5EF4-FFF2-40B4-BE49-F238E27FC236}">
                  <a16:creationId xmlns:a16="http://schemas.microsoft.com/office/drawing/2014/main" id="{79B651CD-7685-4B96-BF7B-BDA356CA2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136">
              <a:extLst>
                <a:ext uri="{FF2B5EF4-FFF2-40B4-BE49-F238E27FC236}">
                  <a16:creationId xmlns:a16="http://schemas.microsoft.com/office/drawing/2014/main" id="{D4269548-2D26-4FD7-957D-51F46F9CC7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137">
              <a:extLst>
                <a:ext uri="{FF2B5EF4-FFF2-40B4-BE49-F238E27FC236}">
                  <a16:creationId xmlns:a16="http://schemas.microsoft.com/office/drawing/2014/main" id="{D182F85B-E6BE-4F9F-B24A-20C162218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7827B509-9FB3-4319-BA15-715037A2D40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32742" y="3457454"/>
            <a:ext cx="6698049" cy="2845783"/>
          </a:xfrm>
          <a:prstGeom prst="roundRect">
            <a:avLst>
              <a:gd name="adj" fmla="val 5068"/>
            </a:avLst>
          </a:prstGeom>
          <a:solidFill>
            <a:schemeClr val="accent3"/>
          </a:solidFill>
        </p:spPr>
        <p:txBody>
          <a:bodyPr wrap="square" lIns="216000" tIns="0" bIns="0" anchor="ctr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 sz="140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endParaRPr lang="es-ES" dirty="0"/>
          </a:p>
          <a:p>
            <a:pPr marL="171450" marR="0" lvl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/>
            </a:pPr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endParaRPr lang="es-ES" dirty="0"/>
          </a:p>
        </p:txBody>
      </p:sp>
      <p:sp>
        <p:nvSpPr>
          <p:cNvPr id="15" name="Marcador de posición de imagen 4">
            <a:extLst>
              <a:ext uri="{FF2B5EF4-FFF2-40B4-BE49-F238E27FC236}">
                <a16:creationId xmlns:a16="http://schemas.microsoft.com/office/drawing/2014/main" id="{750CD212-A17B-4EEB-ADCA-F364EE898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100263" y="3464803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109" name="Marcador de texto 2">
            <a:extLst>
              <a:ext uri="{FF2B5EF4-FFF2-40B4-BE49-F238E27FC236}">
                <a16:creationId xmlns:a16="http://schemas.microsoft.com/office/drawing/2014/main" id="{B2BD3264-5755-4587-A5A6-20D71589BB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11" name="Marcador de texto 2">
            <a:extLst>
              <a:ext uri="{FF2B5EF4-FFF2-40B4-BE49-F238E27FC236}">
                <a16:creationId xmlns:a16="http://schemas.microsoft.com/office/drawing/2014/main" id="{51053114-08A5-47F0-8597-CC7E7EAAAC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12" name="Conector recto 111">
            <a:extLst>
              <a:ext uri="{FF2B5EF4-FFF2-40B4-BE49-F238E27FC236}">
                <a16:creationId xmlns:a16="http://schemas.microsoft.com/office/drawing/2014/main" id="{B9AAD98F-2599-46B5-91A3-70C3ABDBCA08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Marcador de texto 2">
            <a:extLst>
              <a:ext uri="{FF2B5EF4-FFF2-40B4-BE49-F238E27FC236}">
                <a16:creationId xmlns:a16="http://schemas.microsoft.com/office/drawing/2014/main" id="{0216A025-CDAB-44CF-8C5B-05FF34B1C0C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434678" y="854586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80" name="Marcador de texto 2">
            <a:extLst>
              <a:ext uri="{FF2B5EF4-FFF2-40B4-BE49-F238E27FC236}">
                <a16:creationId xmlns:a16="http://schemas.microsoft.com/office/drawing/2014/main" id="{79010D02-5C43-4AE4-AFA6-2D3D9A91EED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10800000">
            <a:off x="10352482" y="3178569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81" name="Marcador de texto 2">
            <a:extLst>
              <a:ext uri="{FF2B5EF4-FFF2-40B4-BE49-F238E27FC236}">
                <a16:creationId xmlns:a16="http://schemas.microsoft.com/office/drawing/2014/main" id="{3A89926B-4C27-4478-97B2-E6A21B112BC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56705" y="1374095"/>
            <a:ext cx="6698049" cy="164427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500"/>
              </a:lnSpc>
              <a:buNone/>
              <a:defRPr sz="1600">
                <a:solidFill>
                  <a:schemeClr val="tx2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r>
              <a:rPr lang="es-ES" dirty="0"/>
              <a:t> </a:t>
            </a:r>
            <a:r>
              <a:rPr lang="es-ES" dirty="0" err="1"/>
              <a:t>tristique</a:t>
            </a:r>
            <a:r>
              <a:rPr lang="es-ES" dirty="0"/>
              <a:t>. </a:t>
            </a:r>
            <a:r>
              <a:rPr lang="es-ES" dirty="0" err="1"/>
              <a:t>Litora</a:t>
            </a:r>
            <a:r>
              <a:rPr lang="es-ES" dirty="0"/>
              <a:t> ad</a:t>
            </a:r>
          </a:p>
        </p:txBody>
      </p:sp>
      <p:sp>
        <p:nvSpPr>
          <p:cNvPr id="182" name="Marcador de número de diapositiva 70">
            <a:extLst>
              <a:ext uri="{FF2B5EF4-FFF2-40B4-BE49-F238E27FC236}">
                <a16:creationId xmlns:a16="http://schemas.microsoft.com/office/drawing/2014/main" id="{AB43DBFC-893D-40FD-9824-3AC666F06E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27309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Pilar Estratégico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Imagen 182">
            <a:extLst>
              <a:ext uri="{FF2B5EF4-FFF2-40B4-BE49-F238E27FC236}">
                <a16:creationId xmlns:a16="http://schemas.microsoft.com/office/drawing/2014/main" id="{41CCAF33-B12B-41A0-BE5D-59B4A0685F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11517" cy="6858000"/>
          </a:xfrm>
          <a:prstGeom prst="rect">
            <a:avLst/>
          </a:prstGeom>
        </p:spPr>
      </p:pic>
      <p:grpSp>
        <p:nvGrpSpPr>
          <p:cNvPr id="115" name="Grupo 114">
            <a:extLst>
              <a:ext uri="{FF2B5EF4-FFF2-40B4-BE49-F238E27FC236}">
                <a16:creationId xmlns:a16="http://schemas.microsoft.com/office/drawing/2014/main" id="{69FB7E18-2CC0-4582-BB3E-EB95B0A22D4A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16" name="Freeform 109">
              <a:extLst>
                <a:ext uri="{FF2B5EF4-FFF2-40B4-BE49-F238E27FC236}">
                  <a16:creationId xmlns:a16="http://schemas.microsoft.com/office/drawing/2014/main" id="{0BBB06D9-59F1-4BFB-945C-66DABEEF2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10">
              <a:extLst>
                <a:ext uri="{FF2B5EF4-FFF2-40B4-BE49-F238E27FC236}">
                  <a16:creationId xmlns:a16="http://schemas.microsoft.com/office/drawing/2014/main" id="{0F012B7F-41EC-4C40-8471-E3E70586E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18" name="Grupo 117">
              <a:extLst>
                <a:ext uri="{FF2B5EF4-FFF2-40B4-BE49-F238E27FC236}">
                  <a16:creationId xmlns:a16="http://schemas.microsoft.com/office/drawing/2014/main" id="{12B08E2C-EF48-48B3-AFE0-4384241ED33F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129" name="Freeform 111">
                <a:extLst>
                  <a:ext uri="{FF2B5EF4-FFF2-40B4-BE49-F238E27FC236}">
                    <a16:creationId xmlns:a16="http://schemas.microsoft.com/office/drawing/2014/main" id="{B5E4CC2E-DE7D-42AD-9E4A-A902C09DBA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0" name="Freeform 112">
                <a:extLst>
                  <a:ext uri="{FF2B5EF4-FFF2-40B4-BE49-F238E27FC236}">
                    <a16:creationId xmlns:a16="http://schemas.microsoft.com/office/drawing/2014/main" id="{2692FD56-B5F7-4768-87B4-595A81CED9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1" name="Freeform 113">
                <a:extLst>
                  <a:ext uri="{FF2B5EF4-FFF2-40B4-BE49-F238E27FC236}">
                    <a16:creationId xmlns:a16="http://schemas.microsoft.com/office/drawing/2014/main" id="{6C97D8FA-1746-4CB1-8A90-B1FE8CCB34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2" name="Freeform 114">
                <a:extLst>
                  <a:ext uri="{FF2B5EF4-FFF2-40B4-BE49-F238E27FC236}">
                    <a16:creationId xmlns:a16="http://schemas.microsoft.com/office/drawing/2014/main" id="{08629C8E-EBB9-4B50-A58D-89FE362918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3" name="Freeform 115">
                <a:extLst>
                  <a:ext uri="{FF2B5EF4-FFF2-40B4-BE49-F238E27FC236}">
                    <a16:creationId xmlns:a16="http://schemas.microsoft.com/office/drawing/2014/main" id="{2E9BAC52-F18C-4AEE-98E6-06F0B8C4C8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4" name="Freeform 116">
                <a:extLst>
                  <a:ext uri="{FF2B5EF4-FFF2-40B4-BE49-F238E27FC236}">
                    <a16:creationId xmlns:a16="http://schemas.microsoft.com/office/drawing/2014/main" id="{A3A9D0A5-FD47-4C6E-973C-140AD6F1F9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5" name="Freeform 117">
                <a:extLst>
                  <a:ext uri="{FF2B5EF4-FFF2-40B4-BE49-F238E27FC236}">
                    <a16:creationId xmlns:a16="http://schemas.microsoft.com/office/drawing/2014/main" id="{FEDE020E-92DA-4EBA-8234-89F5092261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6" name="Freeform 118">
                <a:extLst>
                  <a:ext uri="{FF2B5EF4-FFF2-40B4-BE49-F238E27FC236}">
                    <a16:creationId xmlns:a16="http://schemas.microsoft.com/office/drawing/2014/main" id="{BBF5AD13-0A6A-47B9-A246-B9FC221AD9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7" name="Freeform 119">
                <a:extLst>
                  <a:ext uri="{FF2B5EF4-FFF2-40B4-BE49-F238E27FC236}">
                    <a16:creationId xmlns:a16="http://schemas.microsoft.com/office/drawing/2014/main" id="{C96ED675-5431-4A62-93EC-08F86C2246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8" name="Freeform 120">
                <a:extLst>
                  <a:ext uri="{FF2B5EF4-FFF2-40B4-BE49-F238E27FC236}">
                    <a16:creationId xmlns:a16="http://schemas.microsoft.com/office/drawing/2014/main" id="{6D2B9CFA-8DED-4E3B-93E6-F115AE4A53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2" name="Freeform 121">
                <a:extLst>
                  <a:ext uri="{FF2B5EF4-FFF2-40B4-BE49-F238E27FC236}">
                    <a16:creationId xmlns:a16="http://schemas.microsoft.com/office/drawing/2014/main" id="{10268280-107C-4BCF-BD39-55AEA9F8F8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3" name="Freeform 122">
                <a:extLst>
                  <a:ext uri="{FF2B5EF4-FFF2-40B4-BE49-F238E27FC236}">
                    <a16:creationId xmlns:a16="http://schemas.microsoft.com/office/drawing/2014/main" id="{EFD7C7F8-0DF2-4E04-AE67-BAD217E368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4" name="Freeform 123">
                <a:extLst>
                  <a:ext uri="{FF2B5EF4-FFF2-40B4-BE49-F238E27FC236}">
                    <a16:creationId xmlns:a16="http://schemas.microsoft.com/office/drawing/2014/main" id="{B03F6D32-4961-4430-8EB4-9E85001ABC2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5" name="Freeform 124">
                <a:extLst>
                  <a:ext uri="{FF2B5EF4-FFF2-40B4-BE49-F238E27FC236}">
                    <a16:creationId xmlns:a16="http://schemas.microsoft.com/office/drawing/2014/main" id="{B32384A0-C6DB-42D1-BF33-6C71F61844D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6" name="Freeform 125">
                <a:extLst>
                  <a:ext uri="{FF2B5EF4-FFF2-40B4-BE49-F238E27FC236}">
                    <a16:creationId xmlns:a16="http://schemas.microsoft.com/office/drawing/2014/main" id="{9E0D9B83-F644-4248-9F16-C9B77D7C55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7" name="Freeform 126">
                <a:extLst>
                  <a:ext uri="{FF2B5EF4-FFF2-40B4-BE49-F238E27FC236}">
                    <a16:creationId xmlns:a16="http://schemas.microsoft.com/office/drawing/2014/main" id="{D6C63950-71AE-4468-BC43-29ECE49855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8" name="Freeform 127">
                <a:extLst>
                  <a:ext uri="{FF2B5EF4-FFF2-40B4-BE49-F238E27FC236}">
                    <a16:creationId xmlns:a16="http://schemas.microsoft.com/office/drawing/2014/main" id="{A85C9A0E-5DF7-4CFF-BC57-1D1EFDCB28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19" name="Freeform 128">
              <a:extLst>
                <a:ext uri="{FF2B5EF4-FFF2-40B4-BE49-F238E27FC236}">
                  <a16:creationId xmlns:a16="http://schemas.microsoft.com/office/drawing/2014/main" id="{2E1B7B9E-A73F-45FF-9CC5-D3B098C29E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129">
              <a:extLst>
                <a:ext uri="{FF2B5EF4-FFF2-40B4-BE49-F238E27FC236}">
                  <a16:creationId xmlns:a16="http://schemas.microsoft.com/office/drawing/2014/main" id="{89993091-DE75-4AD4-9395-5D189EF56B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Freeform 130">
              <a:extLst>
                <a:ext uri="{FF2B5EF4-FFF2-40B4-BE49-F238E27FC236}">
                  <a16:creationId xmlns:a16="http://schemas.microsoft.com/office/drawing/2014/main" id="{56112F76-1E89-4CC3-8996-66E54DF609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131">
              <a:extLst>
                <a:ext uri="{FF2B5EF4-FFF2-40B4-BE49-F238E27FC236}">
                  <a16:creationId xmlns:a16="http://schemas.microsoft.com/office/drawing/2014/main" id="{363F8117-F3EF-4943-896E-4AAC07B838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Freeform 132">
              <a:extLst>
                <a:ext uri="{FF2B5EF4-FFF2-40B4-BE49-F238E27FC236}">
                  <a16:creationId xmlns:a16="http://schemas.microsoft.com/office/drawing/2014/main" id="{71A146AD-5547-4807-967C-155ED0B0D2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Freeform 133">
              <a:extLst>
                <a:ext uri="{FF2B5EF4-FFF2-40B4-BE49-F238E27FC236}">
                  <a16:creationId xmlns:a16="http://schemas.microsoft.com/office/drawing/2014/main" id="{339F1DC0-ACAB-4539-AC35-B48380C01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134">
              <a:extLst>
                <a:ext uri="{FF2B5EF4-FFF2-40B4-BE49-F238E27FC236}">
                  <a16:creationId xmlns:a16="http://schemas.microsoft.com/office/drawing/2014/main" id="{48EEA41A-EFD8-4B6A-8818-8690B228A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135">
              <a:extLst>
                <a:ext uri="{FF2B5EF4-FFF2-40B4-BE49-F238E27FC236}">
                  <a16:creationId xmlns:a16="http://schemas.microsoft.com/office/drawing/2014/main" id="{79B651CD-7685-4B96-BF7B-BDA356CA2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136">
              <a:extLst>
                <a:ext uri="{FF2B5EF4-FFF2-40B4-BE49-F238E27FC236}">
                  <a16:creationId xmlns:a16="http://schemas.microsoft.com/office/drawing/2014/main" id="{D4269548-2D26-4FD7-957D-51F46F9CC7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137">
              <a:extLst>
                <a:ext uri="{FF2B5EF4-FFF2-40B4-BE49-F238E27FC236}">
                  <a16:creationId xmlns:a16="http://schemas.microsoft.com/office/drawing/2014/main" id="{D182F85B-E6BE-4F9F-B24A-20C162218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7827B509-9FB3-4319-BA15-715037A2D40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32742" y="3457454"/>
            <a:ext cx="6698049" cy="2845783"/>
          </a:xfrm>
          <a:prstGeom prst="roundRect">
            <a:avLst>
              <a:gd name="adj" fmla="val 5068"/>
            </a:avLst>
          </a:prstGeom>
          <a:solidFill>
            <a:srgbClr val="00B2D2"/>
          </a:solidFill>
        </p:spPr>
        <p:txBody>
          <a:bodyPr wrap="square" lIns="216000" tIns="0" bIns="0" anchor="ctr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 sz="140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endParaRPr lang="es-ES" dirty="0"/>
          </a:p>
          <a:p>
            <a:pPr marL="171450" marR="0" lvl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/>
            </a:pPr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endParaRPr lang="es-ES" dirty="0"/>
          </a:p>
        </p:txBody>
      </p:sp>
      <p:sp>
        <p:nvSpPr>
          <p:cNvPr id="15" name="Marcador de posición de imagen 4">
            <a:extLst>
              <a:ext uri="{FF2B5EF4-FFF2-40B4-BE49-F238E27FC236}">
                <a16:creationId xmlns:a16="http://schemas.microsoft.com/office/drawing/2014/main" id="{750CD212-A17B-4EEB-ADCA-F364EE898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100263" y="3464803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109" name="Marcador de texto 2">
            <a:extLst>
              <a:ext uri="{FF2B5EF4-FFF2-40B4-BE49-F238E27FC236}">
                <a16:creationId xmlns:a16="http://schemas.microsoft.com/office/drawing/2014/main" id="{B2BD3264-5755-4587-A5A6-20D71589BB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11" name="Marcador de texto 2">
            <a:extLst>
              <a:ext uri="{FF2B5EF4-FFF2-40B4-BE49-F238E27FC236}">
                <a16:creationId xmlns:a16="http://schemas.microsoft.com/office/drawing/2014/main" id="{51053114-08A5-47F0-8597-CC7E7EAAAC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12" name="Conector recto 111">
            <a:extLst>
              <a:ext uri="{FF2B5EF4-FFF2-40B4-BE49-F238E27FC236}">
                <a16:creationId xmlns:a16="http://schemas.microsoft.com/office/drawing/2014/main" id="{B9AAD98F-2599-46B5-91A3-70C3ABDBCA08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Marcador de texto 2">
            <a:extLst>
              <a:ext uri="{FF2B5EF4-FFF2-40B4-BE49-F238E27FC236}">
                <a16:creationId xmlns:a16="http://schemas.microsoft.com/office/drawing/2014/main" id="{0216A025-CDAB-44CF-8C5B-05FF34B1C0C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434678" y="854586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80" name="Marcador de texto 2">
            <a:extLst>
              <a:ext uri="{FF2B5EF4-FFF2-40B4-BE49-F238E27FC236}">
                <a16:creationId xmlns:a16="http://schemas.microsoft.com/office/drawing/2014/main" id="{79010D02-5C43-4AE4-AFA6-2D3D9A91EED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10800000">
            <a:off x="10352482" y="3178569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81" name="Marcador de texto 2">
            <a:extLst>
              <a:ext uri="{FF2B5EF4-FFF2-40B4-BE49-F238E27FC236}">
                <a16:creationId xmlns:a16="http://schemas.microsoft.com/office/drawing/2014/main" id="{3A89926B-4C27-4478-97B2-E6A21B112BC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56705" y="1374095"/>
            <a:ext cx="6698049" cy="164427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500"/>
              </a:lnSpc>
              <a:buNone/>
              <a:defRPr sz="1600">
                <a:solidFill>
                  <a:schemeClr val="tx2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r>
              <a:rPr lang="es-ES" dirty="0"/>
              <a:t> </a:t>
            </a:r>
            <a:r>
              <a:rPr lang="es-ES" dirty="0" err="1"/>
              <a:t>tristique</a:t>
            </a:r>
            <a:r>
              <a:rPr lang="es-ES" dirty="0"/>
              <a:t>. </a:t>
            </a:r>
            <a:r>
              <a:rPr lang="es-ES" dirty="0" err="1"/>
              <a:t>Litora</a:t>
            </a:r>
            <a:r>
              <a:rPr lang="es-ES" dirty="0"/>
              <a:t> ad</a:t>
            </a:r>
          </a:p>
        </p:txBody>
      </p:sp>
      <p:sp>
        <p:nvSpPr>
          <p:cNvPr id="182" name="Marcador de número de diapositiva 70">
            <a:extLst>
              <a:ext uri="{FF2B5EF4-FFF2-40B4-BE49-F238E27FC236}">
                <a16:creationId xmlns:a16="http://schemas.microsoft.com/office/drawing/2014/main" id="{AB43DBFC-893D-40FD-9824-3AC666F06E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36233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Pilar Estratégico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Imagen 182">
            <a:extLst>
              <a:ext uri="{FF2B5EF4-FFF2-40B4-BE49-F238E27FC236}">
                <a16:creationId xmlns:a16="http://schemas.microsoft.com/office/drawing/2014/main" id="{41CCAF33-B12B-41A0-BE5D-59B4A0685F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11517" cy="6858000"/>
          </a:xfrm>
          <a:prstGeom prst="rect">
            <a:avLst/>
          </a:prstGeom>
        </p:spPr>
      </p:pic>
      <p:grpSp>
        <p:nvGrpSpPr>
          <p:cNvPr id="115" name="Grupo 114">
            <a:extLst>
              <a:ext uri="{FF2B5EF4-FFF2-40B4-BE49-F238E27FC236}">
                <a16:creationId xmlns:a16="http://schemas.microsoft.com/office/drawing/2014/main" id="{69FB7E18-2CC0-4582-BB3E-EB95B0A22D4A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16" name="Freeform 109">
              <a:extLst>
                <a:ext uri="{FF2B5EF4-FFF2-40B4-BE49-F238E27FC236}">
                  <a16:creationId xmlns:a16="http://schemas.microsoft.com/office/drawing/2014/main" id="{0BBB06D9-59F1-4BFB-945C-66DABEEF2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10">
              <a:extLst>
                <a:ext uri="{FF2B5EF4-FFF2-40B4-BE49-F238E27FC236}">
                  <a16:creationId xmlns:a16="http://schemas.microsoft.com/office/drawing/2014/main" id="{0F012B7F-41EC-4C40-8471-E3E70586E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18" name="Grupo 117">
              <a:extLst>
                <a:ext uri="{FF2B5EF4-FFF2-40B4-BE49-F238E27FC236}">
                  <a16:creationId xmlns:a16="http://schemas.microsoft.com/office/drawing/2014/main" id="{12B08E2C-EF48-48B3-AFE0-4384241ED33F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129" name="Freeform 111">
                <a:extLst>
                  <a:ext uri="{FF2B5EF4-FFF2-40B4-BE49-F238E27FC236}">
                    <a16:creationId xmlns:a16="http://schemas.microsoft.com/office/drawing/2014/main" id="{B5E4CC2E-DE7D-42AD-9E4A-A902C09DBA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0" name="Freeform 112">
                <a:extLst>
                  <a:ext uri="{FF2B5EF4-FFF2-40B4-BE49-F238E27FC236}">
                    <a16:creationId xmlns:a16="http://schemas.microsoft.com/office/drawing/2014/main" id="{2692FD56-B5F7-4768-87B4-595A81CED9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1" name="Freeform 113">
                <a:extLst>
                  <a:ext uri="{FF2B5EF4-FFF2-40B4-BE49-F238E27FC236}">
                    <a16:creationId xmlns:a16="http://schemas.microsoft.com/office/drawing/2014/main" id="{6C97D8FA-1746-4CB1-8A90-B1FE8CCB34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2" name="Freeform 114">
                <a:extLst>
                  <a:ext uri="{FF2B5EF4-FFF2-40B4-BE49-F238E27FC236}">
                    <a16:creationId xmlns:a16="http://schemas.microsoft.com/office/drawing/2014/main" id="{08629C8E-EBB9-4B50-A58D-89FE362918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3" name="Freeform 115">
                <a:extLst>
                  <a:ext uri="{FF2B5EF4-FFF2-40B4-BE49-F238E27FC236}">
                    <a16:creationId xmlns:a16="http://schemas.microsoft.com/office/drawing/2014/main" id="{2E9BAC52-F18C-4AEE-98E6-06F0B8C4C8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4" name="Freeform 116">
                <a:extLst>
                  <a:ext uri="{FF2B5EF4-FFF2-40B4-BE49-F238E27FC236}">
                    <a16:creationId xmlns:a16="http://schemas.microsoft.com/office/drawing/2014/main" id="{A3A9D0A5-FD47-4C6E-973C-140AD6F1F9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5" name="Freeform 117">
                <a:extLst>
                  <a:ext uri="{FF2B5EF4-FFF2-40B4-BE49-F238E27FC236}">
                    <a16:creationId xmlns:a16="http://schemas.microsoft.com/office/drawing/2014/main" id="{FEDE020E-92DA-4EBA-8234-89F5092261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6" name="Freeform 118">
                <a:extLst>
                  <a:ext uri="{FF2B5EF4-FFF2-40B4-BE49-F238E27FC236}">
                    <a16:creationId xmlns:a16="http://schemas.microsoft.com/office/drawing/2014/main" id="{BBF5AD13-0A6A-47B9-A246-B9FC221AD9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7" name="Freeform 119">
                <a:extLst>
                  <a:ext uri="{FF2B5EF4-FFF2-40B4-BE49-F238E27FC236}">
                    <a16:creationId xmlns:a16="http://schemas.microsoft.com/office/drawing/2014/main" id="{C96ED675-5431-4A62-93EC-08F86C2246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8" name="Freeform 120">
                <a:extLst>
                  <a:ext uri="{FF2B5EF4-FFF2-40B4-BE49-F238E27FC236}">
                    <a16:creationId xmlns:a16="http://schemas.microsoft.com/office/drawing/2014/main" id="{6D2B9CFA-8DED-4E3B-93E6-F115AE4A53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2" name="Freeform 121">
                <a:extLst>
                  <a:ext uri="{FF2B5EF4-FFF2-40B4-BE49-F238E27FC236}">
                    <a16:creationId xmlns:a16="http://schemas.microsoft.com/office/drawing/2014/main" id="{10268280-107C-4BCF-BD39-55AEA9F8F8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3" name="Freeform 122">
                <a:extLst>
                  <a:ext uri="{FF2B5EF4-FFF2-40B4-BE49-F238E27FC236}">
                    <a16:creationId xmlns:a16="http://schemas.microsoft.com/office/drawing/2014/main" id="{EFD7C7F8-0DF2-4E04-AE67-BAD217E368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4" name="Freeform 123">
                <a:extLst>
                  <a:ext uri="{FF2B5EF4-FFF2-40B4-BE49-F238E27FC236}">
                    <a16:creationId xmlns:a16="http://schemas.microsoft.com/office/drawing/2014/main" id="{B03F6D32-4961-4430-8EB4-9E85001ABC2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5" name="Freeform 124">
                <a:extLst>
                  <a:ext uri="{FF2B5EF4-FFF2-40B4-BE49-F238E27FC236}">
                    <a16:creationId xmlns:a16="http://schemas.microsoft.com/office/drawing/2014/main" id="{B32384A0-C6DB-42D1-BF33-6C71F61844D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6" name="Freeform 125">
                <a:extLst>
                  <a:ext uri="{FF2B5EF4-FFF2-40B4-BE49-F238E27FC236}">
                    <a16:creationId xmlns:a16="http://schemas.microsoft.com/office/drawing/2014/main" id="{9E0D9B83-F644-4248-9F16-C9B77D7C55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7" name="Freeform 126">
                <a:extLst>
                  <a:ext uri="{FF2B5EF4-FFF2-40B4-BE49-F238E27FC236}">
                    <a16:creationId xmlns:a16="http://schemas.microsoft.com/office/drawing/2014/main" id="{D6C63950-71AE-4468-BC43-29ECE49855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8" name="Freeform 127">
                <a:extLst>
                  <a:ext uri="{FF2B5EF4-FFF2-40B4-BE49-F238E27FC236}">
                    <a16:creationId xmlns:a16="http://schemas.microsoft.com/office/drawing/2014/main" id="{A85C9A0E-5DF7-4CFF-BC57-1D1EFDCB28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19" name="Freeform 128">
              <a:extLst>
                <a:ext uri="{FF2B5EF4-FFF2-40B4-BE49-F238E27FC236}">
                  <a16:creationId xmlns:a16="http://schemas.microsoft.com/office/drawing/2014/main" id="{2E1B7B9E-A73F-45FF-9CC5-D3B098C29E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129">
              <a:extLst>
                <a:ext uri="{FF2B5EF4-FFF2-40B4-BE49-F238E27FC236}">
                  <a16:creationId xmlns:a16="http://schemas.microsoft.com/office/drawing/2014/main" id="{89993091-DE75-4AD4-9395-5D189EF56B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Freeform 130">
              <a:extLst>
                <a:ext uri="{FF2B5EF4-FFF2-40B4-BE49-F238E27FC236}">
                  <a16:creationId xmlns:a16="http://schemas.microsoft.com/office/drawing/2014/main" id="{56112F76-1E89-4CC3-8996-66E54DF609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131">
              <a:extLst>
                <a:ext uri="{FF2B5EF4-FFF2-40B4-BE49-F238E27FC236}">
                  <a16:creationId xmlns:a16="http://schemas.microsoft.com/office/drawing/2014/main" id="{363F8117-F3EF-4943-896E-4AAC07B838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Freeform 132">
              <a:extLst>
                <a:ext uri="{FF2B5EF4-FFF2-40B4-BE49-F238E27FC236}">
                  <a16:creationId xmlns:a16="http://schemas.microsoft.com/office/drawing/2014/main" id="{71A146AD-5547-4807-967C-155ED0B0D2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Freeform 133">
              <a:extLst>
                <a:ext uri="{FF2B5EF4-FFF2-40B4-BE49-F238E27FC236}">
                  <a16:creationId xmlns:a16="http://schemas.microsoft.com/office/drawing/2014/main" id="{339F1DC0-ACAB-4539-AC35-B48380C01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134">
              <a:extLst>
                <a:ext uri="{FF2B5EF4-FFF2-40B4-BE49-F238E27FC236}">
                  <a16:creationId xmlns:a16="http://schemas.microsoft.com/office/drawing/2014/main" id="{48EEA41A-EFD8-4B6A-8818-8690B228A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135">
              <a:extLst>
                <a:ext uri="{FF2B5EF4-FFF2-40B4-BE49-F238E27FC236}">
                  <a16:creationId xmlns:a16="http://schemas.microsoft.com/office/drawing/2014/main" id="{79B651CD-7685-4B96-BF7B-BDA356CA2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136">
              <a:extLst>
                <a:ext uri="{FF2B5EF4-FFF2-40B4-BE49-F238E27FC236}">
                  <a16:creationId xmlns:a16="http://schemas.microsoft.com/office/drawing/2014/main" id="{D4269548-2D26-4FD7-957D-51F46F9CC7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137">
              <a:extLst>
                <a:ext uri="{FF2B5EF4-FFF2-40B4-BE49-F238E27FC236}">
                  <a16:creationId xmlns:a16="http://schemas.microsoft.com/office/drawing/2014/main" id="{D182F85B-E6BE-4F9F-B24A-20C162218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7827B509-9FB3-4319-BA15-715037A2D40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32742" y="3457454"/>
            <a:ext cx="6698049" cy="2845783"/>
          </a:xfrm>
          <a:prstGeom prst="roundRect">
            <a:avLst>
              <a:gd name="adj" fmla="val 5068"/>
            </a:avLst>
          </a:prstGeom>
          <a:solidFill>
            <a:srgbClr val="47439B"/>
          </a:solidFill>
        </p:spPr>
        <p:txBody>
          <a:bodyPr wrap="square" lIns="216000" tIns="0" bIns="0" anchor="ctr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 sz="140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endParaRPr lang="es-ES" dirty="0"/>
          </a:p>
          <a:p>
            <a:pPr marL="171450" marR="0" lvl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/>
            </a:pPr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endParaRPr lang="es-ES" dirty="0"/>
          </a:p>
        </p:txBody>
      </p:sp>
      <p:sp>
        <p:nvSpPr>
          <p:cNvPr id="15" name="Marcador de posición de imagen 4">
            <a:extLst>
              <a:ext uri="{FF2B5EF4-FFF2-40B4-BE49-F238E27FC236}">
                <a16:creationId xmlns:a16="http://schemas.microsoft.com/office/drawing/2014/main" id="{750CD212-A17B-4EEB-ADCA-F364EE898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100263" y="3464803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109" name="Marcador de texto 2">
            <a:extLst>
              <a:ext uri="{FF2B5EF4-FFF2-40B4-BE49-F238E27FC236}">
                <a16:creationId xmlns:a16="http://schemas.microsoft.com/office/drawing/2014/main" id="{B2BD3264-5755-4587-A5A6-20D71589BB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11" name="Marcador de texto 2">
            <a:extLst>
              <a:ext uri="{FF2B5EF4-FFF2-40B4-BE49-F238E27FC236}">
                <a16:creationId xmlns:a16="http://schemas.microsoft.com/office/drawing/2014/main" id="{51053114-08A5-47F0-8597-CC7E7EAAAC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12" name="Conector recto 111">
            <a:extLst>
              <a:ext uri="{FF2B5EF4-FFF2-40B4-BE49-F238E27FC236}">
                <a16:creationId xmlns:a16="http://schemas.microsoft.com/office/drawing/2014/main" id="{B9AAD98F-2599-46B5-91A3-70C3ABDBCA08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Marcador de texto 2">
            <a:extLst>
              <a:ext uri="{FF2B5EF4-FFF2-40B4-BE49-F238E27FC236}">
                <a16:creationId xmlns:a16="http://schemas.microsoft.com/office/drawing/2014/main" id="{0216A025-CDAB-44CF-8C5B-05FF34B1C0C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434678" y="854586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80" name="Marcador de texto 2">
            <a:extLst>
              <a:ext uri="{FF2B5EF4-FFF2-40B4-BE49-F238E27FC236}">
                <a16:creationId xmlns:a16="http://schemas.microsoft.com/office/drawing/2014/main" id="{79010D02-5C43-4AE4-AFA6-2D3D9A91EED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10800000">
            <a:off x="10352482" y="3178569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81" name="Marcador de texto 2">
            <a:extLst>
              <a:ext uri="{FF2B5EF4-FFF2-40B4-BE49-F238E27FC236}">
                <a16:creationId xmlns:a16="http://schemas.microsoft.com/office/drawing/2014/main" id="{3A89926B-4C27-4478-97B2-E6A21B112BC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56705" y="1374095"/>
            <a:ext cx="6698049" cy="164427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500"/>
              </a:lnSpc>
              <a:buNone/>
              <a:defRPr sz="1600">
                <a:solidFill>
                  <a:schemeClr val="tx2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r>
              <a:rPr lang="es-ES" dirty="0"/>
              <a:t> </a:t>
            </a:r>
            <a:r>
              <a:rPr lang="es-ES" dirty="0" err="1"/>
              <a:t>tristique</a:t>
            </a:r>
            <a:r>
              <a:rPr lang="es-ES" dirty="0"/>
              <a:t>. </a:t>
            </a:r>
            <a:r>
              <a:rPr lang="es-ES" dirty="0" err="1"/>
              <a:t>Litora</a:t>
            </a:r>
            <a:r>
              <a:rPr lang="es-ES" dirty="0"/>
              <a:t> ad</a:t>
            </a:r>
          </a:p>
        </p:txBody>
      </p:sp>
      <p:sp>
        <p:nvSpPr>
          <p:cNvPr id="182" name="Marcador de número de diapositiva 70">
            <a:extLst>
              <a:ext uri="{FF2B5EF4-FFF2-40B4-BE49-F238E27FC236}">
                <a16:creationId xmlns:a16="http://schemas.microsoft.com/office/drawing/2014/main" id="{AB43DBFC-893D-40FD-9824-3AC666F06E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268663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Pilares Estratégic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en 49">
            <a:extLst>
              <a:ext uri="{FF2B5EF4-FFF2-40B4-BE49-F238E27FC236}">
                <a16:creationId xmlns:a16="http://schemas.microsoft.com/office/drawing/2014/main" id="{41CCAF33-B12B-41A0-BE5D-59B4A0685F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11517" cy="6858000"/>
          </a:xfrm>
          <a:prstGeom prst="rect">
            <a:avLst/>
          </a:prstGeom>
        </p:spPr>
      </p:pic>
      <p:grpSp>
        <p:nvGrpSpPr>
          <p:cNvPr id="115" name="Grupo 114">
            <a:extLst>
              <a:ext uri="{FF2B5EF4-FFF2-40B4-BE49-F238E27FC236}">
                <a16:creationId xmlns:a16="http://schemas.microsoft.com/office/drawing/2014/main" id="{69FB7E18-2CC0-4582-BB3E-EB95B0A22D4A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16" name="Freeform 109">
              <a:extLst>
                <a:ext uri="{FF2B5EF4-FFF2-40B4-BE49-F238E27FC236}">
                  <a16:creationId xmlns:a16="http://schemas.microsoft.com/office/drawing/2014/main" id="{0BBB06D9-59F1-4BFB-945C-66DABEEF2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10">
              <a:extLst>
                <a:ext uri="{FF2B5EF4-FFF2-40B4-BE49-F238E27FC236}">
                  <a16:creationId xmlns:a16="http://schemas.microsoft.com/office/drawing/2014/main" id="{0F012B7F-41EC-4C40-8471-E3E70586E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18" name="Grupo 117">
              <a:extLst>
                <a:ext uri="{FF2B5EF4-FFF2-40B4-BE49-F238E27FC236}">
                  <a16:creationId xmlns:a16="http://schemas.microsoft.com/office/drawing/2014/main" id="{12B08E2C-EF48-48B3-AFE0-4384241ED33F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129" name="Freeform 111">
                <a:extLst>
                  <a:ext uri="{FF2B5EF4-FFF2-40B4-BE49-F238E27FC236}">
                    <a16:creationId xmlns:a16="http://schemas.microsoft.com/office/drawing/2014/main" id="{B5E4CC2E-DE7D-42AD-9E4A-A902C09DBA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0" name="Freeform 112">
                <a:extLst>
                  <a:ext uri="{FF2B5EF4-FFF2-40B4-BE49-F238E27FC236}">
                    <a16:creationId xmlns:a16="http://schemas.microsoft.com/office/drawing/2014/main" id="{2692FD56-B5F7-4768-87B4-595A81CED9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1" name="Freeform 113">
                <a:extLst>
                  <a:ext uri="{FF2B5EF4-FFF2-40B4-BE49-F238E27FC236}">
                    <a16:creationId xmlns:a16="http://schemas.microsoft.com/office/drawing/2014/main" id="{6C97D8FA-1746-4CB1-8A90-B1FE8CCB34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2" name="Freeform 114">
                <a:extLst>
                  <a:ext uri="{FF2B5EF4-FFF2-40B4-BE49-F238E27FC236}">
                    <a16:creationId xmlns:a16="http://schemas.microsoft.com/office/drawing/2014/main" id="{08629C8E-EBB9-4B50-A58D-89FE362918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3" name="Freeform 115">
                <a:extLst>
                  <a:ext uri="{FF2B5EF4-FFF2-40B4-BE49-F238E27FC236}">
                    <a16:creationId xmlns:a16="http://schemas.microsoft.com/office/drawing/2014/main" id="{2E9BAC52-F18C-4AEE-98E6-06F0B8C4C8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4" name="Freeform 116">
                <a:extLst>
                  <a:ext uri="{FF2B5EF4-FFF2-40B4-BE49-F238E27FC236}">
                    <a16:creationId xmlns:a16="http://schemas.microsoft.com/office/drawing/2014/main" id="{A3A9D0A5-FD47-4C6E-973C-140AD6F1F9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5" name="Freeform 117">
                <a:extLst>
                  <a:ext uri="{FF2B5EF4-FFF2-40B4-BE49-F238E27FC236}">
                    <a16:creationId xmlns:a16="http://schemas.microsoft.com/office/drawing/2014/main" id="{FEDE020E-92DA-4EBA-8234-89F5092261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6" name="Freeform 118">
                <a:extLst>
                  <a:ext uri="{FF2B5EF4-FFF2-40B4-BE49-F238E27FC236}">
                    <a16:creationId xmlns:a16="http://schemas.microsoft.com/office/drawing/2014/main" id="{BBF5AD13-0A6A-47B9-A246-B9FC221AD9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7" name="Freeform 119">
                <a:extLst>
                  <a:ext uri="{FF2B5EF4-FFF2-40B4-BE49-F238E27FC236}">
                    <a16:creationId xmlns:a16="http://schemas.microsoft.com/office/drawing/2014/main" id="{C96ED675-5431-4A62-93EC-08F86C2246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8" name="Freeform 120">
                <a:extLst>
                  <a:ext uri="{FF2B5EF4-FFF2-40B4-BE49-F238E27FC236}">
                    <a16:creationId xmlns:a16="http://schemas.microsoft.com/office/drawing/2014/main" id="{6D2B9CFA-8DED-4E3B-93E6-F115AE4A53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2" name="Freeform 121">
                <a:extLst>
                  <a:ext uri="{FF2B5EF4-FFF2-40B4-BE49-F238E27FC236}">
                    <a16:creationId xmlns:a16="http://schemas.microsoft.com/office/drawing/2014/main" id="{10268280-107C-4BCF-BD39-55AEA9F8F8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3" name="Freeform 122">
                <a:extLst>
                  <a:ext uri="{FF2B5EF4-FFF2-40B4-BE49-F238E27FC236}">
                    <a16:creationId xmlns:a16="http://schemas.microsoft.com/office/drawing/2014/main" id="{EFD7C7F8-0DF2-4E04-AE67-BAD217E368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4" name="Freeform 123">
                <a:extLst>
                  <a:ext uri="{FF2B5EF4-FFF2-40B4-BE49-F238E27FC236}">
                    <a16:creationId xmlns:a16="http://schemas.microsoft.com/office/drawing/2014/main" id="{B03F6D32-4961-4430-8EB4-9E85001ABC2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5" name="Freeform 124">
                <a:extLst>
                  <a:ext uri="{FF2B5EF4-FFF2-40B4-BE49-F238E27FC236}">
                    <a16:creationId xmlns:a16="http://schemas.microsoft.com/office/drawing/2014/main" id="{B32384A0-C6DB-42D1-BF33-6C71F61844D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6" name="Freeform 125">
                <a:extLst>
                  <a:ext uri="{FF2B5EF4-FFF2-40B4-BE49-F238E27FC236}">
                    <a16:creationId xmlns:a16="http://schemas.microsoft.com/office/drawing/2014/main" id="{9E0D9B83-F644-4248-9F16-C9B77D7C55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7" name="Freeform 126">
                <a:extLst>
                  <a:ext uri="{FF2B5EF4-FFF2-40B4-BE49-F238E27FC236}">
                    <a16:creationId xmlns:a16="http://schemas.microsoft.com/office/drawing/2014/main" id="{D6C63950-71AE-4468-BC43-29ECE49855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8" name="Freeform 127">
                <a:extLst>
                  <a:ext uri="{FF2B5EF4-FFF2-40B4-BE49-F238E27FC236}">
                    <a16:creationId xmlns:a16="http://schemas.microsoft.com/office/drawing/2014/main" id="{A85C9A0E-5DF7-4CFF-BC57-1D1EFDCB28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19" name="Freeform 128">
              <a:extLst>
                <a:ext uri="{FF2B5EF4-FFF2-40B4-BE49-F238E27FC236}">
                  <a16:creationId xmlns:a16="http://schemas.microsoft.com/office/drawing/2014/main" id="{2E1B7B9E-A73F-45FF-9CC5-D3B098C29E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129">
              <a:extLst>
                <a:ext uri="{FF2B5EF4-FFF2-40B4-BE49-F238E27FC236}">
                  <a16:creationId xmlns:a16="http://schemas.microsoft.com/office/drawing/2014/main" id="{89993091-DE75-4AD4-9395-5D189EF56B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Freeform 130">
              <a:extLst>
                <a:ext uri="{FF2B5EF4-FFF2-40B4-BE49-F238E27FC236}">
                  <a16:creationId xmlns:a16="http://schemas.microsoft.com/office/drawing/2014/main" id="{56112F76-1E89-4CC3-8996-66E54DF609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131">
              <a:extLst>
                <a:ext uri="{FF2B5EF4-FFF2-40B4-BE49-F238E27FC236}">
                  <a16:creationId xmlns:a16="http://schemas.microsoft.com/office/drawing/2014/main" id="{363F8117-F3EF-4943-896E-4AAC07B838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Freeform 132">
              <a:extLst>
                <a:ext uri="{FF2B5EF4-FFF2-40B4-BE49-F238E27FC236}">
                  <a16:creationId xmlns:a16="http://schemas.microsoft.com/office/drawing/2014/main" id="{71A146AD-5547-4807-967C-155ED0B0D2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Freeform 133">
              <a:extLst>
                <a:ext uri="{FF2B5EF4-FFF2-40B4-BE49-F238E27FC236}">
                  <a16:creationId xmlns:a16="http://schemas.microsoft.com/office/drawing/2014/main" id="{339F1DC0-ACAB-4539-AC35-B48380C01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134">
              <a:extLst>
                <a:ext uri="{FF2B5EF4-FFF2-40B4-BE49-F238E27FC236}">
                  <a16:creationId xmlns:a16="http://schemas.microsoft.com/office/drawing/2014/main" id="{48EEA41A-EFD8-4B6A-8818-8690B228A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135">
              <a:extLst>
                <a:ext uri="{FF2B5EF4-FFF2-40B4-BE49-F238E27FC236}">
                  <a16:creationId xmlns:a16="http://schemas.microsoft.com/office/drawing/2014/main" id="{79B651CD-7685-4B96-BF7B-BDA356CA2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136">
              <a:extLst>
                <a:ext uri="{FF2B5EF4-FFF2-40B4-BE49-F238E27FC236}">
                  <a16:creationId xmlns:a16="http://schemas.microsoft.com/office/drawing/2014/main" id="{D4269548-2D26-4FD7-957D-51F46F9CC7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137">
              <a:extLst>
                <a:ext uri="{FF2B5EF4-FFF2-40B4-BE49-F238E27FC236}">
                  <a16:creationId xmlns:a16="http://schemas.microsoft.com/office/drawing/2014/main" id="{D182F85B-E6BE-4F9F-B24A-20C162218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22" name="Marcador de texto 2">
            <a:extLst>
              <a:ext uri="{FF2B5EF4-FFF2-40B4-BE49-F238E27FC236}">
                <a16:creationId xmlns:a16="http://schemas.microsoft.com/office/drawing/2014/main" id="{CCD70D3C-385C-464C-9F3F-B77A0D74615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13070" y="854586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24" name="Marcador de texto 2">
            <a:extLst>
              <a:ext uri="{FF2B5EF4-FFF2-40B4-BE49-F238E27FC236}">
                <a16:creationId xmlns:a16="http://schemas.microsoft.com/office/drawing/2014/main" id="{80C34C97-1FC4-47C7-A7BF-CC5FFF0FFB5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10800000">
            <a:off x="9364485" y="3051886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4" name="Marcador de texto 2">
            <a:extLst>
              <a:ext uri="{FF2B5EF4-FFF2-40B4-BE49-F238E27FC236}">
                <a16:creationId xmlns:a16="http://schemas.microsoft.com/office/drawing/2014/main" id="{66943EA6-3EAC-4D6A-90D1-E6424B1DAF2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328859" y="1199284"/>
            <a:ext cx="6698049" cy="164427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500"/>
              </a:lnSpc>
              <a:buNone/>
              <a:defRPr sz="1600">
                <a:solidFill>
                  <a:schemeClr val="tx2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r>
              <a:rPr lang="es-ES" dirty="0"/>
              <a:t> </a:t>
            </a:r>
            <a:r>
              <a:rPr lang="es-ES" dirty="0" err="1"/>
              <a:t>tristique</a:t>
            </a:r>
            <a:r>
              <a:rPr lang="es-ES" dirty="0"/>
              <a:t>. </a:t>
            </a:r>
            <a:r>
              <a:rPr lang="es-ES" dirty="0" err="1"/>
              <a:t>Litora</a:t>
            </a:r>
            <a:r>
              <a:rPr lang="es-ES" dirty="0"/>
              <a:t> ad</a:t>
            </a:r>
          </a:p>
        </p:txBody>
      </p: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7827B509-9FB3-4319-BA15-715037A2D40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135656" y="3393005"/>
            <a:ext cx="3200401" cy="1324635"/>
          </a:xfrm>
          <a:prstGeom prst="roundRect">
            <a:avLst>
              <a:gd name="adj" fmla="val 9122"/>
            </a:avLst>
          </a:prstGeom>
          <a:solidFill>
            <a:schemeClr val="accent5"/>
          </a:solidFill>
        </p:spPr>
        <p:txBody>
          <a:bodyPr wrap="square" lIns="216000" tIns="0" bIns="0" anchor="ctr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 lang="es-ES" sz="1400" kern="1200" dirty="0" smtClean="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endParaRPr lang="es-ES" dirty="0"/>
          </a:p>
        </p:txBody>
      </p:sp>
      <p:sp>
        <p:nvSpPr>
          <p:cNvPr id="15" name="Marcador de posición de imagen 4">
            <a:extLst>
              <a:ext uri="{FF2B5EF4-FFF2-40B4-BE49-F238E27FC236}">
                <a16:creationId xmlns:a16="http://schemas.microsoft.com/office/drawing/2014/main" id="{750CD212-A17B-4EEB-ADCA-F364EE898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100263" y="3573755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109" name="Marcador de texto 2">
            <a:extLst>
              <a:ext uri="{FF2B5EF4-FFF2-40B4-BE49-F238E27FC236}">
                <a16:creationId xmlns:a16="http://schemas.microsoft.com/office/drawing/2014/main" id="{B2BD3264-5755-4587-A5A6-20D71589BB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11" name="Marcador de texto 2">
            <a:extLst>
              <a:ext uri="{FF2B5EF4-FFF2-40B4-BE49-F238E27FC236}">
                <a16:creationId xmlns:a16="http://schemas.microsoft.com/office/drawing/2014/main" id="{51053114-08A5-47F0-8597-CC7E7EAAAC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12" name="Conector recto 111">
            <a:extLst>
              <a:ext uri="{FF2B5EF4-FFF2-40B4-BE49-F238E27FC236}">
                <a16:creationId xmlns:a16="http://schemas.microsoft.com/office/drawing/2014/main" id="{B9AAD98F-2599-46B5-91A3-70C3ABDBCA08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Marcador de texto 2">
            <a:extLst>
              <a:ext uri="{FF2B5EF4-FFF2-40B4-BE49-F238E27FC236}">
                <a16:creationId xmlns:a16="http://schemas.microsoft.com/office/drawing/2014/main" id="{323444BD-A16C-451B-97A0-6106EC883E1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63773" y="3393005"/>
            <a:ext cx="3200401" cy="1324635"/>
          </a:xfrm>
          <a:prstGeom prst="roundRect">
            <a:avLst>
              <a:gd name="adj" fmla="val 9122"/>
            </a:avLst>
          </a:prstGeom>
          <a:solidFill>
            <a:schemeClr val="accent4"/>
          </a:solidFill>
        </p:spPr>
        <p:txBody>
          <a:bodyPr wrap="square" lIns="216000" tIns="0" bIns="0" anchor="ctr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 lang="es-ES" sz="1400" kern="1200" dirty="0" smtClean="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endParaRPr lang="es-ES" dirty="0"/>
          </a:p>
        </p:txBody>
      </p:sp>
      <p:sp>
        <p:nvSpPr>
          <p:cNvPr id="44" name="Marcador de posición de imagen 4">
            <a:extLst>
              <a:ext uri="{FF2B5EF4-FFF2-40B4-BE49-F238E27FC236}">
                <a16:creationId xmlns:a16="http://schemas.microsoft.com/office/drawing/2014/main" id="{B2EA0EB3-9206-4C2A-893E-591E4EF14C1D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828380" y="3573755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45" name="Marcador de texto 2">
            <a:extLst>
              <a:ext uri="{FF2B5EF4-FFF2-40B4-BE49-F238E27FC236}">
                <a16:creationId xmlns:a16="http://schemas.microsoft.com/office/drawing/2014/main" id="{3C626FD5-5249-45AD-9D3A-D8CB7C7B39E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135656" y="4943025"/>
            <a:ext cx="3200401" cy="1324635"/>
          </a:xfrm>
          <a:prstGeom prst="roundRect">
            <a:avLst>
              <a:gd name="adj" fmla="val 9122"/>
            </a:avLst>
          </a:prstGeom>
          <a:solidFill>
            <a:schemeClr val="accent2"/>
          </a:solidFill>
        </p:spPr>
        <p:txBody>
          <a:bodyPr wrap="square" lIns="216000" tIns="0" bIns="0" anchor="ctr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 lang="es-ES" sz="1400" kern="1200" dirty="0" smtClean="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endParaRPr lang="es-ES" dirty="0"/>
          </a:p>
        </p:txBody>
      </p:sp>
      <p:sp>
        <p:nvSpPr>
          <p:cNvPr id="46" name="Marcador de posición de imagen 4">
            <a:extLst>
              <a:ext uri="{FF2B5EF4-FFF2-40B4-BE49-F238E27FC236}">
                <a16:creationId xmlns:a16="http://schemas.microsoft.com/office/drawing/2014/main" id="{3D49CB67-1EFB-45C2-B047-21DC963678C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100263" y="5123775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47" name="Marcador de texto 2">
            <a:extLst>
              <a:ext uri="{FF2B5EF4-FFF2-40B4-BE49-F238E27FC236}">
                <a16:creationId xmlns:a16="http://schemas.microsoft.com/office/drawing/2014/main" id="{76BE6FA6-1C20-452B-AF99-0F5989CAB05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863773" y="4943025"/>
            <a:ext cx="3200401" cy="1324635"/>
          </a:xfrm>
          <a:prstGeom prst="roundRect">
            <a:avLst>
              <a:gd name="adj" fmla="val 9122"/>
            </a:avLst>
          </a:prstGeom>
          <a:solidFill>
            <a:schemeClr val="accent6"/>
          </a:solidFill>
        </p:spPr>
        <p:txBody>
          <a:bodyPr wrap="square" lIns="216000" tIns="0" bIns="0" anchor="ctr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 lang="es-ES" sz="1400" kern="1200" dirty="0" smtClean="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endParaRPr lang="es-ES" dirty="0"/>
          </a:p>
        </p:txBody>
      </p:sp>
      <p:sp>
        <p:nvSpPr>
          <p:cNvPr id="48" name="Marcador de posición de imagen 4">
            <a:extLst>
              <a:ext uri="{FF2B5EF4-FFF2-40B4-BE49-F238E27FC236}">
                <a16:creationId xmlns:a16="http://schemas.microsoft.com/office/drawing/2014/main" id="{1842295A-0375-4397-ADF0-E3360C59BF1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828380" y="5123775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49" name="Marcador de número de diapositiva 70">
            <a:extLst>
              <a:ext uri="{FF2B5EF4-FFF2-40B4-BE49-F238E27FC236}">
                <a16:creationId xmlns:a16="http://schemas.microsoft.com/office/drawing/2014/main" id="{F3B22BD4-F182-4C31-AF0C-CC9B4278A8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801684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Imagen de fon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Marcador de posición de imagen 4">
            <a:extLst>
              <a:ext uri="{FF2B5EF4-FFF2-40B4-BE49-F238E27FC236}">
                <a16:creationId xmlns:a16="http://schemas.microsoft.com/office/drawing/2014/main" id="{5CD1CC22-0D97-46B7-8A7E-B3A3A1A322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1947490" cy="6858000"/>
          </a:xfrm>
          <a:prstGeom prst="rect">
            <a:avLst/>
          </a:prstGeom>
        </p:spPr>
      </p:pic>
      <p:grpSp>
        <p:nvGrpSpPr>
          <p:cNvPr id="107" name="Grupo 106">
            <a:extLst>
              <a:ext uri="{FF2B5EF4-FFF2-40B4-BE49-F238E27FC236}">
                <a16:creationId xmlns:a16="http://schemas.microsoft.com/office/drawing/2014/main" id="{499C264E-9083-4F15-BB87-70C68AD2EB93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08" name="Freeform 109">
              <a:extLst>
                <a:ext uri="{FF2B5EF4-FFF2-40B4-BE49-F238E27FC236}">
                  <a16:creationId xmlns:a16="http://schemas.microsoft.com/office/drawing/2014/main" id="{DF3DB903-7842-4910-8B17-ED2CA8611CE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9" name="Freeform 110">
              <a:extLst>
                <a:ext uri="{FF2B5EF4-FFF2-40B4-BE49-F238E27FC236}">
                  <a16:creationId xmlns:a16="http://schemas.microsoft.com/office/drawing/2014/main" id="{B5E6F7EE-8B73-4A0A-9B94-E354BD4C03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10" name="Grupo 109">
              <a:extLst>
                <a:ext uri="{FF2B5EF4-FFF2-40B4-BE49-F238E27FC236}">
                  <a16:creationId xmlns:a16="http://schemas.microsoft.com/office/drawing/2014/main" id="{80B70894-36F8-4E0D-9E07-D034C44E1978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121" name="Freeform 111">
                <a:extLst>
                  <a:ext uri="{FF2B5EF4-FFF2-40B4-BE49-F238E27FC236}">
                    <a16:creationId xmlns:a16="http://schemas.microsoft.com/office/drawing/2014/main" id="{8197FD6B-A529-419C-8F98-10F7E2EAC8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2" name="Freeform 112">
                <a:extLst>
                  <a:ext uri="{FF2B5EF4-FFF2-40B4-BE49-F238E27FC236}">
                    <a16:creationId xmlns:a16="http://schemas.microsoft.com/office/drawing/2014/main" id="{58CA6C03-4B75-44D0-A22B-B0241CD0CC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3" name="Freeform 113">
                <a:extLst>
                  <a:ext uri="{FF2B5EF4-FFF2-40B4-BE49-F238E27FC236}">
                    <a16:creationId xmlns:a16="http://schemas.microsoft.com/office/drawing/2014/main" id="{AD72A3FD-D0CD-4D02-B866-D1C30613F27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4" name="Freeform 114">
                <a:extLst>
                  <a:ext uri="{FF2B5EF4-FFF2-40B4-BE49-F238E27FC236}">
                    <a16:creationId xmlns:a16="http://schemas.microsoft.com/office/drawing/2014/main" id="{F99F78AA-093A-4DA8-AA73-BAE6887E5F1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5" name="Freeform 115">
                <a:extLst>
                  <a:ext uri="{FF2B5EF4-FFF2-40B4-BE49-F238E27FC236}">
                    <a16:creationId xmlns:a16="http://schemas.microsoft.com/office/drawing/2014/main" id="{D124D429-5FC0-4824-81AD-99F0003798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6" name="Freeform 116">
                <a:extLst>
                  <a:ext uri="{FF2B5EF4-FFF2-40B4-BE49-F238E27FC236}">
                    <a16:creationId xmlns:a16="http://schemas.microsoft.com/office/drawing/2014/main" id="{EEB99B53-933D-4E13-A7F4-7C78486B0D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7" name="Freeform 117">
                <a:extLst>
                  <a:ext uri="{FF2B5EF4-FFF2-40B4-BE49-F238E27FC236}">
                    <a16:creationId xmlns:a16="http://schemas.microsoft.com/office/drawing/2014/main" id="{4646E39B-0B49-4E67-BFA7-60F1A4F7C4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8" name="Freeform 118">
                <a:extLst>
                  <a:ext uri="{FF2B5EF4-FFF2-40B4-BE49-F238E27FC236}">
                    <a16:creationId xmlns:a16="http://schemas.microsoft.com/office/drawing/2014/main" id="{C024E07C-A6F2-4E50-868E-351C58FCF6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9" name="Freeform 119">
                <a:extLst>
                  <a:ext uri="{FF2B5EF4-FFF2-40B4-BE49-F238E27FC236}">
                    <a16:creationId xmlns:a16="http://schemas.microsoft.com/office/drawing/2014/main" id="{45B89081-D056-4544-A3B7-B8AD1BC5A0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0" name="Freeform 120">
                <a:extLst>
                  <a:ext uri="{FF2B5EF4-FFF2-40B4-BE49-F238E27FC236}">
                    <a16:creationId xmlns:a16="http://schemas.microsoft.com/office/drawing/2014/main" id="{EE00D3CE-425B-4202-8530-8BCEE51A843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1" name="Freeform 121">
                <a:extLst>
                  <a:ext uri="{FF2B5EF4-FFF2-40B4-BE49-F238E27FC236}">
                    <a16:creationId xmlns:a16="http://schemas.microsoft.com/office/drawing/2014/main" id="{16A54E6F-E194-4DC5-BBA8-C5050B1BFB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2" name="Freeform 122">
                <a:extLst>
                  <a:ext uri="{FF2B5EF4-FFF2-40B4-BE49-F238E27FC236}">
                    <a16:creationId xmlns:a16="http://schemas.microsoft.com/office/drawing/2014/main" id="{63BACA06-6F53-45DB-B2BC-AD0D986784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3" name="Freeform 123">
                <a:extLst>
                  <a:ext uri="{FF2B5EF4-FFF2-40B4-BE49-F238E27FC236}">
                    <a16:creationId xmlns:a16="http://schemas.microsoft.com/office/drawing/2014/main" id="{CB942BEA-C83B-424D-A5BA-85962D2CF5D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4" name="Freeform 124">
                <a:extLst>
                  <a:ext uri="{FF2B5EF4-FFF2-40B4-BE49-F238E27FC236}">
                    <a16:creationId xmlns:a16="http://schemas.microsoft.com/office/drawing/2014/main" id="{2CAB6FAE-DDDA-436F-B6DE-CFCB3BD48E9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5" name="Freeform 125">
                <a:extLst>
                  <a:ext uri="{FF2B5EF4-FFF2-40B4-BE49-F238E27FC236}">
                    <a16:creationId xmlns:a16="http://schemas.microsoft.com/office/drawing/2014/main" id="{E35AB3D9-0B82-4397-96A2-791EA25859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6" name="Freeform 126">
                <a:extLst>
                  <a:ext uri="{FF2B5EF4-FFF2-40B4-BE49-F238E27FC236}">
                    <a16:creationId xmlns:a16="http://schemas.microsoft.com/office/drawing/2014/main" id="{50B012F8-7FBD-460B-99B6-7FF54087C7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67" name="Freeform 127">
                <a:extLst>
                  <a:ext uri="{FF2B5EF4-FFF2-40B4-BE49-F238E27FC236}">
                    <a16:creationId xmlns:a16="http://schemas.microsoft.com/office/drawing/2014/main" id="{40E3B342-69FF-404E-83EA-2745C6D951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11" name="Freeform 128">
              <a:extLst>
                <a:ext uri="{FF2B5EF4-FFF2-40B4-BE49-F238E27FC236}">
                  <a16:creationId xmlns:a16="http://schemas.microsoft.com/office/drawing/2014/main" id="{31B6BF3F-E4BD-4B4D-894E-8E6AB43E2B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2" name="Freeform 129">
              <a:extLst>
                <a:ext uri="{FF2B5EF4-FFF2-40B4-BE49-F238E27FC236}">
                  <a16:creationId xmlns:a16="http://schemas.microsoft.com/office/drawing/2014/main" id="{C96DED31-E2FA-4F0C-91DA-B7E4262E9E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3" name="Freeform 130">
              <a:extLst>
                <a:ext uri="{FF2B5EF4-FFF2-40B4-BE49-F238E27FC236}">
                  <a16:creationId xmlns:a16="http://schemas.microsoft.com/office/drawing/2014/main" id="{44B9F68E-C00B-444D-9132-9ECE151261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4" name="Freeform 131">
              <a:extLst>
                <a:ext uri="{FF2B5EF4-FFF2-40B4-BE49-F238E27FC236}">
                  <a16:creationId xmlns:a16="http://schemas.microsoft.com/office/drawing/2014/main" id="{AC068A6F-9C85-4DFB-BBA6-59B128A002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5" name="Freeform 132">
              <a:extLst>
                <a:ext uri="{FF2B5EF4-FFF2-40B4-BE49-F238E27FC236}">
                  <a16:creationId xmlns:a16="http://schemas.microsoft.com/office/drawing/2014/main" id="{C6C16652-5C13-4D34-B2A6-B45DCD35A1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6" name="Freeform 133">
              <a:extLst>
                <a:ext uri="{FF2B5EF4-FFF2-40B4-BE49-F238E27FC236}">
                  <a16:creationId xmlns:a16="http://schemas.microsoft.com/office/drawing/2014/main" id="{3AB2D4DF-3A19-4458-9A1D-ECF7921344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34">
              <a:extLst>
                <a:ext uri="{FF2B5EF4-FFF2-40B4-BE49-F238E27FC236}">
                  <a16:creationId xmlns:a16="http://schemas.microsoft.com/office/drawing/2014/main" id="{624F4044-D37F-467B-92AC-E8E11BBC88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8" name="Freeform 135">
              <a:extLst>
                <a:ext uri="{FF2B5EF4-FFF2-40B4-BE49-F238E27FC236}">
                  <a16:creationId xmlns:a16="http://schemas.microsoft.com/office/drawing/2014/main" id="{4E83C53F-AEBD-4D05-A5EE-B23B4BCA422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9" name="Freeform 136">
              <a:extLst>
                <a:ext uri="{FF2B5EF4-FFF2-40B4-BE49-F238E27FC236}">
                  <a16:creationId xmlns:a16="http://schemas.microsoft.com/office/drawing/2014/main" id="{AF47A243-60C3-496C-9CCC-79F301BED277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137">
              <a:extLst>
                <a:ext uri="{FF2B5EF4-FFF2-40B4-BE49-F238E27FC236}">
                  <a16:creationId xmlns:a16="http://schemas.microsoft.com/office/drawing/2014/main" id="{166BBEA1-E3EE-4BB4-8F30-B5BF9CA0A5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37" name="Grupo 136">
            <a:extLst>
              <a:ext uri="{FF2B5EF4-FFF2-40B4-BE49-F238E27FC236}">
                <a16:creationId xmlns:a16="http://schemas.microsoft.com/office/drawing/2014/main" id="{86B7D43B-EBAF-4A7C-A005-6222D1A29DC9}"/>
              </a:ext>
            </a:extLst>
          </p:cNvPr>
          <p:cNvGrpSpPr/>
          <p:nvPr userDrawn="1"/>
        </p:nvGrpSpPr>
        <p:grpSpPr>
          <a:xfrm>
            <a:off x="10580559" y="518761"/>
            <a:ext cx="1147824" cy="235942"/>
            <a:chOff x="6094413" y="2516188"/>
            <a:chExt cx="2000250" cy="411162"/>
          </a:xfrm>
          <a:solidFill>
            <a:schemeClr val="bg2"/>
          </a:solidFill>
        </p:grpSpPr>
        <p:sp>
          <p:nvSpPr>
            <p:cNvPr id="138" name="Freeform 7">
              <a:extLst>
                <a:ext uri="{FF2B5EF4-FFF2-40B4-BE49-F238E27FC236}">
                  <a16:creationId xmlns:a16="http://schemas.microsoft.com/office/drawing/2014/main" id="{805A2F13-ED1C-461C-9ED8-75FCED4513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4463" y="2516188"/>
              <a:ext cx="1600200" cy="265113"/>
            </a:xfrm>
            <a:custGeom>
              <a:avLst/>
              <a:gdLst>
                <a:gd name="T0" fmla="*/ 644 w 1008"/>
                <a:gd name="T1" fmla="*/ 90 h 167"/>
                <a:gd name="T2" fmla="*/ 644 w 1008"/>
                <a:gd name="T3" fmla="*/ 39 h 167"/>
                <a:gd name="T4" fmla="*/ 363 w 1008"/>
                <a:gd name="T5" fmla="*/ 39 h 167"/>
                <a:gd name="T6" fmla="*/ 363 w 1008"/>
                <a:gd name="T7" fmla="*/ 90 h 167"/>
                <a:gd name="T8" fmla="*/ 644 w 1008"/>
                <a:gd name="T9" fmla="*/ 90 h 167"/>
                <a:gd name="T10" fmla="*/ 40 w 1008"/>
                <a:gd name="T11" fmla="*/ 0 h 167"/>
                <a:gd name="T12" fmla="*/ 40 w 1008"/>
                <a:gd name="T13" fmla="*/ 128 h 167"/>
                <a:gd name="T14" fmla="*/ 323 w 1008"/>
                <a:gd name="T15" fmla="*/ 128 h 167"/>
                <a:gd name="T16" fmla="*/ 323 w 1008"/>
                <a:gd name="T17" fmla="*/ 0 h 167"/>
                <a:gd name="T18" fmla="*/ 685 w 1008"/>
                <a:gd name="T19" fmla="*/ 0 h 167"/>
                <a:gd name="T20" fmla="*/ 685 w 1008"/>
                <a:gd name="T21" fmla="*/ 129 h 167"/>
                <a:gd name="T22" fmla="*/ 967 w 1008"/>
                <a:gd name="T23" fmla="*/ 129 h 167"/>
                <a:gd name="T24" fmla="*/ 967 w 1008"/>
                <a:gd name="T25" fmla="*/ 58 h 167"/>
                <a:gd name="T26" fmla="*/ 1008 w 1008"/>
                <a:gd name="T27" fmla="*/ 58 h 167"/>
                <a:gd name="T28" fmla="*/ 1008 w 1008"/>
                <a:gd name="T29" fmla="*/ 167 h 167"/>
                <a:gd name="T30" fmla="*/ 644 w 1008"/>
                <a:gd name="T31" fmla="*/ 167 h 167"/>
                <a:gd name="T32" fmla="*/ 644 w 1008"/>
                <a:gd name="T33" fmla="*/ 130 h 167"/>
                <a:gd name="T34" fmla="*/ 363 w 1008"/>
                <a:gd name="T35" fmla="*/ 130 h 167"/>
                <a:gd name="T36" fmla="*/ 363 w 1008"/>
                <a:gd name="T37" fmla="*/ 167 h 167"/>
                <a:gd name="T38" fmla="*/ 0 w 1008"/>
                <a:gd name="T39" fmla="*/ 167 h 167"/>
                <a:gd name="T40" fmla="*/ 0 w 1008"/>
                <a:gd name="T41" fmla="*/ 0 h 167"/>
                <a:gd name="T42" fmla="*/ 40 w 1008"/>
                <a:gd name="T43" fmla="*/ 0 h 167"/>
                <a:gd name="T44" fmla="*/ 967 w 1008"/>
                <a:gd name="T45" fmla="*/ 0 h 167"/>
                <a:gd name="T46" fmla="*/ 1007 w 1008"/>
                <a:gd name="T47" fmla="*/ 0 h 167"/>
                <a:gd name="T48" fmla="*/ 1007 w 1008"/>
                <a:gd name="T49" fmla="*/ 38 h 167"/>
                <a:gd name="T50" fmla="*/ 967 w 1008"/>
                <a:gd name="T51" fmla="*/ 38 h 167"/>
                <a:gd name="T52" fmla="*/ 967 w 1008"/>
                <a:gd name="T5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008" h="167">
                  <a:moveTo>
                    <a:pt x="644" y="90"/>
                  </a:moveTo>
                  <a:lnTo>
                    <a:pt x="644" y="39"/>
                  </a:lnTo>
                  <a:lnTo>
                    <a:pt x="363" y="39"/>
                  </a:lnTo>
                  <a:lnTo>
                    <a:pt x="363" y="90"/>
                  </a:lnTo>
                  <a:lnTo>
                    <a:pt x="644" y="90"/>
                  </a:lnTo>
                  <a:close/>
                  <a:moveTo>
                    <a:pt x="40" y="0"/>
                  </a:moveTo>
                  <a:lnTo>
                    <a:pt x="40" y="128"/>
                  </a:lnTo>
                  <a:lnTo>
                    <a:pt x="323" y="128"/>
                  </a:lnTo>
                  <a:lnTo>
                    <a:pt x="323" y="0"/>
                  </a:lnTo>
                  <a:lnTo>
                    <a:pt x="685" y="0"/>
                  </a:lnTo>
                  <a:lnTo>
                    <a:pt x="685" y="129"/>
                  </a:lnTo>
                  <a:lnTo>
                    <a:pt x="967" y="129"/>
                  </a:lnTo>
                  <a:lnTo>
                    <a:pt x="967" y="58"/>
                  </a:lnTo>
                  <a:lnTo>
                    <a:pt x="1008" y="58"/>
                  </a:lnTo>
                  <a:lnTo>
                    <a:pt x="1008" y="167"/>
                  </a:lnTo>
                  <a:lnTo>
                    <a:pt x="644" y="167"/>
                  </a:lnTo>
                  <a:lnTo>
                    <a:pt x="644" y="130"/>
                  </a:lnTo>
                  <a:lnTo>
                    <a:pt x="363" y="130"/>
                  </a:lnTo>
                  <a:lnTo>
                    <a:pt x="363" y="167"/>
                  </a:lnTo>
                  <a:lnTo>
                    <a:pt x="0" y="167"/>
                  </a:lnTo>
                  <a:lnTo>
                    <a:pt x="0" y="0"/>
                  </a:lnTo>
                  <a:lnTo>
                    <a:pt x="40" y="0"/>
                  </a:lnTo>
                  <a:close/>
                  <a:moveTo>
                    <a:pt x="967" y="0"/>
                  </a:moveTo>
                  <a:lnTo>
                    <a:pt x="1007" y="0"/>
                  </a:lnTo>
                  <a:lnTo>
                    <a:pt x="1007" y="38"/>
                  </a:lnTo>
                  <a:lnTo>
                    <a:pt x="967" y="38"/>
                  </a:lnTo>
                  <a:lnTo>
                    <a:pt x="96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9" name="Freeform 8">
              <a:extLst>
                <a:ext uri="{FF2B5EF4-FFF2-40B4-BE49-F238E27FC236}">
                  <a16:creationId xmlns:a16="http://schemas.microsoft.com/office/drawing/2014/main" id="{347CFB1F-EE43-4374-9D0E-D9D125082A8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4463" y="2840038"/>
              <a:ext cx="63500" cy="80963"/>
            </a:xfrm>
            <a:custGeom>
              <a:avLst/>
              <a:gdLst>
                <a:gd name="T0" fmla="*/ 29 w 29"/>
                <a:gd name="T1" fmla="*/ 0 h 37"/>
                <a:gd name="T2" fmla="*/ 22 w 29"/>
                <a:gd name="T3" fmla="*/ 0 h 37"/>
                <a:gd name="T4" fmla="*/ 22 w 29"/>
                <a:gd name="T5" fmla="*/ 23 h 37"/>
                <a:gd name="T6" fmla="*/ 21 w 29"/>
                <a:gd name="T7" fmla="*/ 28 h 37"/>
                <a:gd name="T8" fmla="*/ 16 w 29"/>
                <a:gd name="T9" fmla="*/ 30 h 37"/>
                <a:gd name="T10" fmla="*/ 10 w 29"/>
                <a:gd name="T11" fmla="*/ 28 h 37"/>
                <a:gd name="T12" fmla="*/ 9 w 29"/>
                <a:gd name="T13" fmla="*/ 23 h 37"/>
                <a:gd name="T14" fmla="*/ 9 w 29"/>
                <a:gd name="T15" fmla="*/ 0 h 37"/>
                <a:gd name="T16" fmla="*/ 0 w 29"/>
                <a:gd name="T17" fmla="*/ 0 h 37"/>
                <a:gd name="T18" fmla="*/ 0 w 29"/>
                <a:gd name="T19" fmla="*/ 23 h 37"/>
                <a:gd name="T20" fmla="*/ 3 w 29"/>
                <a:gd name="T21" fmla="*/ 33 h 37"/>
                <a:gd name="T22" fmla="*/ 15 w 29"/>
                <a:gd name="T23" fmla="*/ 37 h 37"/>
                <a:gd name="T24" fmla="*/ 26 w 29"/>
                <a:gd name="T25" fmla="*/ 34 h 37"/>
                <a:gd name="T26" fmla="*/ 29 w 29"/>
                <a:gd name="T27" fmla="*/ 23 h 37"/>
                <a:gd name="T28" fmla="*/ 29 w 29"/>
                <a:gd name="T2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" h="37">
                  <a:moveTo>
                    <a:pt x="29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6"/>
                    <a:pt x="22" y="27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cubicBezTo>
                    <a:pt x="13" y="30"/>
                    <a:pt x="11" y="29"/>
                    <a:pt x="10" y="28"/>
                  </a:cubicBezTo>
                  <a:cubicBezTo>
                    <a:pt x="10" y="27"/>
                    <a:pt x="9" y="26"/>
                    <a:pt x="9" y="2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8"/>
                    <a:pt x="1" y="31"/>
                    <a:pt x="3" y="33"/>
                  </a:cubicBezTo>
                  <a:cubicBezTo>
                    <a:pt x="6" y="36"/>
                    <a:pt x="10" y="37"/>
                    <a:pt x="15" y="37"/>
                  </a:cubicBezTo>
                  <a:cubicBezTo>
                    <a:pt x="20" y="37"/>
                    <a:pt x="23" y="36"/>
                    <a:pt x="26" y="34"/>
                  </a:cubicBezTo>
                  <a:cubicBezTo>
                    <a:pt x="28" y="31"/>
                    <a:pt x="29" y="29"/>
                    <a:pt x="29" y="23"/>
                  </a:cubicBez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0" name="Freeform 9">
              <a:extLst>
                <a:ext uri="{FF2B5EF4-FFF2-40B4-BE49-F238E27FC236}">
                  <a16:creationId xmlns:a16="http://schemas.microsoft.com/office/drawing/2014/main" id="{0C091651-35A1-486A-9A4F-55A3AA9A608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2250" y="2840038"/>
              <a:ext cx="60325" cy="77788"/>
            </a:xfrm>
            <a:custGeom>
              <a:avLst/>
              <a:gdLst>
                <a:gd name="T0" fmla="*/ 28 w 28"/>
                <a:gd name="T1" fmla="*/ 0 h 36"/>
                <a:gd name="T2" fmla="*/ 22 w 28"/>
                <a:gd name="T3" fmla="*/ 0 h 36"/>
                <a:gd name="T4" fmla="*/ 22 w 28"/>
                <a:gd name="T5" fmla="*/ 19 h 36"/>
                <a:gd name="T6" fmla="*/ 22 w 28"/>
                <a:gd name="T7" fmla="*/ 21 h 36"/>
                <a:gd name="T8" fmla="*/ 9 w 28"/>
                <a:gd name="T9" fmla="*/ 0 h 36"/>
                <a:gd name="T10" fmla="*/ 0 w 28"/>
                <a:gd name="T11" fmla="*/ 0 h 36"/>
                <a:gd name="T12" fmla="*/ 0 w 28"/>
                <a:gd name="T13" fmla="*/ 36 h 36"/>
                <a:gd name="T14" fmla="*/ 7 w 28"/>
                <a:gd name="T15" fmla="*/ 36 h 36"/>
                <a:gd name="T16" fmla="*/ 7 w 28"/>
                <a:gd name="T17" fmla="*/ 15 h 36"/>
                <a:gd name="T18" fmla="*/ 7 w 28"/>
                <a:gd name="T19" fmla="*/ 13 h 36"/>
                <a:gd name="T20" fmla="*/ 6 w 28"/>
                <a:gd name="T21" fmla="*/ 12 h 36"/>
                <a:gd name="T22" fmla="*/ 21 w 28"/>
                <a:gd name="T23" fmla="*/ 36 h 36"/>
                <a:gd name="T24" fmla="*/ 28 w 28"/>
                <a:gd name="T25" fmla="*/ 36 h 36"/>
                <a:gd name="T26" fmla="*/ 28 w 28"/>
                <a:gd name="T2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6">
                  <a:moveTo>
                    <a:pt x="28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1" name="Rectangle 10">
              <a:extLst>
                <a:ext uri="{FF2B5EF4-FFF2-40B4-BE49-F238E27FC236}">
                  <a16:creationId xmlns:a16="http://schemas.microsoft.com/office/drawing/2014/main" id="{C263CC8F-4618-42EF-B847-4ECE15955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8450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2" name="Freeform 11">
              <a:extLst>
                <a:ext uri="{FF2B5EF4-FFF2-40B4-BE49-F238E27FC236}">
                  <a16:creationId xmlns:a16="http://schemas.microsoft.com/office/drawing/2014/main" id="{1CCB991A-EDF1-49DA-9CBC-5311FEBE30CC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3850" y="2840038"/>
              <a:ext cx="68263" cy="77788"/>
            </a:xfrm>
            <a:custGeom>
              <a:avLst/>
              <a:gdLst>
                <a:gd name="T0" fmla="*/ 43 w 43"/>
                <a:gd name="T1" fmla="*/ 0 h 49"/>
                <a:gd name="T2" fmla="*/ 33 w 43"/>
                <a:gd name="T3" fmla="*/ 0 h 49"/>
                <a:gd name="T4" fmla="*/ 24 w 43"/>
                <a:gd name="T5" fmla="*/ 36 h 49"/>
                <a:gd name="T6" fmla="*/ 13 w 43"/>
                <a:gd name="T7" fmla="*/ 0 h 49"/>
                <a:gd name="T8" fmla="*/ 0 w 43"/>
                <a:gd name="T9" fmla="*/ 0 h 49"/>
                <a:gd name="T10" fmla="*/ 15 w 43"/>
                <a:gd name="T11" fmla="*/ 49 h 49"/>
                <a:gd name="T12" fmla="*/ 28 w 43"/>
                <a:gd name="T13" fmla="*/ 49 h 49"/>
                <a:gd name="T14" fmla="*/ 43 w 43"/>
                <a:gd name="T15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49">
                  <a:moveTo>
                    <a:pt x="43" y="0"/>
                  </a:moveTo>
                  <a:lnTo>
                    <a:pt x="33" y="0"/>
                  </a:lnTo>
                  <a:lnTo>
                    <a:pt x="24" y="36"/>
                  </a:lnTo>
                  <a:lnTo>
                    <a:pt x="13" y="0"/>
                  </a:lnTo>
                  <a:lnTo>
                    <a:pt x="0" y="0"/>
                  </a:lnTo>
                  <a:lnTo>
                    <a:pt x="15" y="49"/>
                  </a:lnTo>
                  <a:lnTo>
                    <a:pt x="28" y="49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3" name="Freeform 12">
              <a:extLst>
                <a:ext uri="{FF2B5EF4-FFF2-40B4-BE49-F238E27FC236}">
                  <a16:creationId xmlns:a16="http://schemas.microsoft.com/office/drawing/2014/main" id="{D5C4203F-F379-4689-8872-60DF2503C49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050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36 w 36"/>
                <a:gd name="T9" fmla="*/ 49 h 49"/>
                <a:gd name="T10" fmla="*/ 36 w 36"/>
                <a:gd name="T11" fmla="*/ 40 h 49"/>
                <a:gd name="T12" fmla="*/ 11 w 36"/>
                <a:gd name="T13" fmla="*/ 40 h 49"/>
                <a:gd name="T14" fmla="*/ 11 w 36"/>
                <a:gd name="T15" fmla="*/ 29 h 49"/>
                <a:gd name="T16" fmla="*/ 30 w 36"/>
                <a:gd name="T17" fmla="*/ 29 h 49"/>
                <a:gd name="T18" fmla="*/ 30 w 36"/>
                <a:gd name="T19" fmla="*/ 19 h 49"/>
                <a:gd name="T20" fmla="*/ 11 w 36"/>
                <a:gd name="T21" fmla="*/ 19 h 49"/>
                <a:gd name="T22" fmla="*/ 11 w 36"/>
                <a:gd name="T23" fmla="*/ 10 h 49"/>
                <a:gd name="T24" fmla="*/ 36 w 36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6" y="49"/>
                  </a:lnTo>
                  <a:lnTo>
                    <a:pt x="36" y="40"/>
                  </a:lnTo>
                  <a:lnTo>
                    <a:pt x="11" y="40"/>
                  </a:lnTo>
                  <a:lnTo>
                    <a:pt x="11" y="29"/>
                  </a:lnTo>
                  <a:lnTo>
                    <a:pt x="30" y="29"/>
                  </a:lnTo>
                  <a:lnTo>
                    <a:pt x="30" y="19"/>
                  </a:lnTo>
                  <a:lnTo>
                    <a:pt x="11" y="19"/>
                  </a:lnTo>
                  <a:lnTo>
                    <a:pt x="11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4" name="Freeform 13">
              <a:extLst>
                <a:ext uri="{FF2B5EF4-FFF2-40B4-BE49-F238E27FC236}">
                  <a16:creationId xmlns:a16="http://schemas.microsoft.com/office/drawing/2014/main" id="{D1279E4E-2BDD-429D-8B3A-98468166D1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16725" y="2840038"/>
              <a:ext cx="65088" cy="77788"/>
            </a:xfrm>
            <a:custGeom>
              <a:avLst/>
              <a:gdLst>
                <a:gd name="T0" fmla="*/ 8 w 30"/>
                <a:gd name="T1" fmla="*/ 22 h 36"/>
                <a:gd name="T2" fmla="*/ 15 w 30"/>
                <a:gd name="T3" fmla="*/ 22 h 36"/>
                <a:gd name="T4" fmla="*/ 20 w 30"/>
                <a:gd name="T5" fmla="*/ 36 h 36"/>
                <a:gd name="T6" fmla="*/ 30 w 30"/>
                <a:gd name="T7" fmla="*/ 36 h 36"/>
                <a:gd name="T8" fmla="*/ 23 w 30"/>
                <a:gd name="T9" fmla="*/ 20 h 36"/>
                <a:gd name="T10" fmla="*/ 26 w 30"/>
                <a:gd name="T11" fmla="*/ 18 h 36"/>
                <a:gd name="T12" fmla="*/ 29 w 30"/>
                <a:gd name="T13" fmla="*/ 11 h 36"/>
                <a:gd name="T14" fmla="*/ 25 w 30"/>
                <a:gd name="T15" fmla="*/ 2 h 36"/>
                <a:gd name="T16" fmla="*/ 16 w 30"/>
                <a:gd name="T17" fmla="*/ 0 h 36"/>
                <a:gd name="T18" fmla="*/ 0 w 30"/>
                <a:gd name="T19" fmla="*/ 0 h 36"/>
                <a:gd name="T20" fmla="*/ 0 w 30"/>
                <a:gd name="T21" fmla="*/ 36 h 36"/>
                <a:gd name="T22" fmla="*/ 8 w 30"/>
                <a:gd name="T23" fmla="*/ 36 h 36"/>
                <a:gd name="T24" fmla="*/ 8 w 30"/>
                <a:gd name="T25" fmla="*/ 22 h 36"/>
                <a:gd name="T26" fmla="*/ 8 w 30"/>
                <a:gd name="T27" fmla="*/ 6 h 36"/>
                <a:gd name="T28" fmla="*/ 13 w 30"/>
                <a:gd name="T29" fmla="*/ 6 h 36"/>
                <a:gd name="T30" fmla="*/ 19 w 30"/>
                <a:gd name="T31" fmla="*/ 7 h 36"/>
                <a:gd name="T32" fmla="*/ 20 w 30"/>
                <a:gd name="T33" fmla="*/ 11 h 36"/>
                <a:gd name="T34" fmla="*/ 18 w 30"/>
                <a:gd name="T35" fmla="*/ 15 h 36"/>
                <a:gd name="T36" fmla="*/ 14 w 30"/>
                <a:gd name="T37" fmla="*/ 16 h 36"/>
                <a:gd name="T38" fmla="*/ 8 w 30"/>
                <a:gd name="T39" fmla="*/ 16 h 36"/>
                <a:gd name="T40" fmla="*/ 8 w 30"/>
                <a:gd name="T4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6">
                  <a:moveTo>
                    <a:pt x="8" y="22"/>
                  </a:moveTo>
                  <a:cubicBezTo>
                    <a:pt x="15" y="22"/>
                    <a:pt x="15" y="22"/>
                    <a:pt x="15" y="2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5" y="19"/>
                    <a:pt x="25" y="19"/>
                    <a:pt x="26" y="18"/>
                  </a:cubicBezTo>
                  <a:cubicBezTo>
                    <a:pt x="28" y="16"/>
                    <a:pt x="29" y="14"/>
                    <a:pt x="29" y="11"/>
                  </a:cubicBezTo>
                  <a:cubicBezTo>
                    <a:pt x="29" y="8"/>
                    <a:pt x="28" y="4"/>
                    <a:pt x="25" y="2"/>
                  </a:cubicBezTo>
                  <a:cubicBezTo>
                    <a:pt x="23" y="1"/>
                    <a:pt x="21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8" y="36"/>
                    <a:pt x="8" y="36"/>
                    <a:pt x="8" y="36"/>
                  </a:cubicBezTo>
                  <a:lnTo>
                    <a:pt x="8" y="22"/>
                  </a:lnTo>
                  <a:close/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7" y="6"/>
                    <a:pt x="18" y="6"/>
                    <a:pt x="19" y="7"/>
                  </a:cubicBezTo>
                  <a:cubicBezTo>
                    <a:pt x="20" y="8"/>
                    <a:pt x="20" y="10"/>
                    <a:pt x="20" y="11"/>
                  </a:cubicBezTo>
                  <a:cubicBezTo>
                    <a:pt x="20" y="12"/>
                    <a:pt x="19" y="14"/>
                    <a:pt x="18" y="15"/>
                  </a:cubicBezTo>
                  <a:cubicBezTo>
                    <a:pt x="17" y="16"/>
                    <a:pt x="17" y="16"/>
                    <a:pt x="14" y="16"/>
                  </a:cubicBezTo>
                  <a:cubicBezTo>
                    <a:pt x="8" y="16"/>
                    <a:pt x="8" y="16"/>
                    <a:pt x="8" y="16"/>
                  </a:cubicBezTo>
                  <a:lnTo>
                    <a:pt x="8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5" name="Freeform 14">
              <a:extLst>
                <a:ext uri="{FF2B5EF4-FFF2-40B4-BE49-F238E27FC236}">
                  <a16:creationId xmlns:a16="http://schemas.microsoft.com/office/drawing/2014/main" id="{70DD5F17-99AA-41FD-940E-EA518141671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6575" y="2838450"/>
              <a:ext cx="65088" cy="82550"/>
            </a:xfrm>
            <a:custGeom>
              <a:avLst/>
              <a:gdLst>
                <a:gd name="T0" fmla="*/ 29 w 30"/>
                <a:gd name="T1" fmla="*/ 9 h 38"/>
                <a:gd name="T2" fmla="*/ 25 w 30"/>
                <a:gd name="T3" fmla="*/ 3 h 38"/>
                <a:gd name="T4" fmla="*/ 15 w 30"/>
                <a:gd name="T5" fmla="*/ 0 h 38"/>
                <a:gd name="T6" fmla="*/ 6 w 30"/>
                <a:gd name="T7" fmla="*/ 3 h 38"/>
                <a:gd name="T8" fmla="*/ 2 w 30"/>
                <a:gd name="T9" fmla="*/ 12 h 38"/>
                <a:gd name="T10" fmla="*/ 6 w 30"/>
                <a:gd name="T11" fmla="*/ 20 h 38"/>
                <a:gd name="T12" fmla="*/ 15 w 30"/>
                <a:gd name="T13" fmla="*/ 23 h 38"/>
                <a:gd name="T14" fmla="*/ 21 w 30"/>
                <a:gd name="T15" fmla="*/ 27 h 38"/>
                <a:gd name="T16" fmla="*/ 15 w 30"/>
                <a:gd name="T17" fmla="*/ 31 h 38"/>
                <a:gd name="T18" fmla="*/ 8 w 30"/>
                <a:gd name="T19" fmla="*/ 26 h 38"/>
                <a:gd name="T20" fmla="*/ 0 w 30"/>
                <a:gd name="T21" fmla="*/ 28 h 38"/>
                <a:gd name="T22" fmla="*/ 4 w 30"/>
                <a:gd name="T23" fmla="*/ 35 h 38"/>
                <a:gd name="T24" fmla="*/ 15 w 30"/>
                <a:gd name="T25" fmla="*/ 38 h 38"/>
                <a:gd name="T26" fmla="*/ 25 w 30"/>
                <a:gd name="T27" fmla="*/ 36 h 38"/>
                <a:gd name="T28" fmla="*/ 30 w 30"/>
                <a:gd name="T29" fmla="*/ 26 h 38"/>
                <a:gd name="T30" fmla="*/ 25 w 30"/>
                <a:gd name="T31" fmla="*/ 17 h 38"/>
                <a:gd name="T32" fmla="*/ 16 w 30"/>
                <a:gd name="T33" fmla="*/ 14 h 38"/>
                <a:gd name="T34" fmla="*/ 10 w 30"/>
                <a:gd name="T35" fmla="*/ 10 h 38"/>
                <a:gd name="T36" fmla="*/ 15 w 30"/>
                <a:gd name="T37" fmla="*/ 7 h 38"/>
                <a:gd name="T38" fmla="*/ 22 w 30"/>
                <a:gd name="T39" fmla="*/ 11 h 38"/>
                <a:gd name="T40" fmla="*/ 29 w 30"/>
                <a:gd name="T41" fmla="*/ 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8">
                  <a:moveTo>
                    <a:pt x="29" y="9"/>
                  </a:moveTo>
                  <a:cubicBezTo>
                    <a:pt x="28" y="6"/>
                    <a:pt x="27" y="5"/>
                    <a:pt x="25" y="3"/>
                  </a:cubicBezTo>
                  <a:cubicBezTo>
                    <a:pt x="22" y="1"/>
                    <a:pt x="19" y="0"/>
                    <a:pt x="15" y="0"/>
                  </a:cubicBezTo>
                  <a:cubicBezTo>
                    <a:pt x="11" y="0"/>
                    <a:pt x="8" y="1"/>
                    <a:pt x="6" y="3"/>
                  </a:cubicBezTo>
                  <a:cubicBezTo>
                    <a:pt x="3" y="6"/>
                    <a:pt x="2" y="9"/>
                    <a:pt x="2" y="12"/>
                  </a:cubicBezTo>
                  <a:cubicBezTo>
                    <a:pt x="2" y="16"/>
                    <a:pt x="4" y="19"/>
                    <a:pt x="6" y="20"/>
                  </a:cubicBezTo>
                  <a:cubicBezTo>
                    <a:pt x="8" y="21"/>
                    <a:pt x="11" y="22"/>
                    <a:pt x="15" y="23"/>
                  </a:cubicBezTo>
                  <a:cubicBezTo>
                    <a:pt x="20" y="24"/>
                    <a:pt x="21" y="25"/>
                    <a:pt x="21" y="27"/>
                  </a:cubicBezTo>
                  <a:cubicBezTo>
                    <a:pt x="21" y="30"/>
                    <a:pt x="19" y="31"/>
                    <a:pt x="15" y="31"/>
                  </a:cubicBezTo>
                  <a:cubicBezTo>
                    <a:pt x="11" y="31"/>
                    <a:pt x="9" y="30"/>
                    <a:pt x="8" y="2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31"/>
                    <a:pt x="2" y="33"/>
                    <a:pt x="4" y="35"/>
                  </a:cubicBezTo>
                  <a:cubicBezTo>
                    <a:pt x="7" y="37"/>
                    <a:pt x="11" y="38"/>
                    <a:pt x="15" y="38"/>
                  </a:cubicBezTo>
                  <a:cubicBezTo>
                    <a:pt x="19" y="38"/>
                    <a:pt x="22" y="37"/>
                    <a:pt x="25" y="36"/>
                  </a:cubicBezTo>
                  <a:cubicBezTo>
                    <a:pt x="28" y="33"/>
                    <a:pt x="30" y="30"/>
                    <a:pt x="30" y="26"/>
                  </a:cubicBezTo>
                  <a:cubicBezTo>
                    <a:pt x="30" y="22"/>
                    <a:pt x="28" y="19"/>
                    <a:pt x="25" y="17"/>
                  </a:cubicBezTo>
                  <a:cubicBezTo>
                    <a:pt x="24" y="16"/>
                    <a:pt x="21" y="15"/>
                    <a:pt x="16" y="14"/>
                  </a:cubicBezTo>
                  <a:cubicBezTo>
                    <a:pt x="12" y="13"/>
                    <a:pt x="10" y="12"/>
                    <a:pt x="10" y="10"/>
                  </a:cubicBezTo>
                  <a:cubicBezTo>
                    <a:pt x="10" y="8"/>
                    <a:pt x="12" y="7"/>
                    <a:pt x="15" y="7"/>
                  </a:cubicBezTo>
                  <a:cubicBezTo>
                    <a:pt x="19" y="7"/>
                    <a:pt x="20" y="8"/>
                    <a:pt x="22" y="11"/>
                  </a:cubicBezTo>
                  <a:lnTo>
                    <a:pt x="2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6" name="Rectangle 15">
              <a:extLst>
                <a:ext uri="{FF2B5EF4-FFF2-40B4-BE49-F238E27FC236}">
                  <a16:creationId xmlns:a16="http://schemas.microsoft.com/office/drawing/2014/main" id="{44532E74-7E02-4964-92F2-59E98D23CD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4363" y="2840038"/>
              <a:ext cx="17463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7" name="Freeform 16">
              <a:extLst>
                <a:ext uri="{FF2B5EF4-FFF2-40B4-BE49-F238E27FC236}">
                  <a16:creationId xmlns:a16="http://schemas.microsoft.com/office/drawing/2014/main" id="{EE37844D-B2A6-4955-8612-5EB4320724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97700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8" name="Freeform 17">
              <a:extLst>
                <a:ext uri="{FF2B5EF4-FFF2-40B4-BE49-F238E27FC236}">
                  <a16:creationId xmlns:a16="http://schemas.microsoft.com/office/drawing/2014/main" id="{C168CECB-6293-4E47-9940-6DED29A3EB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5963" y="2840038"/>
              <a:ext cx="71438" cy="77788"/>
            </a:xfrm>
            <a:custGeom>
              <a:avLst/>
              <a:gdLst>
                <a:gd name="T0" fmla="*/ 30 w 45"/>
                <a:gd name="T1" fmla="*/ 0 h 49"/>
                <a:gd name="T2" fmla="*/ 17 w 45"/>
                <a:gd name="T3" fmla="*/ 0 h 49"/>
                <a:gd name="T4" fmla="*/ 0 w 45"/>
                <a:gd name="T5" fmla="*/ 49 h 49"/>
                <a:gd name="T6" fmla="*/ 11 w 45"/>
                <a:gd name="T7" fmla="*/ 49 h 49"/>
                <a:gd name="T8" fmla="*/ 14 w 45"/>
                <a:gd name="T9" fmla="*/ 40 h 49"/>
                <a:gd name="T10" fmla="*/ 30 w 45"/>
                <a:gd name="T11" fmla="*/ 40 h 49"/>
                <a:gd name="T12" fmla="*/ 33 w 45"/>
                <a:gd name="T13" fmla="*/ 49 h 49"/>
                <a:gd name="T14" fmla="*/ 45 w 45"/>
                <a:gd name="T15" fmla="*/ 49 h 49"/>
                <a:gd name="T16" fmla="*/ 30 w 45"/>
                <a:gd name="T17" fmla="*/ 0 h 49"/>
                <a:gd name="T18" fmla="*/ 17 w 45"/>
                <a:gd name="T19" fmla="*/ 30 h 49"/>
                <a:gd name="T20" fmla="*/ 22 w 45"/>
                <a:gd name="T21" fmla="*/ 12 h 49"/>
                <a:gd name="T22" fmla="*/ 28 w 45"/>
                <a:gd name="T23" fmla="*/ 30 h 49"/>
                <a:gd name="T24" fmla="*/ 17 w 45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" h="49">
                  <a:moveTo>
                    <a:pt x="30" y="0"/>
                  </a:moveTo>
                  <a:lnTo>
                    <a:pt x="17" y="0"/>
                  </a:lnTo>
                  <a:lnTo>
                    <a:pt x="0" y="49"/>
                  </a:lnTo>
                  <a:lnTo>
                    <a:pt x="11" y="49"/>
                  </a:lnTo>
                  <a:lnTo>
                    <a:pt x="14" y="40"/>
                  </a:lnTo>
                  <a:lnTo>
                    <a:pt x="30" y="40"/>
                  </a:lnTo>
                  <a:lnTo>
                    <a:pt x="33" y="49"/>
                  </a:lnTo>
                  <a:lnTo>
                    <a:pt x="45" y="49"/>
                  </a:lnTo>
                  <a:lnTo>
                    <a:pt x="30" y="0"/>
                  </a:lnTo>
                  <a:close/>
                  <a:moveTo>
                    <a:pt x="17" y="30"/>
                  </a:moveTo>
                  <a:lnTo>
                    <a:pt x="22" y="12"/>
                  </a:lnTo>
                  <a:lnTo>
                    <a:pt x="28" y="30"/>
                  </a:lnTo>
                  <a:lnTo>
                    <a:pt x="17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9" name="Freeform 18">
              <a:extLst>
                <a:ext uri="{FF2B5EF4-FFF2-40B4-BE49-F238E27FC236}">
                  <a16:creationId xmlns:a16="http://schemas.microsoft.com/office/drawing/2014/main" id="{ECBE2764-684D-4C75-A9BF-FA752BD3BA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469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5 w 30"/>
                <a:gd name="T7" fmla="*/ 31 h 36"/>
                <a:gd name="T8" fmla="*/ 30 w 30"/>
                <a:gd name="T9" fmla="*/ 18 h 36"/>
                <a:gd name="T10" fmla="*/ 25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8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8 w 30"/>
                <a:gd name="T25" fmla="*/ 27 h 36"/>
                <a:gd name="T26" fmla="*/ 12 w 30"/>
                <a:gd name="T27" fmla="*/ 30 h 36"/>
                <a:gd name="T28" fmla="*/ 8 w 30"/>
                <a:gd name="T29" fmla="*/ 30 h 36"/>
                <a:gd name="T30" fmla="*/ 8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2" y="35"/>
                    <a:pt x="25" y="31"/>
                  </a:cubicBezTo>
                  <a:cubicBezTo>
                    <a:pt x="28" y="28"/>
                    <a:pt x="30" y="23"/>
                    <a:pt x="30" y="18"/>
                  </a:cubicBezTo>
                  <a:cubicBezTo>
                    <a:pt x="30" y="13"/>
                    <a:pt x="28" y="8"/>
                    <a:pt x="25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8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8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8" y="30"/>
                    <a:pt x="8" y="30"/>
                    <a:pt x="8" y="30"/>
                  </a:cubicBezTo>
                  <a:lnTo>
                    <a:pt x="8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0" name="Freeform 19">
              <a:extLst>
                <a:ext uri="{FF2B5EF4-FFF2-40B4-BE49-F238E27FC236}">
                  <a16:creationId xmlns:a16="http://schemas.microsoft.com/office/drawing/2014/main" id="{C51A37E4-7B2E-4C8C-AB54-6562A4C10B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46938" y="2840038"/>
              <a:ext cx="68263" cy="77788"/>
            </a:xfrm>
            <a:custGeom>
              <a:avLst/>
              <a:gdLst>
                <a:gd name="T0" fmla="*/ 28 w 43"/>
                <a:gd name="T1" fmla="*/ 0 h 49"/>
                <a:gd name="T2" fmla="*/ 15 w 43"/>
                <a:gd name="T3" fmla="*/ 0 h 49"/>
                <a:gd name="T4" fmla="*/ 0 w 43"/>
                <a:gd name="T5" fmla="*/ 49 h 49"/>
                <a:gd name="T6" fmla="*/ 9 w 43"/>
                <a:gd name="T7" fmla="*/ 49 h 49"/>
                <a:gd name="T8" fmla="*/ 12 w 43"/>
                <a:gd name="T9" fmla="*/ 40 h 49"/>
                <a:gd name="T10" fmla="*/ 28 w 43"/>
                <a:gd name="T11" fmla="*/ 40 h 49"/>
                <a:gd name="T12" fmla="*/ 31 w 43"/>
                <a:gd name="T13" fmla="*/ 49 h 49"/>
                <a:gd name="T14" fmla="*/ 43 w 43"/>
                <a:gd name="T15" fmla="*/ 49 h 49"/>
                <a:gd name="T16" fmla="*/ 28 w 43"/>
                <a:gd name="T17" fmla="*/ 0 h 49"/>
                <a:gd name="T18" fmla="*/ 15 w 43"/>
                <a:gd name="T19" fmla="*/ 30 h 49"/>
                <a:gd name="T20" fmla="*/ 20 w 43"/>
                <a:gd name="T21" fmla="*/ 12 h 49"/>
                <a:gd name="T22" fmla="*/ 25 w 43"/>
                <a:gd name="T23" fmla="*/ 30 h 49"/>
                <a:gd name="T24" fmla="*/ 15 w 43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49">
                  <a:moveTo>
                    <a:pt x="28" y="0"/>
                  </a:moveTo>
                  <a:lnTo>
                    <a:pt x="15" y="0"/>
                  </a:lnTo>
                  <a:lnTo>
                    <a:pt x="0" y="49"/>
                  </a:lnTo>
                  <a:lnTo>
                    <a:pt x="9" y="49"/>
                  </a:lnTo>
                  <a:lnTo>
                    <a:pt x="12" y="40"/>
                  </a:lnTo>
                  <a:lnTo>
                    <a:pt x="28" y="40"/>
                  </a:lnTo>
                  <a:lnTo>
                    <a:pt x="31" y="49"/>
                  </a:lnTo>
                  <a:lnTo>
                    <a:pt x="43" y="49"/>
                  </a:lnTo>
                  <a:lnTo>
                    <a:pt x="28" y="0"/>
                  </a:lnTo>
                  <a:close/>
                  <a:moveTo>
                    <a:pt x="15" y="30"/>
                  </a:moveTo>
                  <a:lnTo>
                    <a:pt x="20" y="12"/>
                  </a:lnTo>
                  <a:lnTo>
                    <a:pt x="25" y="30"/>
                  </a:lnTo>
                  <a:lnTo>
                    <a:pt x="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1" name="Freeform 20">
              <a:extLst>
                <a:ext uri="{FF2B5EF4-FFF2-40B4-BE49-F238E27FC236}">
                  <a16:creationId xmlns:a16="http://schemas.microsoft.com/office/drawing/2014/main" id="{18A1BF2C-7C38-4593-8834-B70BBC1A5F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47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2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2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9" y="0"/>
                    <a:pt x="12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1" y="12"/>
                    <a:pt x="22" y="15"/>
                    <a:pt x="22" y="18"/>
                  </a:cubicBezTo>
                  <a:cubicBezTo>
                    <a:pt x="22" y="21"/>
                    <a:pt x="21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2" name="Freeform 21">
              <a:extLst>
                <a:ext uri="{FF2B5EF4-FFF2-40B4-BE49-F238E27FC236}">
                  <a16:creationId xmlns:a16="http://schemas.microsoft.com/office/drawing/2014/main" id="{1B598A72-D03E-4D5B-ADF9-3A0CD5571F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7750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6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6 w 31"/>
                <a:gd name="T25" fmla="*/ 31 h 38"/>
                <a:gd name="T26" fmla="*/ 9 w 31"/>
                <a:gd name="T27" fmla="*/ 19 h 38"/>
                <a:gd name="T28" fmla="*/ 16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2" y="9"/>
                    <a:pt x="0" y="14"/>
                    <a:pt x="0" y="19"/>
                  </a:cubicBezTo>
                  <a:cubicBezTo>
                    <a:pt x="0" y="24"/>
                    <a:pt x="2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5" y="36"/>
                    <a:pt x="27" y="33"/>
                  </a:cubicBezTo>
                  <a:cubicBezTo>
                    <a:pt x="30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5" y="2"/>
                    <a:pt x="21" y="0"/>
                    <a:pt x="16" y="0"/>
                  </a:cubicBezTo>
                  <a:moveTo>
                    <a:pt x="16" y="7"/>
                  </a:moveTo>
                  <a:cubicBezTo>
                    <a:pt x="18" y="7"/>
                    <a:pt x="20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6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6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3" name="Freeform 22">
              <a:extLst>
                <a:ext uri="{FF2B5EF4-FFF2-40B4-BE49-F238E27FC236}">
                  <a16:creationId xmlns:a16="http://schemas.microsoft.com/office/drawing/2014/main" id="{AE268EC0-351E-481F-AE06-1CCF71E04CA9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8713" y="2840038"/>
              <a:ext cx="49213" cy="77788"/>
            </a:xfrm>
            <a:custGeom>
              <a:avLst/>
              <a:gdLst>
                <a:gd name="T0" fmla="*/ 10 w 31"/>
                <a:gd name="T1" fmla="*/ 40 h 49"/>
                <a:gd name="T2" fmla="*/ 10 w 31"/>
                <a:gd name="T3" fmla="*/ 0 h 49"/>
                <a:gd name="T4" fmla="*/ 0 w 31"/>
                <a:gd name="T5" fmla="*/ 0 h 49"/>
                <a:gd name="T6" fmla="*/ 0 w 31"/>
                <a:gd name="T7" fmla="*/ 49 h 49"/>
                <a:gd name="T8" fmla="*/ 31 w 31"/>
                <a:gd name="T9" fmla="*/ 49 h 49"/>
                <a:gd name="T10" fmla="*/ 31 w 31"/>
                <a:gd name="T11" fmla="*/ 40 h 49"/>
                <a:gd name="T12" fmla="*/ 10 w 31"/>
                <a:gd name="T13" fmla="*/ 4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49">
                  <a:moveTo>
                    <a:pt x="10" y="40"/>
                  </a:moveTo>
                  <a:lnTo>
                    <a:pt x="10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1" y="49"/>
                  </a:lnTo>
                  <a:lnTo>
                    <a:pt x="31" y="40"/>
                  </a:lnTo>
                  <a:lnTo>
                    <a:pt x="1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4" name="Freeform 23">
              <a:extLst>
                <a:ext uri="{FF2B5EF4-FFF2-40B4-BE49-F238E27FC236}">
                  <a16:creationId xmlns:a16="http://schemas.microsoft.com/office/drawing/2014/main" id="{9A4A82FF-9A69-43F0-99D1-97B5B755A47F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5863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13 w 36"/>
                <a:gd name="T9" fmla="*/ 49 h 49"/>
                <a:gd name="T10" fmla="*/ 13 w 36"/>
                <a:gd name="T11" fmla="*/ 30 h 49"/>
                <a:gd name="T12" fmla="*/ 32 w 36"/>
                <a:gd name="T13" fmla="*/ 30 h 49"/>
                <a:gd name="T14" fmla="*/ 32 w 36"/>
                <a:gd name="T15" fmla="*/ 21 h 49"/>
                <a:gd name="T16" fmla="*/ 13 w 36"/>
                <a:gd name="T17" fmla="*/ 21 h 49"/>
                <a:gd name="T18" fmla="*/ 13 w 36"/>
                <a:gd name="T19" fmla="*/ 10 h 49"/>
                <a:gd name="T20" fmla="*/ 36 w 36"/>
                <a:gd name="T21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13" y="49"/>
                  </a:lnTo>
                  <a:lnTo>
                    <a:pt x="13" y="30"/>
                  </a:lnTo>
                  <a:lnTo>
                    <a:pt x="32" y="30"/>
                  </a:lnTo>
                  <a:lnTo>
                    <a:pt x="32" y="21"/>
                  </a:lnTo>
                  <a:lnTo>
                    <a:pt x="13" y="21"/>
                  </a:lnTo>
                  <a:lnTo>
                    <a:pt x="13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5" name="Freeform 24">
              <a:extLst>
                <a:ext uri="{FF2B5EF4-FFF2-40B4-BE49-F238E27FC236}">
                  <a16:creationId xmlns:a16="http://schemas.microsoft.com/office/drawing/2014/main" id="{4FBC13B9-719F-4763-972A-9F5937285E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5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5 w 31"/>
                <a:gd name="T25" fmla="*/ 31 h 38"/>
                <a:gd name="T26" fmla="*/ 9 w 31"/>
                <a:gd name="T27" fmla="*/ 19 h 38"/>
                <a:gd name="T28" fmla="*/ 15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1" y="9"/>
                    <a:pt x="0" y="14"/>
                    <a:pt x="0" y="19"/>
                  </a:cubicBezTo>
                  <a:cubicBezTo>
                    <a:pt x="0" y="24"/>
                    <a:pt x="1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4" y="36"/>
                    <a:pt x="27" y="33"/>
                  </a:cubicBezTo>
                  <a:cubicBezTo>
                    <a:pt x="29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4" y="2"/>
                    <a:pt x="20" y="0"/>
                    <a:pt x="16" y="0"/>
                  </a:cubicBezTo>
                  <a:moveTo>
                    <a:pt x="15" y="7"/>
                  </a:moveTo>
                  <a:cubicBezTo>
                    <a:pt x="18" y="7"/>
                    <a:pt x="19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5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5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6" name="Rectangle 25">
              <a:extLst>
                <a:ext uri="{FF2B5EF4-FFF2-40B4-BE49-F238E27FC236}">
                  <a16:creationId xmlns:a16="http://schemas.microsoft.com/office/drawing/2014/main" id="{2B0A03E1-C666-4175-A941-D3648FB79D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7313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7" name="Freeform 26">
              <a:extLst>
                <a:ext uri="{FF2B5EF4-FFF2-40B4-BE49-F238E27FC236}">
                  <a16:creationId xmlns:a16="http://schemas.microsoft.com/office/drawing/2014/main" id="{2EFA2493-D022-4827-92A0-7FF384224B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42238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7 w 30"/>
                <a:gd name="T5" fmla="*/ 36 h 36"/>
                <a:gd name="T6" fmla="*/ 27 w 30"/>
                <a:gd name="T7" fmla="*/ 34 h 36"/>
                <a:gd name="T8" fmla="*/ 30 w 30"/>
                <a:gd name="T9" fmla="*/ 26 h 36"/>
                <a:gd name="T10" fmla="*/ 27 w 30"/>
                <a:gd name="T11" fmla="*/ 20 h 36"/>
                <a:gd name="T12" fmla="*/ 23 w 30"/>
                <a:gd name="T13" fmla="*/ 17 h 36"/>
                <a:gd name="T14" fmla="*/ 29 w 30"/>
                <a:gd name="T15" fmla="*/ 9 h 36"/>
                <a:gd name="T16" fmla="*/ 26 w 30"/>
                <a:gd name="T17" fmla="*/ 2 h 36"/>
                <a:gd name="T18" fmla="*/ 17 w 30"/>
                <a:gd name="T19" fmla="*/ 0 h 36"/>
                <a:gd name="T20" fmla="*/ 0 w 30"/>
                <a:gd name="T21" fmla="*/ 0 h 36"/>
                <a:gd name="T22" fmla="*/ 9 w 30"/>
                <a:gd name="T23" fmla="*/ 6 h 36"/>
                <a:gd name="T24" fmla="*/ 14 w 30"/>
                <a:gd name="T25" fmla="*/ 6 h 36"/>
                <a:gd name="T26" fmla="*/ 19 w 30"/>
                <a:gd name="T27" fmla="*/ 7 h 36"/>
                <a:gd name="T28" fmla="*/ 20 w 30"/>
                <a:gd name="T29" fmla="*/ 10 h 36"/>
                <a:gd name="T30" fmla="*/ 19 w 30"/>
                <a:gd name="T31" fmla="*/ 13 h 36"/>
                <a:gd name="T32" fmla="*/ 15 w 30"/>
                <a:gd name="T33" fmla="*/ 14 h 36"/>
                <a:gd name="T34" fmla="*/ 9 w 30"/>
                <a:gd name="T35" fmla="*/ 14 h 36"/>
                <a:gd name="T36" fmla="*/ 9 w 30"/>
                <a:gd name="T37" fmla="*/ 6 h 36"/>
                <a:gd name="T38" fmla="*/ 9 w 30"/>
                <a:gd name="T39" fmla="*/ 21 h 36"/>
                <a:gd name="T40" fmla="*/ 16 w 30"/>
                <a:gd name="T41" fmla="*/ 21 h 36"/>
                <a:gd name="T42" fmla="*/ 21 w 30"/>
                <a:gd name="T43" fmla="*/ 25 h 36"/>
                <a:gd name="T44" fmla="*/ 19 w 30"/>
                <a:gd name="T45" fmla="*/ 29 h 36"/>
                <a:gd name="T46" fmla="*/ 15 w 30"/>
                <a:gd name="T47" fmla="*/ 30 h 36"/>
                <a:gd name="T48" fmla="*/ 9 w 30"/>
                <a:gd name="T49" fmla="*/ 30 h 36"/>
                <a:gd name="T50" fmla="*/ 9 w 30"/>
                <a:gd name="T51" fmla="*/ 2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22" y="36"/>
                    <a:pt x="25" y="36"/>
                    <a:pt x="27" y="34"/>
                  </a:cubicBezTo>
                  <a:cubicBezTo>
                    <a:pt x="29" y="32"/>
                    <a:pt x="30" y="29"/>
                    <a:pt x="30" y="26"/>
                  </a:cubicBezTo>
                  <a:cubicBezTo>
                    <a:pt x="30" y="24"/>
                    <a:pt x="29" y="21"/>
                    <a:pt x="27" y="20"/>
                  </a:cubicBezTo>
                  <a:cubicBezTo>
                    <a:pt x="26" y="18"/>
                    <a:pt x="25" y="18"/>
                    <a:pt x="23" y="17"/>
                  </a:cubicBezTo>
                  <a:cubicBezTo>
                    <a:pt x="27" y="16"/>
                    <a:pt x="29" y="13"/>
                    <a:pt x="29" y="9"/>
                  </a:cubicBezTo>
                  <a:cubicBezTo>
                    <a:pt x="29" y="6"/>
                    <a:pt x="28" y="4"/>
                    <a:pt x="26" y="2"/>
                  </a:cubicBezTo>
                  <a:cubicBezTo>
                    <a:pt x="24" y="0"/>
                    <a:pt x="21" y="0"/>
                    <a:pt x="17" y="0"/>
                  </a:cubicBezTo>
                  <a:lnTo>
                    <a:pt x="0" y="0"/>
                  </a:lnTo>
                  <a:close/>
                  <a:moveTo>
                    <a:pt x="9" y="6"/>
                  </a:moveTo>
                  <a:cubicBezTo>
                    <a:pt x="14" y="6"/>
                    <a:pt x="14" y="6"/>
                    <a:pt x="14" y="6"/>
                  </a:cubicBezTo>
                  <a:cubicBezTo>
                    <a:pt x="18" y="6"/>
                    <a:pt x="18" y="6"/>
                    <a:pt x="19" y="7"/>
                  </a:cubicBezTo>
                  <a:cubicBezTo>
                    <a:pt x="20" y="8"/>
                    <a:pt x="20" y="9"/>
                    <a:pt x="20" y="10"/>
                  </a:cubicBezTo>
                  <a:cubicBezTo>
                    <a:pt x="20" y="12"/>
                    <a:pt x="20" y="13"/>
                    <a:pt x="19" y="13"/>
                  </a:cubicBezTo>
                  <a:cubicBezTo>
                    <a:pt x="18" y="14"/>
                    <a:pt x="17" y="14"/>
                    <a:pt x="15" y="14"/>
                  </a:cubicBezTo>
                  <a:cubicBezTo>
                    <a:pt x="9" y="14"/>
                    <a:pt x="9" y="14"/>
                    <a:pt x="9" y="14"/>
                  </a:cubicBezTo>
                  <a:lnTo>
                    <a:pt x="9" y="6"/>
                  </a:lnTo>
                  <a:close/>
                  <a:moveTo>
                    <a:pt x="9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9" y="21"/>
                    <a:pt x="21" y="22"/>
                    <a:pt x="21" y="25"/>
                  </a:cubicBezTo>
                  <a:cubicBezTo>
                    <a:pt x="21" y="27"/>
                    <a:pt x="20" y="28"/>
                    <a:pt x="19" y="29"/>
                  </a:cubicBezTo>
                  <a:cubicBezTo>
                    <a:pt x="18" y="29"/>
                    <a:pt x="17" y="30"/>
                    <a:pt x="15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8" name="Freeform 27">
              <a:extLst>
                <a:ext uri="{FF2B5EF4-FFF2-40B4-BE49-F238E27FC236}">
                  <a16:creationId xmlns:a16="http://schemas.microsoft.com/office/drawing/2014/main" id="{7772AC13-9691-43FB-BB0D-D5B3FFC9F1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12088" y="2814638"/>
              <a:ext cx="71438" cy="103188"/>
            </a:xfrm>
            <a:custGeom>
              <a:avLst/>
              <a:gdLst>
                <a:gd name="T0" fmla="*/ 30 w 45"/>
                <a:gd name="T1" fmla="*/ 16 h 65"/>
                <a:gd name="T2" fmla="*/ 16 w 45"/>
                <a:gd name="T3" fmla="*/ 16 h 65"/>
                <a:gd name="T4" fmla="*/ 0 w 45"/>
                <a:gd name="T5" fmla="*/ 65 h 65"/>
                <a:gd name="T6" fmla="*/ 9 w 45"/>
                <a:gd name="T7" fmla="*/ 65 h 65"/>
                <a:gd name="T8" fmla="*/ 13 w 45"/>
                <a:gd name="T9" fmla="*/ 56 h 65"/>
                <a:gd name="T10" fmla="*/ 30 w 45"/>
                <a:gd name="T11" fmla="*/ 56 h 65"/>
                <a:gd name="T12" fmla="*/ 32 w 45"/>
                <a:gd name="T13" fmla="*/ 65 h 65"/>
                <a:gd name="T14" fmla="*/ 45 w 45"/>
                <a:gd name="T15" fmla="*/ 65 h 65"/>
                <a:gd name="T16" fmla="*/ 30 w 45"/>
                <a:gd name="T17" fmla="*/ 16 h 65"/>
                <a:gd name="T18" fmla="*/ 16 w 45"/>
                <a:gd name="T19" fmla="*/ 46 h 65"/>
                <a:gd name="T20" fmla="*/ 21 w 45"/>
                <a:gd name="T21" fmla="*/ 28 h 65"/>
                <a:gd name="T22" fmla="*/ 27 w 45"/>
                <a:gd name="T23" fmla="*/ 46 h 65"/>
                <a:gd name="T24" fmla="*/ 16 w 45"/>
                <a:gd name="T25" fmla="*/ 46 h 65"/>
                <a:gd name="T26" fmla="*/ 32 w 45"/>
                <a:gd name="T27" fmla="*/ 0 h 65"/>
                <a:gd name="T28" fmla="*/ 16 w 45"/>
                <a:gd name="T29" fmla="*/ 8 h 65"/>
                <a:gd name="T30" fmla="*/ 19 w 45"/>
                <a:gd name="T31" fmla="*/ 12 h 65"/>
                <a:gd name="T32" fmla="*/ 35 w 45"/>
                <a:gd name="T33" fmla="*/ 7 h 65"/>
                <a:gd name="T34" fmla="*/ 32 w 45"/>
                <a:gd name="T3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5" h="65">
                  <a:moveTo>
                    <a:pt x="30" y="16"/>
                  </a:moveTo>
                  <a:lnTo>
                    <a:pt x="16" y="16"/>
                  </a:lnTo>
                  <a:lnTo>
                    <a:pt x="0" y="65"/>
                  </a:lnTo>
                  <a:lnTo>
                    <a:pt x="9" y="65"/>
                  </a:lnTo>
                  <a:lnTo>
                    <a:pt x="13" y="56"/>
                  </a:lnTo>
                  <a:lnTo>
                    <a:pt x="30" y="56"/>
                  </a:lnTo>
                  <a:lnTo>
                    <a:pt x="32" y="65"/>
                  </a:lnTo>
                  <a:lnTo>
                    <a:pt x="45" y="65"/>
                  </a:lnTo>
                  <a:lnTo>
                    <a:pt x="30" y="16"/>
                  </a:lnTo>
                  <a:close/>
                  <a:moveTo>
                    <a:pt x="16" y="46"/>
                  </a:moveTo>
                  <a:lnTo>
                    <a:pt x="21" y="28"/>
                  </a:lnTo>
                  <a:lnTo>
                    <a:pt x="27" y="46"/>
                  </a:lnTo>
                  <a:lnTo>
                    <a:pt x="16" y="46"/>
                  </a:lnTo>
                  <a:close/>
                  <a:moveTo>
                    <a:pt x="32" y="0"/>
                  </a:moveTo>
                  <a:lnTo>
                    <a:pt x="16" y="8"/>
                  </a:lnTo>
                  <a:lnTo>
                    <a:pt x="19" y="12"/>
                  </a:lnTo>
                  <a:lnTo>
                    <a:pt x="35" y="7"/>
                  </a:lnTo>
                  <a:lnTo>
                    <a:pt x="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9" name="Freeform 28">
              <a:extLst>
                <a:ext uri="{FF2B5EF4-FFF2-40B4-BE49-F238E27FC236}">
                  <a16:creationId xmlns:a16="http://schemas.microsoft.com/office/drawing/2014/main" id="{A3D97595-A9BE-40A0-92E1-AAFD30F43D7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91463" y="2816225"/>
              <a:ext cx="60325" cy="101600"/>
            </a:xfrm>
            <a:custGeom>
              <a:avLst/>
              <a:gdLst>
                <a:gd name="T0" fmla="*/ 28 w 28"/>
                <a:gd name="T1" fmla="*/ 11 h 47"/>
                <a:gd name="T2" fmla="*/ 21 w 28"/>
                <a:gd name="T3" fmla="*/ 11 h 47"/>
                <a:gd name="T4" fmla="*/ 21 w 28"/>
                <a:gd name="T5" fmla="*/ 30 h 47"/>
                <a:gd name="T6" fmla="*/ 22 w 28"/>
                <a:gd name="T7" fmla="*/ 32 h 47"/>
                <a:gd name="T8" fmla="*/ 9 w 28"/>
                <a:gd name="T9" fmla="*/ 11 h 47"/>
                <a:gd name="T10" fmla="*/ 0 w 28"/>
                <a:gd name="T11" fmla="*/ 11 h 47"/>
                <a:gd name="T12" fmla="*/ 0 w 28"/>
                <a:gd name="T13" fmla="*/ 47 h 47"/>
                <a:gd name="T14" fmla="*/ 7 w 28"/>
                <a:gd name="T15" fmla="*/ 47 h 47"/>
                <a:gd name="T16" fmla="*/ 7 w 28"/>
                <a:gd name="T17" fmla="*/ 26 h 47"/>
                <a:gd name="T18" fmla="*/ 6 w 28"/>
                <a:gd name="T19" fmla="*/ 24 h 47"/>
                <a:gd name="T20" fmla="*/ 6 w 28"/>
                <a:gd name="T21" fmla="*/ 23 h 47"/>
                <a:gd name="T22" fmla="*/ 21 w 28"/>
                <a:gd name="T23" fmla="*/ 47 h 47"/>
                <a:gd name="T24" fmla="*/ 28 w 28"/>
                <a:gd name="T25" fmla="*/ 47 h 47"/>
                <a:gd name="T26" fmla="*/ 28 w 28"/>
                <a:gd name="T27" fmla="*/ 11 h 47"/>
                <a:gd name="T28" fmla="*/ 22 w 28"/>
                <a:gd name="T29" fmla="*/ 0 h 47"/>
                <a:gd name="T30" fmla="*/ 18 w 28"/>
                <a:gd name="T31" fmla="*/ 3 h 47"/>
                <a:gd name="T32" fmla="*/ 15 w 28"/>
                <a:gd name="T33" fmla="*/ 2 h 47"/>
                <a:gd name="T34" fmla="*/ 11 w 28"/>
                <a:gd name="T35" fmla="*/ 1 h 47"/>
                <a:gd name="T36" fmla="*/ 5 w 28"/>
                <a:gd name="T37" fmla="*/ 4 h 47"/>
                <a:gd name="T38" fmla="*/ 7 w 28"/>
                <a:gd name="T39" fmla="*/ 7 h 47"/>
                <a:gd name="T40" fmla="*/ 11 w 28"/>
                <a:gd name="T41" fmla="*/ 5 h 47"/>
                <a:gd name="T42" fmla="*/ 13 w 28"/>
                <a:gd name="T43" fmla="*/ 5 h 47"/>
                <a:gd name="T44" fmla="*/ 18 w 28"/>
                <a:gd name="T45" fmla="*/ 7 h 47"/>
                <a:gd name="T46" fmla="*/ 24 w 28"/>
                <a:gd name="T47" fmla="*/ 3 h 47"/>
                <a:gd name="T48" fmla="*/ 22 w 28"/>
                <a:gd name="T49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47">
                  <a:moveTo>
                    <a:pt x="28" y="11"/>
                  </a:moveTo>
                  <a:cubicBezTo>
                    <a:pt x="21" y="11"/>
                    <a:pt x="21" y="11"/>
                    <a:pt x="21" y="1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1"/>
                    <a:pt x="21" y="31"/>
                    <a:pt x="22" y="3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8" y="47"/>
                    <a:pt x="28" y="47"/>
                    <a:pt x="28" y="47"/>
                  </a:cubicBezTo>
                  <a:lnTo>
                    <a:pt x="28" y="11"/>
                  </a:lnTo>
                  <a:close/>
                  <a:moveTo>
                    <a:pt x="22" y="0"/>
                  </a:moveTo>
                  <a:cubicBezTo>
                    <a:pt x="21" y="2"/>
                    <a:pt x="19" y="3"/>
                    <a:pt x="18" y="3"/>
                  </a:cubicBezTo>
                  <a:cubicBezTo>
                    <a:pt x="17" y="3"/>
                    <a:pt x="16" y="2"/>
                    <a:pt x="15" y="2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9" y="1"/>
                    <a:pt x="7" y="2"/>
                    <a:pt x="5" y="4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9" y="5"/>
                    <a:pt x="10" y="5"/>
                    <a:pt x="11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6" y="7"/>
                    <a:pt x="16" y="7"/>
                    <a:pt x="18" y="7"/>
                  </a:cubicBezTo>
                  <a:cubicBezTo>
                    <a:pt x="20" y="7"/>
                    <a:pt x="22" y="6"/>
                    <a:pt x="24" y="3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0" name="Freeform 29">
              <a:extLst>
                <a:ext uri="{FF2B5EF4-FFF2-40B4-BE49-F238E27FC236}">
                  <a16:creationId xmlns:a16="http://schemas.microsoft.com/office/drawing/2014/main" id="{7FE7A090-7BF6-4244-8DC2-CAE1C84A10B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7663" y="2840038"/>
              <a:ext cx="55563" cy="77788"/>
            </a:xfrm>
            <a:custGeom>
              <a:avLst/>
              <a:gdLst>
                <a:gd name="T0" fmla="*/ 35 w 35"/>
                <a:gd name="T1" fmla="*/ 10 h 49"/>
                <a:gd name="T2" fmla="*/ 35 w 35"/>
                <a:gd name="T3" fmla="*/ 0 h 49"/>
                <a:gd name="T4" fmla="*/ 0 w 35"/>
                <a:gd name="T5" fmla="*/ 0 h 49"/>
                <a:gd name="T6" fmla="*/ 0 w 35"/>
                <a:gd name="T7" fmla="*/ 49 h 49"/>
                <a:gd name="T8" fmla="*/ 35 w 35"/>
                <a:gd name="T9" fmla="*/ 49 h 49"/>
                <a:gd name="T10" fmla="*/ 35 w 35"/>
                <a:gd name="T11" fmla="*/ 40 h 49"/>
                <a:gd name="T12" fmla="*/ 12 w 35"/>
                <a:gd name="T13" fmla="*/ 40 h 49"/>
                <a:gd name="T14" fmla="*/ 12 w 35"/>
                <a:gd name="T15" fmla="*/ 29 h 49"/>
                <a:gd name="T16" fmla="*/ 31 w 35"/>
                <a:gd name="T17" fmla="*/ 29 h 49"/>
                <a:gd name="T18" fmla="*/ 31 w 35"/>
                <a:gd name="T19" fmla="*/ 19 h 49"/>
                <a:gd name="T20" fmla="*/ 12 w 35"/>
                <a:gd name="T21" fmla="*/ 19 h 49"/>
                <a:gd name="T22" fmla="*/ 12 w 35"/>
                <a:gd name="T23" fmla="*/ 10 h 49"/>
                <a:gd name="T24" fmla="*/ 35 w 35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49">
                  <a:moveTo>
                    <a:pt x="35" y="10"/>
                  </a:moveTo>
                  <a:lnTo>
                    <a:pt x="35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5" y="49"/>
                  </a:lnTo>
                  <a:lnTo>
                    <a:pt x="35" y="40"/>
                  </a:lnTo>
                  <a:lnTo>
                    <a:pt x="12" y="40"/>
                  </a:lnTo>
                  <a:lnTo>
                    <a:pt x="12" y="29"/>
                  </a:lnTo>
                  <a:lnTo>
                    <a:pt x="31" y="29"/>
                  </a:lnTo>
                  <a:lnTo>
                    <a:pt x="31" y="19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35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1" name="Freeform 30">
              <a:extLst>
                <a:ext uri="{FF2B5EF4-FFF2-40B4-BE49-F238E27FC236}">
                  <a16:creationId xmlns:a16="http://schemas.microsoft.com/office/drawing/2014/main" id="{C5A0402C-60D0-4BC8-BBEE-BD521EE5FC7D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9575" y="2840038"/>
              <a:ext cx="63500" cy="77788"/>
            </a:xfrm>
            <a:custGeom>
              <a:avLst/>
              <a:gdLst>
                <a:gd name="T0" fmla="*/ 40 w 40"/>
                <a:gd name="T1" fmla="*/ 8 h 49"/>
                <a:gd name="T2" fmla="*/ 40 w 40"/>
                <a:gd name="T3" fmla="*/ 0 h 49"/>
                <a:gd name="T4" fmla="*/ 2 w 40"/>
                <a:gd name="T5" fmla="*/ 0 h 49"/>
                <a:gd name="T6" fmla="*/ 2 w 40"/>
                <a:gd name="T7" fmla="*/ 10 h 49"/>
                <a:gd name="T8" fmla="*/ 25 w 40"/>
                <a:gd name="T9" fmla="*/ 10 h 49"/>
                <a:gd name="T10" fmla="*/ 0 w 40"/>
                <a:gd name="T11" fmla="*/ 41 h 49"/>
                <a:gd name="T12" fmla="*/ 0 w 40"/>
                <a:gd name="T13" fmla="*/ 49 h 49"/>
                <a:gd name="T14" fmla="*/ 40 w 40"/>
                <a:gd name="T15" fmla="*/ 49 h 49"/>
                <a:gd name="T16" fmla="*/ 40 w 40"/>
                <a:gd name="T17" fmla="*/ 40 h 49"/>
                <a:gd name="T18" fmla="*/ 14 w 40"/>
                <a:gd name="T19" fmla="*/ 40 h 49"/>
                <a:gd name="T20" fmla="*/ 40 w 40"/>
                <a:gd name="T21" fmla="*/ 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49">
                  <a:moveTo>
                    <a:pt x="40" y="8"/>
                  </a:moveTo>
                  <a:lnTo>
                    <a:pt x="40" y="0"/>
                  </a:lnTo>
                  <a:lnTo>
                    <a:pt x="2" y="0"/>
                  </a:lnTo>
                  <a:lnTo>
                    <a:pt x="2" y="10"/>
                  </a:lnTo>
                  <a:lnTo>
                    <a:pt x="25" y="10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40" y="49"/>
                  </a:lnTo>
                  <a:lnTo>
                    <a:pt x="40" y="40"/>
                  </a:lnTo>
                  <a:lnTo>
                    <a:pt x="14" y="40"/>
                  </a:lnTo>
                  <a:lnTo>
                    <a:pt x="4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2" name="Freeform 31">
              <a:extLst>
                <a:ext uri="{FF2B5EF4-FFF2-40B4-BE49-F238E27FC236}">
                  <a16:creationId xmlns:a16="http://schemas.microsoft.com/office/drawing/2014/main" id="{206C5362-464C-4B00-9A83-EC03FC57A76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413" y="2803525"/>
              <a:ext cx="314325" cy="123825"/>
            </a:xfrm>
            <a:custGeom>
              <a:avLst/>
              <a:gdLst>
                <a:gd name="T0" fmla="*/ 135 w 145"/>
                <a:gd name="T1" fmla="*/ 15 h 57"/>
                <a:gd name="T2" fmla="*/ 24 w 145"/>
                <a:gd name="T3" fmla="*/ 16 h 57"/>
                <a:gd name="T4" fmla="*/ 10 w 145"/>
                <a:gd name="T5" fmla="*/ 13 h 57"/>
                <a:gd name="T6" fmla="*/ 142 w 145"/>
                <a:gd name="T7" fmla="*/ 8 h 57"/>
                <a:gd name="T8" fmla="*/ 120 w 145"/>
                <a:gd name="T9" fmla="*/ 18 h 57"/>
                <a:gd name="T10" fmla="*/ 42 w 145"/>
                <a:gd name="T11" fmla="*/ 47 h 57"/>
                <a:gd name="T12" fmla="*/ 11 w 145"/>
                <a:gd name="T13" fmla="*/ 20 h 57"/>
                <a:gd name="T14" fmla="*/ 127 w 145"/>
                <a:gd name="T15" fmla="*/ 32 h 57"/>
                <a:gd name="T16" fmla="*/ 98 w 145"/>
                <a:gd name="T17" fmla="*/ 49 h 57"/>
                <a:gd name="T18" fmla="*/ 85 w 145"/>
                <a:gd name="T19" fmla="*/ 50 h 57"/>
                <a:gd name="T20" fmla="*/ 70 w 145"/>
                <a:gd name="T21" fmla="*/ 52 h 57"/>
                <a:gd name="T22" fmla="*/ 97 w 145"/>
                <a:gd name="T23" fmla="*/ 47 h 57"/>
                <a:gd name="T24" fmla="*/ 92 w 145"/>
                <a:gd name="T25" fmla="*/ 50 h 57"/>
                <a:gd name="T26" fmla="*/ 0 w 145"/>
                <a:gd name="T27" fmla="*/ 26 h 57"/>
                <a:gd name="T28" fmla="*/ 138 w 145"/>
                <a:gd name="T29" fmla="*/ 17 h 57"/>
                <a:gd name="T30" fmla="*/ 82 w 145"/>
                <a:gd name="T31" fmla="*/ 44 h 57"/>
                <a:gd name="T32" fmla="*/ 64 w 145"/>
                <a:gd name="T33" fmla="*/ 44 h 57"/>
                <a:gd name="T34" fmla="*/ 13 w 145"/>
                <a:gd name="T35" fmla="*/ 27 h 57"/>
                <a:gd name="T36" fmla="*/ 13 w 145"/>
                <a:gd name="T37" fmla="*/ 33 h 57"/>
                <a:gd name="T38" fmla="*/ 17 w 145"/>
                <a:gd name="T39" fmla="*/ 31 h 57"/>
                <a:gd name="T40" fmla="*/ 18 w 145"/>
                <a:gd name="T41" fmla="*/ 31 h 57"/>
                <a:gd name="T42" fmla="*/ 19 w 145"/>
                <a:gd name="T43" fmla="*/ 34 h 57"/>
                <a:gd name="T44" fmla="*/ 18 w 145"/>
                <a:gd name="T45" fmla="*/ 35 h 57"/>
                <a:gd name="T46" fmla="*/ 26 w 145"/>
                <a:gd name="T47" fmla="*/ 43 h 57"/>
                <a:gd name="T48" fmla="*/ 22 w 145"/>
                <a:gd name="T49" fmla="*/ 41 h 57"/>
                <a:gd name="T50" fmla="*/ 28 w 145"/>
                <a:gd name="T51" fmla="*/ 38 h 57"/>
                <a:gd name="T52" fmla="*/ 27 w 145"/>
                <a:gd name="T53" fmla="*/ 44 h 57"/>
                <a:gd name="T54" fmla="*/ 31 w 145"/>
                <a:gd name="T55" fmla="*/ 39 h 57"/>
                <a:gd name="T56" fmla="*/ 35 w 145"/>
                <a:gd name="T57" fmla="*/ 41 h 57"/>
                <a:gd name="T58" fmla="*/ 39 w 145"/>
                <a:gd name="T59" fmla="*/ 42 h 57"/>
                <a:gd name="T60" fmla="*/ 41 w 145"/>
                <a:gd name="T61" fmla="*/ 50 h 57"/>
                <a:gd name="T62" fmla="*/ 39 w 145"/>
                <a:gd name="T63" fmla="*/ 49 h 57"/>
                <a:gd name="T64" fmla="*/ 44 w 145"/>
                <a:gd name="T65" fmla="*/ 50 h 57"/>
                <a:gd name="T66" fmla="*/ 46 w 145"/>
                <a:gd name="T67" fmla="*/ 51 h 57"/>
                <a:gd name="T68" fmla="*/ 49 w 145"/>
                <a:gd name="T69" fmla="*/ 45 h 57"/>
                <a:gd name="T70" fmla="*/ 62 w 145"/>
                <a:gd name="T71" fmla="*/ 54 h 57"/>
                <a:gd name="T72" fmla="*/ 61 w 145"/>
                <a:gd name="T73" fmla="*/ 47 h 57"/>
                <a:gd name="T74" fmla="*/ 66 w 145"/>
                <a:gd name="T75" fmla="*/ 54 h 57"/>
                <a:gd name="T76" fmla="*/ 65 w 145"/>
                <a:gd name="T77" fmla="*/ 48 h 57"/>
                <a:gd name="T78" fmla="*/ 69 w 145"/>
                <a:gd name="T79" fmla="*/ 54 h 57"/>
                <a:gd name="T80" fmla="*/ 74 w 145"/>
                <a:gd name="T81" fmla="*/ 53 h 57"/>
                <a:gd name="T82" fmla="*/ 74 w 145"/>
                <a:gd name="T83" fmla="*/ 48 h 57"/>
                <a:gd name="T84" fmla="*/ 77 w 145"/>
                <a:gd name="T85" fmla="*/ 51 h 57"/>
                <a:gd name="T86" fmla="*/ 77 w 145"/>
                <a:gd name="T87" fmla="*/ 54 h 57"/>
                <a:gd name="T88" fmla="*/ 83 w 145"/>
                <a:gd name="T89" fmla="*/ 52 h 57"/>
                <a:gd name="T90" fmla="*/ 80 w 145"/>
                <a:gd name="T91" fmla="*/ 48 h 57"/>
                <a:gd name="T92" fmla="*/ 87 w 145"/>
                <a:gd name="T93" fmla="*/ 54 h 57"/>
                <a:gd name="T94" fmla="*/ 92 w 145"/>
                <a:gd name="T95" fmla="*/ 51 h 57"/>
                <a:gd name="T96" fmla="*/ 89 w 145"/>
                <a:gd name="T97" fmla="*/ 53 h 57"/>
                <a:gd name="T98" fmla="*/ 97 w 145"/>
                <a:gd name="T99" fmla="*/ 52 h 57"/>
                <a:gd name="T100" fmla="*/ 99 w 145"/>
                <a:gd name="T101" fmla="*/ 48 h 57"/>
                <a:gd name="T102" fmla="*/ 101 w 145"/>
                <a:gd name="T103" fmla="*/ 44 h 57"/>
                <a:gd name="T104" fmla="*/ 111 w 145"/>
                <a:gd name="T105" fmla="*/ 48 h 57"/>
                <a:gd name="T106" fmla="*/ 105 w 145"/>
                <a:gd name="T107" fmla="*/ 44 h 57"/>
                <a:gd name="T108" fmla="*/ 109 w 145"/>
                <a:gd name="T109" fmla="*/ 42 h 57"/>
                <a:gd name="T110" fmla="*/ 115 w 145"/>
                <a:gd name="T111" fmla="*/ 42 h 57"/>
                <a:gd name="T112" fmla="*/ 121 w 145"/>
                <a:gd name="T113" fmla="*/ 43 h 57"/>
                <a:gd name="T114" fmla="*/ 119 w 145"/>
                <a:gd name="T115" fmla="*/ 37 h 57"/>
                <a:gd name="T116" fmla="*/ 124 w 145"/>
                <a:gd name="T117" fmla="*/ 34 h 57"/>
                <a:gd name="T118" fmla="*/ 135 w 145"/>
                <a:gd name="T119" fmla="*/ 34 h 57"/>
                <a:gd name="T120" fmla="*/ 132 w 145"/>
                <a:gd name="T121" fmla="*/ 28 h 57"/>
                <a:gd name="T122" fmla="*/ 137 w 145"/>
                <a:gd name="T123" fmla="*/ 3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5" h="57">
                  <a:moveTo>
                    <a:pt x="135" y="15"/>
                  </a:moveTo>
                  <a:cubicBezTo>
                    <a:pt x="133" y="15"/>
                    <a:pt x="131" y="16"/>
                    <a:pt x="127" y="18"/>
                  </a:cubicBezTo>
                  <a:cubicBezTo>
                    <a:pt x="127" y="18"/>
                    <a:pt x="124" y="20"/>
                    <a:pt x="122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6" y="28"/>
                    <a:pt x="126" y="28"/>
                    <a:pt x="126" y="28"/>
                  </a:cubicBezTo>
                  <a:cubicBezTo>
                    <a:pt x="132" y="24"/>
                    <a:pt x="135" y="21"/>
                    <a:pt x="135" y="21"/>
                  </a:cubicBezTo>
                  <a:cubicBezTo>
                    <a:pt x="135" y="21"/>
                    <a:pt x="137" y="18"/>
                    <a:pt x="137" y="17"/>
                  </a:cubicBezTo>
                  <a:cubicBezTo>
                    <a:pt x="137" y="16"/>
                    <a:pt x="137" y="16"/>
                    <a:pt x="137" y="16"/>
                  </a:cubicBezTo>
                  <a:cubicBezTo>
                    <a:pt x="137" y="15"/>
                    <a:pt x="136" y="15"/>
                    <a:pt x="135" y="15"/>
                  </a:cubicBezTo>
                  <a:moveTo>
                    <a:pt x="7" y="16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9" y="15"/>
                    <a:pt x="10" y="14"/>
                    <a:pt x="11" y="14"/>
                  </a:cubicBezTo>
                  <a:cubicBezTo>
                    <a:pt x="12" y="14"/>
                    <a:pt x="12" y="15"/>
                    <a:pt x="13" y="15"/>
                  </a:cubicBezTo>
                  <a:cubicBezTo>
                    <a:pt x="15" y="15"/>
                    <a:pt x="17" y="17"/>
                    <a:pt x="21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4" y="18"/>
                    <a:pt x="24" y="17"/>
                    <a:pt x="24" y="17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2" y="14"/>
                    <a:pt x="21" y="13"/>
                    <a:pt x="18" y="10"/>
                  </a:cubicBezTo>
                  <a:cubicBezTo>
                    <a:pt x="13" y="6"/>
                    <a:pt x="12" y="2"/>
                    <a:pt x="12" y="0"/>
                  </a:cubicBezTo>
                  <a:cubicBezTo>
                    <a:pt x="11" y="2"/>
                    <a:pt x="10" y="4"/>
                    <a:pt x="10" y="6"/>
                  </a:cubicBezTo>
                  <a:cubicBezTo>
                    <a:pt x="10" y="9"/>
                    <a:pt x="11" y="12"/>
                    <a:pt x="11" y="12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6" y="11"/>
                    <a:pt x="3" y="8"/>
                    <a:pt x="2" y="7"/>
                  </a:cubicBezTo>
                  <a:cubicBezTo>
                    <a:pt x="2" y="12"/>
                    <a:pt x="7" y="16"/>
                    <a:pt x="7" y="16"/>
                  </a:cubicBezTo>
                  <a:moveTo>
                    <a:pt x="122" y="19"/>
                  </a:moveTo>
                  <a:cubicBezTo>
                    <a:pt x="124" y="19"/>
                    <a:pt x="127" y="18"/>
                    <a:pt x="127" y="18"/>
                  </a:cubicBezTo>
                  <a:cubicBezTo>
                    <a:pt x="130" y="15"/>
                    <a:pt x="133" y="14"/>
                    <a:pt x="135" y="14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41" y="14"/>
                    <a:pt x="142" y="10"/>
                    <a:pt x="142" y="8"/>
                  </a:cubicBezTo>
                  <a:cubicBezTo>
                    <a:pt x="140" y="10"/>
                    <a:pt x="135" y="12"/>
                    <a:pt x="135" y="12"/>
                  </a:cubicBezTo>
                  <a:cubicBezTo>
                    <a:pt x="134" y="12"/>
                    <a:pt x="134" y="12"/>
                    <a:pt x="134" y="12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34" y="10"/>
                    <a:pt x="134" y="10"/>
                    <a:pt x="134" y="10"/>
                  </a:cubicBezTo>
                  <a:cubicBezTo>
                    <a:pt x="134" y="5"/>
                    <a:pt x="133" y="3"/>
                    <a:pt x="132" y="1"/>
                  </a:cubicBezTo>
                  <a:cubicBezTo>
                    <a:pt x="132" y="2"/>
                    <a:pt x="132" y="2"/>
                    <a:pt x="132" y="2"/>
                  </a:cubicBezTo>
                  <a:cubicBezTo>
                    <a:pt x="132" y="4"/>
                    <a:pt x="132" y="4"/>
                    <a:pt x="132" y="4"/>
                  </a:cubicBezTo>
                  <a:cubicBezTo>
                    <a:pt x="131" y="6"/>
                    <a:pt x="127" y="10"/>
                    <a:pt x="125" y="12"/>
                  </a:cubicBezTo>
                  <a:cubicBezTo>
                    <a:pt x="124" y="14"/>
                    <a:pt x="120" y="16"/>
                    <a:pt x="120" y="18"/>
                  </a:cubicBezTo>
                  <a:cubicBezTo>
                    <a:pt x="121" y="19"/>
                    <a:pt x="121" y="19"/>
                    <a:pt x="121" y="19"/>
                  </a:cubicBezTo>
                  <a:lnTo>
                    <a:pt x="122" y="19"/>
                  </a:lnTo>
                  <a:close/>
                  <a:moveTo>
                    <a:pt x="42" y="44"/>
                  </a:moveTo>
                  <a:cubicBezTo>
                    <a:pt x="42" y="44"/>
                    <a:pt x="42" y="44"/>
                    <a:pt x="42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lnTo>
                    <a:pt x="42" y="44"/>
                  </a:lnTo>
                  <a:close/>
                  <a:moveTo>
                    <a:pt x="21" y="18"/>
                  </a:moveTo>
                  <a:cubicBezTo>
                    <a:pt x="17" y="17"/>
                    <a:pt x="15" y="16"/>
                    <a:pt x="13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9" y="15"/>
                    <a:pt x="8" y="15"/>
                    <a:pt x="8" y="16"/>
                  </a:cubicBezTo>
                  <a:cubicBezTo>
                    <a:pt x="8" y="17"/>
                    <a:pt x="9" y="17"/>
                    <a:pt x="10" y="1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1"/>
                    <a:pt x="14" y="23"/>
                    <a:pt x="18" y="2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2" y="18"/>
                    <a:pt x="22" y="18"/>
                    <a:pt x="22" y="18"/>
                  </a:cubicBezTo>
                  <a:lnTo>
                    <a:pt x="21" y="18"/>
                  </a:lnTo>
                  <a:close/>
                  <a:moveTo>
                    <a:pt x="127" y="32"/>
                  </a:moveTo>
                  <a:cubicBezTo>
                    <a:pt x="126" y="33"/>
                    <a:pt x="126" y="34"/>
                    <a:pt x="127" y="35"/>
                  </a:cubicBezTo>
                  <a:cubicBezTo>
                    <a:pt x="127" y="37"/>
                    <a:pt x="129" y="38"/>
                    <a:pt x="131" y="37"/>
                  </a:cubicBezTo>
                  <a:cubicBezTo>
                    <a:pt x="132" y="36"/>
                    <a:pt x="132" y="35"/>
                    <a:pt x="131" y="33"/>
                  </a:cubicBezTo>
                  <a:cubicBezTo>
                    <a:pt x="130" y="32"/>
                    <a:pt x="128" y="31"/>
                    <a:pt x="127" y="32"/>
                  </a:cubicBezTo>
                  <a:moveTo>
                    <a:pt x="71" y="51"/>
                  </a:moveTo>
                  <a:cubicBezTo>
                    <a:pt x="71" y="51"/>
                    <a:pt x="71" y="51"/>
                    <a:pt x="71" y="51"/>
                  </a:cubicBezTo>
                  <a:cubicBezTo>
                    <a:pt x="72" y="50"/>
                    <a:pt x="72" y="50"/>
                    <a:pt x="72" y="50"/>
                  </a:cubicBezTo>
                  <a:cubicBezTo>
                    <a:pt x="72" y="49"/>
                    <a:pt x="72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51"/>
                    <a:pt x="70" y="51"/>
                    <a:pt x="70" y="51"/>
                  </a:cubicBezTo>
                  <a:lnTo>
                    <a:pt x="71" y="51"/>
                  </a:lnTo>
                  <a:close/>
                  <a:moveTo>
                    <a:pt x="98" y="48"/>
                  </a:moveTo>
                  <a:cubicBezTo>
                    <a:pt x="98" y="49"/>
                    <a:pt x="98" y="49"/>
                    <a:pt x="98" y="49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51"/>
                    <a:pt x="98" y="52"/>
                    <a:pt x="99" y="51"/>
                  </a:cubicBezTo>
                  <a:cubicBezTo>
                    <a:pt x="100" y="51"/>
                    <a:pt x="101" y="50"/>
                    <a:pt x="100" y="49"/>
                  </a:cubicBezTo>
                  <a:cubicBezTo>
                    <a:pt x="100" y="49"/>
                    <a:pt x="100" y="48"/>
                    <a:pt x="98" y="48"/>
                  </a:cubicBezTo>
                  <a:moveTo>
                    <a:pt x="83" y="48"/>
                  </a:moveTo>
                  <a:cubicBezTo>
                    <a:pt x="82" y="49"/>
                    <a:pt x="82" y="49"/>
                    <a:pt x="82" y="49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5" y="51"/>
                    <a:pt x="85" y="50"/>
                    <a:pt x="85" y="50"/>
                  </a:cubicBezTo>
                  <a:cubicBezTo>
                    <a:pt x="85" y="49"/>
                    <a:pt x="84" y="48"/>
                    <a:pt x="83" y="48"/>
                  </a:cubicBezTo>
                  <a:moveTo>
                    <a:pt x="26" y="38"/>
                  </a:moveTo>
                  <a:cubicBezTo>
                    <a:pt x="26" y="36"/>
                    <a:pt x="26" y="36"/>
                    <a:pt x="26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39"/>
                    <a:pt x="26" y="38"/>
                    <a:pt x="26" y="38"/>
                  </a:cubicBezTo>
                  <a:moveTo>
                    <a:pt x="70" y="52"/>
                  </a:moveTo>
                  <a:cubicBezTo>
                    <a:pt x="70" y="52"/>
                    <a:pt x="70" y="52"/>
                    <a:pt x="70" y="52"/>
                  </a:cubicBez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5"/>
                    <a:pt x="71" y="55"/>
                  </a:cubicBezTo>
                  <a:cubicBezTo>
                    <a:pt x="72" y="55"/>
                    <a:pt x="72" y="54"/>
                    <a:pt x="73" y="53"/>
                  </a:cubicBezTo>
                  <a:cubicBezTo>
                    <a:pt x="73" y="53"/>
                    <a:pt x="72" y="52"/>
                    <a:pt x="70" y="52"/>
                  </a:cubicBezTo>
                  <a:moveTo>
                    <a:pt x="98" y="48"/>
                  </a:moveTo>
                  <a:cubicBezTo>
                    <a:pt x="98" y="48"/>
                    <a:pt x="98" y="48"/>
                    <a:pt x="98" y="48"/>
                  </a:cubicBezTo>
                  <a:cubicBezTo>
                    <a:pt x="99" y="47"/>
                    <a:pt x="99" y="47"/>
                    <a:pt x="99" y="47"/>
                  </a:cubicBezTo>
                  <a:cubicBezTo>
                    <a:pt x="99" y="46"/>
                    <a:pt x="98" y="45"/>
                    <a:pt x="97" y="45"/>
                  </a:cubicBezTo>
                  <a:cubicBezTo>
                    <a:pt x="97" y="47"/>
                    <a:pt x="97" y="47"/>
                    <a:pt x="97" y="47"/>
                  </a:cubicBezTo>
                  <a:cubicBezTo>
                    <a:pt x="97" y="48"/>
                    <a:pt x="97" y="48"/>
                    <a:pt x="97" y="48"/>
                  </a:cubicBezTo>
                  <a:lnTo>
                    <a:pt x="98" y="48"/>
                  </a:lnTo>
                  <a:close/>
                  <a:moveTo>
                    <a:pt x="91" y="48"/>
                  </a:moveTo>
                  <a:cubicBezTo>
                    <a:pt x="91" y="48"/>
                    <a:pt x="91" y="48"/>
                    <a:pt x="91" y="48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90" y="50"/>
                    <a:pt x="90" y="50"/>
                    <a:pt x="90" y="50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lnTo>
                    <a:pt x="91" y="48"/>
                  </a:lnTo>
                  <a:close/>
                  <a:moveTo>
                    <a:pt x="11" y="21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8" y="18"/>
                    <a:pt x="8" y="17"/>
                    <a:pt x="8" y="16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7"/>
                    <a:pt x="5" y="19"/>
                    <a:pt x="2" y="23"/>
                  </a:cubicBezTo>
                  <a:cubicBezTo>
                    <a:pt x="1" y="24"/>
                    <a:pt x="0" y="25"/>
                    <a:pt x="0" y="26"/>
                  </a:cubicBezTo>
                  <a:cubicBezTo>
                    <a:pt x="0" y="28"/>
                    <a:pt x="2" y="30"/>
                    <a:pt x="2" y="30"/>
                  </a:cubicBezTo>
                  <a:cubicBezTo>
                    <a:pt x="2" y="30"/>
                    <a:pt x="10" y="37"/>
                    <a:pt x="23" y="44"/>
                  </a:cubicBezTo>
                  <a:cubicBezTo>
                    <a:pt x="35" y="50"/>
                    <a:pt x="53" y="57"/>
                    <a:pt x="74" y="57"/>
                  </a:cubicBezTo>
                  <a:cubicBezTo>
                    <a:pt x="114" y="57"/>
                    <a:pt x="140" y="33"/>
                    <a:pt x="143" y="30"/>
                  </a:cubicBezTo>
                  <a:cubicBezTo>
                    <a:pt x="145" y="28"/>
                    <a:pt x="145" y="26"/>
                    <a:pt x="145" y="25"/>
                  </a:cubicBezTo>
                  <a:cubicBezTo>
                    <a:pt x="145" y="24"/>
                    <a:pt x="145" y="23"/>
                    <a:pt x="145" y="23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9"/>
                    <a:pt x="135" y="21"/>
                    <a:pt x="135" y="21"/>
                  </a:cubicBezTo>
                  <a:cubicBezTo>
                    <a:pt x="135" y="21"/>
                    <a:pt x="120" y="36"/>
                    <a:pt x="95" y="42"/>
                  </a:cubicBezTo>
                  <a:cubicBezTo>
                    <a:pt x="94" y="42"/>
                    <a:pt x="94" y="42"/>
                    <a:pt x="94" y="42"/>
                  </a:cubicBezTo>
                  <a:cubicBezTo>
                    <a:pt x="93" y="43"/>
                    <a:pt x="92" y="43"/>
                    <a:pt x="91" y="43"/>
                  </a:cubicBezTo>
                  <a:cubicBezTo>
                    <a:pt x="91" y="43"/>
                    <a:pt x="91" y="43"/>
                    <a:pt x="91" y="43"/>
                  </a:cubicBezTo>
                  <a:cubicBezTo>
                    <a:pt x="89" y="44"/>
                    <a:pt x="88" y="44"/>
                    <a:pt x="87" y="44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5" y="44"/>
                    <a:pt x="84" y="44"/>
                    <a:pt x="83" y="44"/>
                  </a:cubicBezTo>
                  <a:cubicBezTo>
                    <a:pt x="82" y="44"/>
                    <a:pt x="82" y="44"/>
                    <a:pt x="82" y="44"/>
                  </a:cubicBezTo>
                  <a:cubicBezTo>
                    <a:pt x="81" y="45"/>
                    <a:pt x="80" y="45"/>
                    <a:pt x="79" y="45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6" y="45"/>
                    <a:pt x="75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3" y="45"/>
                    <a:pt x="73" y="45"/>
                    <a:pt x="73" y="45"/>
                  </a:cubicBezTo>
                  <a:cubicBezTo>
                    <a:pt x="72" y="45"/>
                    <a:pt x="71" y="45"/>
                    <a:pt x="69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7" y="45"/>
                    <a:pt x="66" y="45"/>
                    <a:pt x="65" y="44"/>
                  </a:cubicBezTo>
                  <a:cubicBezTo>
                    <a:pt x="64" y="44"/>
                    <a:pt x="64" y="44"/>
                    <a:pt x="64" y="44"/>
                  </a:cubicBezTo>
                  <a:cubicBezTo>
                    <a:pt x="63" y="44"/>
                    <a:pt x="61" y="44"/>
                    <a:pt x="60" y="44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4"/>
                    <a:pt x="57" y="43"/>
                    <a:pt x="56" y="43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28" y="37"/>
                    <a:pt x="11" y="21"/>
                    <a:pt x="11" y="21"/>
                  </a:cubicBezTo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2" y="34"/>
                    <a:pt x="12" y="34"/>
                    <a:pt x="12" y="34"/>
                  </a:cubicBezTo>
                  <a:lnTo>
                    <a:pt x="11" y="34"/>
                  </a:lnTo>
                  <a:close/>
                  <a:moveTo>
                    <a:pt x="18" y="39"/>
                  </a:moveTo>
                  <a:cubicBezTo>
                    <a:pt x="17" y="38"/>
                    <a:pt x="17" y="38"/>
                    <a:pt x="16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6"/>
                    <a:pt x="16" y="37"/>
                    <a:pt x="16" y="36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20" y="31"/>
                    <a:pt x="21" y="32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4"/>
                    <a:pt x="23" y="34"/>
                    <a:pt x="21" y="33"/>
                  </a:cubicBezTo>
                  <a:cubicBezTo>
                    <a:pt x="20" y="32"/>
                    <a:pt x="20" y="32"/>
                    <a:pt x="20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20" y="39"/>
                    <a:pt x="20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lnTo>
                    <a:pt x="18" y="39"/>
                  </a:lnTo>
                  <a:close/>
                  <a:moveTo>
                    <a:pt x="26" y="42"/>
                  </a:moveTo>
                  <a:cubicBezTo>
                    <a:pt x="26" y="42"/>
                    <a:pt x="26" y="42"/>
                    <a:pt x="26" y="4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2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1" y="40"/>
                    <a:pt x="21" y="40"/>
                    <a:pt x="22" y="39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4"/>
                    <a:pt x="23" y="34"/>
                    <a:pt x="23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8" y="36"/>
                    <a:pt x="28" y="38"/>
                    <a:pt x="28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6" y="39"/>
                    <a:pt x="26" y="41"/>
                    <a:pt x="26" y="42"/>
                  </a:cubicBezTo>
                  <a:moveTo>
                    <a:pt x="31" y="39"/>
                  </a:moveTo>
                  <a:cubicBezTo>
                    <a:pt x="29" y="43"/>
                    <a:pt x="29" y="43"/>
                    <a:pt x="29" y="43"/>
                  </a:cubicBezTo>
                  <a:cubicBezTo>
                    <a:pt x="29" y="44"/>
                    <a:pt x="30" y="45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8"/>
                    <a:pt x="31" y="39"/>
                  </a:cubicBezTo>
                  <a:moveTo>
                    <a:pt x="36" y="41"/>
                  </a:move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5" y="47"/>
                    <a:pt x="35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5"/>
                    <a:pt x="33" y="46"/>
                    <a:pt x="33" y="45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3" y="40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4" y="39"/>
                    <a:pt x="35" y="40"/>
                    <a:pt x="36" y="40"/>
                  </a:cubicBezTo>
                  <a:cubicBezTo>
                    <a:pt x="38" y="41"/>
                    <a:pt x="38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9" y="42"/>
                    <a:pt x="38" y="42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6" y="41"/>
                  </a:ln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50"/>
                    <a:pt x="43" y="50"/>
                    <a:pt x="43" y="50"/>
                  </a:cubicBezTo>
                  <a:lnTo>
                    <a:pt x="44" y="50"/>
                  </a:lnTo>
                  <a:close/>
                  <a:moveTo>
                    <a:pt x="51" y="46"/>
                  </a:move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5"/>
                    <a:pt x="49" y="45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46"/>
                    <a:pt x="48" y="47"/>
                    <a:pt x="49" y="47"/>
                  </a:cubicBezTo>
                  <a:cubicBezTo>
                    <a:pt x="50" y="48"/>
                    <a:pt x="50" y="49"/>
                    <a:pt x="50" y="50"/>
                  </a:cubicBezTo>
                  <a:cubicBezTo>
                    <a:pt x="49" y="51"/>
                    <a:pt x="48" y="52"/>
                    <a:pt x="47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50"/>
                    <a:pt x="46" y="51"/>
                    <a:pt x="47" y="51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9" y="49"/>
                    <a:pt x="49" y="49"/>
                    <a:pt x="47" y="48"/>
                  </a:cubicBezTo>
                  <a:cubicBezTo>
                    <a:pt x="47" y="47"/>
                    <a:pt x="46" y="47"/>
                    <a:pt x="46" y="46"/>
                  </a:cubicBezTo>
                  <a:cubicBezTo>
                    <a:pt x="47" y="45"/>
                    <a:pt x="48" y="44"/>
                    <a:pt x="49" y="45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1" y="45"/>
                    <a:pt x="51" y="45"/>
                    <a:pt x="51" y="45"/>
                  </a:cubicBezTo>
                  <a:lnTo>
                    <a:pt x="51" y="46"/>
                  </a:lnTo>
                  <a:close/>
                  <a:moveTo>
                    <a:pt x="55" y="49"/>
                  </a:moveTo>
                  <a:cubicBezTo>
                    <a:pt x="54" y="50"/>
                    <a:pt x="54" y="50"/>
                    <a:pt x="54" y="50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4" y="48"/>
                    <a:pt x="54" y="48"/>
                    <a:pt x="54" y="48"/>
                  </a:cubicBezTo>
                  <a:lnTo>
                    <a:pt x="55" y="49"/>
                  </a:lnTo>
                  <a:close/>
                  <a:moveTo>
                    <a:pt x="62" y="54"/>
                  </a:moveTo>
                  <a:cubicBezTo>
                    <a:pt x="60" y="54"/>
                    <a:pt x="59" y="54"/>
                    <a:pt x="59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3"/>
                    <a:pt x="58" y="54"/>
                    <a:pt x="58" y="53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8" y="47"/>
                    <a:pt x="58" y="47"/>
                    <a:pt x="58" y="47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60" y="47"/>
                    <a:pt x="60" y="47"/>
                    <a:pt x="60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4"/>
                    <a:pt x="60" y="54"/>
                    <a:pt x="60" y="54"/>
                  </a:cubicBezTo>
                  <a:cubicBezTo>
                    <a:pt x="63" y="54"/>
                    <a:pt x="63" y="53"/>
                    <a:pt x="63" y="53"/>
                  </a:cubicBezTo>
                  <a:cubicBezTo>
                    <a:pt x="63" y="53"/>
                    <a:pt x="63" y="53"/>
                    <a:pt x="63" y="53"/>
                  </a:cubicBezTo>
                  <a:lnTo>
                    <a:pt x="62" y="54"/>
                  </a:lnTo>
                  <a:close/>
                  <a:moveTo>
                    <a:pt x="66" y="49"/>
                  </a:moveTo>
                  <a:cubicBezTo>
                    <a:pt x="66" y="54"/>
                    <a:pt x="66" y="54"/>
                    <a:pt x="66" y="54"/>
                  </a:cubicBezTo>
                  <a:cubicBezTo>
                    <a:pt x="66" y="55"/>
                    <a:pt x="67" y="54"/>
                    <a:pt x="67" y="55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65" y="55"/>
                    <a:pt x="65" y="55"/>
                    <a:pt x="65" y="55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54"/>
                    <a:pt x="64" y="54"/>
                    <a:pt x="64" y="54"/>
                  </a:cubicBezTo>
                  <a:cubicBezTo>
                    <a:pt x="64" y="54"/>
                    <a:pt x="65" y="54"/>
                    <a:pt x="65" y="54"/>
                  </a:cubicBezTo>
                  <a:cubicBezTo>
                    <a:pt x="65" y="49"/>
                    <a:pt x="65" y="49"/>
                    <a:pt x="65" y="49"/>
                  </a:cubicBezTo>
                  <a:cubicBezTo>
                    <a:pt x="65" y="48"/>
                    <a:pt x="64" y="48"/>
                    <a:pt x="64" y="48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6" y="49"/>
                  </a:cubicBezTo>
                  <a:moveTo>
                    <a:pt x="71" y="55"/>
                  </a:moveTo>
                  <a:cubicBezTo>
                    <a:pt x="70" y="55"/>
                    <a:pt x="69" y="55"/>
                    <a:pt x="69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4"/>
                    <a:pt x="69" y="55"/>
                    <a:pt x="69" y="5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9" y="48"/>
                    <a:pt x="68" y="49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3" y="48"/>
                    <a:pt x="73" y="50"/>
                    <a:pt x="73" y="50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3" y="52"/>
                    <a:pt x="74" y="52"/>
                    <a:pt x="74" y="53"/>
                  </a:cubicBezTo>
                  <a:cubicBezTo>
                    <a:pt x="74" y="54"/>
                    <a:pt x="73" y="55"/>
                    <a:pt x="71" y="55"/>
                  </a:cubicBezTo>
                  <a:moveTo>
                    <a:pt x="79" y="55"/>
                  </a:moveTo>
                  <a:cubicBezTo>
                    <a:pt x="77" y="55"/>
                    <a:pt x="77" y="55"/>
                    <a:pt x="76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5" y="48"/>
                    <a:pt x="75" y="48"/>
                    <a:pt x="77" y="48"/>
                  </a:cubicBezTo>
                  <a:cubicBezTo>
                    <a:pt x="78" y="48"/>
                    <a:pt x="78" y="48"/>
                    <a:pt x="79" y="48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9" y="49"/>
                    <a:pt x="79" y="49"/>
                    <a:pt x="79" y="49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80" y="48"/>
                    <a:pt x="78" y="49"/>
                  </a:cubicBezTo>
                  <a:cubicBezTo>
                    <a:pt x="77" y="49"/>
                    <a:pt x="76" y="49"/>
                    <a:pt x="76" y="49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53"/>
                    <a:pt x="79" y="53"/>
                    <a:pt x="79" y="53"/>
                  </a:cubicBezTo>
                  <a:cubicBezTo>
                    <a:pt x="79" y="53"/>
                    <a:pt x="79" y="52"/>
                    <a:pt x="78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4"/>
                    <a:pt x="77" y="54"/>
                    <a:pt x="77" y="54"/>
                  </a:cubicBezTo>
                  <a:cubicBezTo>
                    <a:pt x="77" y="55"/>
                    <a:pt x="77" y="55"/>
                    <a:pt x="77" y="55"/>
                  </a:cubicBezTo>
                  <a:cubicBezTo>
                    <a:pt x="80" y="54"/>
                    <a:pt x="80" y="53"/>
                    <a:pt x="80" y="53"/>
                  </a:cubicBezTo>
                  <a:cubicBezTo>
                    <a:pt x="80" y="53"/>
                    <a:pt x="80" y="53"/>
                    <a:pt x="80" y="53"/>
                  </a:cubicBezTo>
                  <a:lnTo>
                    <a:pt x="79" y="55"/>
                  </a:lnTo>
                  <a:close/>
                  <a:moveTo>
                    <a:pt x="87" y="54"/>
                  </a:moveTo>
                  <a:cubicBezTo>
                    <a:pt x="85" y="53"/>
                    <a:pt x="85" y="53"/>
                    <a:pt x="85" y="53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2"/>
                    <a:pt x="83" y="52"/>
                    <a:pt x="83" y="52"/>
                  </a:cubicBezTo>
                  <a:cubicBezTo>
                    <a:pt x="83" y="54"/>
                    <a:pt x="83" y="54"/>
                    <a:pt x="83" y="54"/>
                  </a:cubicBezTo>
                  <a:cubicBezTo>
                    <a:pt x="83" y="55"/>
                    <a:pt x="84" y="54"/>
                    <a:pt x="84" y="54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4"/>
                    <a:pt x="82" y="55"/>
                    <a:pt x="82" y="53"/>
                  </a:cubicBezTo>
                  <a:cubicBezTo>
                    <a:pt x="81" y="49"/>
                    <a:pt x="81" y="49"/>
                    <a:pt x="81" y="49"/>
                  </a:cubicBezTo>
                  <a:cubicBezTo>
                    <a:pt x="81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83" y="48"/>
                    <a:pt x="83" y="48"/>
                    <a:pt x="83" y="48"/>
                  </a:cubicBezTo>
                  <a:cubicBezTo>
                    <a:pt x="86" y="47"/>
                    <a:pt x="86" y="49"/>
                    <a:pt x="86" y="49"/>
                  </a:cubicBezTo>
                  <a:cubicBezTo>
                    <a:pt x="85" y="50"/>
                    <a:pt x="85" y="50"/>
                    <a:pt x="85" y="50"/>
                  </a:cubicBezTo>
                  <a:cubicBezTo>
                    <a:pt x="85" y="51"/>
                    <a:pt x="85" y="51"/>
                    <a:pt x="85" y="51"/>
                  </a:cubicBezTo>
                  <a:cubicBezTo>
                    <a:pt x="85" y="51"/>
                    <a:pt x="86" y="52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8" y="54"/>
                    <a:pt x="88" y="54"/>
                    <a:pt x="88" y="54"/>
                  </a:cubicBezTo>
                  <a:lnTo>
                    <a:pt x="87" y="54"/>
                  </a:lnTo>
                  <a:close/>
                  <a:moveTo>
                    <a:pt x="95" y="53"/>
                  </a:moveTo>
                  <a:cubicBezTo>
                    <a:pt x="94" y="53"/>
                    <a:pt x="94" y="53"/>
                    <a:pt x="94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6" y="53"/>
                    <a:pt x="96" y="53"/>
                    <a:pt x="96" y="53"/>
                  </a:cubicBezTo>
                  <a:lnTo>
                    <a:pt x="95" y="53"/>
                  </a:lnTo>
                  <a:close/>
                  <a:moveTo>
                    <a:pt x="100" y="52"/>
                  </a:moveTo>
                  <a:cubicBezTo>
                    <a:pt x="98" y="52"/>
                    <a:pt x="98" y="52"/>
                    <a:pt x="97" y="52"/>
                  </a:cubicBezTo>
                  <a:cubicBezTo>
                    <a:pt x="97" y="52"/>
                    <a:pt x="97" y="52"/>
                    <a:pt x="97" y="52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96" y="52"/>
                    <a:pt x="97" y="52"/>
                    <a:pt x="97" y="51"/>
                  </a:cubicBezTo>
                  <a:cubicBezTo>
                    <a:pt x="96" y="47"/>
                    <a:pt x="96" y="47"/>
                    <a:pt x="96" y="47"/>
                  </a:cubicBezTo>
                  <a:cubicBezTo>
                    <a:pt x="95" y="46"/>
                    <a:pt x="94" y="46"/>
                    <a:pt x="94" y="46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6"/>
                    <a:pt x="95" y="46"/>
                    <a:pt x="95" y="46"/>
                  </a:cubicBezTo>
                  <a:cubicBezTo>
                    <a:pt x="97" y="45"/>
                    <a:pt x="97" y="45"/>
                    <a:pt x="97" y="45"/>
                  </a:cubicBezTo>
                  <a:cubicBezTo>
                    <a:pt x="100" y="44"/>
                    <a:pt x="100" y="46"/>
                    <a:pt x="100" y="46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101" y="48"/>
                    <a:pt x="101" y="48"/>
                    <a:pt x="101" y="49"/>
                  </a:cubicBezTo>
                  <a:cubicBezTo>
                    <a:pt x="102" y="50"/>
                    <a:pt x="101" y="51"/>
                    <a:pt x="100" y="52"/>
                  </a:cubicBezTo>
                  <a:moveTo>
                    <a:pt x="106" y="50"/>
                  </a:moveTo>
                  <a:cubicBezTo>
                    <a:pt x="104" y="50"/>
                    <a:pt x="104" y="50"/>
                    <a:pt x="104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6" y="49"/>
                    <a:pt x="106" y="49"/>
                  </a:cubicBezTo>
                  <a:lnTo>
                    <a:pt x="106" y="50"/>
                  </a:lnTo>
                  <a:close/>
                  <a:moveTo>
                    <a:pt x="111" y="48"/>
                  </a:moveTo>
                  <a:cubicBezTo>
                    <a:pt x="110" y="48"/>
                    <a:pt x="110" y="48"/>
                    <a:pt x="110" y="48"/>
                  </a:cubicBezTo>
                  <a:cubicBezTo>
                    <a:pt x="109" y="49"/>
                    <a:pt x="109" y="49"/>
                    <a:pt x="109" y="49"/>
                  </a:cubicBezTo>
                  <a:cubicBezTo>
                    <a:pt x="108" y="49"/>
                    <a:pt x="108" y="49"/>
                    <a:pt x="108" y="49"/>
                  </a:cubicBezTo>
                  <a:cubicBezTo>
                    <a:pt x="108" y="48"/>
                    <a:pt x="109" y="48"/>
                    <a:pt x="109" y="47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5" y="43"/>
                    <a:pt x="105" y="44"/>
                    <a:pt x="105" y="45"/>
                  </a:cubicBezTo>
                  <a:cubicBezTo>
                    <a:pt x="105" y="44"/>
                    <a:pt x="105" y="44"/>
                    <a:pt x="105" y="44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5" y="42"/>
                    <a:pt x="106" y="42"/>
                    <a:pt x="107" y="42"/>
                  </a:cubicBezTo>
                  <a:cubicBezTo>
                    <a:pt x="109" y="41"/>
                    <a:pt x="109" y="41"/>
                    <a:pt x="110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0" y="42"/>
                    <a:pt x="110" y="41"/>
                    <a:pt x="109" y="42"/>
                  </a:cubicBezTo>
                  <a:cubicBezTo>
                    <a:pt x="109" y="42"/>
                    <a:pt x="109" y="42"/>
                    <a:pt x="109" y="42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8"/>
                    <a:pt x="111" y="47"/>
                    <a:pt x="111" y="47"/>
                  </a:cubicBezTo>
                  <a:lnTo>
                    <a:pt x="111" y="48"/>
                  </a:lnTo>
                  <a:close/>
                  <a:moveTo>
                    <a:pt x="115" y="42"/>
                  </a:moveTo>
                  <a:cubicBezTo>
                    <a:pt x="114" y="42"/>
                    <a:pt x="114" y="42"/>
                    <a:pt x="114" y="42"/>
                  </a:cubicBezTo>
                  <a:cubicBezTo>
                    <a:pt x="115" y="41"/>
                    <a:pt x="115" y="41"/>
                    <a:pt x="115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5" y="42"/>
                  </a:lnTo>
                  <a:close/>
                  <a:moveTo>
                    <a:pt x="126" y="40"/>
                  </a:moveTo>
                  <a:cubicBezTo>
                    <a:pt x="126" y="40"/>
                    <a:pt x="126" y="40"/>
                    <a:pt x="126" y="40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2" y="43"/>
                    <a:pt x="122" y="42"/>
                    <a:pt x="123" y="42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0" y="44"/>
                    <a:pt x="120" y="44"/>
                    <a:pt x="120" y="44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37"/>
                    <a:pt x="117" y="38"/>
                    <a:pt x="117" y="38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9" y="37"/>
                    <a:pt x="119" y="37"/>
                    <a:pt x="119" y="37"/>
                  </a:cubicBezTo>
                  <a:cubicBezTo>
                    <a:pt x="124" y="39"/>
                    <a:pt x="124" y="39"/>
                    <a:pt x="124" y="39"/>
                  </a:cubicBezTo>
                  <a:cubicBezTo>
                    <a:pt x="125" y="39"/>
                    <a:pt x="125" y="39"/>
                    <a:pt x="125" y="39"/>
                  </a:cubicBezTo>
                  <a:cubicBezTo>
                    <a:pt x="125" y="38"/>
                    <a:pt x="125" y="38"/>
                    <a:pt x="125" y="38"/>
                  </a:cubicBezTo>
                  <a:cubicBezTo>
                    <a:pt x="123" y="35"/>
                    <a:pt x="123" y="35"/>
                    <a:pt x="123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2" y="34"/>
                    <a:pt x="122" y="34"/>
                    <a:pt x="122" y="34"/>
                  </a:cubicBezTo>
                  <a:cubicBezTo>
                    <a:pt x="123" y="34"/>
                    <a:pt x="123" y="34"/>
                    <a:pt x="123" y="34"/>
                  </a:cubicBezTo>
                  <a:cubicBezTo>
                    <a:pt x="124" y="34"/>
                    <a:pt x="124" y="34"/>
                    <a:pt x="124" y="34"/>
                  </a:cubicBezTo>
                  <a:cubicBezTo>
                    <a:pt x="124" y="34"/>
                    <a:pt x="123" y="34"/>
                    <a:pt x="123" y="35"/>
                  </a:cubicBezTo>
                  <a:cubicBezTo>
                    <a:pt x="126" y="40"/>
                    <a:pt x="126" y="40"/>
                    <a:pt x="126" y="40"/>
                  </a:cubicBezTo>
                  <a:close/>
                  <a:moveTo>
                    <a:pt x="131" y="38"/>
                  </a:moveTo>
                  <a:cubicBezTo>
                    <a:pt x="129" y="39"/>
                    <a:pt x="127" y="38"/>
                    <a:pt x="126" y="37"/>
                  </a:cubicBezTo>
                  <a:cubicBezTo>
                    <a:pt x="125" y="35"/>
                    <a:pt x="125" y="33"/>
                    <a:pt x="127" y="31"/>
                  </a:cubicBezTo>
                  <a:cubicBezTo>
                    <a:pt x="128" y="30"/>
                    <a:pt x="130" y="31"/>
                    <a:pt x="132" y="32"/>
                  </a:cubicBezTo>
                  <a:cubicBezTo>
                    <a:pt x="132" y="33"/>
                    <a:pt x="133" y="36"/>
                    <a:pt x="131" y="38"/>
                  </a:cubicBezTo>
                  <a:moveTo>
                    <a:pt x="136" y="33"/>
                  </a:moveTo>
                  <a:cubicBezTo>
                    <a:pt x="135" y="34"/>
                    <a:pt x="135" y="34"/>
                    <a:pt x="135" y="34"/>
                  </a:cubicBezTo>
                  <a:cubicBezTo>
                    <a:pt x="134" y="34"/>
                    <a:pt x="134" y="34"/>
                    <a:pt x="134" y="34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6" y="33"/>
                    <a:pt x="136" y="33"/>
                    <a:pt x="136" y="33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36" y="30"/>
                    <a:pt x="135" y="31"/>
                    <a:pt x="134" y="31"/>
                  </a:cubicBezTo>
                  <a:cubicBezTo>
                    <a:pt x="132" y="31"/>
                    <a:pt x="132" y="31"/>
                    <a:pt x="132" y="31"/>
                  </a:cubicBezTo>
                  <a:cubicBezTo>
                    <a:pt x="131" y="30"/>
                    <a:pt x="131" y="29"/>
                    <a:pt x="132" y="28"/>
                  </a:cubicBezTo>
                  <a:cubicBezTo>
                    <a:pt x="133" y="27"/>
                    <a:pt x="133" y="27"/>
                    <a:pt x="133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9"/>
                    <a:pt x="133" y="27"/>
                    <a:pt x="132" y="28"/>
                  </a:cubicBezTo>
                  <a:cubicBezTo>
                    <a:pt x="132" y="30"/>
                    <a:pt x="132" y="30"/>
                    <a:pt x="132" y="30"/>
                  </a:cubicBezTo>
                  <a:cubicBezTo>
                    <a:pt x="132" y="30"/>
                    <a:pt x="133" y="30"/>
                    <a:pt x="134" y="30"/>
                  </a:cubicBezTo>
                  <a:cubicBezTo>
                    <a:pt x="135" y="29"/>
                    <a:pt x="136" y="29"/>
                    <a:pt x="137" y="30"/>
                  </a:cubicBezTo>
                  <a:cubicBezTo>
                    <a:pt x="138" y="31"/>
                    <a:pt x="138" y="33"/>
                    <a:pt x="136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3" name="Freeform 32">
              <a:extLst>
                <a:ext uri="{FF2B5EF4-FFF2-40B4-BE49-F238E27FC236}">
                  <a16:creationId xmlns:a16="http://schemas.microsoft.com/office/drawing/2014/main" id="{3829A00D-2BF3-491B-9856-63ADC33F4F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1875" y="2517775"/>
              <a:ext cx="104775" cy="215900"/>
            </a:xfrm>
            <a:custGeom>
              <a:avLst/>
              <a:gdLst>
                <a:gd name="T0" fmla="*/ 44 w 49"/>
                <a:gd name="T1" fmla="*/ 10 h 100"/>
                <a:gd name="T2" fmla="*/ 38 w 49"/>
                <a:gd name="T3" fmla="*/ 26 h 100"/>
                <a:gd name="T4" fmla="*/ 33 w 49"/>
                <a:gd name="T5" fmla="*/ 21 h 100"/>
                <a:gd name="T6" fmla="*/ 20 w 49"/>
                <a:gd name="T7" fmla="*/ 15 h 100"/>
                <a:gd name="T8" fmla="*/ 3 w 49"/>
                <a:gd name="T9" fmla="*/ 2 h 100"/>
                <a:gd name="T10" fmla="*/ 2 w 49"/>
                <a:gd name="T11" fmla="*/ 43 h 100"/>
                <a:gd name="T12" fmla="*/ 7 w 49"/>
                <a:gd name="T13" fmla="*/ 38 h 100"/>
                <a:gd name="T14" fmla="*/ 6 w 49"/>
                <a:gd name="T15" fmla="*/ 82 h 100"/>
                <a:gd name="T16" fmla="*/ 11 w 49"/>
                <a:gd name="T17" fmla="*/ 86 h 100"/>
                <a:gd name="T18" fmla="*/ 34 w 49"/>
                <a:gd name="T19" fmla="*/ 79 h 100"/>
                <a:gd name="T20" fmla="*/ 29 w 49"/>
                <a:gd name="T21" fmla="*/ 52 h 100"/>
                <a:gd name="T22" fmla="*/ 40 w 49"/>
                <a:gd name="T23" fmla="*/ 58 h 100"/>
                <a:gd name="T24" fmla="*/ 40 w 49"/>
                <a:gd name="T25" fmla="*/ 50 h 100"/>
                <a:gd name="T26" fmla="*/ 44 w 49"/>
                <a:gd name="T27" fmla="*/ 26 h 100"/>
                <a:gd name="T28" fmla="*/ 35 w 49"/>
                <a:gd name="T29" fmla="*/ 21 h 100"/>
                <a:gd name="T30" fmla="*/ 42 w 49"/>
                <a:gd name="T31" fmla="*/ 14 h 100"/>
                <a:gd name="T32" fmla="*/ 29 w 49"/>
                <a:gd name="T33" fmla="*/ 20 h 100"/>
                <a:gd name="T34" fmla="*/ 29 w 49"/>
                <a:gd name="T35" fmla="*/ 15 h 100"/>
                <a:gd name="T36" fmla="*/ 25 w 49"/>
                <a:gd name="T37" fmla="*/ 15 h 100"/>
                <a:gd name="T38" fmla="*/ 35 w 49"/>
                <a:gd name="T39" fmla="*/ 35 h 100"/>
                <a:gd name="T40" fmla="*/ 20 w 49"/>
                <a:gd name="T41" fmla="*/ 26 h 100"/>
                <a:gd name="T42" fmla="*/ 19 w 49"/>
                <a:gd name="T43" fmla="*/ 24 h 100"/>
                <a:gd name="T44" fmla="*/ 13 w 49"/>
                <a:gd name="T45" fmla="*/ 1 h 100"/>
                <a:gd name="T46" fmla="*/ 25 w 49"/>
                <a:gd name="T47" fmla="*/ 40 h 100"/>
                <a:gd name="T48" fmla="*/ 20 w 49"/>
                <a:gd name="T49" fmla="*/ 44 h 100"/>
                <a:gd name="T50" fmla="*/ 14 w 49"/>
                <a:gd name="T51" fmla="*/ 42 h 100"/>
                <a:gd name="T52" fmla="*/ 18 w 49"/>
                <a:gd name="T53" fmla="*/ 42 h 100"/>
                <a:gd name="T54" fmla="*/ 11 w 49"/>
                <a:gd name="T55" fmla="*/ 36 h 100"/>
                <a:gd name="T56" fmla="*/ 7 w 49"/>
                <a:gd name="T57" fmla="*/ 28 h 100"/>
                <a:gd name="T58" fmla="*/ 3 w 49"/>
                <a:gd name="T59" fmla="*/ 3 h 100"/>
                <a:gd name="T60" fmla="*/ 6 w 49"/>
                <a:gd name="T61" fmla="*/ 22 h 100"/>
                <a:gd name="T62" fmla="*/ 4 w 49"/>
                <a:gd name="T63" fmla="*/ 30 h 100"/>
                <a:gd name="T64" fmla="*/ 2 w 49"/>
                <a:gd name="T65" fmla="*/ 48 h 100"/>
                <a:gd name="T66" fmla="*/ 2 w 49"/>
                <a:gd name="T67" fmla="*/ 50 h 100"/>
                <a:gd name="T68" fmla="*/ 11 w 49"/>
                <a:gd name="T69" fmla="*/ 36 h 100"/>
                <a:gd name="T70" fmla="*/ 32 w 49"/>
                <a:gd name="T71" fmla="*/ 77 h 100"/>
                <a:gd name="T72" fmla="*/ 27 w 49"/>
                <a:gd name="T73" fmla="*/ 78 h 100"/>
                <a:gd name="T74" fmla="*/ 20 w 49"/>
                <a:gd name="T75" fmla="*/ 62 h 100"/>
                <a:gd name="T76" fmla="*/ 18 w 49"/>
                <a:gd name="T77" fmla="*/ 57 h 100"/>
                <a:gd name="T78" fmla="*/ 13 w 49"/>
                <a:gd name="T79" fmla="*/ 96 h 100"/>
                <a:gd name="T80" fmla="*/ 7 w 49"/>
                <a:gd name="T81" fmla="*/ 88 h 100"/>
                <a:gd name="T82" fmla="*/ 9 w 49"/>
                <a:gd name="T83" fmla="*/ 75 h 100"/>
                <a:gd name="T84" fmla="*/ 10 w 49"/>
                <a:gd name="T85" fmla="*/ 43 h 100"/>
                <a:gd name="T86" fmla="*/ 27 w 49"/>
                <a:gd name="T87" fmla="*/ 49 h 100"/>
                <a:gd name="T88" fmla="*/ 41 w 49"/>
                <a:gd name="T89" fmla="*/ 48 h 100"/>
                <a:gd name="T90" fmla="*/ 40 w 49"/>
                <a:gd name="T91" fmla="*/ 52 h 100"/>
                <a:gd name="T92" fmla="*/ 34 w 49"/>
                <a:gd name="T93" fmla="*/ 53 h 100"/>
                <a:gd name="T94" fmla="*/ 27 w 49"/>
                <a:gd name="T95" fmla="*/ 48 h 100"/>
                <a:gd name="T96" fmla="*/ 18 w 49"/>
                <a:gd name="T97" fmla="*/ 38 h 100"/>
                <a:gd name="T98" fmla="*/ 11 w 49"/>
                <a:gd name="T99" fmla="*/ 28 h 100"/>
                <a:gd name="T100" fmla="*/ 13 w 49"/>
                <a:gd name="T101" fmla="*/ 19 h 100"/>
                <a:gd name="T102" fmla="*/ 31 w 49"/>
                <a:gd name="T103" fmla="*/ 39 h 100"/>
                <a:gd name="T104" fmla="*/ 36 w 49"/>
                <a:gd name="T105" fmla="*/ 42 h 100"/>
                <a:gd name="T106" fmla="*/ 42 w 49"/>
                <a:gd name="T107" fmla="*/ 28 h 100"/>
                <a:gd name="T108" fmla="*/ 46 w 49"/>
                <a:gd name="T109" fmla="*/ 26 h 100"/>
                <a:gd name="T110" fmla="*/ 43 w 49"/>
                <a:gd name="T111" fmla="*/ 14 h 100"/>
                <a:gd name="T112" fmla="*/ 48 w 49"/>
                <a:gd name="T113" fmla="*/ 13 h 100"/>
                <a:gd name="T114" fmla="*/ 8 w 49"/>
                <a:gd name="T115" fmla="*/ 83 h 100"/>
                <a:gd name="T116" fmla="*/ 19 w 49"/>
                <a:gd name="T117" fmla="*/ 34 h 100"/>
                <a:gd name="T118" fmla="*/ 14 w 49"/>
                <a:gd name="T119" fmla="*/ 24 h 100"/>
                <a:gd name="T120" fmla="*/ 25 w 49"/>
                <a:gd name="T121" fmla="*/ 2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" h="100">
                  <a:moveTo>
                    <a:pt x="11" y="71"/>
                  </a:moveTo>
                  <a:cubicBezTo>
                    <a:pt x="11" y="72"/>
                    <a:pt x="11" y="72"/>
                    <a:pt x="11" y="72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12" y="73"/>
                    <a:pt x="12" y="73"/>
                    <a:pt x="12" y="73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1"/>
                    <a:pt x="12" y="71"/>
                    <a:pt x="12" y="71"/>
                  </a:cubicBezTo>
                  <a:lnTo>
                    <a:pt x="11" y="71"/>
                  </a:lnTo>
                  <a:close/>
                  <a:moveTo>
                    <a:pt x="49" y="12"/>
                  </a:move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1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43" y="10"/>
                    <a:pt x="43" y="11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6"/>
                    <a:pt x="42" y="17"/>
                    <a:pt x="42" y="17"/>
                  </a:cubicBezTo>
                  <a:cubicBezTo>
                    <a:pt x="43" y="18"/>
                    <a:pt x="43" y="19"/>
                    <a:pt x="43" y="20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43" y="22"/>
                    <a:pt x="42" y="24"/>
                    <a:pt x="42" y="25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0" y="26"/>
                    <a:pt x="39" y="25"/>
                    <a:pt x="39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8" y="28"/>
                    <a:pt x="38" y="29"/>
                  </a:cubicBezTo>
                  <a:cubicBezTo>
                    <a:pt x="38" y="30"/>
                    <a:pt x="38" y="30"/>
                    <a:pt x="37" y="31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5" y="32"/>
                    <a:pt x="35" y="31"/>
                    <a:pt x="34" y="30"/>
                  </a:cubicBezTo>
                  <a:cubicBezTo>
                    <a:pt x="33" y="28"/>
                    <a:pt x="31" y="27"/>
                    <a:pt x="30" y="26"/>
                  </a:cubicBezTo>
                  <a:cubicBezTo>
                    <a:pt x="28" y="25"/>
                    <a:pt x="27" y="24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0" y="22"/>
                    <a:pt x="31" y="23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7"/>
                    <a:pt x="35" y="14"/>
                    <a:pt x="32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14"/>
                    <a:pt x="29" y="13"/>
                    <a:pt x="27" y="13"/>
                  </a:cubicBezTo>
                  <a:cubicBezTo>
                    <a:pt x="26" y="13"/>
                    <a:pt x="26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19" y="17"/>
                    <a:pt x="19" y="19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7" y="17"/>
                    <a:pt x="17" y="16"/>
                    <a:pt x="17" y="16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4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3" y="11"/>
                    <a:pt x="13" y="9"/>
                    <a:pt x="13" y="8"/>
                  </a:cubicBezTo>
                  <a:cubicBezTo>
                    <a:pt x="13" y="4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9" y="6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0"/>
                    <a:pt x="6" y="8"/>
                    <a:pt x="5" y="6"/>
                  </a:cubicBezTo>
                  <a:cubicBezTo>
                    <a:pt x="4" y="4"/>
                    <a:pt x="3" y="2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4" y="13"/>
                    <a:pt x="5" y="15"/>
                  </a:cubicBezTo>
                  <a:cubicBezTo>
                    <a:pt x="4" y="14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7"/>
                    <a:pt x="3" y="20"/>
                    <a:pt x="5" y="21"/>
                  </a:cubicBezTo>
                  <a:cubicBezTo>
                    <a:pt x="3" y="21"/>
                    <a:pt x="2" y="20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4"/>
                    <a:pt x="4" y="27"/>
                    <a:pt x="5" y="28"/>
                  </a:cubicBezTo>
                  <a:cubicBezTo>
                    <a:pt x="4" y="28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1"/>
                    <a:pt x="5" y="32"/>
                    <a:pt x="6" y="33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3" y="33"/>
                    <a:pt x="0" y="35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1"/>
                    <a:pt x="2" y="42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1" y="44"/>
                    <a:pt x="1" y="44"/>
                    <a:pt x="0" y="4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1"/>
                    <a:pt x="2" y="51"/>
                    <a:pt x="3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3" y="49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7"/>
                    <a:pt x="5" y="45"/>
                    <a:pt x="6" y="43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0"/>
                    <a:pt x="4" y="39"/>
                    <a:pt x="3" y="39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9" y="39"/>
                    <a:pt x="9" y="40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8"/>
                    <a:pt x="1" y="54"/>
                    <a:pt x="1" y="59"/>
                  </a:cubicBezTo>
                  <a:cubicBezTo>
                    <a:pt x="1" y="62"/>
                    <a:pt x="4" y="65"/>
                    <a:pt x="5" y="66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5"/>
                    <a:pt x="7" y="75"/>
                    <a:pt x="7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8" y="77"/>
                    <a:pt x="8" y="77"/>
                    <a:pt x="8" y="77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6" y="82"/>
                    <a:pt x="6" y="82"/>
                    <a:pt x="6" y="82"/>
                  </a:cubicBezTo>
                  <a:cubicBezTo>
                    <a:pt x="6" y="83"/>
                    <a:pt x="7" y="84"/>
                    <a:pt x="7" y="86"/>
                  </a:cubicBezTo>
                  <a:cubicBezTo>
                    <a:pt x="7" y="87"/>
                    <a:pt x="6" y="88"/>
                    <a:pt x="6" y="88"/>
                  </a:cubicBezTo>
                  <a:cubicBezTo>
                    <a:pt x="5" y="93"/>
                    <a:pt x="5" y="93"/>
                    <a:pt x="5" y="93"/>
                  </a:cubicBezTo>
                  <a:cubicBezTo>
                    <a:pt x="6" y="95"/>
                    <a:pt x="6" y="95"/>
                    <a:pt x="6" y="95"/>
                  </a:cubicBezTo>
                  <a:cubicBezTo>
                    <a:pt x="6" y="99"/>
                    <a:pt x="6" y="99"/>
                    <a:pt x="6" y="99"/>
                  </a:cubicBezTo>
                  <a:cubicBezTo>
                    <a:pt x="7" y="100"/>
                    <a:pt x="8" y="100"/>
                    <a:pt x="9" y="100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1" y="100"/>
                    <a:pt x="12" y="100"/>
                    <a:pt x="13" y="100"/>
                  </a:cubicBezTo>
                  <a:cubicBezTo>
                    <a:pt x="15" y="100"/>
                    <a:pt x="16" y="99"/>
                    <a:pt x="17" y="98"/>
                  </a:cubicBezTo>
                  <a:cubicBezTo>
                    <a:pt x="19" y="97"/>
                    <a:pt x="19" y="97"/>
                    <a:pt x="19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5"/>
                    <a:pt x="17" y="95"/>
                    <a:pt x="17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3" y="95"/>
                    <a:pt x="12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0" y="96"/>
                    <a:pt x="10" y="94"/>
                    <a:pt x="10" y="93"/>
                  </a:cubicBezTo>
                  <a:cubicBezTo>
                    <a:pt x="10" y="92"/>
                    <a:pt x="10" y="92"/>
                    <a:pt x="10" y="92"/>
                  </a:cubicBezTo>
                  <a:cubicBezTo>
                    <a:pt x="10" y="91"/>
                    <a:pt x="10" y="91"/>
                    <a:pt x="10" y="90"/>
                  </a:cubicBezTo>
                  <a:cubicBezTo>
                    <a:pt x="11" y="89"/>
                    <a:pt x="11" y="88"/>
                    <a:pt x="11" y="87"/>
                  </a:cubicBezTo>
                  <a:cubicBezTo>
                    <a:pt x="11" y="86"/>
                    <a:pt x="11" y="86"/>
                    <a:pt x="11" y="86"/>
                  </a:cubicBezTo>
                  <a:cubicBezTo>
                    <a:pt x="11" y="85"/>
                    <a:pt x="11" y="85"/>
                    <a:pt x="12" y="84"/>
                  </a:cubicBezTo>
                  <a:cubicBezTo>
                    <a:pt x="13" y="83"/>
                    <a:pt x="12" y="82"/>
                    <a:pt x="13" y="81"/>
                  </a:cubicBezTo>
                  <a:cubicBezTo>
                    <a:pt x="13" y="80"/>
                    <a:pt x="13" y="79"/>
                    <a:pt x="14" y="78"/>
                  </a:cubicBezTo>
                  <a:cubicBezTo>
                    <a:pt x="15" y="77"/>
                    <a:pt x="16" y="75"/>
                    <a:pt x="17" y="74"/>
                  </a:cubicBezTo>
                  <a:cubicBezTo>
                    <a:pt x="17" y="72"/>
                    <a:pt x="17" y="72"/>
                    <a:pt x="17" y="72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19" y="69"/>
                    <a:pt x="20" y="69"/>
                    <a:pt x="20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1" y="69"/>
                    <a:pt x="21" y="69"/>
                    <a:pt x="21" y="69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4"/>
                    <a:pt x="20" y="74"/>
                    <a:pt x="20" y="74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5" y="78"/>
                    <a:pt x="25" y="78"/>
                    <a:pt x="25" y="78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8" y="81"/>
                    <a:pt x="28" y="81"/>
                    <a:pt x="28" y="81"/>
                  </a:cubicBezTo>
                  <a:cubicBezTo>
                    <a:pt x="28" y="82"/>
                    <a:pt x="29" y="83"/>
                    <a:pt x="31" y="83"/>
                  </a:cubicBezTo>
                  <a:cubicBezTo>
                    <a:pt x="32" y="83"/>
                    <a:pt x="34" y="80"/>
                    <a:pt x="34" y="79"/>
                  </a:cubicBezTo>
                  <a:cubicBezTo>
                    <a:pt x="35" y="78"/>
                    <a:pt x="36" y="76"/>
                    <a:pt x="36" y="75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1" y="75"/>
                    <a:pt x="31" y="75"/>
                    <a:pt x="31" y="75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0" y="76"/>
                    <a:pt x="30" y="76"/>
                    <a:pt x="30" y="76"/>
                  </a:cubicBezTo>
                  <a:cubicBezTo>
                    <a:pt x="29" y="76"/>
                    <a:pt x="27" y="74"/>
                    <a:pt x="27" y="73"/>
                  </a:cubicBezTo>
                  <a:cubicBezTo>
                    <a:pt x="26" y="72"/>
                    <a:pt x="25" y="71"/>
                    <a:pt x="25" y="70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7" y="68"/>
                    <a:pt x="29" y="66"/>
                    <a:pt x="30" y="65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31" y="62"/>
                    <a:pt x="32" y="61"/>
                    <a:pt x="32" y="61"/>
                  </a:cubicBezTo>
                  <a:cubicBezTo>
                    <a:pt x="31" y="57"/>
                    <a:pt x="29" y="56"/>
                    <a:pt x="27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1" y="52"/>
                    <a:pt x="32" y="56"/>
                    <a:pt x="32" y="56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3" y="55"/>
                    <a:pt x="34" y="54"/>
                    <a:pt x="34" y="53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6" y="54"/>
                    <a:pt x="37" y="54"/>
                    <a:pt x="38" y="55"/>
                  </a:cubicBezTo>
                  <a:cubicBezTo>
                    <a:pt x="39" y="55"/>
                    <a:pt x="39" y="55"/>
                    <a:pt x="39" y="56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40" y="61"/>
                    <a:pt x="40" y="61"/>
                    <a:pt x="40" y="61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2" y="54"/>
                    <a:pt x="43" y="52"/>
                    <a:pt x="43" y="52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4" y="47"/>
                    <a:pt x="44" y="47"/>
                    <a:pt x="44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6" y="51"/>
                    <a:pt x="35" y="50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5" y="47"/>
                    <a:pt x="34" y="47"/>
                    <a:pt x="33" y="47"/>
                  </a:cubicBezTo>
                  <a:cubicBezTo>
                    <a:pt x="34" y="46"/>
                    <a:pt x="35" y="45"/>
                    <a:pt x="36" y="4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1" y="38"/>
                    <a:pt x="41" y="37"/>
                    <a:pt x="41" y="36"/>
                  </a:cubicBezTo>
                  <a:cubicBezTo>
                    <a:pt x="41" y="35"/>
                    <a:pt x="41" y="33"/>
                    <a:pt x="42" y="33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4" y="32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1"/>
                    <a:pt x="44" y="30"/>
                    <a:pt x="43" y="30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8"/>
                    <a:pt x="44" y="27"/>
                    <a:pt x="44" y="26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19"/>
                    <a:pt x="47" y="18"/>
                    <a:pt x="47" y="18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lnTo>
                    <a:pt x="49" y="12"/>
                  </a:lnTo>
                  <a:close/>
                  <a:moveTo>
                    <a:pt x="35" y="21"/>
                  </a:move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lnTo>
                    <a:pt x="35" y="21"/>
                  </a:lnTo>
                  <a:close/>
                  <a:moveTo>
                    <a:pt x="44" y="10"/>
                  </a:moveTo>
                  <a:cubicBezTo>
                    <a:pt x="45" y="10"/>
                    <a:pt x="45" y="10"/>
                    <a:pt x="45" y="10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lnTo>
                    <a:pt x="44" y="10"/>
                  </a:lnTo>
                  <a:close/>
                  <a:moveTo>
                    <a:pt x="42" y="12"/>
                  </a:moveTo>
                  <a:cubicBezTo>
                    <a:pt x="42" y="12"/>
                    <a:pt x="42" y="12"/>
                    <a:pt x="42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3"/>
                    <a:pt x="41" y="13"/>
                    <a:pt x="41" y="13"/>
                  </a:cubicBezTo>
                  <a:lnTo>
                    <a:pt x="42" y="12"/>
                  </a:lnTo>
                  <a:close/>
                  <a:moveTo>
                    <a:pt x="43" y="17"/>
                  </a:moveTo>
                  <a:cubicBezTo>
                    <a:pt x="42" y="16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5"/>
                    <a:pt x="43" y="15"/>
                    <a:pt x="43" y="16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3" y="18"/>
                    <a:pt x="43" y="18"/>
                    <a:pt x="43" y="18"/>
                  </a:cubicBezTo>
                  <a:lnTo>
                    <a:pt x="43" y="17"/>
                  </a:lnTo>
                  <a:close/>
                  <a:moveTo>
                    <a:pt x="29" y="21"/>
                  </a:moveTo>
                  <a:cubicBezTo>
                    <a:pt x="29" y="21"/>
                    <a:pt x="29" y="21"/>
                    <a:pt x="29" y="21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1" y="22"/>
                    <a:pt x="31" y="22"/>
                    <a:pt x="31" y="22"/>
                  </a:cubicBezTo>
                  <a:lnTo>
                    <a:pt x="29" y="21"/>
                  </a:lnTo>
                  <a:close/>
                  <a:moveTo>
                    <a:pt x="27" y="20"/>
                  </a:moveTo>
                  <a:cubicBezTo>
                    <a:pt x="27" y="20"/>
                    <a:pt x="27" y="20"/>
                    <a:pt x="27" y="20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7" y="20"/>
                    <a:pt x="27" y="20"/>
                    <a:pt x="27" y="20"/>
                  </a:cubicBezTo>
                  <a:close/>
                  <a:moveTo>
                    <a:pt x="32" y="21"/>
                  </a:moveTo>
                  <a:cubicBezTo>
                    <a:pt x="34" y="22"/>
                    <a:pt x="34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lnTo>
                    <a:pt x="32" y="21"/>
                  </a:lnTo>
                  <a:close/>
                  <a:moveTo>
                    <a:pt x="32" y="15"/>
                  </a:moveTo>
                  <a:cubicBezTo>
                    <a:pt x="33" y="15"/>
                    <a:pt x="34" y="15"/>
                    <a:pt x="34" y="16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9" y="15"/>
                    <a:pt x="29" y="15"/>
                    <a:pt x="29" y="15"/>
                  </a:cubicBezTo>
                  <a:lnTo>
                    <a:pt x="32" y="15"/>
                  </a:lnTo>
                  <a:close/>
                  <a:moveTo>
                    <a:pt x="28" y="15"/>
                  </a:moveTo>
                  <a:cubicBezTo>
                    <a:pt x="28" y="15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lose/>
                  <a:moveTo>
                    <a:pt x="22" y="13"/>
                  </a:moveTo>
                  <a:cubicBezTo>
                    <a:pt x="23" y="14"/>
                    <a:pt x="23" y="14"/>
                    <a:pt x="23" y="14"/>
                  </a:cubicBezTo>
                  <a:cubicBezTo>
                    <a:pt x="22" y="14"/>
                    <a:pt x="22" y="14"/>
                    <a:pt x="22" y="14"/>
                  </a:cubicBezTo>
                  <a:lnTo>
                    <a:pt x="22" y="13"/>
                  </a:lnTo>
                  <a:close/>
                  <a:moveTo>
                    <a:pt x="21" y="16"/>
                  </a:moveTo>
                  <a:cubicBezTo>
                    <a:pt x="21" y="16"/>
                    <a:pt x="21" y="16"/>
                    <a:pt x="21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6" y="14"/>
                    <a:pt x="26" y="13"/>
                    <a:pt x="27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4"/>
                    <a:pt x="28" y="25"/>
                    <a:pt x="29" y="26"/>
                  </a:cubicBezTo>
                  <a:cubicBezTo>
                    <a:pt x="31" y="27"/>
                    <a:pt x="32" y="29"/>
                    <a:pt x="34" y="30"/>
                  </a:cubicBezTo>
                  <a:cubicBezTo>
                    <a:pt x="35" y="32"/>
                    <a:pt x="35" y="34"/>
                    <a:pt x="36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4" y="34"/>
                    <a:pt x="33" y="34"/>
                    <a:pt x="33" y="34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1" y="32"/>
                    <a:pt x="21" y="3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9"/>
                    <a:pt x="20" y="28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9" y="18"/>
                    <a:pt x="20" y="17"/>
                    <a:pt x="21" y="16"/>
                  </a:cubicBezTo>
                  <a:moveTo>
                    <a:pt x="20" y="31"/>
                  </a:moveTo>
                  <a:cubicBezTo>
                    <a:pt x="20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7" y="32"/>
                    <a:pt x="17" y="31"/>
                    <a:pt x="17" y="29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19" y="27"/>
                    <a:pt x="19" y="27"/>
                  </a:cubicBezTo>
                  <a:cubicBezTo>
                    <a:pt x="20" y="28"/>
                    <a:pt x="20" y="30"/>
                    <a:pt x="20" y="30"/>
                  </a:cubicBezTo>
                  <a:lnTo>
                    <a:pt x="20" y="31"/>
                  </a:lnTo>
                  <a:close/>
                  <a:moveTo>
                    <a:pt x="16" y="18"/>
                  </a:moveTo>
                  <a:cubicBezTo>
                    <a:pt x="16" y="18"/>
                    <a:pt x="16" y="18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9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5" y="20"/>
                    <a:pt x="15" y="20"/>
                    <a:pt x="15" y="20"/>
                  </a:cubicBezTo>
                  <a:lnTo>
                    <a:pt x="16" y="18"/>
                  </a:lnTo>
                  <a:close/>
                  <a:moveTo>
                    <a:pt x="13" y="13"/>
                  </a:move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5" y="12"/>
                    <a:pt x="15" y="16"/>
                    <a:pt x="15" y="17"/>
                  </a:cubicBezTo>
                  <a:cubicBezTo>
                    <a:pt x="15" y="18"/>
                    <a:pt x="15" y="19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5"/>
                    <a:pt x="13" y="14"/>
                    <a:pt x="13" y="13"/>
                  </a:cubicBezTo>
                  <a:moveTo>
                    <a:pt x="13" y="1"/>
                  </a:moveTo>
                  <a:cubicBezTo>
                    <a:pt x="13" y="2"/>
                    <a:pt x="13" y="5"/>
                    <a:pt x="13" y="8"/>
                  </a:cubicBezTo>
                  <a:cubicBezTo>
                    <a:pt x="13" y="9"/>
                    <a:pt x="13" y="11"/>
                    <a:pt x="13" y="12"/>
                  </a:cubicBezTo>
                  <a:cubicBezTo>
                    <a:pt x="13" y="12"/>
                    <a:pt x="13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4"/>
                    <a:pt x="11" y="10"/>
                    <a:pt x="11" y="7"/>
                  </a:cubicBezTo>
                  <a:cubicBezTo>
                    <a:pt x="11" y="5"/>
                    <a:pt x="11" y="3"/>
                    <a:pt x="13" y="1"/>
                  </a:cubicBezTo>
                  <a:moveTo>
                    <a:pt x="12" y="2"/>
                  </a:moveTo>
                  <a:cubicBezTo>
                    <a:pt x="11" y="4"/>
                    <a:pt x="10" y="5"/>
                    <a:pt x="10" y="7"/>
                  </a:cubicBezTo>
                  <a:cubicBezTo>
                    <a:pt x="10" y="11"/>
                    <a:pt x="12" y="15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7"/>
                    <a:pt x="10" y="4"/>
                    <a:pt x="12" y="2"/>
                  </a:cubicBezTo>
                  <a:moveTo>
                    <a:pt x="9" y="12"/>
                  </a:moveTo>
                  <a:cubicBezTo>
                    <a:pt x="9" y="11"/>
                    <a:pt x="9" y="11"/>
                    <a:pt x="9" y="11"/>
                  </a:cubicBezTo>
                  <a:cubicBezTo>
                    <a:pt x="9" y="13"/>
                    <a:pt x="11" y="16"/>
                    <a:pt x="12" y="17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0" y="20"/>
                    <a:pt x="9" y="16"/>
                    <a:pt x="9" y="12"/>
                  </a:cubicBezTo>
                  <a:close/>
                  <a:moveTo>
                    <a:pt x="22" y="44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4" y="43"/>
                    <a:pt x="22" y="44"/>
                  </a:cubicBezTo>
                  <a:moveTo>
                    <a:pt x="22" y="44"/>
                  </a:moveTo>
                  <a:cubicBezTo>
                    <a:pt x="19" y="48"/>
                    <a:pt x="19" y="48"/>
                    <a:pt x="19" y="48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6"/>
                    <a:pt x="20" y="45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1" y="44"/>
                    <a:pt x="21" y="44"/>
                    <a:pt x="21" y="44"/>
                  </a:cubicBezTo>
                  <a:lnTo>
                    <a:pt x="22" y="44"/>
                  </a:lnTo>
                  <a:close/>
                  <a:moveTo>
                    <a:pt x="21" y="44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2" y="41"/>
                    <a:pt x="22" y="41"/>
                    <a:pt x="22" y="41"/>
                  </a:cubicBezTo>
                  <a:lnTo>
                    <a:pt x="21" y="44"/>
                  </a:lnTo>
                  <a:close/>
                  <a:moveTo>
                    <a:pt x="20" y="44"/>
                  </a:move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18" y="45"/>
                    <a:pt x="16" y="45"/>
                  </a:cubicBezTo>
                  <a:cubicBezTo>
                    <a:pt x="18" y="45"/>
                    <a:pt x="18" y="43"/>
                    <a:pt x="18" y="42"/>
                  </a:cubicBezTo>
                  <a:cubicBezTo>
                    <a:pt x="20" y="42"/>
                    <a:pt x="20" y="42"/>
                    <a:pt x="20" y="42"/>
                  </a:cubicBezTo>
                  <a:lnTo>
                    <a:pt x="20" y="44"/>
                  </a:lnTo>
                  <a:close/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lose/>
                  <a:moveTo>
                    <a:pt x="11" y="38"/>
                  </a:moveTo>
                  <a:cubicBezTo>
                    <a:pt x="12" y="39"/>
                    <a:pt x="13" y="39"/>
                    <a:pt x="14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1"/>
                    <a:pt x="11" y="39"/>
                    <a:pt x="11" y="38"/>
                  </a:cubicBezTo>
                  <a:moveTo>
                    <a:pt x="14" y="40"/>
                  </a:moveTo>
                  <a:cubicBezTo>
                    <a:pt x="15" y="41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6" y="42"/>
                    <a:pt x="17" y="42"/>
                    <a:pt x="18" y="42"/>
                  </a:cubicBezTo>
                  <a:cubicBezTo>
                    <a:pt x="18" y="43"/>
                    <a:pt x="17" y="45"/>
                    <a:pt x="15" y="45"/>
                  </a:cubicBezTo>
                  <a:cubicBezTo>
                    <a:pt x="15" y="45"/>
                    <a:pt x="15" y="43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3" y="42"/>
                    <a:pt x="14" y="40"/>
                    <a:pt x="14" y="40"/>
                  </a:cubicBezTo>
                  <a:moveTo>
                    <a:pt x="12" y="44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4" y="43"/>
                    <a:pt x="14" y="43"/>
                    <a:pt x="14" y="43"/>
                  </a:cubicBezTo>
                  <a:cubicBezTo>
                    <a:pt x="14" y="44"/>
                    <a:pt x="14" y="45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6"/>
                    <a:pt x="15" y="46"/>
                    <a:pt x="15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48"/>
                    <a:pt x="16" y="48"/>
                    <a:pt x="15" y="50"/>
                  </a:cubicBezTo>
                  <a:cubicBezTo>
                    <a:pt x="15" y="52"/>
                    <a:pt x="12" y="54"/>
                    <a:pt x="11" y="55"/>
                  </a:cubicBezTo>
                  <a:cubicBezTo>
                    <a:pt x="9" y="57"/>
                    <a:pt x="9" y="58"/>
                    <a:pt x="8" y="60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5" y="61"/>
                    <a:pt x="5" y="59"/>
                    <a:pt x="5" y="59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4"/>
                    <a:pt x="10" y="52"/>
                    <a:pt x="12" y="44"/>
                  </a:cubicBezTo>
                  <a:moveTo>
                    <a:pt x="18" y="42"/>
                  </a:moveTo>
                  <a:cubicBezTo>
                    <a:pt x="16" y="42"/>
                    <a:pt x="16" y="42"/>
                    <a:pt x="16" y="42"/>
                  </a:cubicBezTo>
                  <a:cubicBezTo>
                    <a:pt x="17" y="41"/>
                    <a:pt x="18" y="40"/>
                    <a:pt x="18" y="39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9" y="42"/>
                    <a:pt x="19" y="42"/>
                    <a:pt x="19" y="42"/>
                  </a:cubicBezTo>
                  <a:lnTo>
                    <a:pt x="18" y="42"/>
                  </a:lnTo>
                  <a:close/>
                  <a:moveTo>
                    <a:pt x="15" y="41"/>
                  </a:move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3" y="39"/>
                    <a:pt x="12" y="38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5" y="38"/>
                    <a:pt x="16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41"/>
                    <a:pt x="15" y="41"/>
                  </a:cubicBezTo>
                  <a:moveTo>
                    <a:pt x="14" y="35"/>
                  </a:moveTo>
                  <a:cubicBezTo>
                    <a:pt x="14" y="35"/>
                    <a:pt x="14" y="35"/>
                    <a:pt x="14" y="35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2" y="37"/>
                    <a:pt x="11" y="38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5"/>
                    <a:pt x="14" y="35"/>
                    <a:pt x="14" y="35"/>
                  </a:cubicBezTo>
                  <a:close/>
                  <a:moveTo>
                    <a:pt x="9" y="34"/>
                  </a:moveTo>
                  <a:cubicBezTo>
                    <a:pt x="9" y="32"/>
                    <a:pt x="9" y="32"/>
                    <a:pt x="9" y="32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0" y="29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2" y="32"/>
                    <a:pt x="12" y="32"/>
                    <a:pt x="12" y="32"/>
                  </a:cubicBezTo>
                  <a:lnTo>
                    <a:pt x="9" y="34"/>
                  </a:lnTo>
                  <a:close/>
                  <a:moveTo>
                    <a:pt x="10" y="27"/>
                  </a:moveTo>
                  <a:cubicBezTo>
                    <a:pt x="10" y="27"/>
                    <a:pt x="8" y="27"/>
                    <a:pt x="7" y="28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0" y="27"/>
                    <a:pt x="10" y="27"/>
                    <a:pt x="10" y="27"/>
                  </a:cubicBezTo>
                  <a:close/>
                  <a:moveTo>
                    <a:pt x="9" y="25"/>
                  </a:move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8" y="25"/>
                    <a:pt x="7" y="24"/>
                    <a:pt x="7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9" y="25"/>
                    <a:pt x="9" y="25"/>
                    <a:pt x="9" y="25"/>
                  </a:cubicBezTo>
                  <a:close/>
                  <a:moveTo>
                    <a:pt x="10" y="23"/>
                  </a:moveTo>
                  <a:cubicBezTo>
                    <a:pt x="10" y="22"/>
                    <a:pt x="9" y="22"/>
                    <a:pt x="8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lnTo>
                    <a:pt x="10" y="23"/>
                  </a:lnTo>
                  <a:close/>
                  <a:moveTo>
                    <a:pt x="3" y="3"/>
                  </a:moveTo>
                  <a:cubicBezTo>
                    <a:pt x="4" y="5"/>
                    <a:pt x="7" y="10"/>
                    <a:pt x="8" y="12"/>
                  </a:cubicBezTo>
                  <a:cubicBezTo>
                    <a:pt x="8" y="13"/>
                    <a:pt x="8" y="14"/>
                    <a:pt x="8" y="15"/>
                  </a:cubicBezTo>
                  <a:cubicBezTo>
                    <a:pt x="7" y="13"/>
                    <a:pt x="3" y="7"/>
                    <a:pt x="3" y="3"/>
                  </a:cubicBezTo>
                  <a:close/>
                  <a:moveTo>
                    <a:pt x="2" y="2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2" y="2"/>
                    <a:pt x="2" y="2"/>
                    <a:pt x="2" y="2"/>
                  </a:cubicBezTo>
                  <a:close/>
                  <a:moveTo>
                    <a:pt x="2" y="5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9"/>
                    <a:pt x="9" y="16"/>
                    <a:pt x="9" y="16"/>
                  </a:cubicBezTo>
                  <a:cubicBezTo>
                    <a:pt x="9" y="17"/>
                    <a:pt x="9" y="19"/>
                    <a:pt x="10" y="20"/>
                  </a:cubicBezTo>
                  <a:cubicBezTo>
                    <a:pt x="9" y="19"/>
                    <a:pt x="8" y="18"/>
                    <a:pt x="7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2" y="10"/>
                    <a:pt x="2" y="5"/>
                  </a:cubicBezTo>
                  <a:moveTo>
                    <a:pt x="6" y="16"/>
                  </a:moveTo>
                  <a:cubicBezTo>
                    <a:pt x="7" y="18"/>
                    <a:pt x="9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1"/>
                    <a:pt x="7" y="19"/>
                    <a:pt x="6" y="18"/>
                  </a:cubicBezTo>
                  <a:cubicBezTo>
                    <a:pt x="4" y="17"/>
                    <a:pt x="3" y="15"/>
                    <a:pt x="2" y="13"/>
                  </a:cubicBezTo>
                  <a:cubicBezTo>
                    <a:pt x="3" y="14"/>
                    <a:pt x="5" y="16"/>
                    <a:pt x="6" y="16"/>
                  </a:cubicBezTo>
                  <a:moveTo>
                    <a:pt x="6" y="22"/>
                  </a:move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1" y="18"/>
                    <a:pt x="1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7"/>
                    <a:pt x="7" y="20"/>
                    <a:pt x="8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5"/>
                    <a:pt x="8" y="25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5"/>
                    <a:pt x="6" y="25"/>
                    <a:pt x="5" y="24"/>
                  </a:cubicBezTo>
                  <a:cubicBezTo>
                    <a:pt x="4" y="23"/>
                    <a:pt x="3" y="22"/>
                    <a:pt x="2" y="21"/>
                  </a:cubicBezTo>
                  <a:cubicBezTo>
                    <a:pt x="3" y="21"/>
                    <a:pt x="5" y="21"/>
                    <a:pt x="6" y="22"/>
                  </a:cubicBezTo>
                  <a:moveTo>
                    <a:pt x="4" y="26"/>
                  </a:moveTo>
                  <a:cubicBezTo>
                    <a:pt x="3" y="25"/>
                    <a:pt x="2" y="23"/>
                    <a:pt x="2" y="22"/>
                  </a:cubicBezTo>
                  <a:cubicBezTo>
                    <a:pt x="3" y="24"/>
                    <a:pt x="7" y="26"/>
                    <a:pt x="8" y="26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5" y="27"/>
                    <a:pt x="4" y="26"/>
                  </a:cubicBezTo>
                  <a:moveTo>
                    <a:pt x="4" y="29"/>
                  </a:moveTo>
                  <a:cubicBezTo>
                    <a:pt x="4" y="29"/>
                    <a:pt x="5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5" y="30"/>
                    <a:pt x="4" y="29"/>
                    <a:pt x="4" y="29"/>
                  </a:cubicBezTo>
                  <a:close/>
                  <a:moveTo>
                    <a:pt x="4" y="30"/>
                  </a:moveTo>
                  <a:cubicBezTo>
                    <a:pt x="5" y="31"/>
                    <a:pt x="8" y="31"/>
                    <a:pt x="9" y="31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6" y="33"/>
                    <a:pt x="5" y="32"/>
                    <a:pt x="4" y="30"/>
                  </a:cubicBezTo>
                  <a:moveTo>
                    <a:pt x="6" y="35"/>
                  </a:move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2" y="36"/>
                    <a:pt x="2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6" y="40"/>
                    <a:pt x="6" y="42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5" y="45"/>
                    <a:pt x="3" y="46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9"/>
                    <a:pt x="3" y="50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3" y="51"/>
                    <a:pt x="3" y="50"/>
                    <a:pt x="3" y="49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3" y="45"/>
                    <a:pt x="4" y="44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1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4" y="41"/>
                    <a:pt x="4" y="42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4" y="44"/>
                    <a:pt x="3" y="45"/>
                    <a:pt x="2" y="46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7"/>
                    <a:pt x="3" y="43"/>
                    <a:pt x="3" y="43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2" y="40"/>
                    <a:pt x="2" y="40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2" y="43"/>
                    <a:pt x="1" y="46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2" y="51"/>
                    <a:pt x="1" y="50"/>
                    <a:pt x="1" y="49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44"/>
                    <a:pt x="2" y="44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2"/>
                    <a:pt x="1" y="41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5"/>
                    <a:pt x="3" y="34"/>
                    <a:pt x="5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5"/>
                    <a:pt x="7" y="35"/>
                    <a:pt x="7" y="35"/>
                  </a:cubicBezTo>
                  <a:lnTo>
                    <a:pt x="6" y="35"/>
                  </a:lnTo>
                  <a:close/>
                  <a:moveTo>
                    <a:pt x="9" y="34"/>
                  </a:move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8" y="37"/>
                    <a:pt x="8" y="37"/>
                    <a:pt x="8" y="37"/>
                  </a:cubicBezTo>
                  <a:lnTo>
                    <a:pt x="9" y="34"/>
                  </a:lnTo>
                  <a:close/>
                  <a:moveTo>
                    <a:pt x="8" y="37"/>
                  </a:moveTo>
                  <a:cubicBezTo>
                    <a:pt x="9" y="37"/>
                    <a:pt x="10" y="36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38"/>
                    <a:pt x="9" y="37"/>
                    <a:pt x="8" y="37"/>
                  </a:cubicBezTo>
                  <a:moveTo>
                    <a:pt x="27" y="57"/>
                  </a:moveTo>
                  <a:cubicBezTo>
                    <a:pt x="29" y="57"/>
                    <a:pt x="31" y="57"/>
                    <a:pt x="31" y="61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29" y="66"/>
                    <a:pt x="27" y="68"/>
                    <a:pt x="25" y="69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25" y="71"/>
                    <a:pt x="26" y="72"/>
                    <a:pt x="26" y="73"/>
                  </a:cubicBezTo>
                  <a:cubicBezTo>
                    <a:pt x="27" y="74"/>
                    <a:pt x="28" y="76"/>
                    <a:pt x="29" y="77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2" y="77"/>
                    <a:pt x="32" y="77"/>
                    <a:pt x="32" y="77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6"/>
                    <a:pt x="32" y="76"/>
                    <a:pt x="32" y="76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4" y="79"/>
                    <a:pt x="34" y="79"/>
                    <a:pt x="34" y="79"/>
                  </a:cubicBezTo>
                  <a:cubicBezTo>
                    <a:pt x="33" y="80"/>
                    <a:pt x="31" y="82"/>
                    <a:pt x="31" y="82"/>
                  </a:cubicBezTo>
                  <a:cubicBezTo>
                    <a:pt x="29" y="82"/>
                    <a:pt x="29" y="82"/>
                    <a:pt x="28" y="81"/>
                  </a:cubicBezTo>
                  <a:cubicBezTo>
                    <a:pt x="28" y="80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6" y="78"/>
                    <a:pt x="26" y="78"/>
                    <a:pt x="26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75"/>
                    <a:pt x="23" y="75"/>
                    <a:pt x="22" y="74"/>
                  </a:cubicBezTo>
                  <a:cubicBezTo>
                    <a:pt x="21" y="73"/>
                    <a:pt x="21" y="73"/>
                    <a:pt x="21" y="73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2" y="69"/>
                    <a:pt x="22" y="69"/>
                    <a:pt x="22" y="69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5"/>
                    <a:pt x="23" y="64"/>
                    <a:pt x="23" y="63"/>
                  </a:cubicBezTo>
                  <a:cubicBezTo>
                    <a:pt x="23" y="62"/>
                    <a:pt x="25" y="62"/>
                    <a:pt x="25" y="62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2" y="64"/>
                    <a:pt x="22" y="65"/>
                    <a:pt x="22" y="67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19" y="69"/>
                    <a:pt x="19" y="69"/>
                    <a:pt x="19" y="69"/>
                  </a:cubicBezTo>
                  <a:cubicBezTo>
                    <a:pt x="20" y="67"/>
                    <a:pt x="20" y="65"/>
                    <a:pt x="20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1" y="61"/>
                    <a:pt x="21" y="61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5" y="57"/>
                    <a:pt x="26" y="57"/>
                    <a:pt x="27" y="57"/>
                  </a:cubicBezTo>
                  <a:moveTo>
                    <a:pt x="28" y="52"/>
                  </a:moveTo>
                  <a:cubicBezTo>
                    <a:pt x="28" y="52"/>
                    <a:pt x="28" y="52"/>
                    <a:pt x="28" y="52"/>
                  </a:cubicBezTo>
                  <a:cubicBezTo>
                    <a:pt x="28" y="53"/>
                    <a:pt x="25" y="54"/>
                    <a:pt x="25" y="55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19" y="61"/>
                    <a:pt x="18" y="60"/>
                    <a:pt x="18" y="60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8" y="57"/>
                    <a:pt x="18" y="58"/>
                    <a:pt x="18" y="59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60"/>
                    <a:pt x="19" y="61"/>
                    <a:pt x="19" y="62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6"/>
                    <a:pt x="19" y="68"/>
                    <a:pt x="18" y="70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6" y="74"/>
                    <a:pt x="15" y="77"/>
                    <a:pt x="14" y="78"/>
                  </a:cubicBezTo>
                  <a:cubicBezTo>
                    <a:pt x="12" y="79"/>
                    <a:pt x="12" y="80"/>
                    <a:pt x="12" y="81"/>
                  </a:cubicBezTo>
                  <a:cubicBezTo>
                    <a:pt x="12" y="82"/>
                    <a:pt x="12" y="83"/>
                    <a:pt x="11" y="83"/>
                  </a:cubicBezTo>
                  <a:cubicBezTo>
                    <a:pt x="11" y="85"/>
                    <a:pt x="10" y="85"/>
                    <a:pt x="10" y="86"/>
                  </a:cubicBezTo>
                  <a:cubicBezTo>
                    <a:pt x="10" y="87"/>
                    <a:pt x="10" y="87"/>
                    <a:pt x="10" y="87"/>
                  </a:cubicBezTo>
                  <a:cubicBezTo>
                    <a:pt x="10" y="88"/>
                    <a:pt x="10" y="88"/>
                    <a:pt x="10" y="89"/>
                  </a:cubicBezTo>
                  <a:cubicBezTo>
                    <a:pt x="9" y="90"/>
                    <a:pt x="9" y="91"/>
                    <a:pt x="9" y="92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9" y="94"/>
                    <a:pt x="9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7"/>
                    <a:pt x="15" y="97"/>
                    <a:pt x="15" y="97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6"/>
                    <a:pt x="14" y="96"/>
                    <a:pt x="14" y="96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6"/>
                    <a:pt x="17" y="96"/>
                    <a:pt x="17" y="96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6" y="99"/>
                    <a:pt x="14" y="99"/>
                    <a:pt x="13" y="100"/>
                  </a:cubicBezTo>
                  <a:cubicBezTo>
                    <a:pt x="12" y="100"/>
                    <a:pt x="11" y="100"/>
                    <a:pt x="10" y="100"/>
                  </a:cubicBezTo>
                  <a:cubicBezTo>
                    <a:pt x="9" y="100"/>
                    <a:pt x="9" y="100"/>
                    <a:pt x="9" y="100"/>
                  </a:cubicBezTo>
                  <a:cubicBezTo>
                    <a:pt x="7" y="98"/>
                    <a:pt x="7" y="98"/>
                    <a:pt x="7" y="98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6" y="93"/>
                    <a:pt x="6" y="93"/>
                    <a:pt x="6" y="93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8"/>
                    <a:pt x="7" y="87"/>
                    <a:pt x="7" y="86"/>
                  </a:cubicBezTo>
                  <a:cubicBezTo>
                    <a:pt x="7" y="84"/>
                    <a:pt x="7" y="83"/>
                    <a:pt x="7" y="82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4"/>
                    <a:pt x="10" y="73"/>
                    <a:pt x="9" y="72"/>
                  </a:cubicBezTo>
                  <a:cubicBezTo>
                    <a:pt x="9" y="70"/>
                    <a:pt x="8" y="67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5"/>
                    <a:pt x="9" y="62"/>
                    <a:pt x="9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" y="62"/>
                    <a:pt x="7" y="64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7"/>
                    <a:pt x="8" y="71"/>
                    <a:pt x="9" y="72"/>
                  </a:cubicBezTo>
                  <a:cubicBezTo>
                    <a:pt x="10" y="73"/>
                    <a:pt x="10" y="75"/>
                    <a:pt x="10" y="75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8" y="73"/>
                    <a:pt x="8" y="73"/>
                    <a:pt x="8" y="73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6" y="65"/>
                    <a:pt x="2" y="62"/>
                    <a:pt x="2" y="59"/>
                  </a:cubicBezTo>
                  <a:cubicBezTo>
                    <a:pt x="2" y="55"/>
                    <a:pt x="9" y="48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0"/>
                    <a:pt x="9" y="39"/>
                    <a:pt x="9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40"/>
                    <a:pt x="10" y="42"/>
                    <a:pt x="10" y="42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9" y="51"/>
                    <a:pt x="4" y="53"/>
                    <a:pt x="4" y="58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59"/>
                    <a:pt x="5" y="62"/>
                    <a:pt x="6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9" y="58"/>
                    <a:pt x="10" y="57"/>
                    <a:pt x="11" y="56"/>
                  </a:cubicBezTo>
                  <a:cubicBezTo>
                    <a:pt x="13" y="54"/>
                    <a:pt x="15" y="52"/>
                    <a:pt x="16" y="50"/>
                  </a:cubicBezTo>
                  <a:cubicBezTo>
                    <a:pt x="17" y="49"/>
                    <a:pt x="17" y="48"/>
                    <a:pt x="17" y="47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9" y="45"/>
                    <a:pt x="19" y="45"/>
                  </a:cubicBezTo>
                  <a:cubicBezTo>
                    <a:pt x="19" y="47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22" y="49"/>
                    <a:pt x="24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lnTo>
                    <a:pt x="28" y="52"/>
                  </a:lnTo>
                  <a:close/>
                  <a:moveTo>
                    <a:pt x="39" y="62"/>
                  </a:move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2"/>
                    <a:pt x="39" y="62"/>
                    <a:pt x="39" y="62"/>
                  </a:cubicBezTo>
                  <a:close/>
                  <a:moveTo>
                    <a:pt x="44" y="45"/>
                  </a:move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5"/>
                    <a:pt x="43" y="45"/>
                    <a:pt x="43" y="45"/>
                  </a:cubicBezTo>
                  <a:lnTo>
                    <a:pt x="44" y="45"/>
                  </a:lnTo>
                  <a:close/>
                  <a:moveTo>
                    <a:pt x="40" y="48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lose/>
                  <a:moveTo>
                    <a:pt x="40" y="49"/>
                  </a:moveTo>
                  <a:cubicBezTo>
                    <a:pt x="40" y="49"/>
                    <a:pt x="40" y="49"/>
                    <a:pt x="40" y="49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lnTo>
                    <a:pt x="40" y="49"/>
                  </a:lnTo>
                  <a:close/>
                  <a:moveTo>
                    <a:pt x="36" y="51"/>
                  </a:moveTo>
                  <a:cubicBezTo>
                    <a:pt x="35" y="51"/>
                    <a:pt x="35" y="51"/>
                    <a:pt x="35" y="51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1" y="52"/>
                    <a:pt x="41" y="52"/>
                    <a:pt x="41" y="52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0" y="56"/>
                    <a:pt x="40" y="57"/>
                    <a:pt x="40" y="58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39" y="55"/>
                    <a:pt x="39" y="55"/>
                    <a:pt x="38" y="54"/>
                  </a:cubicBezTo>
                  <a:cubicBezTo>
                    <a:pt x="37" y="54"/>
                    <a:pt x="36" y="53"/>
                    <a:pt x="36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lnTo>
                    <a:pt x="36" y="51"/>
                  </a:lnTo>
                  <a:close/>
                  <a:moveTo>
                    <a:pt x="36" y="47"/>
                  </a:move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3"/>
                    <a:pt x="33" y="54"/>
                    <a:pt x="33" y="55"/>
                  </a:cubicBezTo>
                  <a:cubicBezTo>
                    <a:pt x="32" y="54"/>
                    <a:pt x="31" y="51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2" y="47"/>
                    <a:pt x="20" y="48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5" y="43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19"/>
                    <a:pt x="12" y="18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7"/>
                    <a:pt x="13" y="18"/>
                    <a:pt x="13" y="19"/>
                  </a:cubicBezTo>
                  <a:cubicBezTo>
                    <a:pt x="14" y="20"/>
                    <a:pt x="14" y="21"/>
                    <a:pt x="16" y="22"/>
                  </a:cubicBezTo>
                  <a:cubicBezTo>
                    <a:pt x="17" y="23"/>
                    <a:pt x="18" y="24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8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1"/>
                    <a:pt x="17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2" y="35"/>
                    <a:pt x="23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1"/>
                    <a:pt x="31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6"/>
                    <a:pt x="32" y="48"/>
                    <a:pt x="32" y="48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3" y="48"/>
                    <a:pt x="34" y="48"/>
                    <a:pt x="36" y="47"/>
                  </a:cubicBezTo>
                  <a:moveTo>
                    <a:pt x="11" y="27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lose/>
                  <a:moveTo>
                    <a:pt x="36" y="42"/>
                  </a:moveTo>
                  <a:cubicBezTo>
                    <a:pt x="34" y="45"/>
                    <a:pt x="33" y="47"/>
                    <a:pt x="32" y="48"/>
                  </a:cubicBezTo>
                  <a:cubicBezTo>
                    <a:pt x="32" y="47"/>
                    <a:pt x="31" y="46"/>
                    <a:pt x="31" y="45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3"/>
                    <a:pt x="32" y="41"/>
                    <a:pt x="32" y="39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40"/>
                    <a:pt x="36" y="41"/>
                    <a:pt x="36" y="42"/>
                  </a:cubicBezTo>
                  <a:moveTo>
                    <a:pt x="44" y="32"/>
                  </a:moveTo>
                  <a:cubicBezTo>
                    <a:pt x="43" y="32"/>
                    <a:pt x="43" y="32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1" y="33"/>
                    <a:pt x="40" y="35"/>
                    <a:pt x="40" y="36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8" y="31"/>
                    <a:pt x="38" y="30"/>
                    <a:pt x="38" y="29"/>
                  </a:cubicBezTo>
                  <a:cubicBezTo>
                    <a:pt x="39" y="28"/>
                    <a:pt x="39" y="27"/>
                    <a:pt x="39" y="26"/>
                  </a:cubicBezTo>
                  <a:cubicBezTo>
                    <a:pt x="39" y="27"/>
                    <a:pt x="40" y="28"/>
                    <a:pt x="40" y="29"/>
                  </a:cubicBezTo>
                  <a:cubicBezTo>
                    <a:pt x="40" y="29"/>
                    <a:pt x="40" y="29"/>
                    <a:pt x="40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4" y="31"/>
                    <a:pt x="44" y="32"/>
                  </a:cubicBezTo>
                  <a:moveTo>
                    <a:pt x="48" y="29"/>
                  </a:move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lnTo>
                    <a:pt x="48" y="29"/>
                  </a:lnTo>
                  <a:close/>
                  <a:moveTo>
                    <a:pt x="47" y="15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6" y="18"/>
                    <a:pt x="46" y="19"/>
                    <a:pt x="46" y="20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2"/>
                    <a:pt x="45" y="22"/>
                    <a:pt x="45" y="22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4" y="25"/>
                    <a:pt x="44" y="26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3" y="24"/>
                    <a:pt x="43" y="22"/>
                    <a:pt x="43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5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4"/>
                    <a:pt x="48" y="14"/>
                    <a:pt x="48" y="14"/>
                  </a:cubicBezTo>
                  <a:lnTo>
                    <a:pt x="47" y="15"/>
                  </a:lnTo>
                  <a:close/>
                  <a:moveTo>
                    <a:pt x="48" y="13"/>
                  </a:move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lnTo>
                    <a:pt x="48" y="13"/>
                  </a:lnTo>
                  <a:close/>
                  <a:moveTo>
                    <a:pt x="11" y="78"/>
                  </a:moveTo>
                  <a:cubicBezTo>
                    <a:pt x="11" y="79"/>
                    <a:pt x="11" y="79"/>
                    <a:pt x="11" y="79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11" y="81"/>
                    <a:pt x="11" y="81"/>
                    <a:pt x="11" y="81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78"/>
                    <a:pt x="12" y="78"/>
                    <a:pt x="12" y="78"/>
                  </a:cubicBezTo>
                  <a:lnTo>
                    <a:pt x="11" y="78"/>
                  </a:lnTo>
                  <a:close/>
                  <a:moveTo>
                    <a:pt x="26" y="52"/>
                  </a:moveTo>
                  <a:cubicBezTo>
                    <a:pt x="26" y="52"/>
                    <a:pt x="24" y="53"/>
                    <a:pt x="23" y="54"/>
                  </a:cubicBezTo>
                  <a:cubicBezTo>
                    <a:pt x="21" y="55"/>
                    <a:pt x="20" y="55"/>
                    <a:pt x="20" y="56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0" y="55"/>
                    <a:pt x="21" y="55"/>
                    <a:pt x="23" y="54"/>
                  </a:cubicBezTo>
                  <a:cubicBezTo>
                    <a:pt x="25" y="54"/>
                    <a:pt x="26" y="52"/>
                    <a:pt x="26" y="52"/>
                  </a:cubicBezTo>
                  <a:close/>
                  <a:moveTo>
                    <a:pt x="8" y="82"/>
                  </a:move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8" y="85"/>
                    <a:pt x="9" y="86"/>
                    <a:pt x="8" y="86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7" y="90"/>
                    <a:pt x="7" y="91"/>
                    <a:pt x="7" y="92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91"/>
                    <a:pt x="8" y="90"/>
                    <a:pt x="8" y="89"/>
                  </a:cubicBezTo>
                  <a:cubicBezTo>
                    <a:pt x="8" y="89"/>
                    <a:pt x="8" y="89"/>
                    <a:pt x="8" y="89"/>
                  </a:cubicBezTo>
                  <a:cubicBezTo>
                    <a:pt x="9" y="87"/>
                    <a:pt x="9" y="87"/>
                    <a:pt x="9" y="87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3"/>
                    <a:pt x="8" y="83"/>
                    <a:pt x="8" y="82"/>
                  </a:cubicBezTo>
                  <a:close/>
                  <a:moveTo>
                    <a:pt x="21" y="34"/>
                  </a:moveTo>
                  <a:cubicBezTo>
                    <a:pt x="20" y="34"/>
                    <a:pt x="20" y="34"/>
                    <a:pt x="20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2"/>
                    <a:pt x="17" y="32"/>
                    <a:pt x="16" y="32"/>
                  </a:cubicBezTo>
                  <a:cubicBezTo>
                    <a:pt x="15" y="31"/>
                    <a:pt x="15" y="31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4" y="31"/>
                    <a:pt x="14" y="32"/>
                    <a:pt x="16" y="32"/>
                  </a:cubicBezTo>
                  <a:cubicBezTo>
                    <a:pt x="17" y="33"/>
                    <a:pt x="18" y="33"/>
                    <a:pt x="18" y="33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1" y="35"/>
                    <a:pt x="22" y="36"/>
                    <a:pt x="22" y="37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6"/>
                    <a:pt x="22" y="34"/>
                    <a:pt x="21" y="34"/>
                  </a:cubicBezTo>
                  <a:moveTo>
                    <a:pt x="26" y="23"/>
                  </a:moveTo>
                  <a:cubicBezTo>
                    <a:pt x="26" y="20"/>
                    <a:pt x="26" y="20"/>
                    <a:pt x="26" y="20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2"/>
                    <a:pt x="25" y="22"/>
                    <a:pt x="25" y="22"/>
                  </a:cubicBezTo>
                  <a:lnTo>
                    <a:pt x="26" y="23"/>
                  </a:lnTo>
                  <a:close/>
                  <a:moveTo>
                    <a:pt x="23" y="73"/>
                  </a:moveTo>
                  <a:cubicBezTo>
                    <a:pt x="23" y="73"/>
                    <a:pt x="23" y="73"/>
                    <a:pt x="23" y="73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25" y="75"/>
                    <a:pt x="26" y="77"/>
                    <a:pt x="27" y="78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5" y="72"/>
                    <a:pt x="25" y="72"/>
                    <a:pt x="25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3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4" name="Freeform 33">
              <a:extLst>
                <a:ext uri="{FF2B5EF4-FFF2-40B4-BE49-F238E27FC236}">
                  <a16:creationId xmlns:a16="http://schemas.microsoft.com/office/drawing/2014/main" id="{A4BCAEB8-5BB6-4167-8B7C-0490EA7D56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8088" y="2517775"/>
              <a:ext cx="104775" cy="215900"/>
            </a:xfrm>
            <a:custGeom>
              <a:avLst/>
              <a:gdLst>
                <a:gd name="T0" fmla="*/ 4 w 48"/>
                <a:gd name="T1" fmla="*/ 10 h 100"/>
                <a:gd name="T2" fmla="*/ 10 w 48"/>
                <a:gd name="T3" fmla="*/ 26 h 100"/>
                <a:gd name="T4" fmla="*/ 14 w 48"/>
                <a:gd name="T5" fmla="*/ 21 h 100"/>
                <a:gd name="T6" fmla="*/ 28 w 48"/>
                <a:gd name="T7" fmla="*/ 13 h 100"/>
                <a:gd name="T8" fmla="*/ 43 w 48"/>
                <a:gd name="T9" fmla="*/ 6 h 100"/>
                <a:gd name="T10" fmla="*/ 47 w 48"/>
                <a:gd name="T11" fmla="*/ 43 h 100"/>
                <a:gd name="T12" fmla="*/ 42 w 48"/>
                <a:gd name="T13" fmla="*/ 38 h 100"/>
                <a:gd name="T14" fmla="*/ 41 w 48"/>
                <a:gd name="T15" fmla="*/ 79 h 100"/>
                <a:gd name="T16" fmla="*/ 38 w 48"/>
                <a:gd name="T17" fmla="*/ 87 h 100"/>
                <a:gd name="T18" fmla="*/ 18 w 48"/>
                <a:gd name="T19" fmla="*/ 83 h 100"/>
                <a:gd name="T20" fmla="*/ 20 w 48"/>
                <a:gd name="T21" fmla="*/ 52 h 100"/>
                <a:gd name="T22" fmla="*/ 10 w 48"/>
                <a:gd name="T23" fmla="*/ 61 h 100"/>
                <a:gd name="T24" fmla="*/ 9 w 48"/>
                <a:gd name="T25" fmla="*/ 49 h 100"/>
                <a:gd name="T26" fmla="*/ 5 w 48"/>
                <a:gd name="T27" fmla="*/ 30 h 100"/>
                <a:gd name="T28" fmla="*/ 0 w 48"/>
                <a:gd name="T29" fmla="*/ 12 h 100"/>
                <a:gd name="T30" fmla="*/ 6 w 48"/>
                <a:gd name="T31" fmla="*/ 13 h 100"/>
                <a:gd name="T32" fmla="*/ 19 w 48"/>
                <a:gd name="T33" fmla="*/ 20 h 100"/>
                <a:gd name="T34" fmla="*/ 21 w 48"/>
                <a:gd name="T35" fmla="*/ 19 h 100"/>
                <a:gd name="T36" fmla="*/ 22 w 48"/>
                <a:gd name="T37" fmla="*/ 14 h 100"/>
                <a:gd name="T38" fmla="*/ 11 w 48"/>
                <a:gd name="T39" fmla="*/ 36 h 100"/>
                <a:gd name="T40" fmla="*/ 29 w 48"/>
                <a:gd name="T41" fmla="*/ 26 h 100"/>
                <a:gd name="T42" fmla="*/ 30 w 48"/>
                <a:gd name="T43" fmla="*/ 22 h 100"/>
                <a:gd name="T44" fmla="*/ 38 w 48"/>
                <a:gd name="T45" fmla="*/ 7 h 100"/>
                <a:gd name="T46" fmla="*/ 26 w 48"/>
                <a:gd name="T47" fmla="*/ 41 h 100"/>
                <a:gd name="T48" fmla="*/ 29 w 48"/>
                <a:gd name="T49" fmla="*/ 42 h 100"/>
                <a:gd name="T50" fmla="*/ 34 w 48"/>
                <a:gd name="T51" fmla="*/ 42 h 100"/>
                <a:gd name="T52" fmla="*/ 37 w 48"/>
                <a:gd name="T53" fmla="*/ 44 h 100"/>
                <a:gd name="T54" fmla="*/ 37 w 48"/>
                <a:gd name="T55" fmla="*/ 38 h 100"/>
                <a:gd name="T56" fmla="*/ 39 w 48"/>
                <a:gd name="T57" fmla="*/ 34 h 100"/>
                <a:gd name="T58" fmla="*/ 38 w 48"/>
                <a:gd name="T59" fmla="*/ 23 h 100"/>
                <a:gd name="T60" fmla="*/ 47 w 48"/>
                <a:gd name="T61" fmla="*/ 14 h 100"/>
                <a:gd name="T62" fmla="*/ 42 w 48"/>
                <a:gd name="T63" fmla="*/ 29 h 100"/>
                <a:gd name="T64" fmla="*/ 45 w 48"/>
                <a:gd name="T65" fmla="*/ 51 h 100"/>
                <a:gd name="T66" fmla="*/ 46 w 48"/>
                <a:gd name="T67" fmla="*/ 43 h 100"/>
                <a:gd name="T68" fmla="*/ 40 w 48"/>
                <a:gd name="T69" fmla="*/ 34 h 100"/>
                <a:gd name="T70" fmla="*/ 18 w 48"/>
                <a:gd name="T71" fmla="*/ 78 h 100"/>
                <a:gd name="T72" fmla="*/ 18 w 48"/>
                <a:gd name="T73" fmla="*/ 82 h 100"/>
                <a:gd name="T74" fmla="*/ 29 w 48"/>
                <a:gd name="T75" fmla="*/ 64 h 100"/>
                <a:gd name="T76" fmla="*/ 30 w 48"/>
                <a:gd name="T77" fmla="*/ 59 h 100"/>
                <a:gd name="T78" fmla="*/ 37 w 48"/>
                <a:gd name="T79" fmla="*/ 96 h 100"/>
                <a:gd name="T80" fmla="*/ 42 w 48"/>
                <a:gd name="T81" fmla="*/ 98 h 100"/>
                <a:gd name="T82" fmla="*/ 40 w 48"/>
                <a:gd name="T83" fmla="*/ 77 h 100"/>
                <a:gd name="T84" fmla="*/ 40 w 48"/>
                <a:gd name="T85" fmla="*/ 38 h 100"/>
                <a:gd name="T86" fmla="*/ 29 w 48"/>
                <a:gd name="T87" fmla="*/ 49 h 100"/>
                <a:gd name="T88" fmla="*/ 8 w 48"/>
                <a:gd name="T89" fmla="*/ 47 h 100"/>
                <a:gd name="T90" fmla="*/ 11 w 48"/>
                <a:gd name="T91" fmla="*/ 52 h 100"/>
                <a:gd name="T92" fmla="*/ 9 w 48"/>
                <a:gd name="T93" fmla="*/ 57 h 100"/>
                <a:gd name="T94" fmla="*/ 20 w 48"/>
                <a:gd name="T95" fmla="*/ 48 h 100"/>
                <a:gd name="T96" fmla="*/ 28 w 48"/>
                <a:gd name="T97" fmla="*/ 41 h 100"/>
                <a:gd name="T98" fmla="*/ 36 w 48"/>
                <a:gd name="T99" fmla="*/ 31 h 100"/>
                <a:gd name="T100" fmla="*/ 36 w 48"/>
                <a:gd name="T101" fmla="*/ 20 h 100"/>
                <a:gd name="T102" fmla="*/ 20 w 48"/>
                <a:gd name="T103" fmla="*/ 34 h 100"/>
                <a:gd name="T104" fmla="*/ 17 w 48"/>
                <a:gd name="T105" fmla="*/ 35 h 100"/>
                <a:gd name="T106" fmla="*/ 10 w 48"/>
                <a:gd name="T107" fmla="*/ 26 h 100"/>
                <a:gd name="T108" fmla="*/ 1 w 48"/>
                <a:gd name="T109" fmla="*/ 27 h 100"/>
                <a:gd name="T110" fmla="*/ 5 w 48"/>
                <a:gd name="T111" fmla="*/ 18 h 100"/>
                <a:gd name="T112" fmla="*/ 2 w 48"/>
                <a:gd name="T113" fmla="*/ 13 h 100"/>
                <a:gd name="T114" fmla="*/ 28 w 48"/>
                <a:gd name="T115" fmla="*/ 56 h 100"/>
                <a:gd name="T116" fmla="*/ 39 w 48"/>
                <a:gd name="T117" fmla="*/ 85 h 100"/>
                <a:gd name="T118" fmla="*/ 33 w 48"/>
                <a:gd name="T119" fmla="*/ 23 h 100"/>
                <a:gd name="T120" fmla="*/ 23 w 48"/>
                <a:gd name="T121" fmla="*/ 23 h 100"/>
                <a:gd name="T122" fmla="*/ 24 w 48"/>
                <a:gd name="T123" fmla="*/ 7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8" h="100">
                  <a:moveTo>
                    <a:pt x="35" y="22"/>
                  </a:moveTo>
                  <a:cubicBezTo>
                    <a:pt x="35" y="22"/>
                    <a:pt x="35" y="22"/>
                    <a:pt x="35" y="22"/>
                  </a:cubicBezTo>
                  <a:close/>
                  <a:moveTo>
                    <a:pt x="37" y="7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2"/>
                    <a:pt x="37" y="72"/>
                    <a:pt x="37" y="72"/>
                  </a:cubicBezTo>
                  <a:cubicBezTo>
                    <a:pt x="37" y="71"/>
                    <a:pt x="37" y="71"/>
                    <a:pt x="37" y="71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1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6"/>
                    <a:pt x="7" y="17"/>
                    <a:pt x="6" y="17"/>
                  </a:cubicBezTo>
                  <a:cubicBezTo>
                    <a:pt x="6" y="18"/>
                    <a:pt x="6" y="19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2"/>
                    <a:pt x="6" y="24"/>
                    <a:pt x="7" y="25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26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7"/>
                    <a:pt x="11" y="28"/>
                    <a:pt x="11" y="29"/>
                  </a:cubicBezTo>
                  <a:cubicBezTo>
                    <a:pt x="11" y="30"/>
                    <a:pt x="11" y="30"/>
                    <a:pt x="12" y="31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2"/>
                    <a:pt x="14" y="31"/>
                    <a:pt x="14" y="30"/>
                  </a:cubicBezTo>
                  <a:cubicBezTo>
                    <a:pt x="16" y="28"/>
                    <a:pt x="18" y="27"/>
                    <a:pt x="19" y="26"/>
                  </a:cubicBezTo>
                  <a:cubicBezTo>
                    <a:pt x="20" y="25"/>
                    <a:pt x="21" y="24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2"/>
                    <a:pt x="18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7"/>
                    <a:pt x="14" y="14"/>
                    <a:pt x="16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20" y="13"/>
                    <a:pt x="21" y="13"/>
                  </a:cubicBezTo>
                  <a:cubicBezTo>
                    <a:pt x="22" y="13"/>
                    <a:pt x="23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9" y="17"/>
                    <a:pt x="30" y="19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7"/>
                    <a:pt x="32" y="16"/>
                    <a:pt x="32" y="16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4"/>
                    <a:pt x="34" y="11"/>
                    <a:pt x="34" y="1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1"/>
                    <a:pt x="35" y="9"/>
                    <a:pt x="35" y="8"/>
                  </a:cubicBezTo>
                  <a:cubicBezTo>
                    <a:pt x="35" y="4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8" y="0"/>
                    <a:pt x="40" y="6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1" y="10"/>
                    <a:pt x="42" y="8"/>
                    <a:pt x="43" y="6"/>
                  </a:cubicBezTo>
                  <a:cubicBezTo>
                    <a:pt x="45" y="4"/>
                    <a:pt x="46" y="2"/>
                    <a:pt x="46" y="2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7" y="3"/>
                    <a:pt x="48" y="4"/>
                    <a:pt x="48" y="5"/>
                  </a:cubicBezTo>
                  <a:cubicBezTo>
                    <a:pt x="47" y="9"/>
                    <a:pt x="45" y="13"/>
                    <a:pt x="44" y="15"/>
                  </a:cubicBezTo>
                  <a:cubicBezTo>
                    <a:pt x="45" y="14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7"/>
                    <a:pt x="45" y="20"/>
                    <a:pt x="44" y="21"/>
                  </a:cubicBezTo>
                  <a:cubicBezTo>
                    <a:pt x="45" y="21"/>
                    <a:pt x="47" y="20"/>
                    <a:pt x="47" y="20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4"/>
                    <a:pt x="44" y="27"/>
                    <a:pt x="43" y="28"/>
                  </a:cubicBezTo>
                  <a:cubicBezTo>
                    <a:pt x="45" y="28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5" y="31"/>
                    <a:pt x="44" y="32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6" y="33"/>
                    <a:pt x="48" y="35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41"/>
                    <a:pt x="47" y="42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8" y="44"/>
                    <a:pt x="48" y="48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51"/>
                    <a:pt x="46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5" y="51"/>
                    <a:pt x="45" y="49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6" y="47"/>
                    <a:pt x="43" y="45"/>
                    <a:pt x="43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0"/>
                    <a:pt x="45" y="39"/>
                    <a:pt x="45" y="39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0" y="39"/>
                    <a:pt x="40" y="40"/>
                    <a:pt x="40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48"/>
                    <a:pt x="47" y="54"/>
                    <a:pt x="47" y="59"/>
                  </a:cubicBezTo>
                  <a:cubicBezTo>
                    <a:pt x="47" y="62"/>
                    <a:pt x="44" y="65"/>
                    <a:pt x="43" y="66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4" y="70"/>
                    <a:pt x="44" y="70"/>
                    <a:pt x="44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2" y="73"/>
                    <a:pt x="42" y="73"/>
                    <a:pt x="42" y="73"/>
                  </a:cubicBezTo>
                  <a:cubicBezTo>
                    <a:pt x="42" y="74"/>
                    <a:pt x="42" y="74"/>
                    <a:pt x="42" y="74"/>
                  </a:cubicBezTo>
                  <a:cubicBezTo>
                    <a:pt x="42" y="75"/>
                    <a:pt x="42" y="75"/>
                    <a:pt x="42" y="75"/>
                  </a:cubicBezTo>
                  <a:cubicBezTo>
                    <a:pt x="41" y="75"/>
                    <a:pt x="41" y="75"/>
                    <a:pt x="41" y="75"/>
                  </a:cubicBezTo>
                  <a:cubicBezTo>
                    <a:pt x="41" y="77"/>
                    <a:pt x="41" y="77"/>
                    <a:pt x="41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9"/>
                    <a:pt x="41" y="79"/>
                    <a:pt x="41" y="79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3" y="83"/>
                    <a:pt x="42" y="84"/>
                    <a:pt x="42" y="86"/>
                  </a:cubicBezTo>
                  <a:cubicBezTo>
                    <a:pt x="42" y="87"/>
                    <a:pt x="42" y="88"/>
                    <a:pt x="42" y="88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3" y="95"/>
                    <a:pt x="43" y="95"/>
                    <a:pt x="43" y="95"/>
                  </a:cubicBezTo>
                  <a:cubicBezTo>
                    <a:pt x="42" y="99"/>
                    <a:pt x="42" y="99"/>
                    <a:pt x="42" y="99"/>
                  </a:cubicBezTo>
                  <a:cubicBezTo>
                    <a:pt x="42" y="100"/>
                    <a:pt x="41" y="100"/>
                    <a:pt x="40" y="100"/>
                  </a:cubicBezTo>
                  <a:cubicBezTo>
                    <a:pt x="39" y="100"/>
                    <a:pt x="39" y="100"/>
                    <a:pt x="39" y="100"/>
                  </a:cubicBezTo>
                  <a:cubicBezTo>
                    <a:pt x="38" y="100"/>
                    <a:pt x="36" y="100"/>
                    <a:pt x="35" y="100"/>
                  </a:cubicBezTo>
                  <a:cubicBezTo>
                    <a:pt x="34" y="100"/>
                    <a:pt x="32" y="99"/>
                    <a:pt x="31" y="98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2" y="95"/>
                    <a:pt x="32" y="95"/>
                    <a:pt x="32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5" y="95"/>
                    <a:pt x="35" y="95"/>
                    <a:pt x="35" y="95"/>
                  </a:cubicBezTo>
                  <a:cubicBezTo>
                    <a:pt x="36" y="95"/>
                    <a:pt x="36" y="96"/>
                    <a:pt x="37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9" y="96"/>
                    <a:pt x="39" y="94"/>
                    <a:pt x="39" y="93"/>
                  </a:cubicBezTo>
                  <a:cubicBezTo>
                    <a:pt x="39" y="92"/>
                    <a:pt x="39" y="92"/>
                    <a:pt x="39" y="92"/>
                  </a:cubicBezTo>
                  <a:cubicBezTo>
                    <a:pt x="39" y="91"/>
                    <a:pt x="39" y="91"/>
                    <a:pt x="38" y="90"/>
                  </a:cubicBezTo>
                  <a:cubicBezTo>
                    <a:pt x="38" y="89"/>
                    <a:pt x="38" y="88"/>
                    <a:pt x="38" y="87"/>
                  </a:cubicBezTo>
                  <a:cubicBezTo>
                    <a:pt x="38" y="86"/>
                    <a:pt x="38" y="86"/>
                    <a:pt x="38" y="86"/>
                  </a:cubicBezTo>
                  <a:cubicBezTo>
                    <a:pt x="38" y="85"/>
                    <a:pt x="38" y="85"/>
                    <a:pt x="37" y="84"/>
                  </a:cubicBezTo>
                  <a:cubicBezTo>
                    <a:pt x="36" y="83"/>
                    <a:pt x="36" y="82"/>
                    <a:pt x="36" y="81"/>
                  </a:cubicBezTo>
                  <a:cubicBezTo>
                    <a:pt x="36" y="80"/>
                    <a:pt x="36" y="79"/>
                    <a:pt x="35" y="78"/>
                  </a:cubicBezTo>
                  <a:cubicBezTo>
                    <a:pt x="33" y="77"/>
                    <a:pt x="32" y="75"/>
                    <a:pt x="32" y="74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29" y="69"/>
                    <a:pt x="29" y="69"/>
                    <a:pt x="28" y="68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71"/>
                    <a:pt x="28" y="71"/>
                    <a:pt x="28" y="71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26" y="75"/>
                    <a:pt x="26" y="75"/>
                    <a:pt x="26" y="75"/>
                  </a:cubicBezTo>
                  <a:cubicBezTo>
                    <a:pt x="25" y="76"/>
                    <a:pt x="25" y="76"/>
                    <a:pt x="25" y="76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1" y="81"/>
                    <a:pt x="21" y="81"/>
                    <a:pt x="21" y="81"/>
                  </a:cubicBezTo>
                  <a:cubicBezTo>
                    <a:pt x="20" y="82"/>
                    <a:pt x="19" y="83"/>
                    <a:pt x="18" y="83"/>
                  </a:cubicBezTo>
                  <a:cubicBezTo>
                    <a:pt x="16" y="83"/>
                    <a:pt x="15" y="80"/>
                    <a:pt x="14" y="79"/>
                  </a:cubicBezTo>
                  <a:cubicBezTo>
                    <a:pt x="14" y="78"/>
                    <a:pt x="13" y="76"/>
                    <a:pt x="13" y="75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5" y="73"/>
                    <a:pt x="15" y="73"/>
                    <a:pt x="15" y="73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9" y="76"/>
                    <a:pt x="19" y="76"/>
                    <a:pt x="19" y="76"/>
                  </a:cubicBezTo>
                  <a:cubicBezTo>
                    <a:pt x="20" y="76"/>
                    <a:pt x="21" y="74"/>
                    <a:pt x="22" y="73"/>
                  </a:cubicBezTo>
                  <a:cubicBezTo>
                    <a:pt x="22" y="72"/>
                    <a:pt x="23" y="71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2" y="68"/>
                    <a:pt x="19" y="66"/>
                    <a:pt x="18" y="65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17" y="62"/>
                    <a:pt x="17" y="61"/>
                    <a:pt x="17" y="61"/>
                  </a:cubicBezTo>
                  <a:cubicBezTo>
                    <a:pt x="17" y="57"/>
                    <a:pt x="20" y="56"/>
                    <a:pt x="22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7" y="52"/>
                    <a:pt x="16" y="56"/>
                    <a:pt x="16" y="56"/>
                  </a:cubicBezTo>
                  <a:cubicBezTo>
                    <a:pt x="16" y="57"/>
                    <a:pt x="16" y="57"/>
                    <a:pt x="16" y="57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5" y="55"/>
                    <a:pt x="15" y="54"/>
                    <a:pt x="15" y="53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2" y="54"/>
                    <a:pt x="12" y="54"/>
                    <a:pt x="11" y="55"/>
                  </a:cubicBezTo>
                  <a:cubicBezTo>
                    <a:pt x="10" y="55"/>
                    <a:pt x="10" y="55"/>
                    <a:pt x="9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6" y="54"/>
                    <a:pt x="6" y="52"/>
                    <a:pt x="6" y="52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1" y="52"/>
                    <a:pt x="13" y="51"/>
                    <a:pt x="14" y="50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46"/>
                    <a:pt x="14" y="45"/>
                    <a:pt x="12" y="43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8"/>
                    <a:pt x="8" y="37"/>
                    <a:pt x="8" y="36"/>
                  </a:cubicBezTo>
                  <a:cubicBezTo>
                    <a:pt x="8" y="35"/>
                    <a:pt x="7" y="33"/>
                    <a:pt x="6" y="33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4" y="32"/>
                    <a:pt x="4" y="34"/>
                    <a:pt x="4" y="34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4" y="31"/>
                    <a:pt x="5" y="30"/>
                    <a:pt x="5" y="30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28"/>
                    <a:pt x="4" y="27"/>
                    <a:pt x="4" y="26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lnTo>
                    <a:pt x="0" y="12"/>
                  </a:lnTo>
                  <a:close/>
                  <a:moveTo>
                    <a:pt x="13" y="21"/>
                  </a:moveTo>
                  <a:cubicBezTo>
                    <a:pt x="13" y="21"/>
                    <a:pt x="13" y="21"/>
                    <a:pt x="13" y="21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13" y="21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lnTo>
                    <a:pt x="4" y="10"/>
                  </a:lnTo>
                  <a:close/>
                  <a:moveTo>
                    <a:pt x="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lnTo>
                    <a:pt x="6" y="12"/>
                  </a:lnTo>
                  <a:close/>
                  <a:moveTo>
                    <a:pt x="6" y="17"/>
                  </a:moveTo>
                  <a:cubicBezTo>
                    <a:pt x="7" y="16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5"/>
                    <a:pt x="6" y="15"/>
                    <a:pt x="5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6" y="17"/>
                  </a:lnTo>
                  <a:close/>
                  <a:moveTo>
                    <a:pt x="19" y="21"/>
                  </a:moveTo>
                  <a:cubicBezTo>
                    <a:pt x="20" y="21"/>
                    <a:pt x="20" y="21"/>
                    <a:pt x="20" y="21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7" y="22"/>
                    <a:pt x="17" y="22"/>
                    <a:pt x="17" y="22"/>
                  </a:cubicBezTo>
                  <a:lnTo>
                    <a:pt x="19" y="21"/>
                  </a:lnTo>
                  <a:close/>
                  <a:moveTo>
                    <a:pt x="21" y="20"/>
                  </a:moveTo>
                  <a:cubicBezTo>
                    <a:pt x="21" y="20"/>
                    <a:pt x="21" y="20"/>
                    <a:pt x="21" y="20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1" y="20"/>
                    <a:pt x="21" y="20"/>
                    <a:pt x="21" y="20"/>
                  </a:cubicBezTo>
                  <a:close/>
                  <a:moveTo>
                    <a:pt x="16" y="21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lnTo>
                    <a:pt x="16" y="21"/>
                  </a:lnTo>
                  <a:close/>
                  <a:moveTo>
                    <a:pt x="16" y="15"/>
                  </a:moveTo>
                  <a:cubicBezTo>
                    <a:pt x="15" y="15"/>
                    <a:pt x="15" y="15"/>
                    <a:pt x="15" y="16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5"/>
                    <a:pt x="19" y="15"/>
                    <a:pt x="19" y="15"/>
                  </a:cubicBezTo>
                  <a:lnTo>
                    <a:pt x="16" y="15"/>
                  </a:lnTo>
                  <a:close/>
                  <a:moveTo>
                    <a:pt x="20" y="15"/>
                  </a:move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lose/>
                  <a:moveTo>
                    <a:pt x="26" y="13"/>
                  </a:move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lnTo>
                    <a:pt x="26" y="13"/>
                  </a:lnTo>
                  <a:close/>
                  <a:moveTo>
                    <a:pt x="28" y="16"/>
                  </a:move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2" y="14"/>
                    <a:pt x="22" y="13"/>
                    <a:pt x="21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4"/>
                    <a:pt x="21" y="25"/>
                    <a:pt x="19" y="26"/>
                  </a:cubicBezTo>
                  <a:cubicBezTo>
                    <a:pt x="18" y="27"/>
                    <a:pt x="16" y="29"/>
                    <a:pt x="15" y="30"/>
                  </a:cubicBezTo>
                  <a:cubicBezTo>
                    <a:pt x="13" y="32"/>
                    <a:pt x="13" y="34"/>
                    <a:pt x="13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2"/>
                    <a:pt x="28" y="32"/>
                    <a:pt x="28" y="31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29"/>
                    <a:pt x="29" y="28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18"/>
                    <a:pt x="28" y="17"/>
                    <a:pt x="28" y="16"/>
                  </a:cubicBezTo>
                  <a:moveTo>
                    <a:pt x="29" y="31"/>
                  </a:move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31" y="32"/>
                    <a:pt x="32" y="31"/>
                    <a:pt x="32" y="29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1" y="28"/>
                    <a:pt x="30" y="27"/>
                    <a:pt x="29" y="27"/>
                  </a:cubicBezTo>
                  <a:cubicBezTo>
                    <a:pt x="29" y="28"/>
                    <a:pt x="29" y="30"/>
                    <a:pt x="29" y="30"/>
                  </a:cubicBezTo>
                  <a:lnTo>
                    <a:pt x="29" y="31"/>
                  </a:lnTo>
                  <a:close/>
                  <a:moveTo>
                    <a:pt x="33" y="18"/>
                  </a:moveTo>
                  <a:cubicBezTo>
                    <a:pt x="33" y="18"/>
                    <a:pt x="33" y="18"/>
                    <a:pt x="33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0"/>
                    <a:pt x="33" y="20"/>
                    <a:pt x="33" y="20"/>
                  </a:cubicBezTo>
                  <a:lnTo>
                    <a:pt x="33" y="18"/>
                  </a:lnTo>
                  <a:close/>
                  <a:moveTo>
                    <a:pt x="35" y="13"/>
                  </a:moveTo>
                  <a:cubicBezTo>
                    <a:pt x="35" y="13"/>
                    <a:pt x="35" y="13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4" y="12"/>
                    <a:pt x="34" y="16"/>
                    <a:pt x="33" y="17"/>
                  </a:cubicBezTo>
                  <a:cubicBezTo>
                    <a:pt x="33" y="18"/>
                    <a:pt x="34" y="19"/>
                    <a:pt x="34" y="20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5"/>
                    <a:pt x="35" y="14"/>
                    <a:pt x="35" y="13"/>
                  </a:cubicBezTo>
                  <a:moveTo>
                    <a:pt x="36" y="1"/>
                  </a:moveTo>
                  <a:cubicBezTo>
                    <a:pt x="36" y="2"/>
                    <a:pt x="36" y="5"/>
                    <a:pt x="36" y="8"/>
                  </a:cubicBezTo>
                  <a:cubicBezTo>
                    <a:pt x="36" y="9"/>
                    <a:pt x="36" y="11"/>
                    <a:pt x="35" y="12"/>
                  </a:cubicBezTo>
                  <a:cubicBezTo>
                    <a:pt x="35" y="12"/>
                    <a:pt x="36" y="13"/>
                    <a:pt x="36" y="14"/>
                  </a:cubicBezTo>
                  <a:cubicBezTo>
                    <a:pt x="36" y="14"/>
                    <a:pt x="38" y="10"/>
                    <a:pt x="38" y="7"/>
                  </a:cubicBezTo>
                  <a:cubicBezTo>
                    <a:pt x="38" y="5"/>
                    <a:pt x="37" y="3"/>
                    <a:pt x="36" y="1"/>
                  </a:cubicBezTo>
                  <a:moveTo>
                    <a:pt x="37" y="2"/>
                  </a:moveTo>
                  <a:cubicBezTo>
                    <a:pt x="38" y="4"/>
                    <a:pt x="38" y="5"/>
                    <a:pt x="38" y="7"/>
                  </a:cubicBezTo>
                  <a:cubicBezTo>
                    <a:pt x="38" y="11"/>
                    <a:pt x="36" y="15"/>
                    <a:pt x="36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5"/>
                    <a:pt x="37" y="15"/>
                    <a:pt x="37" y="15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38" y="4"/>
                    <a:pt x="37" y="2"/>
                  </a:cubicBezTo>
                  <a:moveTo>
                    <a:pt x="40" y="12"/>
                  </a:moveTo>
                  <a:cubicBezTo>
                    <a:pt x="40" y="11"/>
                    <a:pt x="40" y="11"/>
                    <a:pt x="40" y="11"/>
                  </a:cubicBezTo>
                  <a:cubicBezTo>
                    <a:pt x="39" y="13"/>
                    <a:pt x="37" y="16"/>
                    <a:pt x="37" y="17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40" y="16"/>
                    <a:pt x="40" y="12"/>
                  </a:cubicBezTo>
                  <a:close/>
                  <a:moveTo>
                    <a:pt x="27" y="44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5" y="43"/>
                    <a:pt x="27" y="44"/>
                  </a:cubicBezTo>
                  <a:moveTo>
                    <a:pt x="27" y="44"/>
                  </a:moveTo>
                  <a:cubicBezTo>
                    <a:pt x="29" y="48"/>
                    <a:pt x="29" y="48"/>
                    <a:pt x="29" y="48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6"/>
                    <a:pt x="28" y="45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lnTo>
                    <a:pt x="27" y="44"/>
                  </a:lnTo>
                  <a:close/>
                  <a:moveTo>
                    <a:pt x="28" y="44"/>
                  </a:move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7" y="41"/>
                    <a:pt x="27" y="41"/>
                    <a:pt x="27" y="41"/>
                  </a:cubicBezTo>
                  <a:lnTo>
                    <a:pt x="28" y="44"/>
                  </a:lnTo>
                  <a:close/>
                  <a:moveTo>
                    <a:pt x="28" y="44"/>
                  </a:moveTo>
                  <a:cubicBezTo>
                    <a:pt x="28" y="44"/>
                    <a:pt x="28" y="44"/>
                    <a:pt x="28" y="44"/>
                  </a:cubicBezTo>
                  <a:cubicBezTo>
                    <a:pt x="29" y="44"/>
                    <a:pt x="30" y="45"/>
                    <a:pt x="33" y="45"/>
                  </a:cubicBezTo>
                  <a:cubicBezTo>
                    <a:pt x="31" y="45"/>
                    <a:pt x="30" y="43"/>
                    <a:pt x="30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8" y="44"/>
                  </a:lnTo>
                  <a:close/>
                  <a:moveTo>
                    <a:pt x="37" y="34"/>
                  </a:move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lose/>
                  <a:moveTo>
                    <a:pt x="37" y="38"/>
                  </a:moveTo>
                  <a:cubicBezTo>
                    <a:pt x="36" y="39"/>
                    <a:pt x="35" y="39"/>
                    <a:pt x="35" y="3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8" y="41"/>
                    <a:pt x="38" y="39"/>
                    <a:pt x="37" y="38"/>
                  </a:cubicBezTo>
                  <a:moveTo>
                    <a:pt x="34" y="40"/>
                  </a:moveTo>
                  <a:cubicBezTo>
                    <a:pt x="34" y="41"/>
                    <a:pt x="34" y="42"/>
                    <a:pt x="34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2" y="42"/>
                    <a:pt x="31" y="42"/>
                    <a:pt x="31" y="42"/>
                  </a:cubicBezTo>
                  <a:cubicBezTo>
                    <a:pt x="31" y="43"/>
                    <a:pt x="32" y="45"/>
                    <a:pt x="34" y="45"/>
                  </a:cubicBezTo>
                  <a:cubicBezTo>
                    <a:pt x="34" y="45"/>
                    <a:pt x="34" y="43"/>
                    <a:pt x="33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6" y="42"/>
                    <a:pt x="35" y="40"/>
                    <a:pt x="34" y="40"/>
                  </a:cubicBezTo>
                  <a:moveTo>
                    <a:pt x="37" y="44"/>
                  </a:moveTo>
                  <a:cubicBezTo>
                    <a:pt x="37" y="43"/>
                    <a:pt x="37" y="43"/>
                    <a:pt x="37" y="43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4"/>
                    <a:pt x="35" y="45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8"/>
                    <a:pt x="33" y="48"/>
                    <a:pt x="33" y="50"/>
                  </a:cubicBezTo>
                  <a:cubicBezTo>
                    <a:pt x="34" y="52"/>
                    <a:pt x="36" y="54"/>
                    <a:pt x="38" y="55"/>
                  </a:cubicBezTo>
                  <a:cubicBezTo>
                    <a:pt x="39" y="57"/>
                    <a:pt x="40" y="58"/>
                    <a:pt x="41" y="60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3" y="61"/>
                    <a:pt x="44" y="59"/>
                    <a:pt x="44" y="59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4" y="54"/>
                    <a:pt x="39" y="52"/>
                    <a:pt x="37" y="44"/>
                  </a:cubicBezTo>
                  <a:moveTo>
                    <a:pt x="31" y="42"/>
                  </a:moveTo>
                  <a:cubicBezTo>
                    <a:pt x="32" y="42"/>
                    <a:pt x="32" y="42"/>
                    <a:pt x="32" y="42"/>
                  </a:cubicBezTo>
                  <a:cubicBezTo>
                    <a:pt x="31" y="41"/>
                    <a:pt x="31" y="40"/>
                    <a:pt x="31" y="39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31" y="42"/>
                  </a:lnTo>
                  <a:close/>
                  <a:moveTo>
                    <a:pt x="33" y="41"/>
                  </a:move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5" y="39"/>
                    <a:pt x="37" y="38"/>
                  </a:cubicBezTo>
                  <a:cubicBezTo>
                    <a:pt x="36" y="38"/>
                    <a:pt x="35" y="37"/>
                    <a:pt x="35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3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2" y="41"/>
                    <a:pt x="33" y="41"/>
                  </a:cubicBezTo>
                  <a:moveTo>
                    <a:pt x="35" y="35"/>
                  </a:moveTo>
                  <a:cubicBezTo>
                    <a:pt x="35" y="35"/>
                    <a:pt x="35" y="35"/>
                    <a:pt x="35" y="35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7"/>
                    <a:pt x="37" y="38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5" y="35"/>
                    <a:pt x="35" y="35"/>
                    <a:pt x="35" y="35"/>
                  </a:cubicBezTo>
                  <a:close/>
                  <a:moveTo>
                    <a:pt x="39" y="34"/>
                  </a:moveTo>
                  <a:cubicBezTo>
                    <a:pt x="39" y="32"/>
                    <a:pt x="39" y="32"/>
                    <a:pt x="39" y="32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9" y="29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7" y="32"/>
                    <a:pt x="37" y="32"/>
                    <a:pt x="37" y="32"/>
                  </a:cubicBezTo>
                  <a:lnTo>
                    <a:pt x="39" y="34"/>
                  </a:lnTo>
                  <a:close/>
                  <a:moveTo>
                    <a:pt x="38" y="27"/>
                  </a:moveTo>
                  <a:cubicBezTo>
                    <a:pt x="39" y="27"/>
                    <a:pt x="40" y="27"/>
                    <a:pt x="41" y="28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8" y="27"/>
                    <a:pt x="38" y="27"/>
                    <a:pt x="38" y="27"/>
                  </a:cubicBezTo>
                  <a:close/>
                  <a:moveTo>
                    <a:pt x="40" y="25"/>
                  </a:move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1" y="24"/>
                    <a:pt x="41" y="23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9" y="25"/>
                    <a:pt x="39" y="25"/>
                    <a:pt x="39" y="25"/>
                  </a:cubicBezTo>
                  <a:lnTo>
                    <a:pt x="40" y="25"/>
                  </a:lnTo>
                  <a:close/>
                  <a:moveTo>
                    <a:pt x="38" y="23"/>
                  </a:moveTo>
                  <a:cubicBezTo>
                    <a:pt x="39" y="22"/>
                    <a:pt x="40" y="22"/>
                    <a:pt x="41" y="22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lnTo>
                    <a:pt x="38" y="23"/>
                  </a:lnTo>
                  <a:close/>
                  <a:moveTo>
                    <a:pt x="46" y="3"/>
                  </a:moveTo>
                  <a:cubicBezTo>
                    <a:pt x="45" y="5"/>
                    <a:pt x="42" y="10"/>
                    <a:pt x="40" y="12"/>
                  </a:cubicBezTo>
                  <a:cubicBezTo>
                    <a:pt x="40" y="13"/>
                    <a:pt x="40" y="14"/>
                    <a:pt x="40" y="15"/>
                  </a:cubicBezTo>
                  <a:cubicBezTo>
                    <a:pt x="42" y="13"/>
                    <a:pt x="46" y="7"/>
                    <a:pt x="46" y="3"/>
                  </a:cubicBezTo>
                  <a:close/>
                  <a:moveTo>
                    <a:pt x="46" y="2"/>
                  </a:moveTo>
                  <a:cubicBezTo>
                    <a:pt x="46" y="3"/>
                    <a:pt x="46" y="3"/>
                    <a:pt x="46" y="3"/>
                  </a:cubicBezTo>
                  <a:cubicBezTo>
                    <a:pt x="46" y="2"/>
                    <a:pt x="46" y="2"/>
                    <a:pt x="46" y="2"/>
                  </a:cubicBezTo>
                  <a:close/>
                  <a:moveTo>
                    <a:pt x="47" y="5"/>
                  </a:move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9"/>
                    <a:pt x="40" y="16"/>
                    <a:pt x="40" y="16"/>
                  </a:cubicBezTo>
                  <a:cubicBezTo>
                    <a:pt x="40" y="17"/>
                    <a:pt x="39" y="19"/>
                    <a:pt x="39" y="20"/>
                  </a:cubicBezTo>
                  <a:cubicBezTo>
                    <a:pt x="40" y="19"/>
                    <a:pt x="41" y="18"/>
                    <a:pt x="42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16"/>
                    <a:pt x="47" y="10"/>
                    <a:pt x="47" y="5"/>
                  </a:cubicBezTo>
                  <a:moveTo>
                    <a:pt x="43" y="16"/>
                  </a:moveTo>
                  <a:cubicBezTo>
                    <a:pt x="41" y="18"/>
                    <a:pt x="39" y="20"/>
                    <a:pt x="39" y="20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2" y="19"/>
                    <a:pt x="43" y="18"/>
                  </a:cubicBezTo>
                  <a:cubicBezTo>
                    <a:pt x="44" y="17"/>
                    <a:pt x="46" y="15"/>
                    <a:pt x="47" y="13"/>
                  </a:cubicBezTo>
                  <a:cubicBezTo>
                    <a:pt x="46" y="14"/>
                    <a:pt x="44" y="16"/>
                    <a:pt x="43" y="16"/>
                  </a:cubicBezTo>
                  <a:moveTo>
                    <a:pt x="43" y="22"/>
                  </a:move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7" y="18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6" y="17"/>
                    <a:pt x="41" y="20"/>
                    <a:pt x="40" y="21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4"/>
                    <a:pt x="41" y="25"/>
                    <a:pt x="40" y="25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1" y="25"/>
                    <a:pt x="42" y="25"/>
                    <a:pt x="43" y="24"/>
                  </a:cubicBezTo>
                  <a:cubicBezTo>
                    <a:pt x="45" y="23"/>
                    <a:pt x="46" y="22"/>
                    <a:pt x="46" y="21"/>
                  </a:cubicBezTo>
                  <a:cubicBezTo>
                    <a:pt x="45" y="21"/>
                    <a:pt x="44" y="21"/>
                    <a:pt x="43" y="22"/>
                  </a:cubicBezTo>
                  <a:moveTo>
                    <a:pt x="44" y="26"/>
                  </a:moveTo>
                  <a:cubicBezTo>
                    <a:pt x="45" y="25"/>
                    <a:pt x="46" y="23"/>
                    <a:pt x="47" y="22"/>
                  </a:cubicBezTo>
                  <a:cubicBezTo>
                    <a:pt x="45" y="24"/>
                    <a:pt x="42" y="26"/>
                    <a:pt x="41" y="26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4" y="27"/>
                    <a:pt x="44" y="26"/>
                  </a:cubicBezTo>
                  <a:moveTo>
                    <a:pt x="45" y="29"/>
                  </a:moveTo>
                  <a:cubicBezTo>
                    <a:pt x="44" y="29"/>
                    <a:pt x="44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0"/>
                    <a:pt x="45" y="29"/>
                    <a:pt x="45" y="29"/>
                  </a:cubicBezTo>
                  <a:close/>
                  <a:moveTo>
                    <a:pt x="45" y="30"/>
                  </a:moveTo>
                  <a:cubicBezTo>
                    <a:pt x="43" y="31"/>
                    <a:pt x="41" y="31"/>
                    <a:pt x="40" y="31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2" y="33"/>
                    <a:pt x="44" y="32"/>
                    <a:pt x="45" y="30"/>
                  </a:cubicBezTo>
                  <a:moveTo>
                    <a:pt x="43" y="35"/>
                  </a:moveTo>
                  <a:cubicBezTo>
                    <a:pt x="43" y="35"/>
                    <a:pt x="43" y="35"/>
                    <a:pt x="43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35"/>
                    <a:pt x="46" y="36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40"/>
                    <a:pt x="43" y="40"/>
                    <a:pt x="43" y="42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5"/>
                    <a:pt x="46" y="46"/>
                    <a:pt x="46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5" y="50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6" y="50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5" y="45"/>
                    <a:pt x="44" y="44"/>
                    <a:pt x="44" y="43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1"/>
                    <a:pt x="46" y="40"/>
                    <a:pt x="46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5" y="41"/>
                    <a:pt x="45" y="42"/>
                  </a:cubicBezTo>
                  <a:cubicBezTo>
                    <a:pt x="45" y="43"/>
                    <a:pt x="45" y="43"/>
                    <a:pt x="45" y="43"/>
                  </a:cubicBezTo>
                  <a:cubicBezTo>
                    <a:pt x="45" y="44"/>
                    <a:pt x="46" y="45"/>
                    <a:pt x="46" y="46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6" y="50"/>
                    <a:pt x="46" y="50"/>
                    <a:pt x="46" y="50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7" y="49"/>
                    <a:pt x="47" y="49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7"/>
                    <a:pt x="46" y="43"/>
                    <a:pt x="45" y="43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5" y="41"/>
                    <a:pt x="47" y="40"/>
                    <a:pt x="47" y="40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6" y="43"/>
                    <a:pt x="47" y="46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8" y="50"/>
                    <a:pt x="48" y="49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7" y="44"/>
                    <a:pt x="47" y="44"/>
                    <a:pt x="46" y="43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7" y="42"/>
                    <a:pt x="48" y="41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35"/>
                    <a:pt x="46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3" y="35"/>
                  </a:lnTo>
                  <a:close/>
                  <a:moveTo>
                    <a:pt x="40" y="34"/>
                  </a:move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41" y="37"/>
                    <a:pt x="41" y="37"/>
                    <a:pt x="41" y="37"/>
                  </a:cubicBezTo>
                  <a:lnTo>
                    <a:pt x="40" y="34"/>
                  </a:lnTo>
                  <a:close/>
                  <a:moveTo>
                    <a:pt x="41" y="37"/>
                  </a:moveTo>
                  <a:cubicBezTo>
                    <a:pt x="40" y="37"/>
                    <a:pt x="38" y="36"/>
                    <a:pt x="38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40" y="37"/>
                    <a:pt x="41" y="37"/>
                  </a:cubicBezTo>
                  <a:moveTo>
                    <a:pt x="22" y="57"/>
                  </a:moveTo>
                  <a:cubicBezTo>
                    <a:pt x="20" y="57"/>
                    <a:pt x="18" y="57"/>
                    <a:pt x="17" y="61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0" y="66"/>
                    <a:pt x="22" y="68"/>
                    <a:pt x="23" y="69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24" y="71"/>
                    <a:pt x="23" y="72"/>
                    <a:pt x="22" y="73"/>
                  </a:cubicBezTo>
                  <a:cubicBezTo>
                    <a:pt x="22" y="74"/>
                    <a:pt x="20" y="76"/>
                    <a:pt x="19" y="77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8" y="80"/>
                    <a:pt x="18" y="80"/>
                    <a:pt x="18" y="80"/>
                  </a:cubicBezTo>
                  <a:cubicBezTo>
                    <a:pt x="18" y="79"/>
                    <a:pt x="18" y="79"/>
                    <a:pt x="18" y="79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7" y="78"/>
                    <a:pt x="17" y="78"/>
                    <a:pt x="17" y="78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5" y="76"/>
                    <a:pt x="15" y="76"/>
                    <a:pt x="15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5" y="79"/>
                    <a:pt x="15" y="79"/>
                    <a:pt x="15" y="79"/>
                  </a:cubicBezTo>
                  <a:cubicBezTo>
                    <a:pt x="15" y="80"/>
                    <a:pt x="17" y="82"/>
                    <a:pt x="18" y="82"/>
                  </a:cubicBezTo>
                  <a:cubicBezTo>
                    <a:pt x="19" y="82"/>
                    <a:pt x="20" y="82"/>
                    <a:pt x="20" y="81"/>
                  </a:cubicBezTo>
                  <a:cubicBezTo>
                    <a:pt x="21" y="80"/>
                    <a:pt x="21" y="78"/>
                    <a:pt x="21" y="78"/>
                  </a:cubicBezTo>
                  <a:cubicBezTo>
                    <a:pt x="21" y="78"/>
                    <a:pt x="21" y="78"/>
                    <a:pt x="21" y="78"/>
                  </a:cubicBezTo>
                  <a:cubicBezTo>
                    <a:pt x="22" y="78"/>
                    <a:pt x="22" y="78"/>
                    <a:pt x="22" y="78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26" y="65"/>
                    <a:pt x="26" y="64"/>
                    <a:pt x="25" y="63"/>
                  </a:cubicBezTo>
                  <a:cubicBezTo>
                    <a:pt x="25" y="62"/>
                    <a:pt x="23" y="62"/>
                    <a:pt x="23" y="62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4"/>
                    <a:pt x="27" y="65"/>
                    <a:pt x="27" y="67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9" y="67"/>
                    <a:pt x="29" y="65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8" y="61"/>
                    <a:pt x="27" y="61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4" y="57"/>
                    <a:pt x="23" y="57"/>
                    <a:pt x="22" y="57"/>
                  </a:cubicBezTo>
                  <a:moveTo>
                    <a:pt x="21" y="52"/>
                  </a:moveTo>
                  <a:cubicBezTo>
                    <a:pt x="21" y="52"/>
                    <a:pt x="21" y="52"/>
                    <a:pt x="21" y="52"/>
                  </a:cubicBezTo>
                  <a:cubicBezTo>
                    <a:pt x="21" y="53"/>
                    <a:pt x="23" y="54"/>
                    <a:pt x="24" y="55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30" y="61"/>
                    <a:pt x="30" y="60"/>
                    <a:pt x="30" y="60"/>
                  </a:cubicBezTo>
                  <a:cubicBezTo>
                    <a:pt x="30" y="59"/>
                    <a:pt x="30" y="59"/>
                    <a:pt x="30" y="59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1" y="58"/>
                    <a:pt x="31" y="59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1" y="60"/>
                    <a:pt x="30" y="61"/>
                    <a:pt x="30" y="62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6"/>
                    <a:pt x="30" y="68"/>
                    <a:pt x="31" y="70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33" y="74"/>
                    <a:pt x="34" y="77"/>
                    <a:pt x="35" y="78"/>
                  </a:cubicBezTo>
                  <a:cubicBezTo>
                    <a:pt x="36" y="79"/>
                    <a:pt x="36" y="80"/>
                    <a:pt x="37" y="81"/>
                  </a:cubicBezTo>
                  <a:cubicBezTo>
                    <a:pt x="37" y="82"/>
                    <a:pt x="36" y="83"/>
                    <a:pt x="37" y="83"/>
                  </a:cubicBezTo>
                  <a:cubicBezTo>
                    <a:pt x="38" y="85"/>
                    <a:pt x="38" y="85"/>
                    <a:pt x="38" y="86"/>
                  </a:cubicBezTo>
                  <a:cubicBezTo>
                    <a:pt x="38" y="87"/>
                    <a:pt x="38" y="87"/>
                    <a:pt x="38" y="87"/>
                  </a:cubicBezTo>
                  <a:cubicBezTo>
                    <a:pt x="38" y="88"/>
                    <a:pt x="38" y="88"/>
                    <a:pt x="39" y="89"/>
                  </a:cubicBezTo>
                  <a:cubicBezTo>
                    <a:pt x="39" y="90"/>
                    <a:pt x="40" y="91"/>
                    <a:pt x="40" y="92"/>
                  </a:cubicBezTo>
                  <a:cubicBezTo>
                    <a:pt x="39" y="93"/>
                    <a:pt x="39" y="93"/>
                    <a:pt x="39" y="93"/>
                  </a:cubicBezTo>
                  <a:cubicBezTo>
                    <a:pt x="39" y="94"/>
                    <a:pt x="39" y="96"/>
                    <a:pt x="38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8"/>
                    <a:pt x="32" y="98"/>
                    <a:pt x="32" y="98"/>
                  </a:cubicBezTo>
                  <a:cubicBezTo>
                    <a:pt x="33" y="99"/>
                    <a:pt x="34" y="99"/>
                    <a:pt x="35" y="100"/>
                  </a:cubicBezTo>
                  <a:cubicBezTo>
                    <a:pt x="36" y="100"/>
                    <a:pt x="38" y="100"/>
                    <a:pt x="39" y="100"/>
                  </a:cubicBezTo>
                  <a:cubicBezTo>
                    <a:pt x="40" y="100"/>
                    <a:pt x="40" y="100"/>
                    <a:pt x="40" y="100"/>
                  </a:cubicBezTo>
                  <a:cubicBezTo>
                    <a:pt x="42" y="98"/>
                    <a:pt x="42" y="98"/>
                    <a:pt x="42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2" y="88"/>
                    <a:pt x="42" y="88"/>
                    <a:pt x="42" y="88"/>
                  </a:cubicBezTo>
                  <a:cubicBezTo>
                    <a:pt x="42" y="88"/>
                    <a:pt x="41" y="87"/>
                    <a:pt x="41" y="86"/>
                  </a:cubicBezTo>
                  <a:cubicBezTo>
                    <a:pt x="41" y="84"/>
                    <a:pt x="42" y="83"/>
                    <a:pt x="42" y="82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8"/>
                    <a:pt x="40" y="78"/>
                    <a:pt x="40" y="78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4"/>
                    <a:pt x="38" y="73"/>
                    <a:pt x="39" y="72"/>
                  </a:cubicBezTo>
                  <a:cubicBezTo>
                    <a:pt x="40" y="70"/>
                    <a:pt x="41" y="67"/>
                    <a:pt x="41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1" y="65"/>
                    <a:pt x="40" y="62"/>
                    <a:pt x="40" y="62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2"/>
                    <a:pt x="42" y="64"/>
                    <a:pt x="42" y="66"/>
                  </a:cubicBezTo>
                  <a:cubicBezTo>
                    <a:pt x="42" y="66"/>
                    <a:pt x="42" y="66"/>
                    <a:pt x="42" y="66"/>
                  </a:cubicBezTo>
                  <a:cubicBezTo>
                    <a:pt x="41" y="67"/>
                    <a:pt x="40" y="71"/>
                    <a:pt x="40" y="72"/>
                  </a:cubicBezTo>
                  <a:cubicBezTo>
                    <a:pt x="39" y="73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40" y="75"/>
                    <a:pt x="40" y="75"/>
                    <a:pt x="40" y="75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41" y="73"/>
                    <a:pt x="41" y="73"/>
                    <a:pt x="41" y="73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2" y="70"/>
                    <a:pt x="42" y="70"/>
                    <a:pt x="42" y="70"/>
                  </a:cubicBezTo>
                  <a:cubicBezTo>
                    <a:pt x="42" y="69"/>
                    <a:pt x="42" y="69"/>
                    <a:pt x="42" y="69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65"/>
                    <a:pt x="47" y="62"/>
                    <a:pt x="47" y="59"/>
                  </a:cubicBezTo>
                  <a:cubicBezTo>
                    <a:pt x="47" y="55"/>
                    <a:pt x="39" y="48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0"/>
                    <a:pt x="39" y="39"/>
                    <a:pt x="40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0"/>
                    <a:pt x="38" y="42"/>
                    <a:pt x="38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9" y="51"/>
                    <a:pt x="45" y="53"/>
                    <a:pt x="45" y="58"/>
                  </a:cubicBezTo>
                  <a:cubicBezTo>
                    <a:pt x="45" y="59"/>
                    <a:pt x="45" y="59"/>
                    <a:pt x="45" y="59"/>
                  </a:cubicBezTo>
                  <a:cubicBezTo>
                    <a:pt x="45" y="59"/>
                    <a:pt x="44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39" y="58"/>
                    <a:pt x="39" y="57"/>
                    <a:pt x="37" y="56"/>
                  </a:cubicBezTo>
                  <a:cubicBezTo>
                    <a:pt x="36" y="54"/>
                    <a:pt x="33" y="52"/>
                    <a:pt x="33" y="50"/>
                  </a:cubicBezTo>
                  <a:cubicBezTo>
                    <a:pt x="32" y="49"/>
                    <a:pt x="31" y="48"/>
                    <a:pt x="31" y="47"/>
                  </a:cubicBezTo>
                  <a:cubicBezTo>
                    <a:pt x="31" y="46"/>
                    <a:pt x="31" y="46"/>
                    <a:pt x="31" y="46"/>
                  </a:cubicBezTo>
                  <a:cubicBezTo>
                    <a:pt x="30" y="46"/>
                    <a:pt x="30" y="45"/>
                    <a:pt x="29" y="45"/>
                  </a:cubicBezTo>
                  <a:cubicBezTo>
                    <a:pt x="30" y="47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27" y="49"/>
                    <a:pt x="25" y="46"/>
                    <a:pt x="24" y="46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21" y="52"/>
                  </a:lnTo>
                  <a:close/>
                  <a:moveTo>
                    <a:pt x="9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2"/>
                    <a:pt x="10" y="62"/>
                    <a:pt x="10" y="62"/>
                  </a:cubicBezTo>
                  <a:lnTo>
                    <a:pt x="9" y="62"/>
                  </a:lnTo>
                  <a:close/>
                  <a:moveTo>
                    <a:pt x="5" y="45"/>
                  </a:move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8" y="48"/>
                  </a:move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8"/>
                    <a:pt x="8" y="48"/>
                    <a:pt x="8" y="48"/>
                  </a:cubicBezTo>
                  <a:close/>
                  <a:moveTo>
                    <a:pt x="9" y="49"/>
                  </a:move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lnTo>
                    <a:pt x="9" y="49"/>
                  </a:lnTo>
                  <a:close/>
                  <a:moveTo>
                    <a:pt x="13" y="51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2" y="52"/>
                    <a:pt x="11" y="52"/>
                    <a:pt x="11" y="52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6"/>
                    <a:pt x="9" y="57"/>
                    <a:pt x="9" y="58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5"/>
                    <a:pt x="10" y="55"/>
                    <a:pt x="11" y="54"/>
                  </a:cubicBezTo>
                  <a:cubicBezTo>
                    <a:pt x="12" y="54"/>
                    <a:pt x="12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lnTo>
                    <a:pt x="13" y="51"/>
                  </a:lnTo>
                  <a:close/>
                  <a:moveTo>
                    <a:pt x="13" y="47"/>
                  </a:moveTo>
                  <a:cubicBezTo>
                    <a:pt x="14" y="49"/>
                    <a:pt x="14" y="49"/>
                    <a:pt x="14" y="4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3"/>
                    <a:pt x="15" y="54"/>
                    <a:pt x="16" y="55"/>
                  </a:cubicBezTo>
                  <a:cubicBezTo>
                    <a:pt x="16" y="54"/>
                    <a:pt x="18" y="51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6" y="47"/>
                    <a:pt x="29" y="48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3" y="43"/>
                    <a:pt x="22" y="41"/>
                    <a:pt x="22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7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7" y="19"/>
                    <a:pt x="37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7"/>
                    <a:pt x="36" y="18"/>
                    <a:pt x="35" y="19"/>
                  </a:cubicBezTo>
                  <a:cubicBezTo>
                    <a:pt x="35" y="20"/>
                    <a:pt x="34" y="21"/>
                    <a:pt x="32" y="22"/>
                  </a:cubicBezTo>
                  <a:cubicBezTo>
                    <a:pt x="31" y="23"/>
                    <a:pt x="30" y="24"/>
                    <a:pt x="30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6"/>
                    <a:pt x="31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31"/>
                    <a:pt x="32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6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41"/>
                    <a:pt x="18" y="43"/>
                    <a:pt x="18" y="44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46"/>
                    <a:pt x="17" y="48"/>
                    <a:pt x="17" y="48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5" y="48"/>
                    <a:pt x="13" y="47"/>
                  </a:cubicBezTo>
                  <a:moveTo>
                    <a:pt x="37" y="27"/>
                  </a:moveTo>
                  <a:cubicBezTo>
                    <a:pt x="37" y="27"/>
                    <a:pt x="37" y="27"/>
                    <a:pt x="37" y="27"/>
                  </a:cubicBezTo>
                  <a:cubicBezTo>
                    <a:pt x="37" y="27"/>
                    <a:pt x="37" y="27"/>
                    <a:pt x="37" y="27"/>
                  </a:cubicBezTo>
                  <a:close/>
                  <a:moveTo>
                    <a:pt x="13" y="42"/>
                  </a:moveTo>
                  <a:cubicBezTo>
                    <a:pt x="14" y="45"/>
                    <a:pt x="16" y="47"/>
                    <a:pt x="17" y="48"/>
                  </a:cubicBezTo>
                  <a:cubicBezTo>
                    <a:pt x="17" y="47"/>
                    <a:pt x="18" y="46"/>
                    <a:pt x="18" y="45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3"/>
                    <a:pt x="17" y="41"/>
                    <a:pt x="17" y="39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40"/>
                    <a:pt x="12" y="41"/>
                    <a:pt x="13" y="42"/>
                  </a:cubicBezTo>
                  <a:moveTo>
                    <a:pt x="4" y="32"/>
                  </a:moveTo>
                  <a:cubicBezTo>
                    <a:pt x="5" y="32"/>
                    <a:pt x="5" y="32"/>
                    <a:pt x="5" y="32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8" y="33"/>
                    <a:pt x="8" y="35"/>
                    <a:pt x="8" y="36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0" y="30"/>
                    <a:pt x="10" y="29"/>
                  </a:cubicBezTo>
                  <a:cubicBezTo>
                    <a:pt x="10" y="28"/>
                    <a:pt x="10" y="27"/>
                    <a:pt x="10" y="26"/>
                  </a:cubicBezTo>
                  <a:cubicBezTo>
                    <a:pt x="9" y="27"/>
                    <a:pt x="8" y="28"/>
                    <a:pt x="8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5" y="31"/>
                    <a:pt x="4" y="32"/>
                  </a:cubicBezTo>
                  <a:moveTo>
                    <a:pt x="1" y="29"/>
                  </a:move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lnTo>
                    <a:pt x="1" y="29"/>
                  </a:lnTo>
                  <a:close/>
                  <a:moveTo>
                    <a:pt x="1" y="15"/>
                  </a:moveTo>
                  <a:cubicBezTo>
                    <a:pt x="3" y="18"/>
                    <a:pt x="3" y="18"/>
                    <a:pt x="3" y="18"/>
                  </a:cubicBezTo>
                  <a:cubicBezTo>
                    <a:pt x="3" y="18"/>
                    <a:pt x="3" y="19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5" y="25"/>
                    <a:pt x="5" y="26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4"/>
                    <a:pt x="1" y="14"/>
                    <a:pt x="1" y="14"/>
                  </a:cubicBezTo>
                  <a:lnTo>
                    <a:pt x="1" y="15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1" y="13"/>
                  </a:lnTo>
                  <a:close/>
                  <a:moveTo>
                    <a:pt x="37" y="78"/>
                  </a:moveTo>
                  <a:cubicBezTo>
                    <a:pt x="38" y="79"/>
                    <a:pt x="38" y="79"/>
                    <a:pt x="38" y="79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78"/>
                    <a:pt x="37" y="78"/>
                    <a:pt x="37" y="78"/>
                  </a:cubicBezTo>
                  <a:close/>
                  <a:moveTo>
                    <a:pt x="23" y="52"/>
                  </a:moveTo>
                  <a:cubicBezTo>
                    <a:pt x="23" y="52"/>
                    <a:pt x="24" y="53"/>
                    <a:pt x="26" y="54"/>
                  </a:cubicBezTo>
                  <a:cubicBezTo>
                    <a:pt x="28" y="55"/>
                    <a:pt x="29" y="55"/>
                    <a:pt x="29" y="56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28" y="55"/>
                    <a:pt x="28" y="55"/>
                    <a:pt x="26" y="54"/>
                  </a:cubicBezTo>
                  <a:cubicBezTo>
                    <a:pt x="24" y="54"/>
                    <a:pt x="22" y="52"/>
                    <a:pt x="22" y="52"/>
                  </a:cubicBezTo>
                  <a:lnTo>
                    <a:pt x="23" y="52"/>
                  </a:lnTo>
                  <a:close/>
                  <a:moveTo>
                    <a:pt x="41" y="82"/>
                  </a:move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40" y="85"/>
                    <a:pt x="40" y="86"/>
                    <a:pt x="40" y="86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2" y="89"/>
                    <a:pt x="42" y="89"/>
                    <a:pt x="42" y="89"/>
                  </a:cubicBezTo>
                  <a:cubicBezTo>
                    <a:pt x="42" y="90"/>
                    <a:pt x="41" y="91"/>
                    <a:pt x="41" y="92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6"/>
                    <a:pt x="41" y="96"/>
                    <a:pt x="41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2"/>
                    <a:pt x="41" y="92"/>
                    <a:pt x="41" y="92"/>
                  </a:cubicBezTo>
                  <a:cubicBezTo>
                    <a:pt x="41" y="91"/>
                    <a:pt x="41" y="90"/>
                    <a:pt x="41" y="89"/>
                  </a:cubicBezTo>
                  <a:cubicBezTo>
                    <a:pt x="41" y="89"/>
                    <a:pt x="41" y="89"/>
                    <a:pt x="41" y="89"/>
                  </a:cubicBezTo>
                  <a:cubicBezTo>
                    <a:pt x="40" y="87"/>
                    <a:pt x="40" y="87"/>
                    <a:pt x="40" y="87"/>
                  </a:cubicBezTo>
                  <a:cubicBezTo>
                    <a:pt x="39" y="85"/>
                    <a:pt x="39" y="85"/>
                    <a:pt x="39" y="85"/>
                  </a:cubicBezTo>
                  <a:cubicBezTo>
                    <a:pt x="39" y="84"/>
                    <a:pt x="39" y="84"/>
                    <a:pt x="39" y="84"/>
                  </a:cubicBezTo>
                  <a:cubicBezTo>
                    <a:pt x="39" y="83"/>
                    <a:pt x="40" y="83"/>
                    <a:pt x="40" y="82"/>
                  </a:cubicBezTo>
                  <a:lnTo>
                    <a:pt x="41" y="82"/>
                  </a:lnTo>
                  <a:close/>
                  <a:moveTo>
                    <a:pt x="28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2"/>
                    <a:pt x="31" y="32"/>
                    <a:pt x="33" y="32"/>
                  </a:cubicBezTo>
                  <a:cubicBezTo>
                    <a:pt x="34" y="31"/>
                    <a:pt x="34" y="31"/>
                    <a:pt x="34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1"/>
                    <a:pt x="34" y="32"/>
                    <a:pt x="33" y="32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6" y="36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6"/>
                    <a:pt x="27" y="34"/>
                    <a:pt x="28" y="34"/>
                  </a:cubicBezTo>
                  <a:moveTo>
                    <a:pt x="23" y="23"/>
                  </a:moveTo>
                  <a:cubicBezTo>
                    <a:pt x="23" y="20"/>
                    <a:pt x="23" y="20"/>
                    <a:pt x="23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2"/>
                    <a:pt x="23" y="22"/>
                    <a:pt x="23" y="22"/>
                  </a:cubicBezTo>
                  <a:lnTo>
                    <a:pt x="23" y="23"/>
                  </a:lnTo>
                  <a:close/>
                  <a:moveTo>
                    <a:pt x="26" y="73"/>
                  </a:moveTo>
                  <a:cubicBezTo>
                    <a:pt x="26" y="73"/>
                    <a:pt x="26" y="73"/>
                    <a:pt x="26" y="73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23" y="75"/>
                    <a:pt x="23" y="77"/>
                    <a:pt x="22" y="78"/>
                  </a:cubicBezTo>
                  <a:cubicBezTo>
                    <a:pt x="21" y="78"/>
                    <a:pt x="21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1" y="77"/>
                    <a:pt x="21" y="77"/>
                    <a:pt x="21" y="77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3"/>
                    <a:pt x="25" y="73"/>
                    <a:pt x="25" y="73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5" y="72"/>
                    <a:pt x="26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5" name="Freeform 34">
              <a:extLst>
                <a:ext uri="{FF2B5EF4-FFF2-40B4-BE49-F238E27FC236}">
                  <a16:creationId xmlns:a16="http://schemas.microsoft.com/office/drawing/2014/main" id="{7F685A3D-EA88-4C00-9579-D0BF09CE62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8700" y="2516188"/>
              <a:ext cx="288925" cy="365125"/>
            </a:xfrm>
            <a:custGeom>
              <a:avLst/>
              <a:gdLst>
                <a:gd name="T0" fmla="*/ 127 w 133"/>
                <a:gd name="T1" fmla="*/ 60 h 169"/>
                <a:gd name="T2" fmla="*/ 60 w 133"/>
                <a:gd name="T3" fmla="*/ 165 h 169"/>
                <a:gd name="T4" fmla="*/ 79 w 133"/>
                <a:gd name="T5" fmla="*/ 158 h 169"/>
                <a:gd name="T6" fmla="*/ 60 w 133"/>
                <a:gd name="T7" fmla="*/ 157 h 169"/>
                <a:gd name="T8" fmla="*/ 79 w 133"/>
                <a:gd name="T9" fmla="*/ 154 h 169"/>
                <a:gd name="T10" fmla="*/ 42 w 133"/>
                <a:gd name="T11" fmla="*/ 151 h 169"/>
                <a:gd name="T12" fmla="*/ 66 w 133"/>
                <a:gd name="T13" fmla="*/ 164 h 169"/>
                <a:gd name="T14" fmla="*/ 123 w 133"/>
                <a:gd name="T15" fmla="*/ 35 h 169"/>
                <a:gd name="T16" fmla="*/ 86 w 133"/>
                <a:gd name="T17" fmla="*/ 152 h 169"/>
                <a:gd name="T18" fmla="*/ 53 w 133"/>
                <a:gd name="T19" fmla="*/ 150 h 169"/>
                <a:gd name="T20" fmla="*/ 85 w 133"/>
                <a:gd name="T21" fmla="*/ 153 h 169"/>
                <a:gd name="T22" fmla="*/ 39 w 133"/>
                <a:gd name="T23" fmla="*/ 62 h 169"/>
                <a:gd name="T24" fmla="*/ 29 w 133"/>
                <a:gd name="T25" fmla="*/ 53 h 169"/>
                <a:gd name="T26" fmla="*/ 32 w 133"/>
                <a:gd name="T27" fmla="*/ 78 h 169"/>
                <a:gd name="T28" fmla="*/ 27 w 133"/>
                <a:gd name="T29" fmla="*/ 79 h 169"/>
                <a:gd name="T30" fmla="*/ 18 w 133"/>
                <a:gd name="T31" fmla="*/ 72 h 169"/>
                <a:gd name="T32" fmla="*/ 17 w 133"/>
                <a:gd name="T33" fmla="*/ 96 h 169"/>
                <a:gd name="T34" fmla="*/ 7 w 133"/>
                <a:gd name="T35" fmla="*/ 83 h 169"/>
                <a:gd name="T36" fmla="*/ 7 w 133"/>
                <a:gd name="T37" fmla="*/ 71 h 169"/>
                <a:gd name="T38" fmla="*/ 6 w 133"/>
                <a:gd name="T39" fmla="*/ 37 h 169"/>
                <a:gd name="T40" fmla="*/ 8 w 133"/>
                <a:gd name="T41" fmla="*/ 35 h 169"/>
                <a:gd name="T42" fmla="*/ 10 w 133"/>
                <a:gd name="T43" fmla="*/ 11 h 169"/>
                <a:gd name="T44" fmla="*/ 21 w 133"/>
                <a:gd name="T45" fmla="*/ 14 h 169"/>
                <a:gd name="T46" fmla="*/ 33 w 133"/>
                <a:gd name="T47" fmla="*/ 16 h 169"/>
                <a:gd name="T48" fmla="*/ 30 w 133"/>
                <a:gd name="T49" fmla="*/ 23 h 169"/>
                <a:gd name="T50" fmla="*/ 41 w 133"/>
                <a:gd name="T51" fmla="*/ 30 h 169"/>
                <a:gd name="T52" fmla="*/ 44 w 133"/>
                <a:gd name="T53" fmla="*/ 12 h 169"/>
                <a:gd name="T54" fmla="*/ 46 w 133"/>
                <a:gd name="T55" fmla="*/ 16 h 169"/>
                <a:gd name="T56" fmla="*/ 47 w 133"/>
                <a:gd name="T57" fmla="*/ 22 h 169"/>
                <a:gd name="T58" fmla="*/ 47 w 133"/>
                <a:gd name="T59" fmla="*/ 27 h 169"/>
                <a:gd name="T60" fmla="*/ 37 w 133"/>
                <a:gd name="T61" fmla="*/ 43 h 169"/>
                <a:gd name="T62" fmla="*/ 40 w 133"/>
                <a:gd name="T63" fmla="*/ 50 h 169"/>
                <a:gd name="T64" fmla="*/ 0 w 133"/>
                <a:gd name="T65" fmla="*/ 82 h 169"/>
                <a:gd name="T66" fmla="*/ 12 w 133"/>
                <a:gd name="T67" fmla="*/ 45 h 169"/>
                <a:gd name="T68" fmla="*/ 12 w 133"/>
                <a:gd name="T69" fmla="*/ 44 h 169"/>
                <a:gd name="T70" fmla="*/ 44 w 133"/>
                <a:gd name="T71" fmla="*/ 50 h 169"/>
                <a:gd name="T72" fmla="*/ 40 w 133"/>
                <a:gd name="T73" fmla="*/ 62 h 169"/>
                <a:gd name="T74" fmla="*/ 132 w 133"/>
                <a:gd name="T75" fmla="*/ 0 h 169"/>
                <a:gd name="T76" fmla="*/ 124 w 133"/>
                <a:gd name="T77" fmla="*/ 38 h 169"/>
                <a:gd name="T78" fmla="*/ 125 w 133"/>
                <a:gd name="T79" fmla="*/ 72 h 169"/>
                <a:gd name="T80" fmla="*/ 125 w 133"/>
                <a:gd name="T81" fmla="*/ 89 h 169"/>
                <a:gd name="T82" fmla="*/ 121 w 133"/>
                <a:gd name="T83" fmla="*/ 97 h 169"/>
                <a:gd name="T84" fmla="*/ 111 w 133"/>
                <a:gd name="T85" fmla="*/ 69 h 169"/>
                <a:gd name="T86" fmla="*/ 103 w 133"/>
                <a:gd name="T87" fmla="*/ 82 h 169"/>
                <a:gd name="T88" fmla="*/ 102 w 133"/>
                <a:gd name="T89" fmla="*/ 78 h 169"/>
                <a:gd name="T90" fmla="*/ 99 w 133"/>
                <a:gd name="T91" fmla="*/ 57 h 169"/>
                <a:gd name="T92" fmla="*/ 92 w 133"/>
                <a:gd name="T93" fmla="*/ 63 h 169"/>
                <a:gd name="T94" fmla="*/ 88 w 133"/>
                <a:gd name="T95" fmla="*/ 47 h 169"/>
                <a:gd name="T96" fmla="*/ 91 w 133"/>
                <a:gd name="T97" fmla="*/ 53 h 169"/>
                <a:gd name="T98" fmla="*/ 92 w 133"/>
                <a:gd name="T99" fmla="*/ 39 h 169"/>
                <a:gd name="T100" fmla="*/ 85 w 133"/>
                <a:gd name="T101" fmla="*/ 29 h 169"/>
                <a:gd name="T102" fmla="*/ 84 w 133"/>
                <a:gd name="T103" fmla="*/ 16 h 169"/>
                <a:gd name="T104" fmla="*/ 87 w 133"/>
                <a:gd name="T105" fmla="*/ 13 h 169"/>
                <a:gd name="T106" fmla="*/ 90 w 133"/>
                <a:gd name="T107" fmla="*/ 14 h 169"/>
                <a:gd name="T108" fmla="*/ 93 w 133"/>
                <a:gd name="T109" fmla="*/ 30 h 169"/>
                <a:gd name="T110" fmla="*/ 97 w 133"/>
                <a:gd name="T111" fmla="*/ 23 h 169"/>
                <a:gd name="T112" fmla="*/ 107 w 133"/>
                <a:gd name="T113" fmla="*/ 14 h 169"/>
                <a:gd name="T114" fmla="*/ 113 w 133"/>
                <a:gd name="T115" fmla="*/ 22 h 169"/>
                <a:gd name="T116" fmla="*/ 129 w 133"/>
                <a:gd name="T117" fmla="*/ 3 h 169"/>
                <a:gd name="T118" fmla="*/ 130 w 133"/>
                <a:gd name="T119" fmla="*/ 4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3" h="169">
                  <a:moveTo>
                    <a:pt x="120" y="44"/>
                  </a:moveTo>
                  <a:cubicBezTo>
                    <a:pt x="118" y="44"/>
                    <a:pt x="117" y="43"/>
                    <a:pt x="117" y="43"/>
                  </a:cubicBezTo>
                  <a:cubicBezTo>
                    <a:pt x="117" y="45"/>
                    <a:pt x="117" y="47"/>
                    <a:pt x="117" y="47"/>
                  </a:cubicBezTo>
                  <a:cubicBezTo>
                    <a:pt x="116" y="47"/>
                    <a:pt x="116" y="47"/>
                    <a:pt x="115" y="47"/>
                  </a:cubicBezTo>
                  <a:cubicBezTo>
                    <a:pt x="115" y="48"/>
                    <a:pt x="115" y="48"/>
                    <a:pt x="115" y="48"/>
                  </a:cubicBezTo>
                  <a:cubicBezTo>
                    <a:pt x="115" y="49"/>
                    <a:pt x="115" y="50"/>
                    <a:pt x="116" y="51"/>
                  </a:cubicBezTo>
                  <a:cubicBezTo>
                    <a:pt x="116" y="53"/>
                    <a:pt x="119" y="55"/>
                    <a:pt x="121" y="56"/>
                  </a:cubicBezTo>
                  <a:cubicBezTo>
                    <a:pt x="122" y="58"/>
                    <a:pt x="123" y="59"/>
                    <a:pt x="123" y="61"/>
                  </a:cubicBezTo>
                  <a:cubicBezTo>
                    <a:pt x="124" y="62"/>
                    <a:pt x="123" y="63"/>
                    <a:pt x="125" y="63"/>
                  </a:cubicBezTo>
                  <a:cubicBezTo>
                    <a:pt x="127" y="62"/>
                    <a:pt x="127" y="60"/>
                    <a:pt x="127" y="60"/>
                  </a:cubicBezTo>
                  <a:cubicBezTo>
                    <a:pt x="128" y="54"/>
                    <a:pt x="122" y="53"/>
                    <a:pt x="120" y="45"/>
                  </a:cubicBezTo>
                  <a:lnTo>
                    <a:pt x="120" y="44"/>
                  </a:lnTo>
                  <a:close/>
                  <a:moveTo>
                    <a:pt x="112" y="26"/>
                  </a:moveTo>
                  <a:cubicBezTo>
                    <a:pt x="113" y="24"/>
                    <a:pt x="113" y="24"/>
                    <a:pt x="113" y="24"/>
                  </a:cubicBezTo>
                  <a:lnTo>
                    <a:pt x="112" y="26"/>
                  </a:lnTo>
                  <a:close/>
                  <a:moveTo>
                    <a:pt x="67" y="169"/>
                  </a:moveTo>
                  <a:cubicBezTo>
                    <a:pt x="67" y="169"/>
                    <a:pt x="72" y="167"/>
                    <a:pt x="79" y="163"/>
                  </a:cubicBezTo>
                  <a:cubicBezTo>
                    <a:pt x="76" y="163"/>
                    <a:pt x="76" y="165"/>
                    <a:pt x="73" y="165"/>
                  </a:cubicBezTo>
                  <a:cubicBezTo>
                    <a:pt x="70" y="165"/>
                    <a:pt x="69" y="163"/>
                    <a:pt x="66" y="163"/>
                  </a:cubicBezTo>
                  <a:cubicBezTo>
                    <a:pt x="62" y="163"/>
                    <a:pt x="62" y="165"/>
                    <a:pt x="60" y="165"/>
                  </a:cubicBezTo>
                  <a:cubicBezTo>
                    <a:pt x="57" y="165"/>
                    <a:pt x="56" y="164"/>
                    <a:pt x="55" y="163"/>
                  </a:cubicBezTo>
                  <a:cubicBezTo>
                    <a:pt x="49" y="160"/>
                    <a:pt x="49" y="160"/>
                    <a:pt x="49" y="160"/>
                  </a:cubicBezTo>
                  <a:cubicBezTo>
                    <a:pt x="50" y="160"/>
                    <a:pt x="51" y="159"/>
                    <a:pt x="53" y="159"/>
                  </a:cubicBezTo>
                  <a:cubicBezTo>
                    <a:pt x="56" y="159"/>
                    <a:pt x="57" y="161"/>
                    <a:pt x="60" y="161"/>
                  </a:cubicBezTo>
                  <a:cubicBezTo>
                    <a:pt x="62" y="161"/>
                    <a:pt x="62" y="159"/>
                    <a:pt x="66" y="159"/>
                  </a:cubicBezTo>
                  <a:cubicBezTo>
                    <a:pt x="69" y="159"/>
                    <a:pt x="70" y="161"/>
                    <a:pt x="73" y="161"/>
                  </a:cubicBezTo>
                  <a:cubicBezTo>
                    <a:pt x="76" y="161"/>
                    <a:pt x="76" y="159"/>
                    <a:pt x="79" y="159"/>
                  </a:cubicBezTo>
                  <a:cubicBezTo>
                    <a:pt x="82" y="159"/>
                    <a:pt x="82" y="160"/>
                    <a:pt x="84" y="161"/>
                  </a:cubicBezTo>
                  <a:cubicBezTo>
                    <a:pt x="85" y="160"/>
                    <a:pt x="85" y="160"/>
                    <a:pt x="85" y="160"/>
                  </a:cubicBezTo>
                  <a:cubicBezTo>
                    <a:pt x="83" y="160"/>
                    <a:pt x="82" y="158"/>
                    <a:pt x="79" y="158"/>
                  </a:cubicBezTo>
                  <a:cubicBezTo>
                    <a:pt x="76" y="158"/>
                    <a:pt x="76" y="160"/>
                    <a:pt x="73" y="160"/>
                  </a:cubicBezTo>
                  <a:cubicBezTo>
                    <a:pt x="70" y="160"/>
                    <a:pt x="69" y="158"/>
                    <a:pt x="66" y="158"/>
                  </a:cubicBezTo>
                  <a:cubicBezTo>
                    <a:pt x="62" y="158"/>
                    <a:pt x="62" y="160"/>
                    <a:pt x="60" y="160"/>
                  </a:cubicBezTo>
                  <a:cubicBezTo>
                    <a:pt x="57" y="160"/>
                    <a:pt x="56" y="158"/>
                    <a:pt x="53" y="158"/>
                  </a:cubicBezTo>
                  <a:cubicBezTo>
                    <a:pt x="50" y="158"/>
                    <a:pt x="50" y="159"/>
                    <a:pt x="48" y="160"/>
                  </a:cubicBezTo>
                  <a:cubicBezTo>
                    <a:pt x="41" y="155"/>
                    <a:pt x="41" y="155"/>
                    <a:pt x="41" y="155"/>
                  </a:cubicBezTo>
                  <a:cubicBezTo>
                    <a:pt x="42" y="155"/>
                    <a:pt x="42" y="155"/>
                    <a:pt x="42" y="155"/>
                  </a:cubicBezTo>
                  <a:cubicBezTo>
                    <a:pt x="46" y="155"/>
                    <a:pt x="47" y="157"/>
                    <a:pt x="47" y="157"/>
                  </a:cubicBezTo>
                  <a:cubicBezTo>
                    <a:pt x="50" y="157"/>
                    <a:pt x="50" y="155"/>
                    <a:pt x="53" y="155"/>
                  </a:cubicBezTo>
                  <a:cubicBezTo>
                    <a:pt x="56" y="155"/>
                    <a:pt x="57" y="157"/>
                    <a:pt x="60" y="157"/>
                  </a:cubicBezTo>
                  <a:cubicBezTo>
                    <a:pt x="62" y="157"/>
                    <a:pt x="62" y="155"/>
                    <a:pt x="66" y="155"/>
                  </a:cubicBezTo>
                  <a:cubicBezTo>
                    <a:pt x="69" y="155"/>
                    <a:pt x="70" y="157"/>
                    <a:pt x="73" y="157"/>
                  </a:cubicBezTo>
                  <a:cubicBezTo>
                    <a:pt x="76" y="156"/>
                    <a:pt x="76" y="155"/>
                    <a:pt x="79" y="155"/>
                  </a:cubicBezTo>
                  <a:cubicBezTo>
                    <a:pt x="82" y="155"/>
                    <a:pt x="83" y="157"/>
                    <a:pt x="85" y="157"/>
                  </a:cubicBezTo>
                  <a:cubicBezTo>
                    <a:pt x="88" y="157"/>
                    <a:pt x="88" y="155"/>
                    <a:pt x="92" y="155"/>
                  </a:cubicBezTo>
                  <a:cubicBezTo>
                    <a:pt x="92" y="155"/>
                    <a:pt x="92" y="155"/>
                    <a:pt x="92" y="155"/>
                  </a:cubicBezTo>
                  <a:cubicBezTo>
                    <a:pt x="94" y="154"/>
                    <a:pt x="94" y="154"/>
                    <a:pt x="94" y="154"/>
                  </a:cubicBezTo>
                  <a:cubicBezTo>
                    <a:pt x="93" y="154"/>
                    <a:pt x="93" y="154"/>
                    <a:pt x="92" y="154"/>
                  </a:cubicBezTo>
                  <a:cubicBezTo>
                    <a:pt x="88" y="154"/>
                    <a:pt x="88" y="156"/>
                    <a:pt x="85" y="156"/>
                  </a:cubicBezTo>
                  <a:cubicBezTo>
                    <a:pt x="83" y="156"/>
                    <a:pt x="82" y="154"/>
                    <a:pt x="79" y="154"/>
                  </a:cubicBezTo>
                  <a:cubicBezTo>
                    <a:pt x="76" y="154"/>
                    <a:pt x="76" y="156"/>
                    <a:pt x="73" y="156"/>
                  </a:cubicBezTo>
                  <a:cubicBezTo>
                    <a:pt x="70" y="156"/>
                    <a:pt x="69" y="154"/>
                    <a:pt x="66" y="154"/>
                  </a:cubicBezTo>
                  <a:cubicBezTo>
                    <a:pt x="62" y="154"/>
                    <a:pt x="62" y="156"/>
                    <a:pt x="60" y="156"/>
                  </a:cubicBezTo>
                  <a:cubicBezTo>
                    <a:pt x="57" y="156"/>
                    <a:pt x="56" y="154"/>
                    <a:pt x="53" y="154"/>
                  </a:cubicBezTo>
                  <a:cubicBezTo>
                    <a:pt x="50" y="154"/>
                    <a:pt x="50" y="155"/>
                    <a:pt x="47" y="156"/>
                  </a:cubicBezTo>
                  <a:cubicBezTo>
                    <a:pt x="47" y="156"/>
                    <a:pt x="46" y="154"/>
                    <a:pt x="42" y="154"/>
                  </a:cubicBezTo>
                  <a:cubicBezTo>
                    <a:pt x="41" y="154"/>
                    <a:pt x="40" y="154"/>
                    <a:pt x="40" y="154"/>
                  </a:cubicBezTo>
                  <a:cubicBezTo>
                    <a:pt x="37" y="152"/>
                    <a:pt x="37" y="152"/>
                    <a:pt x="37" y="152"/>
                  </a:cubicBezTo>
                  <a:cubicBezTo>
                    <a:pt x="39" y="152"/>
                    <a:pt x="39" y="151"/>
                    <a:pt x="42" y="151"/>
                  </a:cubicBezTo>
                  <a:cubicBezTo>
                    <a:pt x="42" y="151"/>
                    <a:pt x="42" y="151"/>
                    <a:pt x="42" y="151"/>
                  </a:cubicBezTo>
                  <a:cubicBezTo>
                    <a:pt x="41" y="150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2" y="147"/>
                    <a:pt x="44" y="146"/>
                  </a:cubicBezTo>
                  <a:cubicBezTo>
                    <a:pt x="45" y="145"/>
                    <a:pt x="45" y="144"/>
                    <a:pt x="46" y="144"/>
                  </a:cubicBezTo>
                  <a:cubicBezTo>
                    <a:pt x="48" y="142"/>
                    <a:pt x="48" y="142"/>
                    <a:pt x="48" y="142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19" y="135"/>
                    <a:pt x="19" y="135"/>
                    <a:pt x="19" y="135"/>
                  </a:cubicBezTo>
                  <a:cubicBezTo>
                    <a:pt x="39" y="160"/>
                    <a:pt x="67" y="169"/>
                    <a:pt x="67" y="169"/>
                  </a:cubicBezTo>
                  <a:moveTo>
                    <a:pt x="66" y="164"/>
                  </a:moveTo>
                  <a:cubicBezTo>
                    <a:pt x="69" y="164"/>
                    <a:pt x="70" y="166"/>
                    <a:pt x="73" y="166"/>
                  </a:cubicBezTo>
                  <a:cubicBezTo>
                    <a:pt x="67" y="169"/>
                    <a:pt x="67" y="169"/>
                    <a:pt x="67" y="16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2" y="166"/>
                    <a:pt x="62" y="164"/>
                    <a:pt x="66" y="164"/>
                  </a:cubicBezTo>
                  <a:moveTo>
                    <a:pt x="59" y="0"/>
                  </a:moveTo>
                  <a:cubicBezTo>
                    <a:pt x="72" y="0"/>
                    <a:pt x="72" y="0"/>
                    <a:pt x="7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59" y="0"/>
                    <a:pt x="59" y="0"/>
                    <a:pt x="59" y="0"/>
                  </a:cubicBezTo>
                  <a:close/>
                  <a:moveTo>
                    <a:pt x="123" y="35"/>
                  </a:moveTo>
                  <a:cubicBezTo>
                    <a:pt x="123" y="35"/>
                    <a:pt x="123" y="35"/>
                    <a:pt x="123" y="35"/>
                  </a:cubicBezTo>
                  <a:cubicBezTo>
                    <a:pt x="123" y="35"/>
                    <a:pt x="123" y="35"/>
                    <a:pt x="123" y="35"/>
                  </a:cubicBezTo>
                  <a:close/>
                  <a:moveTo>
                    <a:pt x="85" y="142"/>
                  </a:moveTo>
                  <a:cubicBezTo>
                    <a:pt x="85" y="143"/>
                    <a:pt x="85" y="143"/>
                    <a:pt x="85" y="143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8" y="146"/>
                    <a:pt x="88" y="146"/>
                    <a:pt x="88" y="146"/>
                  </a:cubicBezTo>
                  <a:cubicBezTo>
                    <a:pt x="91" y="150"/>
                    <a:pt x="91" y="150"/>
                    <a:pt x="91" y="150"/>
                  </a:cubicBezTo>
                  <a:cubicBezTo>
                    <a:pt x="92" y="150"/>
                    <a:pt x="92" y="150"/>
                    <a:pt x="92" y="150"/>
                  </a:cubicBezTo>
                  <a:cubicBezTo>
                    <a:pt x="91" y="151"/>
                    <a:pt x="91" y="151"/>
                    <a:pt x="91" y="151"/>
                  </a:cubicBezTo>
                  <a:cubicBezTo>
                    <a:pt x="91" y="151"/>
                    <a:pt x="89" y="151"/>
                    <a:pt x="87" y="151"/>
                  </a:cubicBezTo>
                  <a:cubicBezTo>
                    <a:pt x="86" y="152"/>
                    <a:pt x="86" y="152"/>
                    <a:pt x="86" y="152"/>
                  </a:cubicBezTo>
                  <a:cubicBezTo>
                    <a:pt x="85" y="152"/>
                    <a:pt x="84" y="151"/>
                    <a:pt x="83" y="151"/>
                  </a:cubicBezTo>
                  <a:cubicBezTo>
                    <a:pt x="81" y="151"/>
                    <a:pt x="80" y="150"/>
                    <a:pt x="78" y="150"/>
                  </a:cubicBezTo>
                  <a:cubicBezTo>
                    <a:pt x="76" y="150"/>
                    <a:pt x="75" y="151"/>
                    <a:pt x="73" y="152"/>
                  </a:cubicBezTo>
                  <a:cubicBezTo>
                    <a:pt x="72" y="152"/>
                    <a:pt x="72" y="152"/>
                    <a:pt x="72" y="152"/>
                  </a:cubicBezTo>
                  <a:cubicBezTo>
                    <a:pt x="70" y="152"/>
                    <a:pt x="67" y="150"/>
                    <a:pt x="66" y="150"/>
                  </a:cubicBezTo>
                  <a:cubicBezTo>
                    <a:pt x="66" y="150"/>
                    <a:pt x="66" y="150"/>
                    <a:pt x="66" y="150"/>
                  </a:cubicBezTo>
                  <a:cubicBezTo>
                    <a:pt x="64" y="150"/>
                    <a:pt x="61" y="152"/>
                    <a:pt x="60" y="152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59" y="152"/>
                    <a:pt x="58" y="152"/>
                    <a:pt x="57" y="151"/>
                  </a:cubicBezTo>
                  <a:cubicBezTo>
                    <a:pt x="56" y="151"/>
                    <a:pt x="54" y="150"/>
                    <a:pt x="53" y="150"/>
                  </a:cubicBezTo>
                  <a:cubicBezTo>
                    <a:pt x="53" y="150"/>
                    <a:pt x="53" y="150"/>
                    <a:pt x="53" y="150"/>
                  </a:cubicBezTo>
                  <a:cubicBezTo>
                    <a:pt x="52" y="150"/>
                    <a:pt x="50" y="151"/>
                    <a:pt x="49" y="152"/>
                  </a:cubicBezTo>
                  <a:cubicBezTo>
                    <a:pt x="49" y="152"/>
                    <a:pt x="48" y="152"/>
                    <a:pt x="47" y="152"/>
                  </a:cubicBezTo>
                  <a:cubicBezTo>
                    <a:pt x="47" y="153"/>
                    <a:pt x="47" y="153"/>
                    <a:pt x="47" y="153"/>
                  </a:cubicBezTo>
                  <a:cubicBezTo>
                    <a:pt x="50" y="152"/>
                    <a:pt x="50" y="151"/>
                    <a:pt x="53" y="151"/>
                  </a:cubicBezTo>
                  <a:cubicBezTo>
                    <a:pt x="56" y="151"/>
                    <a:pt x="57" y="153"/>
                    <a:pt x="60" y="153"/>
                  </a:cubicBezTo>
                  <a:cubicBezTo>
                    <a:pt x="62" y="153"/>
                    <a:pt x="62" y="151"/>
                    <a:pt x="66" y="151"/>
                  </a:cubicBezTo>
                  <a:cubicBezTo>
                    <a:pt x="69" y="151"/>
                    <a:pt x="70" y="153"/>
                    <a:pt x="73" y="153"/>
                  </a:cubicBezTo>
                  <a:cubicBezTo>
                    <a:pt x="76" y="153"/>
                    <a:pt x="76" y="151"/>
                    <a:pt x="79" y="151"/>
                  </a:cubicBezTo>
                  <a:cubicBezTo>
                    <a:pt x="82" y="151"/>
                    <a:pt x="83" y="153"/>
                    <a:pt x="85" y="153"/>
                  </a:cubicBezTo>
                  <a:cubicBezTo>
                    <a:pt x="88" y="153"/>
                    <a:pt x="88" y="151"/>
                    <a:pt x="92" y="151"/>
                  </a:cubicBezTo>
                  <a:cubicBezTo>
                    <a:pt x="95" y="151"/>
                    <a:pt x="94" y="152"/>
                    <a:pt x="96" y="152"/>
                  </a:cubicBezTo>
                  <a:cubicBezTo>
                    <a:pt x="102" y="148"/>
                    <a:pt x="108" y="142"/>
                    <a:pt x="113" y="136"/>
                  </a:cubicBezTo>
                  <a:cubicBezTo>
                    <a:pt x="84" y="136"/>
                    <a:pt x="84" y="136"/>
                    <a:pt x="84" y="136"/>
                  </a:cubicBezTo>
                  <a:lnTo>
                    <a:pt x="85" y="142"/>
                  </a:lnTo>
                  <a:close/>
                  <a:moveTo>
                    <a:pt x="0" y="82"/>
                  </a:moveTo>
                  <a:cubicBezTo>
                    <a:pt x="0" y="105"/>
                    <a:pt x="9" y="122"/>
                    <a:pt x="19" y="135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0" y="57"/>
                    <a:pt x="40" y="57"/>
                    <a:pt x="40" y="57"/>
                  </a:cubicBezTo>
                  <a:cubicBezTo>
                    <a:pt x="40" y="56"/>
                    <a:pt x="40" y="56"/>
                    <a:pt x="39" y="55"/>
                  </a:cubicBezTo>
                  <a:cubicBezTo>
                    <a:pt x="38" y="55"/>
                    <a:pt x="37" y="54"/>
                    <a:pt x="37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5"/>
                    <a:pt x="34" y="56"/>
                    <a:pt x="34" y="57"/>
                  </a:cubicBezTo>
                  <a:cubicBezTo>
                    <a:pt x="34" y="57"/>
                    <a:pt x="32" y="53"/>
                    <a:pt x="30" y="52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30" y="54"/>
                    <a:pt x="27" y="55"/>
                    <a:pt x="26" y="56"/>
                  </a:cubicBezTo>
                  <a:cubicBezTo>
                    <a:pt x="25" y="57"/>
                    <a:pt x="25" y="58"/>
                    <a:pt x="25" y="58"/>
                  </a:cubicBezTo>
                  <a:cubicBezTo>
                    <a:pt x="26" y="58"/>
                    <a:pt x="32" y="56"/>
                    <a:pt x="32" y="62"/>
                  </a:cubicBezTo>
                  <a:cubicBezTo>
                    <a:pt x="32" y="62"/>
                    <a:pt x="32" y="64"/>
                    <a:pt x="31" y="64"/>
                  </a:cubicBezTo>
                  <a:cubicBezTo>
                    <a:pt x="31" y="64"/>
                    <a:pt x="32" y="65"/>
                    <a:pt x="31" y="66"/>
                  </a:cubicBezTo>
                  <a:cubicBezTo>
                    <a:pt x="30" y="67"/>
                    <a:pt x="28" y="69"/>
                    <a:pt x="27" y="70"/>
                  </a:cubicBezTo>
                  <a:cubicBezTo>
                    <a:pt x="25" y="72"/>
                    <a:pt x="27" y="73"/>
                    <a:pt x="28" y="74"/>
                  </a:cubicBezTo>
                  <a:cubicBezTo>
                    <a:pt x="28" y="75"/>
                    <a:pt x="30" y="77"/>
                    <a:pt x="30" y="78"/>
                  </a:cubicBezTo>
                  <a:cubicBezTo>
                    <a:pt x="32" y="79"/>
                    <a:pt x="32" y="79"/>
                    <a:pt x="32" y="79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6" y="73"/>
                    <a:pt x="36" y="73"/>
                    <a:pt x="36" y="73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6" y="76"/>
                    <a:pt x="36" y="79"/>
                    <a:pt x="35" y="80"/>
                  </a:cubicBezTo>
                  <a:cubicBezTo>
                    <a:pt x="34" y="81"/>
                    <a:pt x="33" y="83"/>
                    <a:pt x="32" y="83"/>
                  </a:cubicBezTo>
                  <a:cubicBezTo>
                    <a:pt x="30" y="83"/>
                    <a:pt x="30" y="83"/>
                    <a:pt x="29" y="82"/>
                  </a:cubicBezTo>
                  <a:cubicBezTo>
                    <a:pt x="29" y="81"/>
                    <a:pt x="28" y="79"/>
                    <a:pt x="28" y="79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3" y="68"/>
                    <a:pt x="22" y="69"/>
                    <a:pt x="21" y="69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8" y="72"/>
                    <a:pt x="18" y="74"/>
                    <a:pt x="18" y="75"/>
                  </a:cubicBezTo>
                  <a:cubicBezTo>
                    <a:pt x="17" y="75"/>
                    <a:pt x="16" y="78"/>
                    <a:pt x="15" y="79"/>
                  </a:cubicBezTo>
                  <a:cubicBezTo>
                    <a:pt x="14" y="80"/>
                    <a:pt x="13" y="81"/>
                    <a:pt x="13" y="82"/>
                  </a:cubicBezTo>
                  <a:cubicBezTo>
                    <a:pt x="13" y="83"/>
                    <a:pt x="13" y="84"/>
                    <a:pt x="13" y="85"/>
                  </a:cubicBezTo>
                  <a:cubicBezTo>
                    <a:pt x="12" y="86"/>
                    <a:pt x="12" y="86"/>
                    <a:pt x="12" y="87"/>
                  </a:cubicBezTo>
                  <a:cubicBezTo>
                    <a:pt x="12" y="88"/>
                    <a:pt x="12" y="89"/>
                    <a:pt x="11" y="91"/>
                  </a:cubicBezTo>
                  <a:cubicBezTo>
                    <a:pt x="10" y="92"/>
                    <a:pt x="10" y="93"/>
                    <a:pt x="10" y="94"/>
                  </a:cubicBezTo>
                  <a:cubicBezTo>
                    <a:pt x="11" y="95"/>
                    <a:pt x="11" y="97"/>
                    <a:pt x="12" y="97"/>
                  </a:cubicBezTo>
                  <a:cubicBezTo>
                    <a:pt x="13" y="97"/>
                    <a:pt x="14" y="96"/>
                    <a:pt x="15" y="96"/>
                  </a:cubicBezTo>
                  <a:cubicBezTo>
                    <a:pt x="16" y="96"/>
                    <a:pt x="17" y="96"/>
                    <a:pt x="17" y="96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9" y="99"/>
                    <a:pt x="19" y="98"/>
                    <a:pt x="18" y="99"/>
                  </a:cubicBezTo>
                  <a:cubicBezTo>
                    <a:pt x="17" y="100"/>
                    <a:pt x="16" y="101"/>
                    <a:pt x="14" y="101"/>
                  </a:cubicBezTo>
                  <a:cubicBezTo>
                    <a:pt x="13" y="101"/>
                    <a:pt x="11" y="101"/>
                    <a:pt x="10" y="101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7" y="96"/>
                    <a:pt x="7" y="96"/>
                    <a:pt x="7" y="96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8" y="89"/>
                    <a:pt x="8" y="88"/>
                    <a:pt x="8" y="87"/>
                  </a:cubicBezTo>
                  <a:cubicBezTo>
                    <a:pt x="8" y="85"/>
                    <a:pt x="7" y="84"/>
                    <a:pt x="7" y="83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7" y="67"/>
                    <a:pt x="3" y="64"/>
                    <a:pt x="3" y="60"/>
                  </a:cubicBezTo>
                  <a:cubicBezTo>
                    <a:pt x="3" y="55"/>
                    <a:pt x="10" y="49"/>
                    <a:pt x="10" y="42"/>
                  </a:cubicBezTo>
                  <a:cubicBezTo>
                    <a:pt x="10" y="41"/>
                    <a:pt x="10" y="39"/>
                    <a:pt x="10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6"/>
                    <a:pt x="6" y="37"/>
                    <a:pt x="6" y="37"/>
                  </a:cubicBezTo>
                  <a:cubicBezTo>
                    <a:pt x="6" y="36"/>
                    <a:pt x="4" y="37"/>
                    <a:pt x="4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4" y="40"/>
                    <a:pt x="8" y="41"/>
                    <a:pt x="7" y="44"/>
                  </a:cubicBezTo>
                  <a:cubicBezTo>
                    <a:pt x="6" y="46"/>
                    <a:pt x="4" y="48"/>
                    <a:pt x="4" y="49"/>
                  </a:cubicBezTo>
                  <a:cubicBezTo>
                    <a:pt x="4" y="50"/>
                    <a:pt x="5" y="52"/>
                    <a:pt x="5" y="52"/>
                  </a:cubicBezTo>
                  <a:cubicBezTo>
                    <a:pt x="6" y="52"/>
                    <a:pt x="1" y="53"/>
                    <a:pt x="2" y="49"/>
                  </a:cubicBezTo>
                  <a:cubicBezTo>
                    <a:pt x="2" y="45"/>
                    <a:pt x="3" y="45"/>
                    <a:pt x="3" y="44"/>
                  </a:cubicBezTo>
                  <a:cubicBezTo>
                    <a:pt x="3" y="43"/>
                    <a:pt x="1" y="42"/>
                    <a:pt x="1" y="39"/>
                  </a:cubicBezTo>
                  <a:cubicBezTo>
                    <a:pt x="2" y="36"/>
                    <a:pt x="4" y="35"/>
                    <a:pt x="6" y="34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7" y="34"/>
                    <a:pt x="5" y="33"/>
                    <a:pt x="4" y="30"/>
                  </a:cubicBezTo>
                  <a:cubicBezTo>
                    <a:pt x="4" y="30"/>
                    <a:pt x="5" y="29"/>
                    <a:pt x="7" y="29"/>
                  </a:cubicBezTo>
                  <a:cubicBezTo>
                    <a:pt x="6" y="29"/>
                    <a:pt x="2" y="24"/>
                    <a:pt x="3" y="22"/>
                  </a:cubicBezTo>
                  <a:cubicBezTo>
                    <a:pt x="3" y="22"/>
                    <a:pt x="6" y="22"/>
                    <a:pt x="7" y="23"/>
                  </a:cubicBezTo>
                  <a:cubicBezTo>
                    <a:pt x="7" y="23"/>
                    <a:pt x="1" y="18"/>
                    <a:pt x="2" y="14"/>
                  </a:cubicBezTo>
                  <a:cubicBezTo>
                    <a:pt x="2" y="14"/>
                    <a:pt x="6" y="17"/>
                    <a:pt x="7" y="17"/>
                  </a:cubicBezTo>
                  <a:cubicBezTo>
                    <a:pt x="7" y="17"/>
                    <a:pt x="0" y="7"/>
                    <a:pt x="4" y="3"/>
                  </a:cubicBezTo>
                  <a:cubicBezTo>
                    <a:pt x="4" y="3"/>
                    <a:pt x="8" y="12"/>
                    <a:pt x="9" y="13"/>
                  </a:cubicBezTo>
                  <a:cubicBezTo>
                    <a:pt x="9" y="13"/>
                    <a:pt x="10" y="12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8"/>
                    <a:pt x="12" y="2"/>
                    <a:pt x="14" y="1"/>
                  </a:cubicBezTo>
                  <a:cubicBezTo>
                    <a:pt x="14" y="1"/>
                    <a:pt x="13" y="11"/>
                    <a:pt x="15" y="13"/>
                  </a:cubicBezTo>
                  <a:cubicBezTo>
                    <a:pt x="15" y="13"/>
                    <a:pt x="15" y="12"/>
                    <a:pt x="16" y="12"/>
                  </a:cubicBezTo>
                  <a:cubicBezTo>
                    <a:pt x="16" y="12"/>
                    <a:pt x="16" y="17"/>
                    <a:pt x="17" y="18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20"/>
                    <a:pt x="20" y="21"/>
                  </a:cubicBezTo>
                  <a:cubicBezTo>
                    <a:pt x="20" y="21"/>
                    <a:pt x="20" y="21"/>
                    <a:pt x="20" y="22"/>
                  </a:cubicBezTo>
                  <a:cubicBezTo>
                    <a:pt x="20" y="19"/>
                    <a:pt x="21" y="18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4"/>
                    <a:pt x="28" y="14"/>
                  </a:cubicBezTo>
                  <a:cubicBezTo>
                    <a:pt x="30" y="14"/>
                    <a:pt x="30" y="16"/>
                    <a:pt x="30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6" y="16"/>
                    <a:pt x="36" y="19"/>
                    <a:pt x="36" y="1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4" y="24"/>
                    <a:pt x="33" y="24"/>
                  </a:cubicBezTo>
                  <a:cubicBezTo>
                    <a:pt x="32" y="24"/>
                    <a:pt x="31" y="23"/>
                    <a:pt x="30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5"/>
                    <a:pt x="29" y="26"/>
                    <a:pt x="30" y="27"/>
                  </a:cubicBezTo>
                  <a:cubicBezTo>
                    <a:pt x="32" y="28"/>
                    <a:pt x="34" y="30"/>
                    <a:pt x="35" y="31"/>
                  </a:cubicBezTo>
                  <a:cubicBezTo>
                    <a:pt x="36" y="32"/>
                    <a:pt x="36" y="34"/>
                    <a:pt x="37" y="35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1"/>
                    <a:pt x="39" y="31"/>
                    <a:pt x="39" y="30"/>
                  </a:cubicBezTo>
                  <a:cubicBezTo>
                    <a:pt x="39" y="29"/>
                    <a:pt x="40" y="27"/>
                    <a:pt x="40" y="27"/>
                  </a:cubicBezTo>
                  <a:cubicBezTo>
                    <a:pt x="40" y="27"/>
                    <a:pt x="42" y="28"/>
                    <a:pt x="41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4" y="25"/>
                    <a:pt x="44" y="23"/>
                    <a:pt x="44" y="21"/>
                  </a:cubicBezTo>
                  <a:cubicBezTo>
                    <a:pt x="44" y="20"/>
                    <a:pt x="44" y="19"/>
                    <a:pt x="43" y="18"/>
                  </a:cubicBezTo>
                  <a:cubicBezTo>
                    <a:pt x="43" y="17"/>
                    <a:pt x="42" y="16"/>
                    <a:pt x="42" y="16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1"/>
                    <a:pt x="46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6" y="11"/>
                    <a:pt x="45" y="12"/>
                    <a:pt x="45" y="1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7" y="12"/>
                    <a:pt x="50" y="13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6"/>
                    <a:pt x="45" y="27"/>
                  </a:cubicBezTo>
                  <a:cubicBezTo>
                    <a:pt x="45" y="28"/>
                    <a:pt x="44" y="29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4" y="31"/>
                    <a:pt x="46" y="31"/>
                    <a:pt x="46" y="35"/>
                  </a:cubicBezTo>
                  <a:cubicBezTo>
                    <a:pt x="46" y="35"/>
                    <a:pt x="45" y="32"/>
                    <a:pt x="43" y="33"/>
                  </a:cubicBezTo>
                  <a:cubicBezTo>
                    <a:pt x="41" y="35"/>
                    <a:pt x="42" y="39"/>
                    <a:pt x="41" y="39"/>
                  </a:cubicBezTo>
                  <a:cubicBezTo>
                    <a:pt x="40" y="39"/>
                    <a:pt x="38" y="40"/>
                    <a:pt x="38" y="41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5" y="46"/>
                    <a:pt x="34" y="48"/>
                    <a:pt x="33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9"/>
                    <a:pt x="35" y="48"/>
                    <a:pt x="37" y="48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7" y="52"/>
                    <a:pt x="38" y="53"/>
                    <a:pt x="39" y="53"/>
                  </a:cubicBezTo>
                  <a:cubicBezTo>
                    <a:pt x="40" y="54"/>
                    <a:pt x="40" y="54"/>
                    <a:pt x="40" y="54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2"/>
                  </a:lnTo>
                  <a:close/>
                  <a:moveTo>
                    <a:pt x="115" y="29"/>
                  </a:moveTo>
                  <a:cubicBezTo>
                    <a:pt x="113" y="29"/>
                    <a:pt x="113" y="27"/>
                    <a:pt x="112" y="27"/>
                  </a:cubicBezTo>
                  <a:cubicBezTo>
                    <a:pt x="112" y="29"/>
                    <a:pt x="111" y="31"/>
                    <a:pt x="111" y="31"/>
                  </a:cubicBezTo>
                  <a:cubicBezTo>
                    <a:pt x="111" y="33"/>
                    <a:pt x="112" y="33"/>
                    <a:pt x="112" y="34"/>
                  </a:cubicBezTo>
                  <a:cubicBezTo>
                    <a:pt x="116" y="33"/>
                    <a:pt x="115" y="29"/>
                    <a:pt x="115" y="29"/>
                  </a:cubicBezTo>
                  <a:moveTo>
                    <a:pt x="20" y="26"/>
                  </a:moveTo>
                  <a:cubicBezTo>
                    <a:pt x="20" y="24"/>
                    <a:pt x="20" y="24"/>
                    <a:pt x="20" y="24"/>
                  </a:cubicBezTo>
                  <a:lnTo>
                    <a:pt x="20" y="26"/>
                  </a:lnTo>
                  <a:close/>
                  <a:moveTo>
                    <a:pt x="12" y="44"/>
                  </a:moveTo>
                  <a:cubicBezTo>
                    <a:pt x="12" y="45"/>
                    <a:pt x="12" y="45"/>
                    <a:pt x="12" y="45"/>
                  </a:cubicBezTo>
                  <a:cubicBezTo>
                    <a:pt x="10" y="53"/>
                    <a:pt x="5" y="54"/>
                    <a:pt x="5" y="60"/>
                  </a:cubicBezTo>
                  <a:cubicBezTo>
                    <a:pt x="5" y="60"/>
                    <a:pt x="6" y="62"/>
                    <a:pt x="7" y="63"/>
                  </a:cubicBezTo>
                  <a:cubicBezTo>
                    <a:pt x="9" y="63"/>
                    <a:pt x="8" y="62"/>
                    <a:pt x="9" y="61"/>
                  </a:cubicBezTo>
                  <a:cubicBezTo>
                    <a:pt x="10" y="59"/>
                    <a:pt x="10" y="58"/>
                    <a:pt x="12" y="56"/>
                  </a:cubicBezTo>
                  <a:cubicBezTo>
                    <a:pt x="14" y="55"/>
                    <a:pt x="16" y="53"/>
                    <a:pt x="17" y="51"/>
                  </a:cubicBezTo>
                  <a:cubicBezTo>
                    <a:pt x="17" y="50"/>
                    <a:pt x="18" y="49"/>
                    <a:pt x="18" y="48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7" y="47"/>
                    <a:pt x="16" y="47"/>
                    <a:pt x="15" y="47"/>
                  </a:cubicBezTo>
                  <a:cubicBezTo>
                    <a:pt x="15" y="47"/>
                    <a:pt x="15" y="45"/>
                    <a:pt x="16" y="43"/>
                  </a:cubicBezTo>
                  <a:cubicBezTo>
                    <a:pt x="16" y="43"/>
                    <a:pt x="15" y="44"/>
                    <a:pt x="12" y="44"/>
                  </a:cubicBezTo>
                  <a:moveTo>
                    <a:pt x="21" y="34"/>
                  </a:moveTo>
                  <a:cubicBezTo>
                    <a:pt x="21" y="33"/>
                    <a:pt x="21" y="33"/>
                    <a:pt x="21" y="31"/>
                  </a:cubicBezTo>
                  <a:cubicBezTo>
                    <a:pt x="21" y="31"/>
                    <a:pt x="21" y="29"/>
                    <a:pt x="20" y="27"/>
                  </a:cubicBezTo>
                  <a:cubicBezTo>
                    <a:pt x="20" y="27"/>
                    <a:pt x="19" y="29"/>
                    <a:pt x="18" y="29"/>
                  </a:cubicBezTo>
                  <a:cubicBezTo>
                    <a:pt x="18" y="29"/>
                    <a:pt x="16" y="33"/>
                    <a:pt x="21" y="34"/>
                  </a:cubicBezTo>
                  <a:moveTo>
                    <a:pt x="9" y="35"/>
                  </a:moveTo>
                  <a:cubicBezTo>
                    <a:pt x="9" y="35"/>
                    <a:pt x="9" y="35"/>
                    <a:pt x="9" y="35"/>
                  </a:cubicBezTo>
                  <a:cubicBezTo>
                    <a:pt x="9" y="35"/>
                    <a:pt x="9" y="35"/>
                    <a:pt x="9" y="35"/>
                  </a:cubicBez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3" y="52"/>
                    <a:pt x="43" y="52"/>
                    <a:pt x="43" y="52"/>
                  </a:cubicBezTo>
                  <a:lnTo>
                    <a:pt x="44" y="50"/>
                  </a:lnTo>
                  <a:close/>
                  <a:moveTo>
                    <a:pt x="45" y="47"/>
                  </a:moveTo>
                  <a:cubicBezTo>
                    <a:pt x="45" y="47"/>
                    <a:pt x="45" y="47"/>
                    <a:pt x="45" y="47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7"/>
                  </a:lnTo>
                  <a:close/>
                  <a:moveTo>
                    <a:pt x="40" y="61"/>
                  </a:moveTo>
                  <a:cubicBezTo>
                    <a:pt x="40" y="62"/>
                    <a:pt x="40" y="62"/>
                    <a:pt x="40" y="62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7"/>
                    <a:pt x="41" y="58"/>
                    <a:pt x="41" y="59"/>
                  </a:cubicBezTo>
                  <a:lnTo>
                    <a:pt x="40" y="61"/>
                  </a:lnTo>
                  <a:close/>
                  <a:moveTo>
                    <a:pt x="72" y="0"/>
                  </a:moveTo>
                  <a:cubicBezTo>
                    <a:pt x="113" y="136"/>
                    <a:pt x="113" y="136"/>
                    <a:pt x="113" y="136"/>
                  </a:cubicBezTo>
                  <a:cubicBezTo>
                    <a:pt x="124" y="123"/>
                    <a:pt x="132" y="105"/>
                    <a:pt x="132" y="82"/>
                  </a:cubicBezTo>
                  <a:cubicBezTo>
                    <a:pt x="132" y="0"/>
                    <a:pt x="132" y="0"/>
                    <a:pt x="132" y="0"/>
                  </a:cubicBezTo>
                  <a:lnTo>
                    <a:pt x="72" y="0"/>
                  </a:lnTo>
                  <a:close/>
                  <a:moveTo>
                    <a:pt x="131" y="49"/>
                  </a:moveTo>
                  <a:cubicBezTo>
                    <a:pt x="132" y="53"/>
                    <a:pt x="127" y="52"/>
                    <a:pt x="127" y="52"/>
                  </a:cubicBezTo>
                  <a:cubicBezTo>
                    <a:pt x="128" y="52"/>
                    <a:pt x="129" y="50"/>
                    <a:pt x="129" y="49"/>
                  </a:cubicBezTo>
                  <a:cubicBezTo>
                    <a:pt x="129" y="48"/>
                    <a:pt x="127" y="46"/>
                    <a:pt x="126" y="44"/>
                  </a:cubicBezTo>
                  <a:cubicBezTo>
                    <a:pt x="125" y="41"/>
                    <a:pt x="128" y="40"/>
                    <a:pt x="128" y="40"/>
                  </a:cubicBezTo>
                  <a:cubicBezTo>
                    <a:pt x="129" y="39"/>
                    <a:pt x="129" y="39"/>
                    <a:pt x="129" y="39"/>
                  </a:cubicBezTo>
                  <a:cubicBezTo>
                    <a:pt x="129" y="37"/>
                    <a:pt x="127" y="36"/>
                    <a:pt x="126" y="37"/>
                  </a:cubicBezTo>
                  <a:cubicBezTo>
                    <a:pt x="126" y="37"/>
                    <a:pt x="125" y="36"/>
                    <a:pt x="124" y="37"/>
                  </a:cubicBezTo>
                  <a:cubicBezTo>
                    <a:pt x="124" y="38"/>
                    <a:pt x="124" y="38"/>
                    <a:pt x="124" y="38"/>
                  </a:cubicBezTo>
                  <a:cubicBezTo>
                    <a:pt x="123" y="39"/>
                    <a:pt x="123" y="39"/>
                    <a:pt x="123" y="39"/>
                  </a:cubicBezTo>
                  <a:cubicBezTo>
                    <a:pt x="123" y="39"/>
                    <a:pt x="123" y="41"/>
                    <a:pt x="123" y="42"/>
                  </a:cubicBezTo>
                  <a:cubicBezTo>
                    <a:pt x="123" y="49"/>
                    <a:pt x="130" y="55"/>
                    <a:pt x="130" y="60"/>
                  </a:cubicBezTo>
                  <a:cubicBezTo>
                    <a:pt x="130" y="64"/>
                    <a:pt x="126" y="67"/>
                    <a:pt x="126" y="67"/>
                  </a:cubicBezTo>
                  <a:cubicBezTo>
                    <a:pt x="127" y="69"/>
                    <a:pt x="127" y="69"/>
                    <a:pt x="127" y="69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5" y="71"/>
                    <a:pt x="125" y="71"/>
                    <a:pt x="125" y="71"/>
                  </a:cubicBezTo>
                  <a:cubicBezTo>
                    <a:pt x="126" y="72"/>
                    <a:pt x="126" y="72"/>
                    <a:pt x="126" y="72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5" y="74"/>
                    <a:pt x="125" y="74"/>
                    <a:pt x="125" y="74"/>
                  </a:cubicBezTo>
                  <a:cubicBezTo>
                    <a:pt x="124" y="74"/>
                    <a:pt x="124" y="74"/>
                    <a:pt x="124" y="74"/>
                  </a:cubicBezTo>
                  <a:cubicBezTo>
                    <a:pt x="125" y="75"/>
                    <a:pt x="125" y="75"/>
                    <a:pt x="125" y="75"/>
                  </a:cubicBezTo>
                  <a:cubicBezTo>
                    <a:pt x="123" y="75"/>
                    <a:pt x="123" y="75"/>
                    <a:pt x="123" y="75"/>
                  </a:cubicBezTo>
                  <a:cubicBezTo>
                    <a:pt x="124" y="78"/>
                    <a:pt x="124" y="78"/>
                    <a:pt x="124" y="78"/>
                  </a:cubicBezTo>
                  <a:cubicBezTo>
                    <a:pt x="123" y="78"/>
                    <a:pt x="123" y="78"/>
                    <a:pt x="123" y="78"/>
                  </a:cubicBezTo>
                  <a:cubicBezTo>
                    <a:pt x="124" y="80"/>
                    <a:pt x="124" y="80"/>
                    <a:pt x="124" y="80"/>
                  </a:cubicBezTo>
                  <a:cubicBezTo>
                    <a:pt x="125" y="83"/>
                    <a:pt x="125" y="83"/>
                    <a:pt x="125" y="83"/>
                  </a:cubicBezTo>
                  <a:cubicBezTo>
                    <a:pt x="125" y="84"/>
                    <a:pt x="125" y="85"/>
                    <a:pt x="125" y="87"/>
                  </a:cubicBezTo>
                  <a:cubicBezTo>
                    <a:pt x="125" y="88"/>
                    <a:pt x="125" y="89"/>
                    <a:pt x="125" y="89"/>
                  </a:cubicBezTo>
                  <a:cubicBezTo>
                    <a:pt x="126" y="94"/>
                    <a:pt x="126" y="94"/>
                    <a:pt x="126" y="94"/>
                  </a:cubicBezTo>
                  <a:cubicBezTo>
                    <a:pt x="125" y="96"/>
                    <a:pt x="125" y="96"/>
                    <a:pt x="125" y="96"/>
                  </a:cubicBezTo>
                  <a:cubicBezTo>
                    <a:pt x="125" y="100"/>
                    <a:pt x="125" y="100"/>
                    <a:pt x="125" y="100"/>
                  </a:cubicBezTo>
                  <a:cubicBezTo>
                    <a:pt x="123" y="101"/>
                    <a:pt x="123" y="101"/>
                    <a:pt x="123" y="101"/>
                  </a:cubicBezTo>
                  <a:cubicBezTo>
                    <a:pt x="122" y="101"/>
                    <a:pt x="120" y="101"/>
                    <a:pt x="118" y="101"/>
                  </a:cubicBezTo>
                  <a:cubicBezTo>
                    <a:pt x="117" y="101"/>
                    <a:pt x="116" y="100"/>
                    <a:pt x="114" y="99"/>
                  </a:cubicBezTo>
                  <a:cubicBezTo>
                    <a:pt x="113" y="98"/>
                    <a:pt x="113" y="99"/>
                    <a:pt x="113" y="98"/>
                  </a:cubicBezTo>
                  <a:cubicBezTo>
                    <a:pt x="115" y="96"/>
                    <a:pt x="115" y="96"/>
                    <a:pt x="115" y="96"/>
                  </a:cubicBezTo>
                  <a:cubicBezTo>
                    <a:pt x="116" y="96"/>
                    <a:pt x="117" y="96"/>
                    <a:pt x="118" y="96"/>
                  </a:cubicBezTo>
                  <a:cubicBezTo>
                    <a:pt x="119" y="96"/>
                    <a:pt x="119" y="97"/>
                    <a:pt x="121" y="97"/>
                  </a:cubicBezTo>
                  <a:cubicBezTo>
                    <a:pt x="122" y="97"/>
                    <a:pt x="122" y="95"/>
                    <a:pt x="122" y="94"/>
                  </a:cubicBezTo>
                  <a:cubicBezTo>
                    <a:pt x="122" y="93"/>
                    <a:pt x="123" y="92"/>
                    <a:pt x="122" y="91"/>
                  </a:cubicBezTo>
                  <a:cubicBezTo>
                    <a:pt x="121" y="89"/>
                    <a:pt x="121" y="88"/>
                    <a:pt x="121" y="87"/>
                  </a:cubicBezTo>
                  <a:cubicBezTo>
                    <a:pt x="121" y="86"/>
                    <a:pt x="121" y="86"/>
                    <a:pt x="120" y="85"/>
                  </a:cubicBezTo>
                  <a:cubicBezTo>
                    <a:pt x="119" y="84"/>
                    <a:pt x="119" y="83"/>
                    <a:pt x="119" y="82"/>
                  </a:cubicBezTo>
                  <a:cubicBezTo>
                    <a:pt x="119" y="81"/>
                    <a:pt x="119" y="80"/>
                    <a:pt x="118" y="79"/>
                  </a:cubicBezTo>
                  <a:cubicBezTo>
                    <a:pt x="117" y="78"/>
                    <a:pt x="116" y="75"/>
                    <a:pt x="115" y="75"/>
                  </a:cubicBezTo>
                  <a:cubicBezTo>
                    <a:pt x="115" y="74"/>
                    <a:pt x="114" y="72"/>
                    <a:pt x="114" y="72"/>
                  </a:cubicBezTo>
                  <a:cubicBezTo>
                    <a:pt x="113" y="70"/>
                    <a:pt x="113" y="70"/>
                    <a:pt x="113" y="70"/>
                  </a:cubicBezTo>
                  <a:cubicBezTo>
                    <a:pt x="111" y="69"/>
                    <a:pt x="111" y="69"/>
                    <a:pt x="111" y="69"/>
                  </a:cubicBezTo>
                  <a:cubicBezTo>
                    <a:pt x="110" y="68"/>
                    <a:pt x="110" y="68"/>
                    <a:pt x="110" y="68"/>
                  </a:cubicBezTo>
                  <a:cubicBezTo>
                    <a:pt x="110" y="69"/>
                    <a:pt x="110" y="69"/>
                    <a:pt x="110" y="69"/>
                  </a:cubicBezTo>
                  <a:cubicBezTo>
                    <a:pt x="110" y="70"/>
                    <a:pt x="110" y="70"/>
                    <a:pt x="110" y="70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11" y="74"/>
                    <a:pt x="111" y="74"/>
                    <a:pt x="111" y="74"/>
                  </a:cubicBezTo>
                  <a:cubicBezTo>
                    <a:pt x="109" y="75"/>
                    <a:pt x="109" y="75"/>
                    <a:pt x="109" y="75"/>
                  </a:cubicBezTo>
                  <a:cubicBezTo>
                    <a:pt x="107" y="77"/>
                    <a:pt x="107" y="77"/>
                    <a:pt x="107" y="77"/>
                  </a:cubicBezTo>
                  <a:cubicBezTo>
                    <a:pt x="106" y="79"/>
                    <a:pt x="106" y="79"/>
                    <a:pt x="106" y="79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105" y="79"/>
                    <a:pt x="104" y="81"/>
                    <a:pt x="103" y="82"/>
                  </a:cubicBezTo>
                  <a:cubicBezTo>
                    <a:pt x="103" y="83"/>
                    <a:pt x="102" y="83"/>
                    <a:pt x="101" y="83"/>
                  </a:cubicBezTo>
                  <a:cubicBezTo>
                    <a:pt x="100" y="83"/>
                    <a:pt x="98" y="81"/>
                    <a:pt x="98" y="80"/>
                  </a:cubicBezTo>
                  <a:cubicBezTo>
                    <a:pt x="97" y="79"/>
                    <a:pt x="96" y="76"/>
                    <a:pt x="96" y="76"/>
                  </a:cubicBezTo>
                  <a:cubicBezTo>
                    <a:pt x="96" y="73"/>
                    <a:pt x="96" y="73"/>
                    <a:pt x="96" y="73"/>
                  </a:cubicBezTo>
                  <a:cubicBezTo>
                    <a:pt x="98" y="74"/>
                    <a:pt x="98" y="74"/>
                    <a:pt x="98" y="74"/>
                  </a:cubicBezTo>
                  <a:cubicBezTo>
                    <a:pt x="99" y="75"/>
                    <a:pt x="99" y="75"/>
                    <a:pt x="99" y="75"/>
                  </a:cubicBezTo>
                  <a:cubicBezTo>
                    <a:pt x="100" y="76"/>
                    <a:pt x="100" y="76"/>
                    <a:pt x="100" y="76"/>
                  </a:cubicBezTo>
                  <a:cubicBezTo>
                    <a:pt x="100" y="78"/>
                    <a:pt x="100" y="78"/>
                    <a:pt x="100" y="78"/>
                  </a:cubicBezTo>
                  <a:cubicBezTo>
                    <a:pt x="101" y="79"/>
                    <a:pt x="101" y="79"/>
                    <a:pt x="101" y="79"/>
                  </a:cubicBezTo>
                  <a:cubicBezTo>
                    <a:pt x="101" y="78"/>
                    <a:pt x="101" y="78"/>
                    <a:pt x="102" y="78"/>
                  </a:cubicBezTo>
                  <a:cubicBezTo>
                    <a:pt x="103" y="77"/>
                    <a:pt x="105" y="75"/>
                    <a:pt x="105" y="74"/>
                  </a:cubicBezTo>
                  <a:cubicBezTo>
                    <a:pt x="106" y="73"/>
                    <a:pt x="107" y="72"/>
                    <a:pt x="106" y="70"/>
                  </a:cubicBezTo>
                  <a:cubicBezTo>
                    <a:pt x="105" y="69"/>
                    <a:pt x="103" y="67"/>
                    <a:pt x="102" y="66"/>
                  </a:cubicBezTo>
                  <a:cubicBezTo>
                    <a:pt x="100" y="65"/>
                    <a:pt x="102" y="64"/>
                    <a:pt x="102" y="64"/>
                  </a:cubicBezTo>
                  <a:cubicBezTo>
                    <a:pt x="100" y="64"/>
                    <a:pt x="100" y="62"/>
                    <a:pt x="100" y="62"/>
                  </a:cubicBezTo>
                  <a:cubicBezTo>
                    <a:pt x="101" y="56"/>
                    <a:pt x="107" y="58"/>
                    <a:pt x="108" y="58"/>
                  </a:cubicBezTo>
                  <a:cubicBezTo>
                    <a:pt x="108" y="58"/>
                    <a:pt x="107" y="57"/>
                    <a:pt x="107" y="56"/>
                  </a:cubicBezTo>
                  <a:cubicBezTo>
                    <a:pt x="106" y="55"/>
                    <a:pt x="103" y="54"/>
                    <a:pt x="103" y="53"/>
                  </a:cubicBezTo>
                  <a:cubicBezTo>
                    <a:pt x="103" y="52"/>
                    <a:pt x="103" y="52"/>
                    <a:pt x="103" y="52"/>
                  </a:cubicBezTo>
                  <a:cubicBezTo>
                    <a:pt x="100" y="53"/>
                    <a:pt x="99" y="57"/>
                    <a:pt x="99" y="57"/>
                  </a:cubicBezTo>
                  <a:cubicBezTo>
                    <a:pt x="98" y="56"/>
                    <a:pt x="98" y="55"/>
                    <a:pt x="98" y="54"/>
                  </a:cubicBezTo>
                  <a:cubicBezTo>
                    <a:pt x="96" y="54"/>
                    <a:pt x="96" y="54"/>
                    <a:pt x="96" y="54"/>
                  </a:cubicBezTo>
                  <a:cubicBezTo>
                    <a:pt x="95" y="54"/>
                    <a:pt x="95" y="55"/>
                    <a:pt x="94" y="55"/>
                  </a:cubicBezTo>
                  <a:cubicBezTo>
                    <a:pt x="93" y="56"/>
                    <a:pt x="93" y="56"/>
                    <a:pt x="92" y="57"/>
                  </a:cubicBezTo>
                  <a:cubicBezTo>
                    <a:pt x="93" y="58"/>
                    <a:pt x="93" y="58"/>
                    <a:pt x="93" y="58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61"/>
                    <a:pt x="94" y="61"/>
                    <a:pt x="94" y="6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93" y="63"/>
                    <a:pt x="93" y="63"/>
                    <a:pt x="93" y="63"/>
                  </a:cubicBezTo>
                  <a:cubicBezTo>
                    <a:pt x="93" y="62"/>
                    <a:pt x="93" y="62"/>
                    <a:pt x="93" y="62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91" y="59"/>
                    <a:pt x="91" y="59"/>
                    <a:pt x="91" y="59"/>
                  </a:cubicBezTo>
                  <a:cubicBezTo>
                    <a:pt x="91" y="58"/>
                    <a:pt x="91" y="57"/>
                    <a:pt x="90" y="56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9" y="46"/>
                    <a:pt x="89" y="46"/>
                    <a:pt x="89" y="46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1" y="53"/>
                    <a:pt x="91" y="53"/>
                    <a:pt x="91" y="53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94" y="53"/>
                    <a:pt x="94" y="53"/>
                    <a:pt x="94" y="53"/>
                  </a:cubicBezTo>
                  <a:cubicBezTo>
                    <a:pt x="94" y="53"/>
                    <a:pt x="96" y="52"/>
                    <a:pt x="97" y="51"/>
                  </a:cubicBezTo>
                  <a:cubicBezTo>
                    <a:pt x="97" y="50"/>
                    <a:pt x="97" y="50"/>
                    <a:pt x="97" y="50"/>
                  </a:cubicBezTo>
                  <a:cubicBezTo>
                    <a:pt x="95" y="48"/>
                    <a:pt x="95" y="48"/>
                    <a:pt x="95" y="48"/>
                  </a:cubicBezTo>
                  <a:cubicBezTo>
                    <a:pt x="98" y="48"/>
                    <a:pt x="99" y="49"/>
                    <a:pt x="99" y="49"/>
                  </a:cubicBezTo>
                  <a:cubicBezTo>
                    <a:pt x="99" y="49"/>
                    <a:pt x="99" y="49"/>
                    <a:pt x="99" y="49"/>
                  </a:cubicBezTo>
                  <a:cubicBezTo>
                    <a:pt x="99" y="48"/>
                    <a:pt x="97" y="46"/>
                    <a:pt x="95" y="43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2" y="39"/>
                    <a:pt x="92" y="39"/>
                  </a:cubicBezTo>
                  <a:cubicBezTo>
                    <a:pt x="91" y="39"/>
                    <a:pt x="92" y="35"/>
                    <a:pt x="90" y="33"/>
                  </a:cubicBezTo>
                  <a:cubicBezTo>
                    <a:pt x="87" y="32"/>
                    <a:pt x="87" y="35"/>
                    <a:pt x="87" y="35"/>
                  </a:cubicBezTo>
                  <a:cubicBezTo>
                    <a:pt x="87" y="31"/>
                    <a:pt x="88" y="31"/>
                    <a:pt x="89" y="31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7" y="26"/>
                    <a:pt x="86" y="25"/>
                    <a:pt x="86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6" y="29"/>
                    <a:pt x="86" y="29"/>
                    <a:pt x="86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5" y="26"/>
                    <a:pt x="85" y="26"/>
                    <a:pt x="85" y="26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85" y="19"/>
                    <a:pt x="85" y="19"/>
                    <a:pt x="85" y="19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5" y="12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8" y="12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8" y="11"/>
                    <a:pt x="88" y="13"/>
                    <a:pt x="88" y="13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90" y="13"/>
                    <a:pt x="90" y="14"/>
                    <a:pt x="90" y="14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1" y="16"/>
                    <a:pt x="90" y="17"/>
                    <a:pt x="89" y="18"/>
                  </a:cubicBezTo>
                  <a:cubicBezTo>
                    <a:pt x="89" y="19"/>
                    <a:pt x="89" y="20"/>
                    <a:pt x="88" y="21"/>
                  </a:cubicBezTo>
                  <a:cubicBezTo>
                    <a:pt x="88" y="23"/>
                    <a:pt x="89" y="25"/>
                    <a:pt x="90" y="27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1" y="30"/>
                    <a:pt x="91" y="30"/>
                    <a:pt x="91" y="30"/>
                  </a:cubicBezTo>
                  <a:cubicBezTo>
                    <a:pt x="91" y="28"/>
                    <a:pt x="93" y="27"/>
                    <a:pt x="93" y="27"/>
                  </a:cubicBezTo>
                  <a:cubicBezTo>
                    <a:pt x="93" y="27"/>
                    <a:pt x="93" y="29"/>
                    <a:pt x="93" y="30"/>
                  </a:cubicBezTo>
                  <a:cubicBezTo>
                    <a:pt x="94" y="31"/>
                    <a:pt x="94" y="31"/>
                    <a:pt x="94" y="32"/>
                  </a:cubicBezTo>
                  <a:cubicBezTo>
                    <a:pt x="96" y="35"/>
                    <a:pt x="96" y="35"/>
                    <a:pt x="96" y="35"/>
                  </a:cubicBezTo>
                  <a:cubicBezTo>
                    <a:pt x="96" y="34"/>
                    <a:pt x="97" y="32"/>
                    <a:pt x="98" y="31"/>
                  </a:cubicBezTo>
                  <a:cubicBezTo>
                    <a:pt x="99" y="30"/>
                    <a:pt x="101" y="28"/>
                    <a:pt x="102" y="27"/>
                  </a:cubicBezTo>
                  <a:cubicBezTo>
                    <a:pt x="103" y="26"/>
                    <a:pt x="105" y="25"/>
                    <a:pt x="105" y="24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2" y="23"/>
                    <a:pt x="102" y="23"/>
                    <a:pt x="102" y="23"/>
                  </a:cubicBezTo>
                  <a:cubicBezTo>
                    <a:pt x="102" y="23"/>
                    <a:pt x="101" y="24"/>
                    <a:pt x="100" y="24"/>
                  </a:cubicBezTo>
                  <a:cubicBezTo>
                    <a:pt x="98" y="24"/>
                    <a:pt x="98" y="23"/>
                    <a:pt x="97" y="23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0" y="21"/>
                    <a:pt x="100" y="21"/>
                    <a:pt x="100" y="21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7" y="19"/>
                    <a:pt x="97" y="19"/>
                    <a:pt x="97" y="19"/>
                  </a:cubicBezTo>
                  <a:cubicBezTo>
                    <a:pt x="97" y="19"/>
                    <a:pt x="97" y="16"/>
                    <a:pt x="99" y="16"/>
                  </a:cubicBezTo>
                  <a:cubicBezTo>
                    <a:pt x="102" y="16"/>
                    <a:pt x="102" y="16"/>
                    <a:pt x="102" y="16"/>
                  </a:cubicBezTo>
                  <a:cubicBezTo>
                    <a:pt x="102" y="16"/>
                    <a:pt x="103" y="14"/>
                    <a:pt x="104" y="14"/>
                  </a:cubicBezTo>
                  <a:cubicBezTo>
                    <a:pt x="105" y="14"/>
                    <a:pt x="106" y="14"/>
                    <a:pt x="107" y="14"/>
                  </a:cubicBezTo>
                  <a:cubicBezTo>
                    <a:pt x="108" y="15"/>
                    <a:pt x="108" y="15"/>
                    <a:pt x="108" y="15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9" y="14"/>
                    <a:pt x="109" y="14"/>
                    <a:pt x="109" y="14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09" y="15"/>
                    <a:pt x="109" y="15"/>
                    <a:pt x="109" y="15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2" y="17"/>
                    <a:pt x="112" y="17"/>
                    <a:pt x="112" y="17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1" y="18"/>
                    <a:pt x="113" y="19"/>
                    <a:pt x="113" y="22"/>
                  </a:cubicBezTo>
                  <a:cubicBezTo>
                    <a:pt x="113" y="21"/>
                    <a:pt x="113" y="21"/>
                    <a:pt x="113" y="21"/>
                  </a:cubicBezTo>
                  <a:cubicBezTo>
                    <a:pt x="114" y="20"/>
                    <a:pt x="115" y="17"/>
                    <a:pt x="115" y="17"/>
                  </a:cubicBezTo>
                  <a:cubicBezTo>
                    <a:pt x="116" y="18"/>
                    <a:pt x="116" y="18"/>
                    <a:pt x="116" y="18"/>
                  </a:cubicBezTo>
                  <a:cubicBezTo>
                    <a:pt x="116" y="17"/>
                    <a:pt x="117" y="12"/>
                    <a:pt x="117" y="12"/>
                  </a:cubicBezTo>
                  <a:cubicBezTo>
                    <a:pt x="118" y="12"/>
                    <a:pt x="118" y="13"/>
                    <a:pt x="118" y="13"/>
                  </a:cubicBezTo>
                  <a:cubicBezTo>
                    <a:pt x="119" y="11"/>
                    <a:pt x="118" y="1"/>
                    <a:pt x="118" y="1"/>
                  </a:cubicBezTo>
                  <a:cubicBezTo>
                    <a:pt x="121" y="2"/>
                    <a:pt x="123" y="8"/>
                    <a:pt x="122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3" y="12"/>
                    <a:pt x="123" y="13"/>
                    <a:pt x="123" y="13"/>
                  </a:cubicBezTo>
                  <a:cubicBezTo>
                    <a:pt x="125" y="12"/>
                    <a:pt x="129" y="3"/>
                    <a:pt x="129" y="3"/>
                  </a:cubicBezTo>
                  <a:cubicBezTo>
                    <a:pt x="133" y="7"/>
                    <a:pt x="126" y="17"/>
                    <a:pt x="126" y="17"/>
                  </a:cubicBezTo>
                  <a:cubicBezTo>
                    <a:pt x="127" y="17"/>
                    <a:pt x="130" y="14"/>
                    <a:pt x="130" y="14"/>
                  </a:cubicBezTo>
                  <a:cubicBezTo>
                    <a:pt x="132" y="18"/>
                    <a:pt x="125" y="23"/>
                    <a:pt x="125" y="23"/>
                  </a:cubicBezTo>
                  <a:cubicBezTo>
                    <a:pt x="127" y="22"/>
                    <a:pt x="130" y="22"/>
                    <a:pt x="130" y="22"/>
                  </a:cubicBezTo>
                  <a:cubicBezTo>
                    <a:pt x="130" y="24"/>
                    <a:pt x="126" y="29"/>
                    <a:pt x="125" y="29"/>
                  </a:cubicBezTo>
                  <a:cubicBezTo>
                    <a:pt x="128" y="29"/>
                    <a:pt x="129" y="30"/>
                    <a:pt x="129" y="30"/>
                  </a:cubicBezTo>
                  <a:cubicBezTo>
                    <a:pt x="128" y="33"/>
                    <a:pt x="126" y="34"/>
                    <a:pt x="124" y="35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9" y="35"/>
                    <a:pt x="131" y="36"/>
                    <a:pt x="131" y="39"/>
                  </a:cubicBezTo>
                  <a:cubicBezTo>
                    <a:pt x="131" y="42"/>
                    <a:pt x="130" y="43"/>
                    <a:pt x="130" y="44"/>
                  </a:cubicBezTo>
                  <a:cubicBezTo>
                    <a:pt x="130" y="45"/>
                    <a:pt x="130" y="45"/>
                    <a:pt x="131" y="4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6" name="Freeform 35">
              <a:extLst>
                <a:ext uri="{FF2B5EF4-FFF2-40B4-BE49-F238E27FC236}">
                  <a16:creationId xmlns:a16="http://schemas.microsoft.com/office/drawing/2014/main" id="{0F7E33DF-DE4C-45D5-821E-C5C6AE765A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0775" y="2614613"/>
              <a:ext cx="103188" cy="122238"/>
            </a:xfrm>
            <a:custGeom>
              <a:avLst/>
              <a:gdLst>
                <a:gd name="T0" fmla="*/ 21 w 48"/>
                <a:gd name="T1" fmla="*/ 19 h 56"/>
                <a:gd name="T2" fmla="*/ 23 w 48"/>
                <a:gd name="T3" fmla="*/ 4 h 56"/>
                <a:gd name="T4" fmla="*/ 19 w 48"/>
                <a:gd name="T5" fmla="*/ 21 h 56"/>
                <a:gd name="T6" fmla="*/ 7 w 48"/>
                <a:gd name="T7" fmla="*/ 22 h 56"/>
                <a:gd name="T8" fmla="*/ 25 w 48"/>
                <a:gd name="T9" fmla="*/ 24 h 56"/>
                <a:gd name="T10" fmla="*/ 42 w 48"/>
                <a:gd name="T11" fmla="*/ 23 h 56"/>
                <a:gd name="T12" fmla="*/ 43 w 48"/>
                <a:gd name="T13" fmla="*/ 23 h 56"/>
                <a:gd name="T14" fmla="*/ 25 w 48"/>
                <a:gd name="T15" fmla="*/ 23 h 56"/>
                <a:gd name="T16" fmla="*/ 31 w 48"/>
                <a:gd name="T17" fmla="*/ 17 h 56"/>
                <a:gd name="T18" fmla="*/ 24 w 48"/>
                <a:gd name="T19" fmla="*/ 22 h 56"/>
                <a:gd name="T20" fmla="*/ 24 w 48"/>
                <a:gd name="T21" fmla="*/ 4 h 56"/>
                <a:gd name="T22" fmla="*/ 24 w 48"/>
                <a:gd name="T23" fmla="*/ 4 h 56"/>
                <a:gd name="T24" fmla="*/ 24 w 48"/>
                <a:gd name="T25" fmla="*/ 22 h 56"/>
                <a:gd name="T26" fmla="*/ 17 w 48"/>
                <a:gd name="T27" fmla="*/ 17 h 56"/>
                <a:gd name="T28" fmla="*/ 23 w 48"/>
                <a:gd name="T29" fmla="*/ 23 h 56"/>
                <a:gd name="T30" fmla="*/ 7 w 48"/>
                <a:gd name="T31" fmla="*/ 23 h 56"/>
                <a:gd name="T32" fmla="*/ 5 w 48"/>
                <a:gd name="T33" fmla="*/ 23 h 56"/>
                <a:gd name="T34" fmla="*/ 6 w 48"/>
                <a:gd name="T35" fmla="*/ 23 h 56"/>
                <a:gd name="T36" fmla="*/ 18 w 48"/>
                <a:gd name="T37" fmla="*/ 28 h 56"/>
                <a:gd name="T38" fmla="*/ 19 w 48"/>
                <a:gd name="T39" fmla="*/ 29 h 56"/>
                <a:gd name="T40" fmla="*/ 24 w 48"/>
                <a:gd name="T41" fmla="*/ 49 h 56"/>
                <a:gd name="T42" fmla="*/ 24 w 48"/>
                <a:gd name="T43" fmla="*/ 50 h 56"/>
                <a:gd name="T44" fmla="*/ 24 w 48"/>
                <a:gd name="T45" fmla="*/ 25 h 56"/>
                <a:gd name="T46" fmla="*/ 29 w 48"/>
                <a:gd name="T47" fmla="*/ 29 h 56"/>
                <a:gd name="T48" fmla="*/ 30 w 48"/>
                <a:gd name="T49" fmla="*/ 28 h 56"/>
                <a:gd name="T50" fmla="*/ 44 w 48"/>
                <a:gd name="T51" fmla="*/ 23 h 56"/>
                <a:gd name="T52" fmla="*/ 26 w 48"/>
                <a:gd name="T53" fmla="*/ 24 h 56"/>
                <a:gd name="T54" fmla="*/ 48 w 48"/>
                <a:gd name="T55" fmla="*/ 23 h 56"/>
                <a:gd name="T56" fmla="*/ 43 w 48"/>
                <a:gd name="T57" fmla="*/ 22 h 56"/>
                <a:gd name="T58" fmla="*/ 44 w 48"/>
                <a:gd name="T59" fmla="*/ 23 h 56"/>
                <a:gd name="T60" fmla="*/ 24 w 48"/>
                <a:gd name="T61" fmla="*/ 50 h 56"/>
                <a:gd name="T62" fmla="*/ 23 w 48"/>
                <a:gd name="T63" fmla="*/ 25 h 56"/>
                <a:gd name="T64" fmla="*/ 24 w 48"/>
                <a:gd name="T65" fmla="*/ 56 h 56"/>
                <a:gd name="T66" fmla="*/ 28 w 48"/>
                <a:gd name="T67" fmla="*/ 29 h 56"/>
                <a:gd name="T68" fmla="*/ 25 w 48"/>
                <a:gd name="T69" fmla="*/ 49 h 56"/>
                <a:gd name="T70" fmla="*/ 6 w 48"/>
                <a:gd name="T71" fmla="*/ 24 h 56"/>
                <a:gd name="T72" fmla="*/ 6 w 48"/>
                <a:gd name="T73" fmla="*/ 22 h 56"/>
                <a:gd name="T74" fmla="*/ 0 w 48"/>
                <a:gd name="T75" fmla="*/ 23 h 56"/>
                <a:gd name="T76" fmla="*/ 22 w 48"/>
                <a:gd name="T77" fmla="*/ 24 h 56"/>
                <a:gd name="T78" fmla="*/ 43 w 48"/>
                <a:gd name="T79" fmla="*/ 22 h 56"/>
                <a:gd name="T80" fmla="*/ 26 w 48"/>
                <a:gd name="T81" fmla="*/ 22 h 56"/>
                <a:gd name="T82" fmla="*/ 25 w 48"/>
                <a:gd name="T83" fmla="*/ 4 h 56"/>
                <a:gd name="T84" fmla="*/ 25 w 48"/>
                <a:gd name="T85" fmla="*/ 21 h 56"/>
                <a:gd name="T86" fmla="*/ 24 w 48"/>
                <a:gd name="T87" fmla="*/ 0 h 56"/>
                <a:gd name="T88" fmla="*/ 23 w 48"/>
                <a:gd name="T89" fmla="*/ 4 h 56"/>
                <a:gd name="T90" fmla="*/ 24 w 48"/>
                <a:gd name="T91" fmla="*/ 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8" h="56">
                  <a:moveTo>
                    <a:pt x="23" y="4"/>
                  </a:moveTo>
                  <a:cubicBezTo>
                    <a:pt x="21" y="19"/>
                    <a:pt x="21" y="19"/>
                    <a:pt x="21" y="19"/>
                  </a:cubicBezTo>
                  <a:cubicBezTo>
                    <a:pt x="23" y="21"/>
                    <a:pt x="23" y="21"/>
                    <a:pt x="23" y="21"/>
                  </a:cubicBezTo>
                  <a:lnTo>
                    <a:pt x="23" y="4"/>
                  </a:lnTo>
                  <a:close/>
                  <a:moveTo>
                    <a:pt x="22" y="22"/>
                  </a:moveTo>
                  <a:cubicBezTo>
                    <a:pt x="19" y="21"/>
                    <a:pt x="19" y="21"/>
                    <a:pt x="19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10" y="22"/>
                    <a:pt x="19" y="22"/>
                    <a:pt x="22" y="22"/>
                  </a:cubicBezTo>
                  <a:moveTo>
                    <a:pt x="25" y="24"/>
                  </a:moveTo>
                  <a:cubicBezTo>
                    <a:pt x="26" y="24"/>
                    <a:pt x="26" y="24"/>
                    <a:pt x="26" y="24"/>
                  </a:cubicBezTo>
                  <a:cubicBezTo>
                    <a:pt x="26" y="24"/>
                    <a:pt x="40" y="23"/>
                    <a:pt x="42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10" y="23"/>
                    <a:pt x="7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8"/>
                    <a:pt x="30" y="28"/>
                    <a:pt x="30" y="28"/>
                  </a:cubicBezTo>
                  <a:lnTo>
                    <a:pt x="25" y="24"/>
                  </a:lnTo>
                  <a:close/>
                  <a:moveTo>
                    <a:pt x="44" y="23"/>
                  </a:moveTo>
                  <a:cubicBezTo>
                    <a:pt x="42" y="24"/>
                    <a:pt x="42" y="24"/>
                    <a:pt x="42" y="24"/>
                  </a:cubicBezTo>
                  <a:cubicBezTo>
                    <a:pt x="41" y="24"/>
                    <a:pt x="29" y="24"/>
                    <a:pt x="26" y="24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3" y="22"/>
                    <a:pt x="43" y="22"/>
                    <a:pt x="43" y="22"/>
                  </a:cubicBezTo>
                  <a:lnTo>
                    <a:pt x="44" y="23"/>
                  </a:lnTo>
                  <a:close/>
                  <a:moveTo>
                    <a:pt x="25" y="49"/>
                  </a:moveTo>
                  <a:cubicBezTo>
                    <a:pt x="25" y="50"/>
                    <a:pt x="25" y="50"/>
                    <a:pt x="24" y="50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5" y="25"/>
                    <a:pt x="25" y="25"/>
                    <a:pt x="25" y="25"/>
                  </a:cubicBezTo>
                  <a:lnTo>
                    <a:pt x="25" y="49"/>
                  </a:lnTo>
                  <a:close/>
                  <a:moveTo>
                    <a:pt x="22" y="24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5" y="24"/>
                    <a:pt x="5" y="2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9" y="26"/>
                    <a:pt x="19" y="26"/>
                    <a:pt x="19" y="26"/>
                  </a:cubicBezTo>
                  <a:lnTo>
                    <a:pt x="22" y="24"/>
                  </a:lnTo>
                  <a:close/>
                  <a:moveTo>
                    <a:pt x="26" y="22"/>
                  </a:moveTo>
                  <a:cubicBezTo>
                    <a:pt x="43" y="22"/>
                    <a:pt x="43" y="22"/>
                    <a:pt x="43" y="22"/>
                  </a:cubicBezTo>
                  <a:cubicBezTo>
                    <a:pt x="28" y="20"/>
                    <a:pt x="28" y="20"/>
                    <a:pt x="28" y="20"/>
                  </a:cubicBezTo>
                  <a:lnTo>
                    <a:pt x="26" y="22"/>
                  </a:lnTo>
                  <a:close/>
                  <a:moveTo>
                    <a:pt x="24" y="4"/>
                  </a:moveTo>
                  <a:cubicBezTo>
                    <a:pt x="25" y="4"/>
                    <a:pt x="25" y="4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lnTo>
                    <a:pt x="2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0" name="Freeform 36">
              <a:extLst>
                <a:ext uri="{FF2B5EF4-FFF2-40B4-BE49-F238E27FC236}">
                  <a16:creationId xmlns:a16="http://schemas.microsoft.com/office/drawing/2014/main" id="{E86E4DC5-E5CD-4A06-A99D-DAE408561F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97600" y="2746375"/>
              <a:ext cx="107950" cy="98425"/>
            </a:xfrm>
            <a:custGeom>
              <a:avLst/>
              <a:gdLst>
                <a:gd name="T0" fmla="*/ 14 w 50"/>
                <a:gd name="T1" fmla="*/ 20 h 45"/>
                <a:gd name="T2" fmla="*/ 15 w 50"/>
                <a:gd name="T3" fmla="*/ 11 h 45"/>
                <a:gd name="T4" fmla="*/ 13 w 50"/>
                <a:gd name="T5" fmla="*/ 27 h 45"/>
                <a:gd name="T6" fmla="*/ 22 w 50"/>
                <a:gd name="T7" fmla="*/ 14 h 45"/>
                <a:gd name="T8" fmla="*/ 37 w 50"/>
                <a:gd name="T9" fmla="*/ 24 h 45"/>
                <a:gd name="T10" fmla="*/ 25 w 50"/>
                <a:gd name="T11" fmla="*/ 24 h 45"/>
                <a:gd name="T12" fmla="*/ 43 w 50"/>
                <a:gd name="T13" fmla="*/ 31 h 45"/>
                <a:gd name="T14" fmla="*/ 25 w 50"/>
                <a:gd name="T15" fmla="*/ 22 h 45"/>
                <a:gd name="T16" fmla="*/ 38 w 50"/>
                <a:gd name="T17" fmla="*/ 3 h 45"/>
                <a:gd name="T18" fmla="*/ 19 w 50"/>
                <a:gd name="T19" fmla="*/ 3 h 45"/>
                <a:gd name="T20" fmla="*/ 40 w 50"/>
                <a:gd name="T21" fmla="*/ 0 h 45"/>
                <a:gd name="T22" fmla="*/ 43 w 50"/>
                <a:gd name="T23" fmla="*/ 39 h 45"/>
                <a:gd name="T24" fmla="*/ 46 w 50"/>
                <a:gd name="T25" fmla="*/ 41 h 45"/>
                <a:gd name="T26" fmla="*/ 47 w 50"/>
                <a:gd name="T27" fmla="*/ 44 h 45"/>
                <a:gd name="T28" fmla="*/ 7 w 50"/>
                <a:gd name="T29" fmla="*/ 39 h 45"/>
                <a:gd name="T30" fmla="*/ 10 w 50"/>
                <a:gd name="T31" fmla="*/ 41 h 45"/>
                <a:gd name="T32" fmla="*/ 14 w 50"/>
                <a:gd name="T33" fmla="*/ 41 h 45"/>
                <a:gd name="T34" fmla="*/ 17 w 50"/>
                <a:gd name="T35" fmla="*/ 43 h 45"/>
                <a:gd name="T36" fmla="*/ 20 w 50"/>
                <a:gd name="T37" fmla="*/ 42 h 45"/>
                <a:gd name="T38" fmla="*/ 18 w 50"/>
                <a:gd name="T39" fmla="*/ 38 h 45"/>
                <a:gd name="T40" fmla="*/ 10 w 50"/>
                <a:gd name="T41" fmla="*/ 38 h 45"/>
                <a:gd name="T42" fmla="*/ 5 w 50"/>
                <a:gd name="T43" fmla="*/ 37 h 45"/>
                <a:gd name="T44" fmla="*/ 32 w 50"/>
                <a:gd name="T45" fmla="*/ 10 h 45"/>
                <a:gd name="T46" fmla="*/ 26 w 50"/>
                <a:gd name="T47" fmla="*/ 17 h 45"/>
                <a:gd name="T48" fmla="*/ 37 w 50"/>
                <a:gd name="T49" fmla="*/ 17 h 45"/>
                <a:gd name="T50" fmla="*/ 33 w 50"/>
                <a:gd name="T51" fmla="*/ 21 h 45"/>
                <a:gd name="T52" fmla="*/ 42 w 50"/>
                <a:gd name="T53" fmla="*/ 43 h 45"/>
                <a:gd name="T54" fmla="*/ 42 w 50"/>
                <a:gd name="T55" fmla="*/ 42 h 45"/>
                <a:gd name="T56" fmla="*/ 38 w 50"/>
                <a:gd name="T57" fmla="*/ 27 h 45"/>
                <a:gd name="T58" fmla="*/ 12 w 50"/>
                <a:gd name="T59" fmla="*/ 24 h 45"/>
                <a:gd name="T60" fmla="*/ 10 w 50"/>
                <a:gd name="T61" fmla="*/ 37 h 45"/>
                <a:gd name="T62" fmla="*/ 18 w 50"/>
                <a:gd name="T63" fmla="*/ 38 h 45"/>
                <a:gd name="T64" fmla="*/ 32 w 50"/>
                <a:gd name="T65" fmla="*/ 38 h 45"/>
                <a:gd name="T66" fmla="*/ 45 w 50"/>
                <a:gd name="T67" fmla="*/ 38 h 45"/>
                <a:gd name="T68" fmla="*/ 43 w 50"/>
                <a:gd name="T69" fmla="*/ 40 h 45"/>
                <a:gd name="T70" fmla="*/ 38 w 50"/>
                <a:gd name="T71" fmla="*/ 39 h 45"/>
                <a:gd name="T72" fmla="*/ 40 w 50"/>
                <a:gd name="T73" fmla="*/ 42 h 45"/>
                <a:gd name="T74" fmla="*/ 42 w 50"/>
                <a:gd name="T75" fmla="*/ 41 h 45"/>
                <a:gd name="T76" fmla="*/ 31 w 50"/>
                <a:gd name="T77" fmla="*/ 40 h 45"/>
                <a:gd name="T78" fmla="*/ 28 w 50"/>
                <a:gd name="T79" fmla="*/ 39 h 45"/>
                <a:gd name="T80" fmla="*/ 23 w 50"/>
                <a:gd name="T81" fmla="*/ 40 h 45"/>
                <a:gd name="T82" fmla="*/ 20 w 50"/>
                <a:gd name="T83" fmla="*/ 41 h 45"/>
                <a:gd name="T84" fmla="*/ 44 w 50"/>
                <a:gd name="T85" fmla="*/ 42 h 45"/>
                <a:gd name="T86" fmla="*/ 41 w 50"/>
                <a:gd name="T87" fmla="*/ 43 h 45"/>
                <a:gd name="T88" fmla="*/ 34 w 50"/>
                <a:gd name="T89" fmla="*/ 43 h 45"/>
                <a:gd name="T90" fmla="*/ 27 w 50"/>
                <a:gd name="T91" fmla="*/ 43 h 45"/>
                <a:gd name="T92" fmla="*/ 46 w 50"/>
                <a:gd name="T93" fmla="*/ 44 h 45"/>
                <a:gd name="T94" fmla="*/ 18 w 50"/>
                <a:gd name="T95" fmla="*/ 44 h 45"/>
                <a:gd name="T96" fmla="*/ 14 w 50"/>
                <a:gd name="T97" fmla="*/ 42 h 45"/>
                <a:gd name="T98" fmla="*/ 11 w 50"/>
                <a:gd name="T99" fmla="*/ 42 h 45"/>
                <a:gd name="T100" fmla="*/ 1 w 50"/>
                <a:gd name="T101" fmla="*/ 44 h 45"/>
                <a:gd name="T102" fmla="*/ 19 w 50"/>
                <a:gd name="T103" fmla="*/ 45 h 45"/>
                <a:gd name="T104" fmla="*/ 38 w 50"/>
                <a:gd name="T105" fmla="*/ 40 h 45"/>
                <a:gd name="T106" fmla="*/ 35 w 50"/>
                <a:gd name="T107" fmla="*/ 40 h 45"/>
                <a:gd name="T108" fmla="*/ 17 w 50"/>
                <a:gd name="T109" fmla="*/ 24 h 45"/>
                <a:gd name="T110" fmla="*/ 36 w 50"/>
                <a:gd name="T111" fmla="*/ 11 h 45"/>
                <a:gd name="T112" fmla="*/ 41 w 50"/>
                <a:gd name="T113" fmla="*/ 24 h 45"/>
                <a:gd name="T114" fmla="*/ 13 w 50"/>
                <a:gd name="T115" fmla="*/ 17 h 45"/>
                <a:gd name="T116" fmla="*/ 11 w 50"/>
                <a:gd name="T117" fmla="*/ 14 h 45"/>
                <a:gd name="T118" fmla="*/ 38 w 50"/>
                <a:gd name="T119" fmla="*/ 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" h="45">
                  <a:moveTo>
                    <a:pt x="20" y="24"/>
                  </a:moveTo>
                  <a:cubicBezTo>
                    <a:pt x="21" y="23"/>
                    <a:pt x="22" y="22"/>
                    <a:pt x="25" y="22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20" y="24"/>
                    <a:pt x="20" y="24"/>
                    <a:pt x="20" y="24"/>
                  </a:cubicBezTo>
                  <a:close/>
                  <a:moveTo>
                    <a:pt x="21" y="17"/>
                  </a:moveTo>
                  <a:cubicBezTo>
                    <a:pt x="14" y="17"/>
                    <a:pt x="14" y="17"/>
                    <a:pt x="14" y="17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21" y="20"/>
                    <a:pt x="21" y="20"/>
                    <a:pt x="21" y="20"/>
                  </a:cubicBezTo>
                  <a:lnTo>
                    <a:pt x="21" y="17"/>
                  </a:lnTo>
                  <a:close/>
                  <a:moveTo>
                    <a:pt x="25" y="15"/>
                  </a:moveTo>
                  <a:cubicBezTo>
                    <a:pt x="18" y="15"/>
                    <a:pt x="18" y="15"/>
                    <a:pt x="18" y="15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25" y="17"/>
                    <a:pt x="25" y="17"/>
                    <a:pt x="25" y="17"/>
                  </a:cubicBezTo>
                  <a:lnTo>
                    <a:pt x="25" y="15"/>
                  </a:lnTo>
                  <a:close/>
                  <a:moveTo>
                    <a:pt x="21" y="11"/>
                  </a:moveTo>
                  <a:cubicBezTo>
                    <a:pt x="15" y="11"/>
                    <a:pt x="15" y="11"/>
                    <a:pt x="15" y="11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21" y="14"/>
                    <a:pt x="21" y="14"/>
                    <a:pt x="21" y="14"/>
                  </a:cubicBezTo>
                  <a:lnTo>
                    <a:pt x="21" y="11"/>
                  </a:lnTo>
                  <a:close/>
                  <a:moveTo>
                    <a:pt x="13" y="27"/>
                  </a:moveTo>
                  <a:cubicBezTo>
                    <a:pt x="19" y="27"/>
                    <a:pt x="19" y="27"/>
                    <a:pt x="19" y="27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13" y="24"/>
                    <a:pt x="13" y="24"/>
                    <a:pt x="13" y="24"/>
                  </a:cubicBezTo>
                  <a:lnTo>
                    <a:pt x="13" y="27"/>
                  </a:lnTo>
                  <a:close/>
                  <a:moveTo>
                    <a:pt x="30" y="30"/>
                  </a:moveTo>
                  <a:cubicBezTo>
                    <a:pt x="34" y="30"/>
                    <a:pt x="34" y="30"/>
                    <a:pt x="34" y="30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0" y="29"/>
                    <a:pt x="30" y="29"/>
                    <a:pt x="30" y="29"/>
                  </a:cubicBezTo>
                  <a:lnTo>
                    <a:pt x="30" y="30"/>
                  </a:lnTo>
                  <a:close/>
                  <a:moveTo>
                    <a:pt x="22" y="14"/>
                  </a:moveTo>
                  <a:cubicBezTo>
                    <a:pt x="28" y="14"/>
                    <a:pt x="28" y="14"/>
                    <a:pt x="28" y="14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2" y="11"/>
                    <a:pt x="22" y="11"/>
                    <a:pt x="22" y="11"/>
                  </a:cubicBezTo>
                  <a:lnTo>
                    <a:pt x="22" y="14"/>
                  </a:lnTo>
                  <a:close/>
                  <a:moveTo>
                    <a:pt x="37" y="24"/>
                  </a:moveTo>
                  <a:cubicBezTo>
                    <a:pt x="31" y="24"/>
                    <a:pt x="31" y="24"/>
                    <a:pt x="31" y="24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7" y="27"/>
                    <a:pt x="37" y="27"/>
                    <a:pt x="37" y="27"/>
                  </a:cubicBezTo>
                  <a:lnTo>
                    <a:pt x="37" y="24"/>
                  </a:lnTo>
                  <a:close/>
                  <a:moveTo>
                    <a:pt x="20" y="29"/>
                  </a:move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20" y="30"/>
                    <a:pt x="20" y="30"/>
                    <a:pt x="20" y="30"/>
                  </a:cubicBezTo>
                  <a:lnTo>
                    <a:pt x="20" y="29"/>
                  </a:lnTo>
                  <a:close/>
                  <a:moveTo>
                    <a:pt x="25" y="24"/>
                  </a:moveTo>
                  <a:cubicBezTo>
                    <a:pt x="21" y="24"/>
                    <a:pt x="21" y="27"/>
                    <a:pt x="21" y="29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0" y="28"/>
                    <a:pt x="29" y="24"/>
                    <a:pt x="25" y="24"/>
                  </a:cubicBezTo>
                  <a:moveTo>
                    <a:pt x="30" y="35"/>
                  </a:moveTo>
                  <a:cubicBezTo>
                    <a:pt x="32" y="35"/>
                    <a:pt x="32" y="35"/>
                    <a:pt x="32" y="35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30" y="31"/>
                    <a:pt x="30" y="31"/>
                    <a:pt x="30" y="31"/>
                  </a:cubicBezTo>
                  <a:lnTo>
                    <a:pt x="30" y="35"/>
                  </a:lnTo>
                  <a:close/>
                  <a:moveTo>
                    <a:pt x="34" y="30"/>
                  </a:moveTo>
                  <a:cubicBezTo>
                    <a:pt x="43" y="30"/>
                    <a:pt x="43" y="30"/>
                    <a:pt x="43" y="30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34" y="27"/>
                    <a:pt x="34" y="27"/>
                    <a:pt x="34" y="27"/>
                  </a:cubicBezTo>
                  <a:lnTo>
                    <a:pt x="34" y="30"/>
                  </a:lnTo>
                  <a:close/>
                  <a:moveTo>
                    <a:pt x="32" y="28"/>
                  </a:moveTo>
                  <a:cubicBezTo>
                    <a:pt x="32" y="27"/>
                    <a:pt x="31" y="22"/>
                    <a:pt x="25" y="22"/>
                  </a:cubicBezTo>
                  <a:cubicBezTo>
                    <a:pt x="20" y="22"/>
                    <a:pt x="19" y="27"/>
                    <a:pt x="19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7"/>
                    <a:pt x="21" y="26"/>
                    <a:pt x="21" y="25"/>
                  </a:cubicBezTo>
                  <a:cubicBezTo>
                    <a:pt x="22" y="24"/>
                    <a:pt x="23" y="23"/>
                    <a:pt x="25" y="23"/>
                  </a:cubicBezTo>
                  <a:cubicBezTo>
                    <a:pt x="30" y="23"/>
                    <a:pt x="30" y="27"/>
                    <a:pt x="30" y="29"/>
                  </a:cubicBezTo>
                  <a:lnTo>
                    <a:pt x="32" y="28"/>
                  </a:lnTo>
                  <a:close/>
                  <a:moveTo>
                    <a:pt x="4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40" y="5"/>
                    <a:pt x="40" y="5"/>
                    <a:pt x="40" y="5"/>
                  </a:cubicBezTo>
                  <a:lnTo>
                    <a:pt x="40" y="0"/>
                  </a:lnTo>
                  <a:close/>
                  <a:moveTo>
                    <a:pt x="47" y="39"/>
                  </a:move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8" y="44"/>
                    <a:pt x="49" y="43"/>
                    <a:pt x="50" y="43"/>
                  </a:cubicBezTo>
                  <a:cubicBezTo>
                    <a:pt x="49" y="42"/>
                    <a:pt x="47" y="39"/>
                    <a:pt x="47" y="39"/>
                  </a:cubicBezTo>
                  <a:moveTo>
                    <a:pt x="6" y="39"/>
                  </a:move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7" y="39"/>
                    <a:pt x="16" y="39"/>
                    <a:pt x="15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8"/>
                    <a:pt x="12" y="38"/>
                    <a:pt x="11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9" y="38"/>
                    <a:pt x="8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4" y="38"/>
                    <a:pt x="3" y="39"/>
                  </a:cubicBezTo>
                  <a:cubicBezTo>
                    <a:pt x="2" y="40"/>
                    <a:pt x="1" y="42"/>
                    <a:pt x="0" y="42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2" y="43"/>
                    <a:pt x="3" y="42"/>
                    <a:pt x="4" y="41"/>
                  </a:cubicBezTo>
                  <a:lnTo>
                    <a:pt x="6" y="39"/>
                  </a:lnTo>
                  <a:close/>
                  <a:moveTo>
                    <a:pt x="26" y="10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26" y="9"/>
                    <a:pt x="26" y="9"/>
                    <a:pt x="26" y="9"/>
                  </a:cubicBezTo>
                  <a:lnTo>
                    <a:pt x="26" y="10"/>
                  </a:lnTo>
                  <a:close/>
                  <a:moveTo>
                    <a:pt x="29" y="14"/>
                  </a:moveTo>
                  <a:cubicBezTo>
                    <a:pt x="36" y="14"/>
                    <a:pt x="36" y="14"/>
                    <a:pt x="36" y="14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29" y="11"/>
                    <a:pt x="29" y="11"/>
                    <a:pt x="29" y="11"/>
                  </a:cubicBezTo>
                  <a:lnTo>
                    <a:pt x="29" y="14"/>
                  </a:lnTo>
                  <a:close/>
                  <a:moveTo>
                    <a:pt x="26" y="17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26" y="15"/>
                    <a:pt x="26" y="15"/>
                    <a:pt x="26" y="15"/>
                  </a:cubicBezTo>
                  <a:lnTo>
                    <a:pt x="26" y="17"/>
                  </a:lnTo>
                  <a:close/>
                  <a:moveTo>
                    <a:pt x="37" y="17"/>
                  </a:moveTo>
                  <a:cubicBezTo>
                    <a:pt x="29" y="17"/>
                    <a:pt x="29" y="17"/>
                    <a:pt x="29" y="17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7" y="20"/>
                    <a:pt x="37" y="20"/>
                    <a:pt x="37" y="20"/>
                  </a:cubicBezTo>
                  <a:lnTo>
                    <a:pt x="37" y="17"/>
                  </a:lnTo>
                  <a:close/>
                  <a:moveTo>
                    <a:pt x="29" y="17"/>
                  </a:moveTo>
                  <a:cubicBezTo>
                    <a:pt x="22" y="17"/>
                    <a:pt x="22" y="17"/>
                    <a:pt x="22" y="17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9" y="20"/>
                    <a:pt x="29" y="20"/>
                    <a:pt x="29" y="20"/>
                  </a:cubicBezTo>
                  <a:lnTo>
                    <a:pt x="29" y="17"/>
                  </a:lnTo>
                  <a:close/>
                  <a:moveTo>
                    <a:pt x="26" y="22"/>
                  </a:moveTo>
                  <a:cubicBezTo>
                    <a:pt x="28" y="22"/>
                    <a:pt x="29" y="23"/>
                    <a:pt x="30" y="24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26" y="21"/>
                    <a:pt x="26" y="21"/>
                    <a:pt x="26" y="21"/>
                  </a:cubicBezTo>
                  <a:lnTo>
                    <a:pt x="26" y="22"/>
                  </a:lnTo>
                  <a:close/>
                  <a:moveTo>
                    <a:pt x="19" y="10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19" y="9"/>
                    <a:pt x="19" y="9"/>
                    <a:pt x="19" y="9"/>
                  </a:cubicBezTo>
                  <a:lnTo>
                    <a:pt x="19" y="10"/>
                  </a:lnTo>
                  <a:close/>
                  <a:moveTo>
                    <a:pt x="42" y="43"/>
                  </a:move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3"/>
                    <a:pt x="42" y="43"/>
                    <a:pt x="42" y="43"/>
                  </a:cubicBezTo>
                  <a:close/>
                  <a:moveTo>
                    <a:pt x="20" y="31"/>
                  </a:moveTo>
                  <a:cubicBezTo>
                    <a:pt x="8" y="31"/>
                    <a:pt x="8" y="31"/>
                    <a:pt x="8" y="31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31"/>
                  </a:lnTo>
                  <a:close/>
                  <a:moveTo>
                    <a:pt x="38" y="27"/>
                  </a:moveTo>
                  <a:cubicBezTo>
                    <a:pt x="42" y="27"/>
                    <a:pt x="42" y="27"/>
                    <a:pt x="42" y="27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38" y="24"/>
                    <a:pt x="38" y="24"/>
                    <a:pt x="38" y="24"/>
                  </a:cubicBezTo>
                  <a:lnTo>
                    <a:pt x="38" y="27"/>
                  </a:lnTo>
                  <a:close/>
                  <a:moveTo>
                    <a:pt x="12" y="24"/>
                  </a:moveTo>
                  <a:cubicBezTo>
                    <a:pt x="9" y="24"/>
                    <a:pt x="9" y="24"/>
                    <a:pt x="9" y="24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12" y="27"/>
                    <a:pt x="12" y="27"/>
                    <a:pt x="12" y="27"/>
                  </a:cubicBezTo>
                  <a:lnTo>
                    <a:pt x="12" y="24"/>
                  </a:lnTo>
                  <a:close/>
                  <a:moveTo>
                    <a:pt x="16" y="27"/>
                  </a:moveTo>
                  <a:cubicBezTo>
                    <a:pt x="9" y="27"/>
                    <a:pt x="9" y="27"/>
                    <a:pt x="9" y="27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16" y="30"/>
                    <a:pt x="16" y="30"/>
                    <a:pt x="16" y="30"/>
                  </a:cubicBezTo>
                  <a:lnTo>
                    <a:pt x="16" y="27"/>
                  </a:lnTo>
                  <a:close/>
                  <a:moveTo>
                    <a:pt x="7" y="37"/>
                  </a:move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8" y="37"/>
                    <a:pt x="9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3" y="38"/>
                    <a:pt x="14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6" y="38"/>
                    <a:pt x="17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2" y="38"/>
                    <a:pt x="24" y="38"/>
                    <a:pt x="27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9" y="38"/>
                    <a:pt x="30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lnTo>
                    <a:pt x="7" y="37"/>
                  </a:lnTo>
                  <a:close/>
                  <a:moveTo>
                    <a:pt x="43" y="40"/>
                  </a:moveTo>
                  <a:cubicBezTo>
                    <a:pt x="42" y="39"/>
                    <a:pt x="42" y="39"/>
                    <a:pt x="42" y="39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0"/>
                    <a:pt x="43" y="40"/>
                    <a:pt x="43" y="40"/>
                  </a:cubicBezTo>
                  <a:close/>
                  <a:moveTo>
                    <a:pt x="29" y="40"/>
                  </a:move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1"/>
                    <a:pt x="33" y="43"/>
                    <a:pt x="34" y="43"/>
                  </a:cubicBezTo>
                  <a:cubicBezTo>
                    <a:pt x="34" y="42"/>
                    <a:pt x="34" y="41"/>
                    <a:pt x="34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0" y="39"/>
                    <a:pt x="29" y="39"/>
                    <a:pt x="28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3" y="38"/>
                    <a:pt x="22" y="38"/>
                    <a:pt x="21" y="38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4" y="42"/>
                    <a:pt x="26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42"/>
                    <a:pt x="28" y="41"/>
                    <a:pt x="29" y="40"/>
                  </a:cubicBezTo>
                  <a:moveTo>
                    <a:pt x="46" y="42"/>
                  </a:moveTo>
                  <a:cubicBezTo>
                    <a:pt x="46" y="42"/>
                    <a:pt x="46" y="42"/>
                    <a:pt x="46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2"/>
                    <a:pt x="43" y="43"/>
                    <a:pt x="43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1"/>
                    <a:pt x="35" y="42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2" y="43"/>
                    <a:pt x="31" y="41"/>
                    <a:pt x="31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7" y="43"/>
                    <a:pt x="30" y="44"/>
                    <a:pt x="31" y="44"/>
                  </a:cubicBezTo>
                  <a:cubicBezTo>
                    <a:pt x="34" y="44"/>
                    <a:pt x="35" y="43"/>
                    <a:pt x="37" y="43"/>
                  </a:cubicBezTo>
                  <a:cubicBezTo>
                    <a:pt x="39" y="43"/>
                    <a:pt x="40" y="43"/>
                    <a:pt x="42" y="44"/>
                  </a:cubicBezTo>
                  <a:cubicBezTo>
                    <a:pt x="43" y="44"/>
                    <a:pt x="44" y="44"/>
                    <a:pt x="45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lnTo>
                    <a:pt x="46" y="42"/>
                  </a:lnTo>
                  <a:close/>
                  <a:moveTo>
                    <a:pt x="22" y="42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5" y="43"/>
                    <a:pt x="5" y="43"/>
                    <a:pt x="4" y="42"/>
                  </a:cubicBezTo>
                  <a:cubicBezTo>
                    <a:pt x="4" y="42"/>
                    <a:pt x="3" y="43"/>
                    <a:pt x="1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3" y="44"/>
                    <a:pt x="3" y="44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7" y="45"/>
                    <a:pt x="8" y="44"/>
                    <a:pt x="8" y="44"/>
                  </a:cubicBezTo>
                  <a:cubicBezTo>
                    <a:pt x="9" y="44"/>
                    <a:pt x="11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5" y="43"/>
                    <a:pt x="16" y="44"/>
                  </a:cubicBezTo>
                  <a:cubicBezTo>
                    <a:pt x="17" y="44"/>
                    <a:pt x="18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0" y="45"/>
                    <a:pt x="22" y="43"/>
                    <a:pt x="24" y="43"/>
                  </a:cubicBezTo>
                  <a:lnTo>
                    <a:pt x="22" y="42"/>
                  </a:lnTo>
                  <a:close/>
                  <a:moveTo>
                    <a:pt x="37" y="42"/>
                  </a:move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7" y="42"/>
                  </a:lnTo>
                  <a:close/>
                  <a:moveTo>
                    <a:pt x="17" y="21"/>
                  </a:moveTo>
                  <a:cubicBezTo>
                    <a:pt x="10" y="21"/>
                    <a:pt x="10" y="21"/>
                    <a:pt x="10" y="21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7" y="24"/>
                    <a:pt x="17" y="24"/>
                    <a:pt x="17" y="24"/>
                  </a:cubicBezTo>
                  <a:lnTo>
                    <a:pt x="17" y="21"/>
                  </a:lnTo>
                  <a:close/>
                  <a:moveTo>
                    <a:pt x="32" y="9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8" y="9"/>
                    <a:pt x="38" y="9"/>
                    <a:pt x="38" y="9"/>
                  </a:cubicBezTo>
                  <a:lnTo>
                    <a:pt x="32" y="9"/>
                  </a:lnTo>
                  <a:close/>
                  <a:moveTo>
                    <a:pt x="39" y="14"/>
                  </a:moveTo>
                  <a:cubicBezTo>
                    <a:pt x="39" y="11"/>
                    <a:pt x="39" y="11"/>
                    <a:pt x="39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4"/>
                    <a:pt x="36" y="14"/>
                    <a:pt x="36" y="14"/>
                  </a:cubicBezTo>
                  <a:lnTo>
                    <a:pt x="39" y="14"/>
                  </a:lnTo>
                  <a:close/>
                  <a:moveTo>
                    <a:pt x="40" y="15"/>
                  </a:moveTo>
                  <a:cubicBezTo>
                    <a:pt x="33" y="15"/>
                    <a:pt x="33" y="15"/>
                    <a:pt x="33" y="15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40" y="15"/>
                  </a:lnTo>
                  <a:close/>
                  <a:moveTo>
                    <a:pt x="34" y="24"/>
                  </a:moveTo>
                  <a:cubicBezTo>
                    <a:pt x="41" y="24"/>
                    <a:pt x="41" y="24"/>
                    <a:pt x="41" y="24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34" y="21"/>
                    <a:pt x="34" y="21"/>
                    <a:pt x="34" y="21"/>
                  </a:cubicBezTo>
                  <a:lnTo>
                    <a:pt x="34" y="24"/>
                  </a:lnTo>
                  <a:close/>
                  <a:moveTo>
                    <a:pt x="37" y="17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41" y="20"/>
                    <a:pt x="41" y="20"/>
                    <a:pt x="41" y="20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37" y="17"/>
                  </a:lnTo>
                  <a:close/>
                  <a:moveTo>
                    <a:pt x="13" y="17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3" y="20"/>
                    <a:pt x="13" y="20"/>
                    <a:pt x="13" y="20"/>
                  </a:cubicBezTo>
                  <a:lnTo>
                    <a:pt x="13" y="17"/>
                  </a:lnTo>
                  <a:close/>
                  <a:moveTo>
                    <a:pt x="11" y="14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2" y="11"/>
                    <a:pt x="12" y="11"/>
                    <a:pt x="12" y="11"/>
                  </a:cubicBezTo>
                  <a:lnTo>
                    <a:pt x="11" y="14"/>
                  </a:lnTo>
                  <a:close/>
                  <a:moveTo>
                    <a:pt x="18" y="15"/>
                  </a:moveTo>
                  <a:cubicBezTo>
                    <a:pt x="11" y="15"/>
                    <a:pt x="11" y="15"/>
                    <a:pt x="11" y="15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8" y="15"/>
                  </a:lnTo>
                  <a:close/>
                  <a:moveTo>
                    <a:pt x="10" y="6"/>
                  </a:moveTo>
                  <a:cubicBezTo>
                    <a:pt x="12" y="8"/>
                    <a:pt x="12" y="8"/>
                    <a:pt x="12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0" y="6"/>
                    <a:pt x="40" y="6"/>
                    <a:pt x="40" y="6"/>
                  </a:cubicBezTo>
                  <a:lnTo>
                    <a:pt x="10" y="6"/>
                  </a:lnTo>
                  <a:close/>
                  <a:moveTo>
                    <a:pt x="18" y="9"/>
                  </a:moveTo>
                  <a:cubicBezTo>
                    <a:pt x="12" y="9"/>
                    <a:pt x="12" y="9"/>
                    <a:pt x="12" y="9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8" y="10"/>
                    <a:pt x="18" y="10"/>
                    <a:pt x="18" y="10"/>
                  </a:cubicBezTo>
                  <a:lnTo>
                    <a:pt x="1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71" name="Grupo 170">
            <a:extLst>
              <a:ext uri="{FF2B5EF4-FFF2-40B4-BE49-F238E27FC236}">
                <a16:creationId xmlns:a16="http://schemas.microsoft.com/office/drawing/2014/main" id="{691E41E7-7A24-46C3-9D1F-1F7B928CC969}"/>
              </a:ext>
            </a:extLst>
          </p:cNvPr>
          <p:cNvGrpSpPr/>
          <p:nvPr userDrawn="1"/>
        </p:nvGrpSpPr>
        <p:grpSpPr>
          <a:xfrm>
            <a:off x="9269672" y="352811"/>
            <a:ext cx="1108652" cy="538385"/>
            <a:chOff x="3838575" y="2246313"/>
            <a:chExt cx="1931988" cy="938213"/>
          </a:xfrm>
        </p:grpSpPr>
        <p:sp>
          <p:nvSpPr>
            <p:cNvPr id="172" name="Rectangle 5">
              <a:extLst>
                <a:ext uri="{FF2B5EF4-FFF2-40B4-BE49-F238E27FC236}">
                  <a16:creationId xmlns:a16="http://schemas.microsoft.com/office/drawing/2014/main" id="{98A30CFF-8288-4235-86D8-35E89A6B8B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575" y="2246313"/>
              <a:ext cx="1931988" cy="938213"/>
            </a:xfrm>
            <a:prstGeom prst="rect">
              <a:avLst/>
            </a:prstGeom>
            <a:solidFill>
              <a:srgbClr val="00B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3" name="Freeform 37">
              <a:extLst>
                <a:ext uri="{FF2B5EF4-FFF2-40B4-BE49-F238E27FC236}">
                  <a16:creationId xmlns:a16="http://schemas.microsoft.com/office/drawing/2014/main" id="{F5377FCD-72EE-4881-B934-191CFCADD7D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727325"/>
              <a:ext cx="1668463" cy="123825"/>
            </a:xfrm>
            <a:custGeom>
              <a:avLst/>
              <a:gdLst>
                <a:gd name="T0" fmla="*/ 768 w 770"/>
                <a:gd name="T1" fmla="*/ 17 h 57"/>
                <a:gd name="T2" fmla="*/ 743 w 770"/>
                <a:gd name="T3" fmla="*/ 44 h 57"/>
                <a:gd name="T4" fmla="*/ 715 w 770"/>
                <a:gd name="T5" fmla="*/ 22 h 57"/>
                <a:gd name="T6" fmla="*/ 720 w 770"/>
                <a:gd name="T7" fmla="*/ 17 h 57"/>
                <a:gd name="T8" fmla="*/ 704 w 770"/>
                <a:gd name="T9" fmla="*/ 51 h 57"/>
                <a:gd name="T10" fmla="*/ 689 w 770"/>
                <a:gd name="T11" fmla="*/ 56 h 57"/>
                <a:gd name="T12" fmla="*/ 669 w 770"/>
                <a:gd name="T13" fmla="*/ 20 h 57"/>
                <a:gd name="T14" fmla="*/ 662 w 770"/>
                <a:gd name="T15" fmla="*/ 48 h 57"/>
                <a:gd name="T16" fmla="*/ 662 w 770"/>
                <a:gd name="T17" fmla="*/ 17 h 57"/>
                <a:gd name="T18" fmla="*/ 607 w 770"/>
                <a:gd name="T19" fmla="*/ 17 h 57"/>
                <a:gd name="T20" fmla="*/ 593 w 770"/>
                <a:gd name="T21" fmla="*/ 17 h 57"/>
                <a:gd name="T22" fmla="*/ 597 w 770"/>
                <a:gd name="T23" fmla="*/ 56 h 57"/>
                <a:gd name="T24" fmla="*/ 610 w 770"/>
                <a:gd name="T25" fmla="*/ 56 h 57"/>
                <a:gd name="T26" fmla="*/ 563 w 770"/>
                <a:gd name="T27" fmla="*/ 51 h 57"/>
                <a:gd name="T28" fmla="*/ 560 w 770"/>
                <a:gd name="T29" fmla="*/ 29 h 57"/>
                <a:gd name="T30" fmla="*/ 568 w 770"/>
                <a:gd name="T31" fmla="*/ 17 h 57"/>
                <a:gd name="T32" fmla="*/ 569 w 770"/>
                <a:gd name="T33" fmla="*/ 56 h 57"/>
                <a:gd name="T34" fmla="*/ 511 w 770"/>
                <a:gd name="T35" fmla="*/ 17 h 57"/>
                <a:gd name="T36" fmla="*/ 504 w 770"/>
                <a:gd name="T37" fmla="*/ 54 h 57"/>
                <a:gd name="T38" fmla="*/ 504 w 770"/>
                <a:gd name="T39" fmla="*/ 29 h 57"/>
                <a:gd name="T40" fmla="*/ 453 w 770"/>
                <a:gd name="T41" fmla="*/ 17 h 57"/>
                <a:gd name="T42" fmla="*/ 430 w 770"/>
                <a:gd name="T43" fmla="*/ 17 h 57"/>
                <a:gd name="T44" fmla="*/ 422 w 770"/>
                <a:gd name="T45" fmla="*/ 56 h 57"/>
                <a:gd name="T46" fmla="*/ 379 w 770"/>
                <a:gd name="T47" fmla="*/ 41 h 57"/>
                <a:gd name="T48" fmla="*/ 395 w 770"/>
                <a:gd name="T49" fmla="*/ 56 h 57"/>
                <a:gd name="T50" fmla="*/ 350 w 770"/>
                <a:gd name="T51" fmla="*/ 56 h 57"/>
                <a:gd name="T52" fmla="*/ 377 w 770"/>
                <a:gd name="T53" fmla="*/ 52 h 57"/>
                <a:gd name="T54" fmla="*/ 347 w 770"/>
                <a:gd name="T55" fmla="*/ 20 h 57"/>
                <a:gd name="T56" fmla="*/ 327 w 770"/>
                <a:gd name="T57" fmla="*/ 56 h 57"/>
                <a:gd name="T58" fmla="*/ 310 w 770"/>
                <a:gd name="T59" fmla="*/ 28 h 57"/>
                <a:gd name="T60" fmla="*/ 320 w 770"/>
                <a:gd name="T61" fmla="*/ 52 h 57"/>
                <a:gd name="T62" fmla="*/ 284 w 770"/>
                <a:gd name="T63" fmla="*/ 17 h 57"/>
                <a:gd name="T64" fmla="*/ 303 w 770"/>
                <a:gd name="T65" fmla="*/ 52 h 57"/>
                <a:gd name="T66" fmla="*/ 275 w 770"/>
                <a:gd name="T67" fmla="*/ 45 h 57"/>
                <a:gd name="T68" fmla="*/ 271 w 770"/>
                <a:gd name="T69" fmla="*/ 42 h 57"/>
                <a:gd name="T70" fmla="*/ 270 w 770"/>
                <a:gd name="T71" fmla="*/ 27 h 57"/>
                <a:gd name="T72" fmla="*/ 245 w 770"/>
                <a:gd name="T73" fmla="*/ 52 h 57"/>
                <a:gd name="T74" fmla="*/ 238 w 770"/>
                <a:gd name="T75" fmla="*/ 20 h 57"/>
                <a:gd name="T76" fmla="*/ 218 w 770"/>
                <a:gd name="T77" fmla="*/ 56 h 57"/>
                <a:gd name="T78" fmla="*/ 199 w 770"/>
                <a:gd name="T79" fmla="*/ 35 h 57"/>
                <a:gd name="T80" fmla="*/ 171 w 770"/>
                <a:gd name="T81" fmla="*/ 21 h 57"/>
                <a:gd name="T82" fmla="*/ 177 w 770"/>
                <a:gd name="T83" fmla="*/ 34 h 57"/>
                <a:gd name="T84" fmla="*/ 211 w 770"/>
                <a:gd name="T85" fmla="*/ 20 h 57"/>
                <a:gd name="T86" fmla="*/ 145 w 770"/>
                <a:gd name="T87" fmla="*/ 38 h 57"/>
                <a:gd name="T88" fmla="*/ 138 w 770"/>
                <a:gd name="T89" fmla="*/ 21 h 57"/>
                <a:gd name="T90" fmla="*/ 131 w 770"/>
                <a:gd name="T91" fmla="*/ 21 h 57"/>
                <a:gd name="T92" fmla="*/ 102 w 770"/>
                <a:gd name="T93" fmla="*/ 35 h 57"/>
                <a:gd name="T94" fmla="*/ 108 w 770"/>
                <a:gd name="T95" fmla="*/ 22 h 57"/>
                <a:gd name="T96" fmla="*/ 115 w 770"/>
                <a:gd name="T97" fmla="*/ 54 h 57"/>
                <a:gd name="T98" fmla="*/ 62 w 770"/>
                <a:gd name="T99" fmla="*/ 21 h 57"/>
                <a:gd name="T100" fmla="*/ 27 w 770"/>
                <a:gd name="T101" fmla="*/ 20 h 57"/>
                <a:gd name="T102" fmla="*/ 40 w 770"/>
                <a:gd name="T103" fmla="*/ 51 h 57"/>
                <a:gd name="T104" fmla="*/ 69 w 770"/>
                <a:gd name="T105" fmla="*/ 21 h 57"/>
                <a:gd name="T106" fmla="*/ 20 w 770"/>
                <a:gd name="T107" fmla="*/ 17 h 57"/>
                <a:gd name="T108" fmla="*/ 20 w 770"/>
                <a:gd name="T109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70" h="57">
                  <a:moveTo>
                    <a:pt x="770" y="44"/>
                  </a:moveTo>
                  <a:cubicBezTo>
                    <a:pt x="770" y="31"/>
                    <a:pt x="750" y="35"/>
                    <a:pt x="750" y="27"/>
                  </a:cubicBezTo>
                  <a:cubicBezTo>
                    <a:pt x="750" y="23"/>
                    <a:pt x="752" y="21"/>
                    <a:pt x="758" y="21"/>
                  </a:cubicBezTo>
                  <a:cubicBezTo>
                    <a:pt x="759" y="21"/>
                    <a:pt x="761" y="21"/>
                    <a:pt x="762" y="21"/>
                  </a:cubicBezTo>
                  <a:cubicBezTo>
                    <a:pt x="763" y="23"/>
                    <a:pt x="763" y="25"/>
                    <a:pt x="763" y="28"/>
                  </a:cubicBezTo>
                  <a:cubicBezTo>
                    <a:pt x="768" y="28"/>
                    <a:pt x="768" y="28"/>
                    <a:pt x="768" y="28"/>
                  </a:cubicBezTo>
                  <a:cubicBezTo>
                    <a:pt x="768" y="17"/>
                    <a:pt x="768" y="17"/>
                    <a:pt x="768" y="17"/>
                  </a:cubicBezTo>
                  <a:cubicBezTo>
                    <a:pt x="765" y="16"/>
                    <a:pt x="761" y="16"/>
                    <a:pt x="758" y="16"/>
                  </a:cubicBezTo>
                  <a:cubicBezTo>
                    <a:pt x="748" y="16"/>
                    <a:pt x="742" y="21"/>
                    <a:pt x="742" y="28"/>
                  </a:cubicBezTo>
                  <a:cubicBezTo>
                    <a:pt x="742" y="40"/>
                    <a:pt x="763" y="36"/>
                    <a:pt x="763" y="45"/>
                  </a:cubicBezTo>
                  <a:cubicBezTo>
                    <a:pt x="763" y="50"/>
                    <a:pt x="758" y="51"/>
                    <a:pt x="754" y="51"/>
                  </a:cubicBezTo>
                  <a:cubicBezTo>
                    <a:pt x="752" y="51"/>
                    <a:pt x="750" y="51"/>
                    <a:pt x="749" y="51"/>
                  </a:cubicBezTo>
                  <a:cubicBezTo>
                    <a:pt x="748" y="49"/>
                    <a:pt x="748" y="47"/>
                    <a:pt x="748" y="44"/>
                  </a:cubicBezTo>
                  <a:cubicBezTo>
                    <a:pt x="743" y="44"/>
                    <a:pt x="743" y="44"/>
                    <a:pt x="743" y="44"/>
                  </a:cubicBezTo>
                  <a:cubicBezTo>
                    <a:pt x="743" y="55"/>
                    <a:pt x="743" y="55"/>
                    <a:pt x="743" y="55"/>
                  </a:cubicBezTo>
                  <a:cubicBezTo>
                    <a:pt x="746" y="56"/>
                    <a:pt x="750" y="57"/>
                    <a:pt x="753" y="57"/>
                  </a:cubicBezTo>
                  <a:cubicBezTo>
                    <a:pt x="763" y="57"/>
                    <a:pt x="770" y="52"/>
                    <a:pt x="770" y="44"/>
                  </a:cubicBezTo>
                  <a:moveTo>
                    <a:pt x="722" y="41"/>
                  </a:moveTo>
                  <a:cubicBezTo>
                    <a:pt x="708" y="41"/>
                    <a:pt x="708" y="41"/>
                    <a:pt x="708" y="41"/>
                  </a:cubicBezTo>
                  <a:cubicBezTo>
                    <a:pt x="713" y="29"/>
                    <a:pt x="713" y="29"/>
                    <a:pt x="713" y="29"/>
                  </a:cubicBezTo>
                  <a:cubicBezTo>
                    <a:pt x="713" y="27"/>
                    <a:pt x="714" y="24"/>
                    <a:pt x="715" y="22"/>
                  </a:cubicBezTo>
                  <a:cubicBezTo>
                    <a:pt x="715" y="22"/>
                    <a:pt x="715" y="22"/>
                    <a:pt x="715" y="22"/>
                  </a:cubicBezTo>
                  <a:cubicBezTo>
                    <a:pt x="715" y="24"/>
                    <a:pt x="716" y="27"/>
                    <a:pt x="717" y="29"/>
                  </a:cubicBezTo>
                  <a:lnTo>
                    <a:pt x="722" y="41"/>
                  </a:lnTo>
                  <a:close/>
                  <a:moveTo>
                    <a:pt x="737" y="56"/>
                  </a:moveTo>
                  <a:cubicBezTo>
                    <a:pt x="737" y="52"/>
                    <a:pt x="737" y="52"/>
                    <a:pt x="737" y="52"/>
                  </a:cubicBezTo>
                  <a:cubicBezTo>
                    <a:pt x="736" y="52"/>
                    <a:pt x="734" y="51"/>
                    <a:pt x="733" y="51"/>
                  </a:cubicBezTo>
                  <a:cubicBezTo>
                    <a:pt x="720" y="17"/>
                    <a:pt x="720" y="17"/>
                    <a:pt x="720" y="17"/>
                  </a:cubicBezTo>
                  <a:cubicBezTo>
                    <a:pt x="711" y="17"/>
                    <a:pt x="711" y="17"/>
                    <a:pt x="711" y="17"/>
                  </a:cubicBezTo>
                  <a:cubicBezTo>
                    <a:pt x="697" y="51"/>
                    <a:pt x="697" y="51"/>
                    <a:pt x="697" y="51"/>
                  </a:cubicBezTo>
                  <a:cubicBezTo>
                    <a:pt x="696" y="51"/>
                    <a:pt x="694" y="52"/>
                    <a:pt x="693" y="52"/>
                  </a:cubicBezTo>
                  <a:cubicBezTo>
                    <a:pt x="693" y="56"/>
                    <a:pt x="693" y="56"/>
                    <a:pt x="693" y="56"/>
                  </a:cubicBezTo>
                  <a:cubicBezTo>
                    <a:pt x="710" y="56"/>
                    <a:pt x="710" y="56"/>
                    <a:pt x="710" y="56"/>
                  </a:cubicBezTo>
                  <a:cubicBezTo>
                    <a:pt x="710" y="52"/>
                    <a:pt x="710" y="52"/>
                    <a:pt x="710" y="52"/>
                  </a:cubicBezTo>
                  <a:cubicBezTo>
                    <a:pt x="708" y="52"/>
                    <a:pt x="706" y="51"/>
                    <a:pt x="704" y="51"/>
                  </a:cubicBezTo>
                  <a:cubicBezTo>
                    <a:pt x="706" y="46"/>
                    <a:pt x="706" y="46"/>
                    <a:pt x="706" y="46"/>
                  </a:cubicBezTo>
                  <a:cubicBezTo>
                    <a:pt x="723" y="46"/>
                    <a:pt x="723" y="46"/>
                    <a:pt x="723" y="46"/>
                  </a:cubicBezTo>
                  <a:cubicBezTo>
                    <a:pt x="725" y="51"/>
                    <a:pt x="725" y="51"/>
                    <a:pt x="725" y="51"/>
                  </a:cubicBezTo>
                  <a:cubicBezTo>
                    <a:pt x="723" y="51"/>
                    <a:pt x="721" y="52"/>
                    <a:pt x="719" y="52"/>
                  </a:cubicBezTo>
                  <a:cubicBezTo>
                    <a:pt x="719" y="56"/>
                    <a:pt x="719" y="56"/>
                    <a:pt x="719" y="56"/>
                  </a:cubicBezTo>
                  <a:lnTo>
                    <a:pt x="737" y="56"/>
                  </a:lnTo>
                  <a:close/>
                  <a:moveTo>
                    <a:pt x="689" y="56"/>
                  </a:moveTo>
                  <a:cubicBezTo>
                    <a:pt x="689" y="52"/>
                    <a:pt x="689" y="52"/>
                    <a:pt x="689" y="52"/>
                  </a:cubicBezTo>
                  <a:cubicBezTo>
                    <a:pt x="687" y="52"/>
                    <a:pt x="685" y="51"/>
                    <a:pt x="683" y="51"/>
                  </a:cubicBezTo>
                  <a:cubicBezTo>
                    <a:pt x="683" y="21"/>
                    <a:pt x="683" y="21"/>
                    <a:pt x="683" y="21"/>
                  </a:cubicBezTo>
                  <a:cubicBezTo>
                    <a:pt x="685" y="21"/>
                    <a:pt x="687" y="21"/>
                    <a:pt x="689" y="20"/>
                  </a:cubicBezTo>
                  <a:cubicBezTo>
                    <a:pt x="689" y="17"/>
                    <a:pt x="689" y="17"/>
                    <a:pt x="689" y="17"/>
                  </a:cubicBezTo>
                  <a:cubicBezTo>
                    <a:pt x="669" y="17"/>
                    <a:pt x="669" y="17"/>
                    <a:pt x="669" y="17"/>
                  </a:cubicBezTo>
                  <a:cubicBezTo>
                    <a:pt x="669" y="20"/>
                    <a:pt x="669" y="20"/>
                    <a:pt x="669" y="20"/>
                  </a:cubicBezTo>
                  <a:cubicBezTo>
                    <a:pt x="671" y="21"/>
                    <a:pt x="674" y="21"/>
                    <a:pt x="676" y="21"/>
                  </a:cubicBezTo>
                  <a:cubicBezTo>
                    <a:pt x="676" y="51"/>
                    <a:pt x="676" y="51"/>
                    <a:pt x="676" y="51"/>
                  </a:cubicBezTo>
                  <a:cubicBezTo>
                    <a:pt x="674" y="51"/>
                    <a:pt x="671" y="52"/>
                    <a:pt x="669" y="52"/>
                  </a:cubicBezTo>
                  <a:cubicBezTo>
                    <a:pt x="669" y="56"/>
                    <a:pt x="669" y="56"/>
                    <a:pt x="669" y="56"/>
                  </a:cubicBezTo>
                  <a:lnTo>
                    <a:pt x="689" y="56"/>
                  </a:lnTo>
                  <a:close/>
                  <a:moveTo>
                    <a:pt x="662" y="54"/>
                  </a:moveTo>
                  <a:cubicBezTo>
                    <a:pt x="662" y="48"/>
                    <a:pt x="662" y="48"/>
                    <a:pt x="662" y="48"/>
                  </a:cubicBezTo>
                  <a:cubicBezTo>
                    <a:pt x="659" y="49"/>
                    <a:pt x="655" y="50"/>
                    <a:pt x="652" y="50"/>
                  </a:cubicBezTo>
                  <a:cubicBezTo>
                    <a:pt x="643" y="50"/>
                    <a:pt x="638" y="45"/>
                    <a:pt x="638" y="36"/>
                  </a:cubicBezTo>
                  <a:cubicBezTo>
                    <a:pt x="638" y="28"/>
                    <a:pt x="643" y="22"/>
                    <a:pt x="651" y="22"/>
                  </a:cubicBezTo>
                  <a:cubicBezTo>
                    <a:pt x="653" y="22"/>
                    <a:pt x="654" y="22"/>
                    <a:pt x="656" y="23"/>
                  </a:cubicBezTo>
                  <a:cubicBezTo>
                    <a:pt x="656" y="25"/>
                    <a:pt x="656" y="27"/>
                    <a:pt x="657" y="29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62" y="17"/>
                    <a:pt x="662" y="17"/>
                    <a:pt x="662" y="17"/>
                  </a:cubicBezTo>
                  <a:cubicBezTo>
                    <a:pt x="659" y="17"/>
                    <a:pt x="655" y="16"/>
                    <a:pt x="652" y="16"/>
                  </a:cubicBezTo>
                  <a:cubicBezTo>
                    <a:pt x="638" y="16"/>
                    <a:pt x="631" y="26"/>
                    <a:pt x="631" y="37"/>
                  </a:cubicBezTo>
                  <a:cubicBezTo>
                    <a:pt x="631" y="49"/>
                    <a:pt x="638" y="56"/>
                    <a:pt x="651" y="56"/>
                  </a:cubicBezTo>
                  <a:cubicBezTo>
                    <a:pt x="655" y="56"/>
                    <a:pt x="659" y="56"/>
                    <a:pt x="662" y="54"/>
                  </a:cubicBezTo>
                  <a:moveTo>
                    <a:pt x="625" y="20"/>
                  </a:moveTo>
                  <a:cubicBezTo>
                    <a:pt x="625" y="17"/>
                    <a:pt x="625" y="17"/>
                    <a:pt x="625" y="17"/>
                  </a:cubicBezTo>
                  <a:cubicBezTo>
                    <a:pt x="607" y="17"/>
                    <a:pt x="607" y="17"/>
                    <a:pt x="607" y="17"/>
                  </a:cubicBezTo>
                  <a:cubicBezTo>
                    <a:pt x="607" y="20"/>
                    <a:pt x="607" y="20"/>
                    <a:pt x="607" y="20"/>
                  </a:cubicBezTo>
                  <a:cubicBezTo>
                    <a:pt x="608" y="21"/>
                    <a:pt x="611" y="21"/>
                    <a:pt x="613" y="21"/>
                  </a:cubicBezTo>
                  <a:cubicBezTo>
                    <a:pt x="613" y="35"/>
                    <a:pt x="613" y="35"/>
                    <a:pt x="613" y="35"/>
                  </a:cubicBezTo>
                  <a:cubicBezTo>
                    <a:pt x="613" y="41"/>
                    <a:pt x="613" y="45"/>
                    <a:pt x="613" y="48"/>
                  </a:cubicBezTo>
                  <a:cubicBezTo>
                    <a:pt x="613" y="48"/>
                    <a:pt x="613" y="48"/>
                    <a:pt x="613" y="48"/>
                  </a:cubicBezTo>
                  <a:cubicBezTo>
                    <a:pt x="612" y="45"/>
                    <a:pt x="610" y="42"/>
                    <a:pt x="608" y="40"/>
                  </a:cubicBezTo>
                  <a:cubicBezTo>
                    <a:pt x="593" y="17"/>
                    <a:pt x="593" y="17"/>
                    <a:pt x="593" y="17"/>
                  </a:cubicBezTo>
                  <a:cubicBezTo>
                    <a:pt x="577" y="17"/>
                    <a:pt x="577" y="17"/>
                    <a:pt x="577" y="17"/>
                  </a:cubicBezTo>
                  <a:cubicBezTo>
                    <a:pt x="577" y="20"/>
                    <a:pt x="577" y="20"/>
                    <a:pt x="577" y="20"/>
                  </a:cubicBezTo>
                  <a:cubicBezTo>
                    <a:pt x="579" y="21"/>
                    <a:pt x="582" y="21"/>
                    <a:pt x="584" y="21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2" y="51"/>
                    <a:pt x="579" y="52"/>
                    <a:pt x="577" y="52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97" y="56"/>
                    <a:pt x="597" y="56"/>
                    <a:pt x="597" y="56"/>
                  </a:cubicBezTo>
                  <a:cubicBezTo>
                    <a:pt x="597" y="52"/>
                    <a:pt x="597" y="52"/>
                    <a:pt x="597" y="52"/>
                  </a:cubicBezTo>
                  <a:cubicBezTo>
                    <a:pt x="595" y="52"/>
                    <a:pt x="593" y="51"/>
                    <a:pt x="591" y="51"/>
                  </a:cubicBezTo>
                  <a:cubicBezTo>
                    <a:pt x="591" y="34"/>
                    <a:pt x="591" y="34"/>
                    <a:pt x="591" y="34"/>
                  </a:cubicBezTo>
                  <a:cubicBezTo>
                    <a:pt x="591" y="30"/>
                    <a:pt x="590" y="27"/>
                    <a:pt x="590" y="25"/>
                  </a:cubicBezTo>
                  <a:cubicBezTo>
                    <a:pt x="590" y="25"/>
                    <a:pt x="590" y="25"/>
                    <a:pt x="590" y="25"/>
                  </a:cubicBezTo>
                  <a:cubicBezTo>
                    <a:pt x="592" y="27"/>
                    <a:pt x="593" y="30"/>
                    <a:pt x="595" y="32"/>
                  </a:cubicBezTo>
                  <a:cubicBezTo>
                    <a:pt x="610" y="56"/>
                    <a:pt x="610" y="56"/>
                    <a:pt x="610" y="56"/>
                  </a:cubicBezTo>
                  <a:cubicBezTo>
                    <a:pt x="619" y="56"/>
                    <a:pt x="619" y="56"/>
                    <a:pt x="619" y="56"/>
                  </a:cubicBezTo>
                  <a:cubicBezTo>
                    <a:pt x="619" y="21"/>
                    <a:pt x="619" y="21"/>
                    <a:pt x="619" y="21"/>
                  </a:cubicBezTo>
                  <a:cubicBezTo>
                    <a:pt x="621" y="21"/>
                    <a:pt x="623" y="21"/>
                    <a:pt x="625" y="20"/>
                  </a:cubicBezTo>
                  <a:moveTo>
                    <a:pt x="569" y="56"/>
                  </a:moveTo>
                  <a:cubicBezTo>
                    <a:pt x="569" y="45"/>
                    <a:pt x="569" y="45"/>
                    <a:pt x="569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3" y="47"/>
                    <a:pt x="563" y="49"/>
                    <a:pt x="563" y="51"/>
                  </a:cubicBezTo>
                  <a:cubicBezTo>
                    <a:pt x="552" y="51"/>
                    <a:pt x="552" y="51"/>
                    <a:pt x="552" y="51"/>
                  </a:cubicBezTo>
                  <a:cubicBezTo>
                    <a:pt x="552" y="38"/>
                    <a:pt x="552" y="38"/>
                    <a:pt x="552" y="38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559" y="40"/>
                    <a:pt x="559" y="41"/>
                    <a:pt x="560" y="42"/>
                  </a:cubicBezTo>
                  <a:cubicBezTo>
                    <a:pt x="564" y="42"/>
                    <a:pt x="564" y="42"/>
                    <a:pt x="564" y="42"/>
                  </a:cubicBezTo>
                  <a:cubicBezTo>
                    <a:pt x="564" y="29"/>
                    <a:pt x="564" y="29"/>
                    <a:pt x="564" y="29"/>
                  </a:cubicBezTo>
                  <a:cubicBezTo>
                    <a:pt x="560" y="29"/>
                    <a:pt x="560" y="29"/>
                    <a:pt x="560" y="29"/>
                  </a:cubicBezTo>
                  <a:cubicBezTo>
                    <a:pt x="559" y="30"/>
                    <a:pt x="559" y="32"/>
                    <a:pt x="55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21"/>
                    <a:pt x="552" y="21"/>
                    <a:pt x="552" y="21"/>
                  </a:cubicBezTo>
                  <a:cubicBezTo>
                    <a:pt x="563" y="21"/>
                    <a:pt x="563" y="21"/>
                    <a:pt x="563" y="21"/>
                  </a:cubicBezTo>
                  <a:cubicBezTo>
                    <a:pt x="563" y="23"/>
                    <a:pt x="563" y="25"/>
                    <a:pt x="564" y="27"/>
                  </a:cubicBezTo>
                  <a:cubicBezTo>
                    <a:pt x="568" y="27"/>
                    <a:pt x="568" y="27"/>
                    <a:pt x="568" y="27"/>
                  </a:cubicBezTo>
                  <a:cubicBezTo>
                    <a:pt x="568" y="17"/>
                    <a:pt x="568" y="17"/>
                    <a:pt x="568" y="17"/>
                  </a:cubicBezTo>
                  <a:cubicBezTo>
                    <a:pt x="538" y="17"/>
                    <a:pt x="538" y="17"/>
                    <a:pt x="538" y="17"/>
                  </a:cubicBezTo>
                  <a:cubicBezTo>
                    <a:pt x="538" y="20"/>
                    <a:pt x="538" y="20"/>
                    <a:pt x="538" y="20"/>
                  </a:cubicBezTo>
                  <a:cubicBezTo>
                    <a:pt x="540" y="21"/>
                    <a:pt x="543" y="21"/>
                    <a:pt x="545" y="21"/>
                  </a:cubicBezTo>
                  <a:cubicBezTo>
                    <a:pt x="545" y="51"/>
                    <a:pt x="545" y="51"/>
                    <a:pt x="545" y="51"/>
                  </a:cubicBezTo>
                  <a:cubicBezTo>
                    <a:pt x="543" y="51"/>
                    <a:pt x="540" y="52"/>
                    <a:pt x="538" y="52"/>
                  </a:cubicBezTo>
                  <a:cubicBezTo>
                    <a:pt x="538" y="56"/>
                    <a:pt x="538" y="56"/>
                    <a:pt x="538" y="56"/>
                  </a:cubicBezTo>
                  <a:lnTo>
                    <a:pt x="569" y="56"/>
                  </a:lnTo>
                  <a:close/>
                  <a:moveTo>
                    <a:pt x="531" y="56"/>
                  </a:moveTo>
                  <a:cubicBezTo>
                    <a:pt x="531" y="52"/>
                    <a:pt x="531" y="52"/>
                    <a:pt x="531" y="52"/>
                  </a:cubicBezTo>
                  <a:cubicBezTo>
                    <a:pt x="529" y="52"/>
                    <a:pt x="527" y="51"/>
                    <a:pt x="525" y="51"/>
                  </a:cubicBezTo>
                  <a:cubicBezTo>
                    <a:pt x="525" y="21"/>
                    <a:pt x="525" y="21"/>
                    <a:pt x="525" y="21"/>
                  </a:cubicBezTo>
                  <a:cubicBezTo>
                    <a:pt x="527" y="21"/>
                    <a:pt x="529" y="21"/>
                    <a:pt x="531" y="20"/>
                  </a:cubicBezTo>
                  <a:cubicBezTo>
                    <a:pt x="531" y="17"/>
                    <a:pt x="531" y="17"/>
                    <a:pt x="531" y="17"/>
                  </a:cubicBezTo>
                  <a:cubicBezTo>
                    <a:pt x="511" y="17"/>
                    <a:pt x="511" y="17"/>
                    <a:pt x="511" y="17"/>
                  </a:cubicBezTo>
                  <a:cubicBezTo>
                    <a:pt x="511" y="20"/>
                    <a:pt x="511" y="20"/>
                    <a:pt x="511" y="20"/>
                  </a:cubicBezTo>
                  <a:cubicBezTo>
                    <a:pt x="513" y="21"/>
                    <a:pt x="516" y="21"/>
                    <a:pt x="518" y="21"/>
                  </a:cubicBezTo>
                  <a:cubicBezTo>
                    <a:pt x="518" y="51"/>
                    <a:pt x="518" y="51"/>
                    <a:pt x="518" y="51"/>
                  </a:cubicBezTo>
                  <a:cubicBezTo>
                    <a:pt x="516" y="51"/>
                    <a:pt x="513" y="52"/>
                    <a:pt x="511" y="52"/>
                  </a:cubicBezTo>
                  <a:cubicBezTo>
                    <a:pt x="511" y="56"/>
                    <a:pt x="511" y="56"/>
                    <a:pt x="511" y="56"/>
                  </a:cubicBezTo>
                  <a:lnTo>
                    <a:pt x="531" y="56"/>
                  </a:lnTo>
                  <a:close/>
                  <a:moveTo>
                    <a:pt x="504" y="54"/>
                  </a:moveTo>
                  <a:cubicBezTo>
                    <a:pt x="504" y="48"/>
                    <a:pt x="504" y="48"/>
                    <a:pt x="504" y="48"/>
                  </a:cubicBezTo>
                  <a:cubicBezTo>
                    <a:pt x="501" y="49"/>
                    <a:pt x="497" y="50"/>
                    <a:pt x="494" y="50"/>
                  </a:cubicBezTo>
                  <a:cubicBezTo>
                    <a:pt x="485" y="50"/>
                    <a:pt x="481" y="45"/>
                    <a:pt x="481" y="36"/>
                  </a:cubicBezTo>
                  <a:cubicBezTo>
                    <a:pt x="481" y="28"/>
                    <a:pt x="485" y="22"/>
                    <a:pt x="493" y="22"/>
                  </a:cubicBezTo>
                  <a:cubicBezTo>
                    <a:pt x="495" y="22"/>
                    <a:pt x="496" y="22"/>
                    <a:pt x="498" y="23"/>
                  </a:cubicBezTo>
                  <a:cubicBezTo>
                    <a:pt x="498" y="25"/>
                    <a:pt x="499" y="27"/>
                    <a:pt x="499" y="29"/>
                  </a:cubicBezTo>
                  <a:cubicBezTo>
                    <a:pt x="504" y="29"/>
                    <a:pt x="504" y="29"/>
                    <a:pt x="504" y="29"/>
                  </a:cubicBezTo>
                  <a:cubicBezTo>
                    <a:pt x="504" y="17"/>
                    <a:pt x="504" y="17"/>
                    <a:pt x="504" y="17"/>
                  </a:cubicBezTo>
                  <a:cubicBezTo>
                    <a:pt x="501" y="17"/>
                    <a:pt x="497" y="16"/>
                    <a:pt x="494" y="16"/>
                  </a:cubicBezTo>
                  <a:cubicBezTo>
                    <a:pt x="480" y="16"/>
                    <a:pt x="473" y="26"/>
                    <a:pt x="473" y="37"/>
                  </a:cubicBezTo>
                  <a:cubicBezTo>
                    <a:pt x="473" y="49"/>
                    <a:pt x="480" y="56"/>
                    <a:pt x="493" y="56"/>
                  </a:cubicBezTo>
                  <a:cubicBezTo>
                    <a:pt x="497" y="56"/>
                    <a:pt x="501" y="56"/>
                    <a:pt x="504" y="54"/>
                  </a:cubicBezTo>
                  <a:moveTo>
                    <a:pt x="453" y="20"/>
                  </a:moveTo>
                  <a:cubicBezTo>
                    <a:pt x="453" y="17"/>
                    <a:pt x="453" y="17"/>
                    <a:pt x="453" y="17"/>
                  </a:cubicBezTo>
                  <a:cubicBezTo>
                    <a:pt x="436" y="17"/>
                    <a:pt x="436" y="17"/>
                    <a:pt x="436" y="17"/>
                  </a:cubicBezTo>
                  <a:cubicBezTo>
                    <a:pt x="436" y="20"/>
                    <a:pt x="436" y="20"/>
                    <a:pt x="436" y="20"/>
                  </a:cubicBezTo>
                  <a:cubicBezTo>
                    <a:pt x="437" y="21"/>
                    <a:pt x="439" y="21"/>
                    <a:pt x="440" y="21"/>
                  </a:cubicBezTo>
                  <a:cubicBezTo>
                    <a:pt x="433" y="36"/>
                    <a:pt x="433" y="36"/>
                    <a:pt x="433" y="36"/>
                  </a:cubicBezTo>
                  <a:cubicBezTo>
                    <a:pt x="425" y="21"/>
                    <a:pt x="425" y="21"/>
                    <a:pt x="425" y="21"/>
                  </a:cubicBezTo>
                  <a:cubicBezTo>
                    <a:pt x="426" y="21"/>
                    <a:pt x="428" y="21"/>
                    <a:pt x="430" y="20"/>
                  </a:cubicBezTo>
                  <a:cubicBezTo>
                    <a:pt x="430" y="17"/>
                    <a:pt x="430" y="17"/>
                    <a:pt x="430" y="17"/>
                  </a:cubicBezTo>
                  <a:cubicBezTo>
                    <a:pt x="412" y="17"/>
                    <a:pt x="412" y="17"/>
                    <a:pt x="412" y="17"/>
                  </a:cubicBezTo>
                  <a:cubicBezTo>
                    <a:pt x="412" y="20"/>
                    <a:pt x="412" y="20"/>
                    <a:pt x="412" y="20"/>
                  </a:cubicBezTo>
                  <a:cubicBezTo>
                    <a:pt x="414" y="21"/>
                    <a:pt x="415" y="21"/>
                    <a:pt x="417" y="21"/>
                  </a:cubicBezTo>
                  <a:cubicBezTo>
                    <a:pt x="429" y="42"/>
                    <a:pt x="429" y="42"/>
                    <a:pt x="429" y="42"/>
                  </a:cubicBezTo>
                  <a:cubicBezTo>
                    <a:pt x="429" y="51"/>
                    <a:pt x="429" y="51"/>
                    <a:pt x="429" y="51"/>
                  </a:cubicBezTo>
                  <a:cubicBezTo>
                    <a:pt x="427" y="51"/>
                    <a:pt x="424" y="52"/>
                    <a:pt x="422" y="52"/>
                  </a:cubicBezTo>
                  <a:cubicBezTo>
                    <a:pt x="422" y="56"/>
                    <a:pt x="422" y="56"/>
                    <a:pt x="422" y="56"/>
                  </a:cubicBezTo>
                  <a:cubicBezTo>
                    <a:pt x="442" y="56"/>
                    <a:pt x="442" y="56"/>
                    <a:pt x="442" y="56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0" y="52"/>
                    <a:pt x="438" y="51"/>
                    <a:pt x="436" y="51"/>
                  </a:cubicBezTo>
                  <a:cubicBezTo>
                    <a:pt x="436" y="42"/>
                    <a:pt x="436" y="42"/>
                    <a:pt x="436" y="42"/>
                  </a:cubicBezTo>
                  <a:cubicBezTo>
                    <a:pt x="448" y="21"/>
                    <a:pt x="448" y="21"/>
                    <a:pt x="448" y="21"/>
                  </a:cubicBezTo>
                  <a:cubicBezTo>
                    <a:pt x="449" y="21"/>
                    <a:pt x="451" y="21"/>
                    <a:pt x="453" y="20"/>
                  </a:cubicBezTo>
                  <a:moveTo>
                    <a:pt x="379" y="41"/>
                  </a:moveTo>
                  <a:cubicBezTo>
                    <a:pt x="365" y="41"/>
                    <a:pt x="365" y="41"/>
                    <a:pt x="365" y="41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71" y="27"/>
                    <a:pt x="372" y="24"/>
                    <a:pt x="372" y="22"/>
                  </a:cubicBezTo>
                  <a:cubicBezTo>
                    <a:pt x="372" y="22"/>
                    <a:pt x="372" y="22"/>
                    <a:pt x="372" y="22"/>
                  </a:cubicBezTo>
                  <a:cubicBezTo>
                    <a:pt x="373" y="24"/>
                    <a:pt x="373" y="27"/>
                    <a:pt x="374" y="29"/>
                  </a:cubicBezTo>
                  <a:lnTo>
                    <a:pt x="379" y="41"/>
                  </a:lnTo>
                  <a:close/>
                  <a:moveTo>
                    <a:pt x="395" y="56"/>
                  </a:moveTo>
                  <a:cubicBezTo>
                    <a:pt x="395" y="52"/>
                    <a:pt x="395" y="52"/>
                    <a:pt x="395" y="52"/>
                  </a:cubicBezTo>
                  <a:cubicBezTo>
                    <a:pt x="393" y="52"/>
                    <a:pt x="392" y="51"/>
                    <a:pt x="390" y="51"/>
                  </a:cubicBezTo>
                  <a:cubicBezTo>
                    <a:pt x="377" y="17"/>
                    <a:pt x="377" y="17"/>
                    <a:pt x="377" y="17"/>
                  </a:cubicBezTo>
                  <a:cubicBezTo>
                    <a:pt x="368" y="17"/>
                    <a:pt x="368" y="17"/>
                    <a:pt x="368" y="17"/>
                  </a:cubicBezTo>
                  <a:cubicBezTo>
                    <a:pt x="355" y="51"/>
                    <a:pt x="355" y="51"/>
                    <a:pt x="355" y="51"/>
                  </a:cubicBezTo>
                  <a:cubicBezTo>
                    <a:pt x="353" y="51"/>
                    <a:pt x="351" y="52"/>
                    <a:pt x="350" y="52"/>
                  </a:cubicBezTo>
                  <a:cubicBezTo>
                    <a:pt x="350" y="56"/>
                    <a:pt x="350" y="56"/>
                    <a:pt x="350" y="56"/>
                  </a:cubicBezTo>
                  <a:cubicBezTo>
                    <a:pt x="367" y="56"/>
                    <a:pt x="367" y="56"/>
                    <a:pt x="367" y="56"/>
                  </a:cubicBezTo>
                  <a:cubicBezTo>
                    <a:pt x="367" y="52"/>
                    <a:pt x="367" y="52"/>
                    <a:pt x="367" y="52"/>
                  </a:cubicBezTo>
                  <a:cubicBezTo>
                    <a:pt x="366" y="52"/>
                    <a:pt x="363" y="51"/>
                    <a:pt x="362" y="51"/>
                  </a:cubicBezTo>
                  <a:cubicBezTo>
                    <a:pt x="364" y="46"/>
                    <a:pt x="364" y="46"/>
                    <a:pt x="364" y="46"/>
                  </a:cubicBezTo>
                  <a:cubicBezTo>
                    <a:pt x="381" y="46"/>
                    <a:pt x="381" y="46"/>
                    <a:pt x="381" y="46"/>
                  </a:cubicBezTo>
                  <a:cubicBezTo>
                    <a:pt x="383" y="51"/>
                    <a:pt x="383" y="51"/>
                    <a:pt x="383" y="51"/>
                  </a:cubicBezTo>
                  <a:cubicBezTo>
                    <a:pt x="381" y="51"/>
                    <a:pt x="379" y="52"/>
                    <a:pt x="377" y="52"/>
                  </a:cubicBezTo>
                  <a:cubicBezTo>
                    <a:pt x="377" y="56"/>
                    <a:pt x="377" y="56"/>
                    <a:pt x="377" y="56"/>
                  </a:cubicBezTo>
                  <a:lnTo>
                    <a:pt x="395" y="56"/>
                  </a:lnTo>
                  <a:close/>
                  <a:moveTo>
                    <a:pt x="347" y="56"/>
                  </a:moveTo>
                  <a:cubicBezTo>
                    <a:pt x="347" y="52"/>
                    <a:pt x="347" y="52"/>
                    <a:pt x="347" y="52"/>
                  </a:cubicBezTo>
                  <a:cubicBezTo>
                    <a:pt x="345" y="52"/>
                    <a:pt x="342" y="51"/>
                    <a:pt x="340" y="5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2" y="21"/>
                    <a:pt x="345" y="21"/>
                    <a:pt x="347" y="20"/>
                  </a:cubicBezTo>
                  <a:cubicBezTo>
                    <a:pt x="347" y="17"/>
                    <a:pt x="347" y="17"/>
                    <a:pt x="347" y="17"/>
                  </a:cubicBezTo>
                  <a:cubicBezTo>
                    <a:pt x="327" y="17"/>
                    <a:pt x="327" y="17"/>
                    <a:pt x="327" y="17"/>
                  </a:cubicBezTo>
                  <a:cubicBezTo>
                    <a:pt x="327" y="20"/>
                    <a:pt x="327" y="20"/>
                    <a:pt x="327" y="20"/>
                  </a:cubicBezTo>
                  <a:cubicBezTo>
                    <a:pt x="329" y="21"/>
                    <a:pt x="331" y="21"/>
                    <a:pt x="333" y="21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1" y="51"/>
                    <a:pt x="329" y="52"/>
                    <a:pt x="327" y="52"/>
                  </a:cubicBezTo>
                  <a:cubicBezTo>
                    <a:pt x="327" y="56"/>
                    <a:pt x="327" y="56"/>
                    <a:pt x="327" y="56"/>
                  </a:cubicBezTo>
                  <a:lnTo>
                    <a:pt x="347" y="56"/>
                  </a:lnTo>
                  <a:close/>
                  <a:moveTo>
                    <a:pt x="346" y="5"/>
                  </a:moveTo>
                  <a:cubicBezTo>
                    <a:pt x="343" y="0"/>
                    <a:pt x="343" y="0"/>
                    <a:pt x="343" y="0"/>
                  </a:cubicBezTo>
                  <a:cubicBezTo>
                    <a:pt x="332" y="9"/>
                    <a:pt x="332" y="9"/>
                    <a:pt x="332" y="9"/>
                  </a:cubicBezTo>
                  <a:cubicBezTo>
                    <a:pt x="335" y="12"/>
                    <a:pt x="335" y="12"/>
                    <a:pt x="335" y="12"/>
                  </a:cubicBezTo>
                  <a:lnTo>
                    <a:pt x="346" y="5"/>
                  </a:lnTo>
                  <a:close/>
                  <a:moveTo>
                    <a:pt x="310" y="28"/>
                  </a:moveTo>
                  <a:cubicBezTo>
                    <a:pt x="310" y="32"/>
                    <a:pt x="307" y="34"/>
                    <a:pt x="302" y="34"/>
                  </a:cubicBezTo>
                  <a:cubicBezTo>
                    <a:pt x="300" y="34"/>
                    <a:pt x="299" y="34"/>
                    <a:pt x="298" y="34"/>
                  </a:cubicBezTo>
                  <a:cubicBezTo>
                    <a:pt x="298" y="22"/>
                    <a:pt x="298" y="22"/>
                    <a:pt x="298" y="22"/>
                  </a:cubicBezTo>
                  <a:cubicBezTo>
                    <a:pt x="299" y="22"/>
                    <a:pt x="300" y="21"/>
                    <a:pt x="302" y="21"/>
                  </a:cubicBezTo>
                  <a:cubicBezTo>
                    <a:pt x="307" y="21"/>
                    <a:pt x="310" y="23"/>
                    <a:pt x="310" y="28"/>
                  </a:cubicBezTo>
                  <a:moveTo>
                    <a:pt x="320" y="56"/>
                  </a:moveTo>
                  <a:cubicBezTo>
                    <a:pt x="320" y="52"/>
                    <a:pt x="320" y="52"/>
                    <a:pt x="320" y="52"/>
                  </a:cubicBezTo>
                  <a:cubicBezTo>
                    <a:pt x="319" y="52"/>
                    <a:pt x="317" y="51"/>
                    <a:pt x="315" y="51"/>
                  </a:cubicBezTo>
                  <a:cubicBezTo>
                    <a:pt x="309" y="42"/>
                    <a:pt x="309" y="42"/>
                    <a:pt x="309" y="42"/>
                  </a:cubicBezTo>
                  <a:cubicBezTo>
                    <a:pt x="308" y="40"/>
                    <a:pt x="307" y="39"/>
                    <a:pt x="306" y="38"/>
                  </a:cubicBezTo>
                  <a:cubicBezTo>
                    <a:pt x="313" y="37"/>
                    <a:pt x="317" y="33"/>
                    <a:pt x="317" y="27"/>
                  </a:cubicBezTo>
                  <a:cubicBezTo>
                    <a:pt x="317" y="20"/>
                    <a:pt x="312" y="16"/>
                    <a:pt x="303" y="16"/>
                  </a:cubicBezTo>
                  <a:cubicBezTo>
                    <a:pt x="298" y="16"/>
                    <a:pt x="293" y="17"/>
                    <a:pt x="290" y="17"/>
                  </a:cubicBezTo>
                  <a:cubicBezTo>
                    <a:pt x="284" y="17"/>
                    <a:pt x="284" y="17"/>
                    <a:pt x="284" y="17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6" y="21"/>
                    <a:pt x="288" y="21"/>
                    <a:pt x="291" y="2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88" y="51"/>
                    <a:pt x="286" y="52"/>
                    <a:pt x="284" y="52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303" y="56"/>
                    <a:pt x="303" y="56"/>
                    <a:pt x="303" y="56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299" y="51"/>
                    <a:pt x="298" y="51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310" y="56"/>
                    <a:pt x="310" y="56"/>
                    <a:pt x="310" y="56"/>
                  </a:cubicBezTo>
                  <a:lnTo>
                    <a:pt x="320" y="56"/>
                  </a:lnTo>
                  <a:close/>
                  <a:moveTo>
                    <a:pt x="275" y="56"/>
                  </a:moveTo>
                  <a:cubicBezTo>
                    <a:pt x="275" y="45"/>
                    <a:pt x="275" y="45"/>
                    <a:pt x="275" y="45"/>
                  </a:cubicBezTo>
                  <a:cubicBezTo>
                    <a:pt x="270" y="45"/>
                    <a:pt x="270" y="45"/>
                    <a:pt x="270" y="45"/>
                  </a:cubicBezTo>
                  <a:cubicBezTo>
                    <a:pt x="270" y="47"/>
                    <a:pt x="270" y="49"/>
                    <a:pt x="269" y="51"/>
                  </a:cubicBezTo>
                  <a:cubicBezTo>
                    <a:pt x="258" y="51"/>
                    <a:pt x="258" y="51"/>
                    <a:pt x="258" y="51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40"/>
                    <a:pt x="266" y="41"/>
                    <a:pt x="266" y="42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1" y="29"/>
                    <a:pt x="271" y="29"/>
                    <a:pt x="271" y="29"/>
                  </a:cubicBezTo>
                  <a:cubicBezTo>
                    <a:pt x="266" y="29"/>
                    <a:pt x="266" y="29"/>
                    <a:pt x="266" y="29"/>
                  </a:cubicBezTo>
                  <a:cubicBezTo>
                    <a:pt x="266" y="30"/>
                    <a:pt x="266" y="32"/>
                    <a:pt x="266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8" y="21"/>
                    <a:pt x="258" y="21"/>
                    <a:pt x="258" y="21"/>
                  </a:cubicBezTo>
                  <a:cubicBezTo>
                    <a:pt x="269" y="21"/>
                    <a:pt x="269" y="21"/>
                    <a:pt x="269" y="21"/>
                  </a:cubicBezTo>
                  <a:cubicBezTo>
                    <a:pt x="269" y="23"/>
                    <a:pt x="270" y="25"/>
                    <a:pt x="270" y="27"/>
                  </a:cubicBezTo>
                  <a:cubicBezTo>
                    <a:pt x="275" y="27"/>
                    <a:pt x="275" y="27"/>
                    <a:pt x="275" y="27"/>
                  </a:cubicBezTo>
                  <a:cubicBezTo>
                    <a:pt x="275" y="17"/>
                    <a:pt x="275" y="17"/>
                    <a:pt x="275" y="17"/>
                  </a:cubicBezTo>
                  <a:cubicBezTo>
                    <a:pt x="245" y="17"/>
                    <a:pt x="245" y="17"/>
                    <a:pt x="245" y="1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7" y="21"/>
                    <a:pt x="249" y="21"/>
                    <a:pt x="252" y="21"/>
                  </a:cubicBezTo>
                  <a:cubicBezTo>
                    <a:pt x="252" y="51"/>
                    <a:pt x="252" y="51"/>
                    <a:pt x="252" y="51"/>
                  </a:cubicBezTo>
                  <a:cubicBezTo>
                    <a:pt x="249" y="51"/>
                    <a:pt x="247" y="52"/>
                    <a:pt x="245" y="52"/>
                  </a:cubicBezTo>
                  <a:cubicBezTo>
                    <a:pt x="245" y="56"/>
                    <a:pt x="245" y="56"/>
                    <a:pt x="245" y="56"/>
                  </a:cubicBezTo>
                  <a:lnTo>
                    <a:pt x="275" y="56"/>
                  </a:lnTo>
                  <a:close/>
                  <a:moveTo>
                    <a:pt x="238" y="56"/>
                  </a:moveTo>
                  <a:cubicBezTo>
                    <a:pt x="238" y="52"/>
                    <a:pt x="238" y="52"/>
                    <a:pt x="238" y="52"/>
                  </a:cubicBezTo>
                  <a:cubicBezTo>
                    <a:pt x="236" y="52"/>
                    <a:pt x="234" y="51"/>
                    <a:pt x="232" y="51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4" y="21"/>
                    <a:pt x="236" y="21"/>
                    <a:pt x="238" y="20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18" y="17"/>
                    <a:pt x="218" y="17"/>
                    <a:pt x="218" y="17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20" y="21"/>
                    <a:pt x="222" y="21"/>
                    <a:pt x="225" y="21"/>
                  </a:cubicBezTo>
                  <a:cubicBezTo>
                    <a:pt x="225" y="51"/>
                    <a:pt x="225" y="51"/>
                    <a:pt x="225" y="51"/>
                  </a:cubicBezTo>
                  <a:cubicBezTo>
                    <a:pt x="222" y="51"/>
                    <a:pt x="220" y="52"/>
                    <a:pt x="218" y="52"/>
                  </a:cubicBezTo>
                  <a:cubicBezTo>
                    <a:pt x="218" y="56"/>
                    <a:pt x="218" y="56"/>
                    <a:pt x="218" y="56"/>
                  </a:cubicBezTo>
                  <a:lnTo>
                    <a:pt x="238" y="56"/>
                  </a:lnTo>
                  <a:close/>
                  <a:moveTo>
                    <a:pt x="211" y="20"/>
                  </a:moveTo>
                  <a:cubicBezTo>
                    <a:pt x="211" y="17"/>
                    <a:pt x="211" y="17"/>
                    <a:pt x="211" y="17"/>
                  </a:cubicBezTo>
                  <a:cubicBezTo>
                    <a:pt x="193" y="17"/>
                    <a:pt x="193" y="17"/>
                    <a:pt x="193" y="17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5" y="21"/>
                    <a:pt x="197" y="21"/>
                    <a:pt x="199" y="21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9" y="41"/>
                    <a:pt x="199" y="45"/>
                    <a:pt x="200" y="48"/>
                  </a:cubicBezTo>
                  <a:cubicBezTo>
                    <a:pt x="199" y="48"/>
                    <a:pt x="199" y="48"/>
                    <a:pt x="199" y="48"/>
                  </a:cubicBezTo>
                  <a:cubicBezTo>
                    <a:pt x="198" y="45"/>
                    <a:pt x="196" y="42"/>
                    <a:pt x="195" y="40"/>
                  </a:cubicBezTo>
                  <a:cubicBezTo>
                    <a:pt x="180" y="17"/>
                    <a:pt x="180" y="17"/>
                    <a:pt x="180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4" y="20"/>
                    <a:pt x="164" y="20"/>
                    <a:pt x="164" y="20"/>
                  </a:cubicBezTo>
                  <a:cubicBezTo>
                    <a:pt x="166" y="21"/>
                    <a:pt x="168" y="21"/>
                    <a:pt x="171" y="21"/>
                  </a:cubicBezTo>
                  <a:cubicBezTo>
                    <a:pt x="171" y="51"/>
                    <a:pt x="171" y="51"/>
                    <a:pt x="171" y="51"/>
                  </a:cubicBezTo>
                  <a:cubicBezTo>
                    <a:pt x="168" y="51"/>
                    <a:pt x="166" y="52"/>
                    <a:pt x="164" y="52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83" y="56"/>
                    <a:pt x="183" y="56"/>
                    <a:pt x="183" y="56"/>
                  </a:cubicBezTo>
                  <a:cubicBezTo>
                    <a:pt x="183" y="52"/>
                    <a:pt x="183" y="52"/>
                    <a:pt x="183" y="52"/>
                  </a:cubicBezTo>
                  <a:cubicBezTo>
                    <a:pt x="182" y="52"/>
                    <a:pt x="179" y="51"/>
                    <a:pt x="177" y="51"/>
                  </a:cubicBezTo>
                  <a:cubicBezTo>
                    <a:pt x="177" y="34"/>
                    <a:pt x="177" y="34"/>
                    <a:pt x="177" y="34"/>
                  </a:cubicBezTo>
                  <a:cubicBezTo>
                    <a:pt x="177" y="30"/>
                    <a:pt x="177" y="27"/>
                    <a:pt x="177" y="25"/>
                  </a:cubicBezTo>
                  <a:cubicBezTo>
                    <a:pt x="177" y="25"/>
                    <a:pt x="177" y="25"/>
                    <a:pt x="177" y="25"/>
                  </a:cubicBezTo>
                  <a:cubicBezTo>
                    <a:pt x="178" y="27"/>
                    <a:pt x="180" y="30"/>
                    <a:pt x="181" y="32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8" y="21"/>
                    <a:pt x="210" y="21"/>
                    <a:pt x="211" y="20"/>
                  </a:cubicBezTo>
                  <a:moveTo>
                    <a:pt x="155" y="56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0" y="47"/>
                    <a:pt x="149" y="49"/>
                    <a:pt x="149" y="51"/>
                  </a:cubicBezTo>
                  <a:cubicBezTo>
                    <a:pt x="138" y="51"/>
                    <a:pt x="138" y="51"/>
                    <a:pt x="138" y="51"/>
                  </a:cubicBezTo>
                  <a:cubicBezTo>
                    <a:pt x="138" y="38"/>
                    <a:pt x="138" y="38"/>
                    <a:pt x="138" y="38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5" y="40"/>
                    <a:pt x="146" y="41"/>
                    <a:pt x="146" y="42"/>
                  </a:cubicBezTo>
                  <a:cubicBezTo>
                    <a:pt x="151" y="42"/>
                    <a:pt x="151" y="42"/>
                    <a:pt x="151" y="42"/>
                  </a:cubicBezTo>
                  <a:cubicBezTo>
                    <a:pt x="151" y="29"/>
                    <a:pt x="151" y="29"/>
                    <a:pt x="151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30"/>
                    <a:pt x="146" y="32"/>
                    <a:pt x="145" y="33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49" y="23"/>
                    <a:pt x="150" y="25"/>
                    <a:pt x="150" y="27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25" y="17"/>
                    <a:pt x="125" y="17"/>
                    <a:pt x="125" y="17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7" y="21"/>
                    <a:pt x="129" y="21"/>
                    <a:pt x="131" y="21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29" y="51"/>
                    <a:pt x="127" y="52"/>
                    <a:pt x="125" y="52"/>
                  </a:cubicBezTo>
                  <a:cubicBezTo>
                    <a:pt x="125" y="56"/>
                    <a:pt x="125" y="56"/>
                    <a:pt x="125" y="56"/>
                  </a:cubicBezTo>
                  <a:lnTo>
                    <a:pt x="155" y="56"/>
                  </a:lnTo>
                  <a:close/>
                  <a:moveTo>
                    <a:pt x="120" y="39"/>
                  </a:moveTo>
                  <a:cubicBezTo>
                    <a:pt x="120" y="35"/>
                    <a:pt x="120" y="35"/>
                    <a:pt x="12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104" y="40"/>
                    <a:pt x="106" y="40"/>
                    <a:pt x="108" y="40"/>
                  </a:cubicBezTo>
                  <a:cubicBezTo>
                    <a:pt x="108" y="50"/>
                    <a:pt x="108" y="50"/>
                    <a:pt x="108" y="50"/>
                  </a:cubicBezTo>
                  <a:cubicBezTo>
                    <a:pt x="106" y="50"/>
                    <a:pt x="104" y="51"/>
                    <a:pt x="102" y="51"/>
                  </a:cubicBezTo>
                  <a:cubicBezTo>
                    <a:pt x="93" y="51"/>
                    <a:pt x="88" y="46"/>
                    <a:pt x="88" y="36"/>
                  </a:cubicBezTo>
                  <a:cubicBezTo>
                    <a:pt x="88" y="27"/>
                    <a:pt x="94" y="22"/>
                    <a:pt x="102" y="22"/>
                  </a:cubicBezTo>
                  <a:cubicBezTo>
                    <a:pt x="104" y="22"/>
                    <a:pt x="106" y="22"/>
                    <a:pt x="108" y="22"/>
                  </a:cubicBezTo>
                  <a:cubicBezTo>
                    <a:pt x="108" y="24"/>
                    <a:pt x="109" y="26"/>
                    <a:pt x="109" y="29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0" y="16"/>
                    <a:pt x="106" y="16"/>
                    <a:pt x="102" y="16"/>
                  </a:cubicBezTo>
                  <a:cubicBezTo>
                    <a:pt x="88" y="16"/>
                    <a:pt x="80" y="25"/>
                    <a:pt x="80" y="37"/>
                  </a:cubicBezTo>
                  <a:cubicBezTo>
                    <a:pt x="80" y="50"/>
                    <a:pt x="89" y="56"/>
                    <a:pt x="101" y="56"/>
                  </a:cubicBezTo>
                  <a:cubicBezTo>
                    <a:pt x="106" y="56"/>
                    <a:pt x="111" y="56"/>
                    <a:pt x="115" y="54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8" y="40"/>
                    <a:pt x="120" y="39"/>
                  </a:cubicBezTo>
                  <a:moveTo>
                    <a:pt x="74" y="20"/>
                  </a:moveTo>
                  <a:cubicBezTo>
                    <a:pt x="74" y="17"/>
                    <a:pt x="74" y="17"/>
                    <a:pt x="74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8" y="21"/>
                    <a:pt x="60" y="21"/>
                    <a:pt x="62" y="21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41"/>
                    <a:pt x="62" y="45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1" y="45"/>
                    <a:pt x="59" y="42"/>
                    <a:pt x="58" y="40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1"/>
                    <a:pt x="31" y="21"/>
                    <a:pt x="34" y="2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1" y="51"/>
                    <a:pt x="29" y="52"/>
                    <a:pt x="27" y="52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4" y="52"/>
                    <a:pt x="42" y="51"/>
                    <a:pt x="40" y="51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0"/>
                    <a:pt x="40" y="27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1" y="27"/>
                    <a:pt x="43" y="30"/>
                    <a:pt x="44" y="32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1" y="21"/>
                    <a:pt x="73" y="21"/>
                    <a:pt x="74" y="20"/>
                  </a:cubicBezTo>
                  <a:moveTo>
                    <a:pt x="20" y="56"/>
                  </a:moveTo>
                  <a:cubicBezTo>
                    <a:pt x="20" y="52"/>
                    <a:pt x="20" y="52"/>
                    <a:pt x="20" y="52"/>
                  </a:cubicBezTo>
                  <a:cubicBezTo>
                    <a:pt x="18" y="52"/>
                    <a:pt x="16" y="51"/>
                    <a:pt x="13" y="5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21"/>
                    <a:pt x="18" y="21"/>
                    <a:pt x="20" y="20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21"/>
                    <a:pt x="4" y="21"/>
                    <a:pt x="7" y="2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4" y="51"/>
                    <a:pt x="2" y="52"/>
                    <a:pt x="0" y="52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4" name="Freeform 38">
              <a:extLst>
                <a:ext uri="{FF2B5EF4-FFF2-40B4-BE49-F238E27FC236}">
                  <a16:creationId xmlns:a16="http://schemas.microsoft.com/office/drawing/2014/main" id="{2DC7FE0D-A1D0-4690-9031-2C3E1C21B4D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597150"/>
              <a:ext cx="908050" cy="88900"/>
            </a:xfrm>
            <a:custGeom>
              <a:avLst/>
              <a:gdLst>
                <a:gd name="T0" fmla="*/ 413 w 419"/>
                <a:gd name="T1" fmla="*/ 35 h 41"/>
                <a:gd name="T2" fmla="*/ 410 w 419"/>
                <a:gd name="T3" fmla="*/ 27 h 41"/>
                <a:gd name="T4" fmla="*/ 410 w 419"/>
                <a:gd name="T5" fmla="*/ 18 h 41"/>
                <a:gd name="T6" fmla="*/ 414 w 419"/>
                <a:gd name="T7" fmla="*/ 12 h 41"/>
                <a:gd name="T8" fmla="*/ 389 w 419"/>
                <a:gd name="T9" fmla="*/ 5 h 41"/>
                <a:gd name="T10" fmla="*/ 389 w 419"/>
                <a:gd name="T11" fmla="*/ 40 h 41"/>
                <a:gd name="T12" fmla="*/ 355 w 419"/>
                <a:gd name="T13" fmla="*/ 35 h 41"/>
                <a:gd name="T14" fmla="*/ 383 w 419"/>
                <a:gd name="T15" fmla="*/ 20 h 41"/>
                <a:gd name="T16" fmla="*/ 342 w 419"/>
                <a:gd name="T17" fmla="*/ 5 h 41"/>
                <a:gd name="T18" fmla="*/ 342 w 419"/>
                <a:gd name="T19" fmla="*/ 40 h 41"/>
                <a:gd name="T20" fmla="*/ 312 w 419"/>
                <a:gd name="T21" fmla="*/ 20 h 41"/>
                <a:gd name="T22" fmla="*/ 297 w 419"/>
                <a:gd name="T23" fmla="*/ 6 h 41"/>
                <a:gd name="T24" fmla="*/ 285 w 419"/>
                <a:gd name="T25" fmla="*/ 1 h 41"/>
                <a:gd name="T26" fmla="*/ 285 w 419"/>
                <a:gd name="T27" fmla="*/ 35 h 41"/>
                <a:gd name="T28" fmla="*/ 296 w 419"/>
                <a:gd name="T29" fmla="*/ 41 h 41"/>
                <a:gd name="T30" fmla="*/ 250 w 419"/>
                <a:gd name="T31" fmla="*/ 13 h 41"/>
                <a:gd name="T32" fmla="*/ 259 w 419"/>
                <a:gd name="T33" fmla="*/ 25 h 41"/>
                <a:gd name="T34" fmla="*/ 257 w 419"/>
                <a:gd name="T35" fmla="*/ 1 h 41"/>
                <a:gd name="T36" fmla="*/ 230 w 419"/>
                <a:gd name="T37" fmla="*/ 40 h 41"/>
                <a:gd name="T38" fmla="*/ 243 w 419"/>
                <a:gd name="T39" fmla="*/ 30 h 41"/>
                <a:gd name="T40" fmla="*/ 257 w 419"/>
                <a:gd name="T41" fmla="*/ 40 h 41"/>
                <a:gd name="T42" fmla="*/ 195 w 419"/>
                <a:gd name="T43" fmla="*/ 1 h 41"/>
                <a:gd name="T44" fmla="*/ 209 w 419"/>
                <a:gd name="T45" fmla="*/ 6 h 41"/>
                <a:gd name="T46" fmla="*/ 223 w 419"/>
                <a:gd name="T47" fmla="*/ 40 h 41"/>
                <a:gd name="T48" fmla="*/ 225 w 419"/>
                <a:gd name="T49" fmla="*/ 6 h 41"/>
                <a:gd name="T50" fmla="*/ 194 w 419"/>
                <a:gd name="T51" fmla="*/ 28 h 41"/>
                <a:gd name="T52" fmla="*/ 178 w 419"/>
                <a:gd name="T53" fmla="*/ 6 h 41"/>
                <a:gd name="T54" fmla="*/ 164 w 419"/>
                <a:gd name="T55" fmla="*/ 5 h 41"/>
                <a:gd name="T56" fmla="*/ 164 w 419"/>
                <a:gd name="T57" fmla="*/ 40 h 41"/>
                <a:gd name="T58" fmla="*/ 140 w 419"/>
                <a:gd name="T59" fmla="*/ 1 h 41"/>
                <a:gd name="T60" fmla="*/ 136 w 419"/>
                <a:gd name="T61" fmla="*/ 35 h 41"/>
                <a:gd name="T62" fmla="*/ 132 w 419"/>
                <a:gd name="T63" fmla="*/ 1 h 41"/>
                <a:gd name="T64" fmla="*/ 119 w 419"/>
                <a:gd name="T65" fmla="*/ 27 h 41"/>
                <a:gd name="T66" fmla="*/ 158 w 419"/>
                <a:gd name="T67" fmla="*/ 5 h 41"/>
                <a:gd name="T68" fmla="*/ 84 w 419"/>
                <a:gd name="T69" fmla="*/ 21 h 41"/>
                <a:gd name="T70" fmla="*/ 107 w 419"/>
                <a:gd name="T71" fmla="*/ 13 h 41"/>
                <a:gd name="T72" fmla="*/ 96 w 419"/>
                <a:gd name="T73" fmla="*/ 41 h 41"/>
                <a:gd name="T74" fmla="*/ 49 w 419"/>
                <a:gd name="T75" fmla="*/ 13 h 41"/>
                <a:gd name="T76" fmla="*/ 58 w 419"/>
                <a:gd name="T77" fmla="*/ 25 h 41"/>
                <a:gd name="T78" fmla="*/ 56 w 419"/>
                <a:gd name="T79" fmla="*/ 1 h 41"/>
                <a:gd name="T80" fmla="*/ 29 w 419"/>
                <a:gd name="T81" fmla="*/ 40 h 41"/>
                <a:gd name="T82" fmla="*/ 43 w 419"/>
                <a:gd name="T83" fmla="*/ 30 h 41"/>
                <a:gd name="T84" fmla="*/ 56 w 419"/>
                <a:gd name="T85" fmla="*/ 40 h 41"/>
                <a:gd name="T86" fmla="*/ 0 w 419"/>
                <a:gd name="T87" fmla="*/ 1 h 41"/>
                <a:gd name="T88" fmla="*/ 0 w 419"/>
                <a:gd name="T89" fmla="*/ 36 h 41"/>
                <a:gd name="T90" fmla="*/ 13 w 419"/>
                <a:gd name="T91" fmla="*/ 35 h 41"/>
                <a:gd name="T92" fmla="*/ 26 w 419"/>
                <a:gd name="T93" fmla="*/ 27 h 41"/>
                <a:gd name="T94" fmla="*/ 13 w 419"/>
                <a:gd name="T95" fmla="*/ 18 h 41"/>
                <a:gd name="T96" fmla="*/ 30 w 419"/>
                <a:gd name="T97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9" h="41">
                  <a:moveTo>
                    <a:pt x="419" y="40"/>
                  </a:moveTo>
                  <a:cubicBezTo>
                    <a:pt x="419" y="29"/>
                    <a:pt x="419" y="29"/>
                    <a:pt x="419" y="29"/>
                  </a:cubicBezTo>
                  <a:cubicBezTo>
                    <a:pt x="414" y="29"/>
                    <a:pt x="414" y="29"/>
                    <a:pt x="414" y="29"/>
                  </a:cubicBezTo>
                  <a:cubicBezTo>
                    <a:pt x="414" y="31"/>
                    <a:pt x="414" y="34"/>
                    <a:pt x="413" y="35"/>
                  </a:cubicBezTo>
                  <a:cubicBezTo>
                    <a:pt x="402" y="35"/>
                    <a:pt x="402" y="35"/>
                    <a:pt x="402" y="35"/>
                  </a:cubicBezTo>
                  <a:cubicBezTo>
                    <a:pt x="402" y="22"/>
                    <a:pt x="402" y="22"/>
                    <a:pt x="402" y="22"/>
                  </a:cubicBezTo>
                  <a:cubicBezTo>
                    <a:pt x="410" y="22"/>
                    <a:pt x="410" y="22"/>
                    <a:pt x="410" y="22"/>
                  </a:cubicBezTo>
                  <a:cubicBezTo>
                    <a:pt x="410" y="24"/>
                    <a:pt x="410" y="25"/>
                    <a:pt x="410" y="27"/>
                  </a:cubicBezTo>
                  <a:cubicBezTo>
                    <a:pt x="415" y="27"/>
                    <a:pt x="415" y="27"/>
                    <a:pt x="415" y="27"/>
                  </a:cubicBezTo>
                  <a:cubicBezTo>
                    <a:pt x="415" y="14"/>
                    <a:pt x="415" y="14"/>
                    <a:pt x="415" y="14"/>
                  </a:cubicBezTo>
                  <a:cubicBezTo>
                    <a:pt x="410" y="14"/>
                    <a:pt x="410" y="14"/>
                    <a:pt x="410" y="14"/>
                  </a:cubicBezTo>
                  <a:cubicBezTo>
                    <a:pt x="410" y="15"/>
                    <a:pt x="410" y="16"/>
                    <a:pt x="410" y="18"/>
                  </a:cubicBezTo>
                  <a:cubicBezTo>
                    <a:pt x="402" y="18"/>
                    <a:pt x="402" y="18"/>
                    <a:pt x="402" y="18"/>
                  </a:cubicBezTo>
                  <a:cubicBezTo>
                    <a:pt x="402" y="6"/>
                    <a:pt x="402" y="6"/>
                    <a:pt x="402" y="6"/>
                  </a:cubicBezTo>
                  <a:cubicBezTo>
                    <a:pt x="413" y="6"/>
                    <a:pt x="413" y="6"/>
                    <a:pt x="413" y="6"/>
                  </a:cubicBezTo>
                  <a:cubicBezTo>
                    <a:pt x="413" y="7"/>
                    <a:pt x="414" y="10"/>
                    <a:pt x="414" y="12"/>
                  </a:cubicBezTo>
                  <a:cubicBezTo>
                    <a:pt x="419" y="12"/>
                    <a:pt x="419" y="12"/>
                    <a:pt x="419" y="12"/>
                  </a:cubicBezTo>
                  <a:cubicBezTo>
                    <a:pt x="419" y="1"/>
                    <a:pt x="419" y="1"/>
                    <a:pt x="419" y="1"/>
                  </a:cubicBezTo>
                  <a:cubicBezTo>
                    <a:pt x="389" y="1"/>
                    <a:pt x="389" y="1"/>
                    <a:pt x="389" y="1"/>
                  </a:cubicBezTo>
                  <a:cubicBezTo>
                    <a:pt x="389" y="5"/>
                    <a:pt x="389" y="5"/>
                    <a:pt x="389" y="5"/>
                  </a:cubicBezTo>
                  <a:cubicBezTo>
                    <a:pt x="391" y="5"/>
                    <a:pt x="393" y="6"/>
                    <a:pt x="396" y="6"/>
                  </a:cubicBezTo>
                  <a:cubicBezTo>
                    <a:pt x="396" y="35"/>
                    <a:pt x="396" y="35"/>
                    <a:pt x="396" y="35"/>
                  </a:cubicBezTo>
                  <a:cubicBezTo>
                    <a:pt x="393" y="36"/>
                    <a:pt x="391" y="36"/>
                    <a:pt x="389" y="36"/>
                  </a:cubicBezTo>
                  <a:cubicBezTo>
                    <a:pt x="389" y="40"/>
                    <a:pt x="389" y="40"/>
                    <a:pt x="389" y="40"/>
                  </a:cubicBezTo>
                  <a:lnTo>
                    <a:pt x="419" y="40"/>
                  </a:lnTo>
                  <a:close/>
                  <a:moveTo>
                    <a:pt x="376" y="20"/>
                  </a:moveTo>
                  <a:cubicBezTo>
                    <a:pt x="376" y="30"/>
                    <a:pt x="369" y="35"/>
                    <a:pt x="360" y="35"/>
                  </a:cubicBezTo>
                  <a:cubicBezTo>
                    <a:pt x="359" y="35"/>
                    <a:pt x="356" y="35"/>
                    <a:pt x="355" y="35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7" y="6"/>
                    <a:pt x="359" y="6"/>
                    <a:pt x="361" y="6"/>
                  </a:cubicBezTo>
                  <a:cubicBezTo>
                    <a:pt x="371" y="6"/>
                    <a:pt x="376" y="11"/>
                    <a:pt x="376" y="20"/>
                  </a:cubicBezTo>
                  <a:moveTo>
                    <a:pt x="383" y="20"/>
                  </a:moveTo>
                  <a:cubicBezTo>
                    <a:pt x="383" y="6"/>
                    <a:pt x="375" y="1"/>
                    <a:pt x="362" y="1"/>
                  </a:cubicBezTo>
                  <a:cubicBezTo>
                    <a:pt x="357" y="1"/>
                    <a:pt x="352" y="1"/>
                    <a:pt x="348" y="1"/>
                  </a:cubicBezTo>
                  <a:cubicBezTo>
                    <a:pt x="342" y="1"/>
                    <a:pt x="342" y="1"/>
                    <a:pt x="342" y="1"/>
                  </a:cubicBezTo>
                  <a:cubicBezTo>
                    <a:pt x="342" y="5"/>
                    <a:pt x="342" y="5"/>
                    <a:pt x="342" y="5"/>
                  </a:cubicBezTo>
                  <a:cubicBezTo>
                    <a:pt x="344" y="5"/>
                    <a:pt x="346" y="6"/>
                    <a:pt x="348" y="6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46" y="36"/>
                    <a:pt x="344" y="36"/>
                    <a:pt x="342" y="36"/>
                  </a:cubicBezTo>
                  <a:cubicBezTo>
                    <a:pt x="342" y="40"/>
                    <a:pt x="342" y="40"/>
                    <a:pt x="342" y="40"/>
                  </a:cubicBezTo>
                  <a:cubicBezTo>
                    <a:pt x="348" y="40"/>
                    <a:pt x="348" y="40"/>
                    <a:pt x="348" y="40"/>
                  </a:cubicBezTo>
                  <a:cubicBezTo>
                    <a:pt x="352" y="40"/>
                    <a:pt x="355" y="41"/>
                    <a:pt x="360" y="41"/>
                  </a:cubicBezTo>
                  <a:cubicBezTo>
                    <a:pt x="373" y="41"/>
                    <a:pt x="383" y="34"/>
                    <a:pt x="383" y="20"/>
                  </a:cubicBezTo>
                  <a:moveTo>
                    <a:pt x="312" y="20"/>
                  </a:moveTo>
                  <a:cubicBezTo>
                    <a:pt x="312" y="30"/>
                    <a:pt x="306" y="35"/>
                    <a:pt x="297" y="35"/>
                  </a:cubicBezTo>
                  <a:cubicBezTo>
                    <a:pt x="295" y="35"/>
                    <a:pt x="293" y="35"/>
                    <a:pt x="291" y="35"/>
                  </a:cubicBezTo>
                  <a:cubicBezTo>
                    <a:pt x="291" y="6"/>
                    <a:pt x="291" y="6"/>
                    <a:pt x="291" y="6"/>
                  </a:cubicBezTo>
                  <a:cubicBezTo>
                    <a:pt x="293" y="6"/>
                    <a:pt x="295" y="6"/>
                    <a:pt x="297" y="6"/>
                  </a:cubicBezTo>
                  <a:cubicBezTo>
                    <a:pt x="307" y="6"/>
                    <a:pt x="312" y="11"/>
                    <a:pt x="312" y="20"/>
                  </a:cubicBezTo>
                  <a:moveTo>
                    <a:pt x="319" y="20"/>
                  </a:moveTo>
                  <a:cubicBezTo>
                    <a:pt x="319" y="6"/>
                    <a:pt x="311" y="1"/>
                    <a:pt x="298" y="1"/>
                  </a:cubicBezTo>
                  <a:cubicBezTo>
                    <a:pt x="294" y="1"/>
                    <a:pt x="288" y="1"/>
                    <a:pt x="285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5"/>
                    <a:pt x="278" y="5"/>
                    <a:pt x="278" y="5"/>
                  </a:cubicBezTo>
                  <a:cubicBezTo>
                    <a:pt x="280" y="5"/>
                    <a:pt x="282" y="6"/>
                    <a:pt x="285" y="6"/>
                  </a:cubicBezTo>
                  <a:cubicBezTo>
                    <a:pt x="285" y="35"/>
                    <a:pt x="285" y="35"/>
                    <a:pt x="285" y="35"/>
                  </a:cubicBezTo>
                  <a:cubicBezTo>
                    <a:pt x="282" y="36"/>
                    <a:pt x="280" y="36"/>
                    <a:pt x="278" y="36"/>
                  </a:cubicBezTo>
                  <a:cubicBezTo>
                    <a:pt x="278" y="40"/>
                    <a:pt x="278" y="40"/>
                    <a:pt x="278" y="40"/>
                  </a:cubicBezTo>
                  <a:cubicBezTo>
                    <a:pt x="285" y="40"/>
                    <a:pt x="285" y="40"/>
                    <a:pt x="285" y="40"/>
                  </a:cubicBezTo>
                  <a:cubicBezTo>
                    <a:pt x="288" y="40"/>
                    <a:pt x="291" y="41"/>
                    <a:pt x="296" y="41"/>
                  </a:cubicBezTo>
                  <a:cubicBezTo>
                    <a:pt x="309" y="41"/>
                    <a:pt x="319" y="34"/>
                    <a:pt x="319" y="20"/>
                  </a:cubicBezTo>
                  <a:moveTo>
                    <a:pt x="259" y="25"/>
                  </a:moveTo>
                  <a:cubicBezTo>
                    <a:pt x="245" y="25"/>
                    <a:pt x="245" y="25"/>
                    <a:pt x="245" y="25"/>
                  </a:cubicBezTo>
                  <a:cubicBezTo>
                    <a:pt x="250" y="13"/>
                    <a:pt x="250" y="13"/>
                    <a:pt x="250" y="13"/>
                  </a:cubicBezTo>
                  <a:cubicBezTo>
                    <a:pt x="251" y="11"/>
                    <a:pt x="251" y="9"/>
                    <a:pt x="252" y="7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3" y="9"/>
                    <a:pt x="253" y="11"/>
                    <a:pt x="254" y="13"/>
                  </a:cubicBezTo>
                  <a:lnTo>
                    <a:pt x="259" y="25"/>
                  </a:lnTo>
                  <a:close/>
                  <a:moveTo>
                    <a:pt x="275" y="40"/>
                  </a:moveTo>
                  <a:cubicBezTo>
                    <a:pt x="275" y="36"/>
                    <a:pt x="275" y="36"/>
                    <a:pt x="275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57" y="1"/>
                    <a:pt x="257" y="1"/>
                    <a:pt x="257" y="1"/>
                  </a:cubicBezTo>
                  <a:cubicBezTo>
                    <a:pt x="248" y="1"/>
                    <a:pt x="248" y="1"/>
                    <a:pt x="248" y="1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3" y="36"/>
                    <a:pt x="231" y="36"/>
                    <a:pt x="230" y="36"/>
                  </a:cubicBezTo>
                  <a:cubicBezTo>
                    <a:pt x="230" y="40"/>
                    <a:pt x="230" y="40"/>
                    <a:pt x="230" y="40"/>
                  </a:cubicBezTo>
                  <a:cubicBezTo>
                    <a:pt x="247" y="40"/>
                    <a:pt x="247" y="40"/>
                    <a:pt x="247" y="40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6" y="36"/>
                    <a:pt x="243" y="36"/>
                    <a:pt x="241" y="36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61" y="30"/>
                    <a:pt x="261" y="30"/>
                    <a:pt x="261" y="30"/>
                  </a:cubicBezTo>
                  <a:cubicBezTo>
                    <a:pt x="262" y="36"/>
                    <a:pt x="262" y="36"/>
                    <a:pt x="262" y="36"/>
                  </a:cubicBezTo>
                  <a:cubicBezTo>
                    <a:pt x="261" y="36"/>
                    <a:pt x="258" y="36"/>
                    <a:pt x="257" y="36"/>
                  </a:cubicBezTo>
                  <a:cubicBezTo>
                    <a:pt x="257" y="40"/>
                    <a:pt x="257" y="40"/>
                    <a:pt x="257" y="40"/>
                  </a:cubicBezTo>
                  <a:lnTo>
                    <a:pt x="275" y="40"/>
                  </a:lnTo>
                  <a:close/>
                  <a:moveTo>
                    <a:pt x="231" y="14"/>
                  </a:moveTo>
                  <a:cubicBezTo>
                    <a:pt x="231" y="1"/>
                    <a:pt x="231" y="1"/>
                    <a:pt x="231" y="1"/>
                  </a:cubicBezTo>
                  <a:cubicBezTo>
                    <a:pt x="195" y="1"/>
                    <a:pt x="195" y="1"/>
                    <a:pt x="195" y="1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9" y="14"/>
                    <a:pt x="199" y="14"/>
                    <a:pt x="199" y="14"/>
                  </a:cubicBezTo>
                  <a:cubicBezTo>
                    <a:pt x="200" y="11"/>
                    <a:pt x="200" y="8"/>
                    <a:pt x="200" y="6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7" y="36"/>
                    <a:pt x="205" y="36"/>
                    <a:pt x="203" y="36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23" y="40"/>
                    <a:pt x="223" y="40"/>
                    <a:pt x="223" y="40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1" y="36"/>
                    <a:pt x="218" y="36"/>
                    <a:pt x="216" y="35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225" y="6"/>
                    <a:pt x="225" y="6"/>
                    <a:pt x="225" y="6"/>
                  </a:cubicBezTo>
                  <a:cubicBezTo>
                    <a:pt x="225" y="8"/>
                    <a:pt x="226" y="11"/>
                    <a:pt x="226" y="14"/>
                  </a:cubicBezTo>
                  <a:lnTo>
                    <a:pt x="231" y="14"/>
                  </a:lnTo>
                  <a:close/>
                  <a:moveTo>
                    <a:pt x="194" y="40"/>
                  </a:moveTo>
                  <a:cubicBezTo>
                    <a:pt x="194" y="28"/>
                    <a:pt x="194" y="28"/>
                    <a:pt x="194" y="28"/>
                  </a:cubicBezTo>
                  <a:cubicBezTo>
                    <a:pt x="189" y="28"/>
                    <a:pt x="189" y="28"/>
                    <a:pt x="189" y="28"/>
                  </a:cubicBezTo>
                  <a:cubicBezTo>
                    <a:pt x="189" y="30"/>
                    <a:pt x="189" y="33"/>
                    <a:pt x="188" y="35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80" y="6"/>
                    <a:pt x="182" y="5"/>
                    <a:pt x="184" y="5"/>
                  </a:cubicBezTo>
                  <a:cubicBezTo>
                    <a:pt x="184" y="1"/>
                    <a:pt x="184" y="1"/>
                    <a:pt x="184" y="1"/>
                  </a:cubicBezTo>
                  <a:cubicBezTo>
                    <a:pt x="164" y="1"/>
                    <a:pt x="164" y="1"/>
                    <a:pt x="164" y="1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6" y="5"/>
                    <a:pt x="169" y="6"/>
                    <a:pt x="171" y="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69" y="36"/>
                    <a:pt x="166" y="36"/>
                    <a:pt x="164" y="36"/>
                  </a:cubicBezTo>
                  <a:cubicBezTo>
                    <a:pt x="164" y="40"/>
                    <a:pt x="164" y="40"/>
                    <a:pt x="164" y="40"/>
                  </a:cubicBezTo>
                  <a:lnTo>
                    <a:pt x="194" y="40"/>
                  </a:lnTo>
                  <a:close/>
                  <a:moveTo>
                    <a:pt x="158" y="5"/>
                  </a:moveTo>
                  <a:cubicBezTo>
                    <a:pt x="158" y="1"/>
                    <a:pt x="158" y="1"/>
                    <a:pt x="158" y="1"/>
                  </a:cubicBezTo>
                  <a:cubicBezTo>
                    <a:pt x="140" y="1"/>
                    <a:pt x="140" y="1"/>
                    <a:pt x="140" y="1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2" y="5"/>
                    <a:pt x="144" y="6"/>
                    <a:pt x="146" y="6"/>
                  </a:cubicBezTo>
                  <a:cubicBezTo>
                    <a:pt x="146" y="25"/>
                    <a:pt x="146" y="25"/>
                    <a:pt x="146" y="25"/>
                  </a:cubicBezTo>
                  <a:cubicBezTo>
                    <a:pt x="146" y="31"/>
                    <a:pt x="143" y="35"/>
                    <a:pt x="136" y="35"/>
                  </a:cubicBezTo>
                  <a:cubicBezTo>
                    <a:pt x="129" y="35"/>
                    <a:pt x="126" y="32"/>
                    <a:pt x="126" y="25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8" y="6"/>
                    <a:pt x="130" y="5"/>
                    <a:pt x="132" y="5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5" y="5"/>
                    <a:pt x="117" y="6"/>
                    <a:pt x="119" y="6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36"/>
                    <a:pt x="125" y="41"/>
                    <a:pt x="135" y="41"/>
                  </a:cubicBezTo>
                  <a:cubicBezTo>
                    <a:pt x="148" y="41"/>
                    <a:pt x="153" y="34"/>
                    <a:pt x="153" y="25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5" y="6"/>
                    <a:pt x="157" y="5"/>
                    <a:pt x="158" y="5"/>
                  </a:cubicBezTo>
                  <a:moveTo>
                    <a:pt x="107" y="39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4" y="34"/>
                    <a:pt x="101" y="35"/>
                    <a:pt x="97" y="35"/>
                  </a:cubicBezTo>
                  <a:cubicBezTo>
                    <a:pt x="88" y="35"/>
                    <a:pt x="84" y="30"/>
                    <a:pt x="84" y="21"/>
                  </a:cubicBezTo>
                  <a:cubicBezTo>
                    <a:pt x="84" y="13"/>
                    <a:pt x="88" y="6"/>
                    <a:pt x="96" y="6"/>
                  </a:cubicBezTo>
                  <a:cubicBezTo>
                    <a:pt x="98" y="6"/>
                    <a:pt x="99" y="7"/>
                    <a:pt x="101" y="7"/>
                  </a:cubicBezTo>
                  <a:cubicBezTo>
                    <a:pt x="101" y="9"/>
                    <a:pt x="102" y="11"/>
                    <a:pt x="102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2"/>
                    <a:pt x="107" y="2"/>
                    <a:pt x="107" y="2"/>
                  </a:cubicBezTo>
                  <a:cubicBezTo>
                    <a:pt x="104" y="1"/>
                    <a:pt x="100" y="0"/>
                    <a:pt x="97" y="0"/>
                  </a:cubicBezTo>
                  <a:cubicBezTo>
                    <a:pt x="83" y="0"/>
                    <a:pt x="76" y="10"/>
                    <a:pt x="76" y="21"/>
                  </a:cubicBezTo>
                  <a:cubicBezTo>
                    <a:pt x="76" y="33"/>
                    <a:pt x="83" y="41"/>
                    <a:pt x="96" y="41"/>
                  </a:cubicBezTo>
                  <a:cubicBezTo>
                    <a:pt x="100" y="41"/>
                    <a:pt x="104" y="40"/>
                    <a:pt x="107" y="39"/>
                  </a:cubicBezTo>
                  <a:moveTo>
                    <a:pt x="58" y="25"/>
                  </a:moveTo>
                  <a:cubicBezTo>
                    <a:pt x="45" y="25"/>
                    <a:pt x="45" y="25"/>
                    <a:pt x="45" y="25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0" y="11"/>
                    <a:pt x="51" y="9"/>
                    <a:pt x="51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9"/>
                    <a:pt x="53" y="11"/>
                    <a:pt x="54" y="13"/>
                  </a:cubicBezTo>
                  <a:lnTo>
                    <a:pt x="58" y="25"/>
                  </a:lnTo>
                  <a:close/>
                  <a:moveTo>
                    <a:pt x="74" y="40"/>
                  </a:moveTo>
                  <a:cubicBezTo>
                    <a:pt x="74" y="36"/>
                    <a:pt x="74" y="36"/>
                    <a:pt x="74" y="36"/>
                  </a:cubicBezTo>
                  <a:cubicBezTo>
                    <a:pt x="73" y="36"/>
                    <a:pt x="71" y="36"/>
                    <a:pt x="69" y="36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1" y="36"/>
                    <a:pt x="29" y="36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5" y="36"/>
                    <a:pt x="43" y="36"/>
                    <a:pt x="41" y="36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0" y="36"/>
                    <a:pt x="58" y="36"/>
                    <a:pt x="56" y="36"/>
                  </a:cubicBezTo>
                  <a:cubicBezTo>
                    <a:pt x="56" y="40"/>
                    <a:pt x="56" y="40"/>
                    <a:pt x="56" y="40"/>
                  </a:cubicBezTo>
                  <a:lnTo>
                    <a:pt x="74" y="40"/>
                  </a:lnTo>
                  <a:close/>
                  <a:moveTo>
                    <a:pt x="30" y="12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6"/>
                    <a:pt x="7" y="6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4" y="36"/>
                    <a:pt x="2" y="36"/>
                    <a:pt x="0" y="3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8" y="36"/>
                    <a:pt x="16" y="36"/>
                    <a:pt x="13" y="35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6"/>
                    <a:pt x="22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7"/>
                    <a:pt x="21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10"/>
                    <a:pt x="25" y="12"/>
                  </a:cubicBezTo>
                  <a:lnTo>
                    <a:pt x="3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79" name="Marcador de número de diapositiva 70">
            <a:extLst>
              <a:ext uri="{FF2B5EF4-FFF2-40B4-BE49-F238E27FC236}">
                <a16:creationId xmlns:a16="http://schemas.microsoft.com/office/drawing/2014/main" id="{64EACE25-1980-4704-A58D-E0A21D5FF5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  <p:sp>
        <p:nvSpPr>
          <p:cNvPr id="71" name="Marcador de texto 2">
            <a:extLst>
              <a:ext uri="{FF2B5EF4-FFF2-40B4-BE49-F238E27FC236}">
                <a16:creationId xmlns:a16="http://schemas.microsoft.com/office/drawing/2014/main" id="{FB1315A8-50D5-452C-93E2-03879234E5E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72" name="Marcador de texto 2">
            <a:extLst>
              <a:ext uri="{FF2B5EF4-FFF2-40B4-BE49-F238E27FC236}">
                <a16:creationId xmlns:a16="http://schemas.microsoft.com/office/drawing/2014/main" id="{5452253E-D9FB-497C-99F2-CA2D44C640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73" name="Conector recto 72">
            <a:extLst>
              <a:ext uri="{FF2B5EF4-FFF2-40B4-BE49-F238E27FC236}">
                <a16:creationId xmlns:a16="http://schemas.microsoft.com/office/drawing/2014/main" id="{D6CBC86C-8C7B-4162-AB8A-F49CBFC77597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bg2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4511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4201">
          <p15:clr>
            <a:srgbClr val="FBAE40"/>
          </p15:clr>
        </p15:guide>
        <p15:guide id="3" orient="horz" pos="96">
          <p15:clr>
            <a:srgbClr val="FBAE40"/>
          </p15:clr>
        </p15:guide>
        <p15:guide id="4" pos="3840">
          <p15:clr>
            <a:srgbClr val="FBAE40"/>
          </p15:clr>
        </p15:guide>
        <p15:guide id="5" pos="166">
          <p15:clr>
            <a:srgbClr val="FBAE40"/>
          </p15:clr>
        </p15:guide>
        <p15:guide id="6" pos="7469">
          <p15:clr>
            <a:srgbClr val="FBAE40"/>
          </p15:clr>
        </p15:guide>
        <p15:guide id="7" orient="horz" pos="436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Imagen 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A7C7672-94BA-4FA5-814B-6E725F37940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193614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s-CL" dirty="0"/>
              <a:t>Espacio para imagen full </a:t>
            </a:r>
          </a:p>
        </p:txBody>
      </p:sp>
      <p:grpSp>
        <p:nvGrpSpPr>
          <p:cNvPr id="72" name="Grupo 71">
            <a:extLst>
              <a:ext uri="{FF2B5EF4-FFF2-40B4-BE49-F238E27FC236}">
                <a16:creationId xmlns:a16="http://schemas.microsoft.com/office/drawing/2014/main" id="{7F760D59-0D75-468D-9532-CC7064DC9846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73" name="Freeform 109">
              <a:extLst>
                <a:ext uri="{FF2B5EF4-FFF2-40B4-BE49-F238E27FC236}">
                  <a16:creationId xmlns:a16="http://schemas.microsoft.com/office/drawing/2014/main" id="{2A16ABED-1480-4A17-8C5D-B31F7DF5CAF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4" name="Freeform 110">
              <a:extLst>
                <a:ext uri="{FF2B5EF4-FFF2-40B4-BE49-F238E27FC236}">
                  <a16:creationId xmlns:a16="http://schemas.microsoft.com/office/drawing/2014/main" id="{0E93C5EF-86D1-4D3D-9F8D-64EA1AC1D8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75" name="Grupo 74">
              <a:extLst>
                <a:ext uri="{FF2B5EF4-FFF2-40B4-BE49-F238E27FC236}">
                  <a16:creationId xmlns:a16="http://schemas.microsoft.com/office/drawing/2014/main" id="{FE4F3B71-11F7-4774-9AA8-F249F7CFCCF6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86" name="Freeform 111">
                <a:extLst>
                  <a:ext uri="{FF2B5EF4-FFF2-40B4-BE49-F238E27FC236}">
                    <a16:creationId xmlns:a16="http://schemas.microsoft.com/office/drawing/2014/main" id="{5E806105-4795-4E11-AB36-1BA90E4DCA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7" name="Freeform 112">
                <a:extLst>
                  <a:ext uri="{FF2B5EF4-FFF2-40B4-BE49-F238E27FC236}">
                    <a16:creationId xmlns:a16="http://schemas.microsoft.com/office/drawing/2014/main" id="{260EC9DB-4F20-4C3D-BC00-FE17BD3F57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8" name="Freeform 113">
                <a:extLst>
                  <a:ext uri="{FF2B5EF4-FFF2-40B4-BE49-F238E27FC236}">
                    <a16:creationId xmlns:a16="http://schemas.microsoft.com/office/drawing/2014/main" id="{32D144DC-08C4-4D36-9F09-30318CB0C72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9" name="Freeform 114">
                <a:extLst>
                  <a:ext uri="{FF2B5EF4-FFF2-40B4-BE49-F238E27FC236}">
                    <a16:creationId xmlns:a16="http://schemas.microsoft.com/office/drawing/2014/main" id="{FA1527B0-419A-4EDE-90DE-3DB5EA195A0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0" name="Freeform 115">
                <a:extLst>
                  <a:ext uri="{FF2B5EF4-FFF2-40B4-BE49-F238E27FC236}">
                    <a16:creationId xmlns:a16="http://schemas.microsoft.com/office/drawing/2014/main" id="{E160C73E-6C60-4B73-B515-7E4F6BA2E3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1" name="Freeform 116">
                <a:extLst>
                  <a:ext uri="{FF2B5EF4-FFF2-40B4-BE49-F238E27FC236}">
                    <a16:creationId xmlns:a16="http://schemas.microsoft.com/office/drawing/2014/main" id="{A2A72D1B-DCF0-48EE-9878-F2B782CC82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2" name="Freeform 117">
                <a:extLst>
                  <a:ext uri="{FF2B5EF4-FFF2-40B4-BE49-F238E27FC236}">
                    <a16:creationId xmlns:a16="http://schemas.microsoft.com/office/drawing/2014/main" id="{0FC7E7C9-E634-427E-9E58-B9C430BBEF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3" name="Freeform 118">
                <a:extLst>
                  <a:ext uri="{FF2B5EF4-FFF2-40B4-BE49-F238E27FC236}">
                    <a16:creationId xmlns:a16="http://schemas.microsoft.com/office/drawing/2014/main" id="{E6D10DBA-3876-48D7-9601-6583978F05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4" name="Freeform 119">
                <a:extLst>
                  <a:ext uri="{FF2B5EF4-FFF2-40B4-BE49-F238E27FC236}">
                    <a16:creationId xmlns:a16="http://schemas.microsoft.com/office/drawing/2014/main" id="{223290B5-A74A-46C5-88F1-980FA81DC7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5" name="Freeform 120">
                <a:extLst>
                  <a:ext uri="{FF2B5EF4-FFF2-40B4-BE49-F238E27FC236}">
                    <a16:creationId xmlns:a16="http://schemas.microsoft.com/office/drawing/2014/main" id="{C0B629AE-44FB-4B7E-9242-726B09C3EA1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6" name="Freeform 121">
                <a:extLst>
                  <a:ext uri="{FF2B5EF4-FFF2-40B4-BE49-F238E27FC236}">
                    <a16:creationId xmlns:a16="http://schemas.microsoft.com/office/drawing/2014/main" id="{E7B5A626-9DB1-4C57-9694-B16E694E01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7" name="Freeform 122">
                <a:extLst>
                  <a:ext uri="{FF2B5EF4-FFF2-40B4-BE49-F238E27FC236}">
                    <a16:creationId xmlns:a16="http://schemas.microsoft.com/office/drawing/2014/main" id="{F263ACAE-6424-44F4-8469-025661D483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8" name="Freeform 123">
                <a:extLst>
                  <a:ext uri="{FF2B5EF4-FFF2-40B4-BE49-F238E27FC236}">
                    <a16:creationId xmlns:a16="http://schemas.microsoft.com/office/drawing/2014/main" id="{004F788D-5BD1-4CC0-A248-1F5FB64040B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9" name="Freeform 124">
                <a:extLst>
                  <a:ext uri="{FF2B5EF4-FFF2-40B4-BE49-F238E27FC236}">
                    <a16:creationId xmlns:a16="http://schemas.microsoft.com/office/drawing/2014/main" id="{345DB0C7-3792-447E-88EF-C02FD39F0E8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0" name="Freeform 125">
                <a:extLst>
                  <a:ext uri="{FF2B5EF4-FFF2-40B4-BE49-F238E27FC236}">
                    <a16:creationId xmlns:a16="http://schemas.microsoft.com/office/drawing/2014/main" id="{47231F00-A661-44B2-AB6B-48B47B564D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1" name="Freeform 126">
                <a:extLst>
                  <a:ext uri="{FF2B5EF4-FFF2-40B4-BE49-F238E27FC236}">
                    <a16:creationId xmlns:a16="http://schemas.microsoft.com/office/drawing/2014/main" id="{17D94E06-E3C2-4394-A870-6ABF58C7E1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2" name="Freeform 127">
                <a:extLst>
                  <a:ext uri="{FF2B5EF4-FFF2-40B4-BE49-F238E27FC236}">
                    <a16:creationId xmlns:a16="http://schemas.microsoft.com/office/drawing/2014/main" id="{95FF73C3-9273-4025-8043-B93FDB908D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76" name="Freeform 128">
              <a:extLst>
                <a:ext uri="{FF2B5EF4-FFF2-40B4-BE49-F238E27FC236}">
                  <a16:creationId xmlns:a16="http://schemas.microsoft.com/office/drawing/2014/main" id="{02564356-1093-43A9-85A9-A61F0CB119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7" name="Freeform 129">
              <a:extLst>
                <a:ext uri="{FF2B5EF4-FFF2-40B4-BE49-F238E27FC236}">
                  <a16:creationId xmlns:a16="http://schemas.microsoft.com/office/drawing/2014/main" id="{7EE7B7E7-D770-4BE6-A229-C7F8E56EF0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8" name="Freeform 130">
              <a:extLst>
                <a:ext uri="{FF2B5EF4-FFF2-40B4-BE49-F238E27FC236}">
                  <a16:creationId xmlns:a16="http://schemas.microsoft.com/office/drawing/2014/main" id="{81BB9DD0-461A-464C-BAD1-1B749AF42F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9" name="Freeform 131">
              <a:extLst>
                <a:ext uri="{FF2B5EF4-FFF2-40B4-BE49-F238E27FC236}">
                  <a16:creationId xmlns:a16="http://schemas.microsoft.com/office/drawing/2014/main" id="{BA540343-1981-4C56-93A1-76806F9915D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0" name="Freeform 132">
              <a:extLst>
                <a:ext uri="{FF2B5EF4-FFF2-40B4-BE49-F238E27FC236}">
                  <a16:creationId xmlns:a16="http://schemas.microsoft.com/office/drawing/2014/main" id="{9323C4A7-BC9A-4F71-8065-157BEB3ED4A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1" name="Freeform 133">
              <a:extLst>
                <a:ext uri="{FF2B5EF4-FFF2-40B4-BE49-F238E27FC236}">
                  <a16:creationId xmlns:a16="http://schemas.microsoft.com/office/drawing/2014/main" id="{3840820B-B609-4264-80E3-C63ABAEF443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2" name="Freeform 134">
              <a:extLst>
                <a:ext uri="{FF2B5EF4-FFF2-40B4-BE49-F238E27FC236}">
                  <a16:creationId xmlns:a16="http://schemas.microsoft.com/office/drawing/2014/main" id="{90734FCE-4632-4FF5-94EC-7A53F6744B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3" name="Freeform 135">
              <a:extLst>
                <a:ext uri="{FF2B5EF4-FFF2-40B4-BE49-F238E27FC236}">
                  <a16:creationId xmlns:a16="http://schemas.microsoft.com/office/drawing/2014/main" id="{07EDB1F7-C7B6-480C-A0F2-8E205E41A862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4" name="Freeform 136">
              <a:extLst>
                <a:ext uri="{FF2B5EF4-FFF2-40B4-BE49-F238E27FC236}">
                  <a16:creationId xmlns:a16="http://schemas.microsoft.com/office/drawing/2014/main" id="{9749C220-7280-435F-9427-913718A34983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5" name="Freeform 137">
              <a:extLst>
                <a:ext uri="{FF2B5EF4-FFF2-40B4-BE49-F238E27FC236}">
                  <a16:creationId xmlns:a16="http://schemas.microsoft.com/office/drawing/2014/main" id="{80B56448-91AA-43A2-96EB-6B2C6DD0F2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05" name="Grupo 104">
            <a:extLst>
              <a:ext uri="{FF2B5EF4-FFF2-40B4-BE49-F238E27FC236}">
                <a16:creationId xmlns:a16="http://schemas.microsoft.com/office/drawing/2014/main" id="{DF4E9642-1CEE-4C36-84A5-E7707F351C20}"/>
              </a:ext>
            </a:extLst>
          </p:cNvPr>
          <p:cNvGrpSpPr/>
          <p:nvPr userDrawn="1"/>
        </p:nvGrpSpPr>
        <p:grpSpPr>
          <a:xfrm>
            <a:off x="10580559" y="518761"/>
            <a:ext cx="1147824" cy="235942"/>
            <a:chOff x="6094413" y="2516188"/>
            <a:chExt cx="2000250" cy="411162"/>
          </a:xfrm>
          <a:solidFill>
            <a:schemeClr val="bg2"/>
          </a:solidFill>
        </p:grpSpPr>
        <p:sp>
          <p:nvSpPr>
            <p:cNvPr id="106" name="Freeform 7">
              <a:extLst>
                <a:ext uri="{FF2B5EF4-FFF2-40B4-BE49-F238E27FC236}">
                  <a16:creationId xmlns:a16="http://schemas.microsoft.com/office/drawing/2014/main" id="{D5CAF925-F4D9-4B08-8765-47D2A3FAF9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4463" y="2516188"/>
              <a:ext cx="1600200" cy="265113"/>
            </a:xfrm>
            <a:custGeom>
              <a:avLst/>
              <a:gdLst>
                <a:gd name="T0" fmla="*/ 644 w 1008"/>
                <a:gd name="T1" fmla="*/ 90 h 167"/>
                <a:gd name="T2" fmla="*/ 644 w 1008"/>
                <a:gd name="T3" fmla="*/ 39 h 167"/>
                <a:gd name="T4" fmla="*/ 363 w 1008"/>
                <a:gd name="T5" fmla="*/ 39 h 167"/>
                <a:gd name="T6" fmla="*/ 363 w 1008"/>
                <a:gd name="T7" fmla="*/ 90 h 167"/>
                <a:gd name="T8" fmla="*/ 644 w 1008"/>
                <a:gd name="T9" fmla="*/ 90 h 167"/>
                <a:gd name="T10" fmla="*/ 40 w 1008"/>
                <a:gd name="T11" fmla="*/ 0 h 167"/>
                <a:gd name="T12" fmla="*/ 40 w 1008"/>
                <a:gd name="T13" fmla="*/ 128 h 167"/>
                <a:gd name="T14" fmla="*/ 323 w 1008"/>
                <a:gd name="T15" fmla="*/ 128 h 167"/>
                <a:gd name="T16" fmla="*/ 323 w 1008"/>
                <a:gd name="T17" fmla="*/ 0 h 167"/>
                <a:gd name="T18" fmla="*/ 685 w 1008"/>
                <a:gd name="T19" fmla="*/ 0 h 167"/>
                <a:gd name="T20" fmla="*/ 685 w 1008"/>
                <a:gd name="T21" fmla="*/ 129 h 167"/>
                <a:gd name="T22" fmla="*/ 967 w 1008"/>
                <a:gd name="T23" fmla="*/ 129 h 167"/>
                <a:gd name="T24" fmla="*/ 967 w 1008"/>
                <a:gd name="T25" fmla="*/ 58 h 167"/>
                <a:gd name="T26" fmla="*/ 1008 w 1008"/>
                <a:gd name="T27" fmla="*/ 58 h 167"/>
                <a:gd name="T28" fmla="*/ 1008 w 1008"/>
                <a:gd name="T29" fmla="*/ 167 h 167"/>
                <a:gd name="T30" fmla="*/ 644 w 1008"/>
                <a:gd name="T31" fmla="*/ 167 h 167"/>
                <a:gd name="T32" fmla="*/ 644 w 1008"/>
                <a:gd name="T33" fmla="*/ 130 h 167"/>
                <a:gd name="T34" fmla="*/ 363 w 1008"/>
                <a:gd name="T35" fmla="*/ 130 h 167"/>
                <a:gd name="T36" fmla="*/ 363 w 1008"/>
                <a:gd name="T37" fmla="*/ 167 h 167"/>
                <a:gd name="T38" fmla="*/ 0 w 1008"/>
                <a:gd name="T39" fmla="*/ 167 h 167"/>
                <a:gd name="T40" fmla="*/ 0 w 1008"/>
                <a:gd name="T41" fmla="*/ 0 h 167"/>
                <a:gd name="T42" fmla="*/ 40 w 1008"/>
                <a:gd name="T43" fmla="*/ 0 h 167"/>
                <a:gd name="T44" fmla="*/ 967 w 1008"/>
                <a:gd name="T45" fmla="*/ 0 h 167"/>
                <a:gd name="T46" fmla="*/ 1007 w 1008"/>
                <a:gd name="T47" fmla="*/ 0 h 167"/>
                <a:gd name="T48" fmla="*/ 1007 w 1008"/>
                <a:gd name="T49" fmla="*/ 38 h 167"/>
                <a:gd name="T50" fmla="*/ 967 w 1008"/>
                <a:gd name="T51" fmla="*/ 38 h 167"/>
                <a:gd name="T52" fmla="*/ 967 w 1008"/>
                <a:gd name="T5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008" h="167">
                  <a:moveTo>
                    <a:pt x="644" y="90"/>
                  </a:moveTo>
                  <a:lnTo>
                    <a:pt x="644" y="39"/>
                  </a:lnTo>
                  <a:lnTo>
                    <a:pt x="363" y="39"/>
                  </a:lnTo>
                  <a:lnTo>
                    <a:pt x="363" y="90"/>
                  </a:lnTo>
                  <a:lnTo>
                    <a:pt x="644" y="90"/>
                  </a:lnTo>
                  <a:close/>
                  <a:moveTo>
                    <a:pt x="40" y="0"/>
                  </a:moveTo>
                  <a:lnTo>
                    <a:pt x="40" y="128"/>
                  </a:lnTo>
                  <a:lnTo>
                    <a:pt x="323" y="128"/>
                  </a:lnTo>
                  <a:lnTo>
                    <a:pt x="323" y="0"/>
                  </a:lnTo>
                  <a:lnTo>
                    <a:pt x="685" y="0"/>
                  </a:lnTo>
                  <a:lnTo>
                    <a:pt x="685" y="129"/>
                  </a:lnTo>
                  <a:lnTo>
                    <a:pt x="967" y="129"/>
                  </a:lnTo>
                  <a:lnTo>
                    <a:pt x="967" y="58"/>
                  </a:lnTo>
                  <a:lnTo>
                    <a:pt x="1008" y="58"/>
                  </a:lnTo>
                  <a:lnTo>
                    <a:pt x="1008" y="167"/>
                  </a:lnTo>
                  <a:lnTo>
                    <a:pt x="644" y="167"/>
                  </a:lnTo>
                  <a:lnTo>
                    <a:pt x="644" y="130"/>
                  </a:lnTo>
                  <a:lnTo>
                    <a:pt x="363" y="130"/>
                  </a:lnTo>
                  <a:lnTo>
                    <a:pt x="363" y="167"/>
                  </a:lnTo>
                  <a:lnTo>
                    <a:pt x="0" y="167"/>
                  </a:lnTo>
                  <a:lnTo>
                    <a:pt x="0" y="0"/>
                  </a:lnTo>
                  <a:lnTo>
                    <a:pt x="40" y="0"/>
                  </a:lnTo>
                  <a:close/>
                  <a:moveTo>
                    <a:pt x="967" y="0"/>
                  </a:moveTo>
                  <a:lnTo>
                    <a:pt x="1007" y="0"/>
                  </a:lnTo>
                  <a:lnTo>
                    <a:pt x="1007" y="38"/>
                  </a:lnTo>
                  <a:lnTo>
                    <a:pt x="967" y="38"/>
                  </a:lnTo>
                  <a:lnTo>
                    <a:pt x="96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7" name="Freeform 8">
              <a:extLst>
                <a:ext uri="{FF2B5EF4-FFF2-40B4-BE49-F238E27FC236}">
                  <a16:creationId xmlns:a16="http://schemas.microsoft.com/office/drawing/2014/main" id="{41C85E79-FC7E-456C-B7BA-6CFB5906B779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4463" y="2840038"/>
              <a:ext cx="63500" cy="80963"/>
            </a:xfrm>
            <a:custGeom>
              <a:avLst/>
              <a:gdLst>
                <a:gd name="T0" fmla="*/ 29 w 29"/>
                <a:gd name="T1" fmla="*/ 0 h 37"/>
                <a:gd name="T2" fmla="*/ 22 w 29"/>
                <a:gd name="T3" fmla="*/ 0 h 37"/>
                <a:gd name="T4" fmla="*/ 22 w 29"/>
                <a:gd name="T5" fmla="*/ 23 h 37"/>
                <a:gd name="T6" fmla="*/ 21 w 29"/>
                <a:gd name="T7" fmla="*/ 28 h 37"/>
                <a:gd name="T8" fmla="*/ 16 w 29"/>
                <a:gd name="T9" fmla="*/ 30 h 37"/>
                <a:gd name="T10" fmla="*/ 10 w 29"/>
                <a:gd name="T11" fmla="*/ 28 h 37"/>
                <a:gd name="T12" fmla="*/ 9 w 29"/>
                <a:gd name="T13" fmla="*/ 23 h 37"/>
                <a:gd name="T14" fmla="*/ 9 w 29"/>
                <a:gd name="T15" fmla="*/ 0 h 37"/>
                <a:gd name="T16" fmla="*/ 0 w 29"/>
                <a:gd name="T17" fmla="*/ 0 h 37"/>
                <a:gd name="T18" fmla="*/ 0 w 29"/>
                <a:gd name="T19" fmla="*/ 23 h 37"/>
                <a:gd name="T20" fmla="*/ 3 w 29"/>
                <a:gd name="T21" fmla="*/ 33 h 37"/>
                <a:gd name="T22" fmla="*/ 15 w 29"/>
                <a:gd name="T23" fmla="*/ 37 h 37"/>
                <a:gd name="T24" fmla="*/ 26 w 29"/>
                <a:gd name="T25" fmla="*/ 34 h 37"/>
                <a:gd name="T26" fmla="*/ 29 w 29"/>
                <a:gd name="T27" fmla="*/ 23 h 37"/>
                <a:gd name="T28" fmla="*/ 29 w 29"/>
                <a:gd name="T2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" h="37">
                  <a:moveTo>
                    <a:pt x="29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6"/>
                    <a:pt x="22" y="27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cubicBezTo>
                    <a:pt x="13" y="30"/>
                    <a:pt x="11" y="29"/>
                    <a:pt x="10" y="28"/>
                  </a:cubicBezTo>
                  <a:cubicBezTo>
                    <a:pt x="10" y="27"/>
                    <a:pt x="9" y="26"/>
                    <a:pt x="9" y="2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8"/>
                    <a:pt x="1" y="31"/>
                    <a:pt x="3" y="33"/>
                  </a:cubicBezTo>
                  <a:cubicBezTo>
                    <a:pt x="6" y="36"/>
                    <a:pt x="10" y="37"/>
                    <a:pt x="15" y="37"/>
                  </a:cubicBezTo>
                  <a:cubicBezTo>
                    <a:pt x="20" y="37"/>
                    <a:pt x="23" y="36"/>
                    <a:pt x="26" y="34"/>
                  </a:cubicBezTo>
                  <a:cubicBezTo>
                    <a:pt x="28" y="31"/>
                    <a:pt x="29" y="29"/>
                    <a:pt x="29" y="23"/>
                  </a:cubicBez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8" name="Freeform 9">
              <a:extLst>
                <a:ext uri="{FF2B5EF4-FFF2-40B4-BE49-F238E27FC236}">
                  <a16:creationId xmlns:a16="http://schemas.microsoft.com/office/drawing/2014/main" id="{1B7CB862-FD9B-489B-88C2-457D3EBAA785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2250" y="2840038"/>
              <a:ext cx="60325" cy="77788"/>
            </a:xfrm>
            <a:custGeom>
              <a:avLst/>
              <a:gdLst>
                <a:gd name="T0" fmla="*/ 28 w 28"/>
                <a:gd name="T1" fmla="*/ 0 h 36"/>
                <a:gd name="T2" fmla="*/ 22 w 28"/>
                <a:gd name="T3" fmla="*/ 0 h 36"/>
                <a:gd name="T4" fmla="*/ 22 w 28"/>
                <a:gd name="T5" fmla="*/ 19 h 36"/>
                <a:gd name="T6" fmla="*/ 22 w 28"/>
                <a:gd name="T7" fmla="*/ 21 h 36"/>
                <a:gd name="T8" fmla="*/ 9 w 28"/>
                <a:gd name="T9" fmla="*/ 0 h 36"/>
                <a:gd name="T10" fmla="*/ 0 w 28"/>
                <a:gd name="T11" fmla="*/ 0 h 36"/>
                <a:gd name="T12" fmla="*/ 0 w 28"/>
                <a:gd name="T13" fmla="*/ 36 h 36"/>
                <a:gd name="T14" fmla="*/ 7 w 28"/>
                <a:gd name="T15" fmla="*/ 36 h 36"/>
                <a:gd name="T16" fmla="*/ 7 w 28"/>
                <a:gd name="T17" fmla="*/ 15 h 36"/>
                <a:gd name="T18" fmla="*/ 7 w 28"/>
                <a:gd name="T19" fmla="*/ 13 h 36"/>
                <a:gd name="T20" fmla="*/ 6 w 28"/>
                <a:gd name="T21" fmla="*/ 12 h 36"/>
                <a:gd name="T22" fmla="*/ 21 w 28"/>
                <a:gd name="T23" fmla="*/ 36 h 36"/>
                <a:gd name="T24" fmla="*/ 28 w 28"/>
                <a:gd name="T25" fmla="*/ 36 h 36"/>
                <a:gd name="T26" fmla="*/ 28 w 28"/>
                <a:gd name="T2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6">
                  <a:moveTo>
                    <a:pt x="28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9" name="Rectangle 10">
              <a:extLst>
                <a:ext uri="{FF2B5EF4-FFF2-40B4-BE49-F238E27FC236}">
                  <a16:creationId xmlns:a16="http://schemas.microsoft.com/office/drawing/2014/main" id="{66DE9029-ECBD-4D59-B3EB-039F064339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8450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0" name="Freeform 11">
              <a:extLst>
                <a:ext uri="{FF2B5EF4-FFF2-40B4-BE49-F238E27FC236}">
                  <a16:creationId xmlns:a16="http://schemas.microsoft.com/office/drawing/2014/main" id="{93A73A41-9855-449C-8CE6-8988E14DC578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3850" y="2840038"/>
              <a:ext cx="68263" cy="77788"/>
            </a:xfrm>
            <a:custGeom>
              <a:avLst/>
              <a:gdLst>
                <a:gd name="T0" fmla="*/ 43 w 43"/>
                <a:gd name="T1" fmla="*/ 0 h 49"/>
                <a:gd name="T2" fmla="*/ 33 w 43"/>
                <a:gd name="T3" fmla="*/ 0 h 49"/>
                <a:gd name="T4" fmla="*/ 24 w 43"/>
                <a:gd name="T5" fmla="*/ 36 h 49"/>
                <a:gd name="T6" fmla="*/ 13 w 43"/>
                <a:gd name="T7" fmla="*/ 0 h 49"/>
                <a:gd name="T8" fmla="*/ 0 w 43"/>
                <a:gd name="T9" fmla="*/ 0 h 49"/>
                <a:gd name="T10" fmla="*/ 15 w 43"/>
                <a:gd name="T11" fmla="*/ 49 h 49"/>
                <a:gd name="T12" fmla="*/ 28 w 43"/>
                <a:gd name="T13" fmla="*/ 49 h 49"/>
                <a:gd name="T14" fmla="*/ 43 w 43"/>
                <a:gd name="T15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49">
                  <a:moveTo>
                    <a:pt x="43" y="0"/>
                  </a:moveTo>
                  <a:lnTo>
                    <a:pt x="33" y="0"/>
                  </a:lnTo>
                  <a:lnTo>
                    <a:pt x="24" y="36"/>
                  </a:lnTo>
                  <a:lnTo>
                    <a:pt x="13" y="0"/>
                  </a:lnTo>
                  <a:lnTo>
                    <a:pt x="0" y="0"/>
                  </a:lnTo>
                  <a:lnTo>
                    <a:pt x="15" y="49"/>
                  </a:lnTo>
                  <a:lnTo>
                    <a:pt x="28" y="49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1" name="Freeform 12">
              <a:extLst>
                <a:ext uri="{FF2B5EF4-FFF2-40B4-BE49-F238E27FC236}">
                  <a16:creationId xmlns:a16="http://schemas.microsoft.com/office/drawing/2014/main" id="{27FE99BC-A8B1-4FD8-866A-DD0FCA6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050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36 w 36"/>
                <a:gd name="T9" fmla="*/ 49 h 49"/>
                <a:gd name="T10" fmla="*/ 36 w 36"/>
                <a:gd name="T11" fmla="*/ 40 h 49"/>
                <a:gd name="T12" fmla="*/ 11 w 36"/>
                <a:gd name="T13" fmla="*/ 40 h 49"/>
                <a:gd name="T14" fmla="*/ 11 w 36"/>
                <a:gd name="T15" fmla="*/ 29 h 49"/>
                <a:gd name="T16" fmla="*/ 30 w 36"/>
                <a:gd name="T17" fmla="*/ 29 h 49"/>
                <a:gd name="T18" fmla="*/ 30 w 36"/>
                <a:gd name="T19" fmla="*/ 19 h 49"/>
                <a:gd name="T20" fmla="*/ 11 w 36"/>
                <a:gd name="T21" fmla="*/ 19 h 49"/>
                <a:gd name="T22" fmla="*/ 11 w 36"/>
                <a:gd name="T23" fmla="*/ 10 h 49"/>
                <a:gd name="T24" fmla="*/ 36 w 36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6" y="49"/>
                  </a:lnTo>
                  <a:lnTo>
                    <a:pt x="36" y="40"/>
                  </a:lnTo>
                  <a:lnTo>
                    <a:pt x="11" y="40"/>
                  </a:lnTo>
                  <a:lnTo>
                    <a:pt x="11" y="29"/>
                  </a:lnTo>
                  <a:lnTo>
                    <a:pt x="30" y="29"/>
                  </a:lnTo>
                  <a:lnTo>
                    <a:pt x="30" y="19"/>
                  </a:lnTo>
                  <a:lnTo>
                    <a:pt x="11" y="19"/>
                  </a:lnTo>
                  <a:lnTo>
                    <a:pt x="11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2" name="Freeform 13">
              <a:extLst>
                <a:ext uri="{FF2B5EF4-FFF2-40B4-BE49-F238E27FC236}">
                  <a16:creationId xmlns:a16="http://schemas.microsoft.com/office/drawing/2014/main" id="{5483F718-1B44-47B2-B16F-08A84E2508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16725" y="2840038"/>
              <a:ext cx="65088" cy="77788"/>
            </a:xfrm>
            <a:custGeom>
              <a:avLst/>
              <a:gdLst>
                <a:gd name="T0" fmla="*/ 8 w 30"/>
                <a:gd name="T1" fmla="*/ 22 h 36"/>
                <a:gd name="T2" fmla="*/ 15 w 30"/>
                <a:gd name="T3" fmla="*/ 22 h 36"/>
                <a:gd name="T4" fmla="*/ 20 w 30"/>
                <a:gd name="T5" fmla="*/ 36 h 36"/>
                <a:gd name="T6" fmla="*/ 30 w 30"/>
                <a:gd name="T7" fmla="*/ 36 h 36"/>
                <a:gd name="T8" fmla="*/ 23 w 30"/>
                <a:gd name="T9" fmla="*/ 20 h 36"/>
                <a:gd name="T10" fmla="*/ 26 w 30"/>
                <a:gd name="T11" fmla="*/ 18 h 36"/>
                <a:gd name="T12" fmla="*/ 29 w 30"/>
                <a:gd name="T13" fmla="*/ 11 h 36"/>
                <a:gd name="T14" fmla="*/ 25 w 30"/>
                <a:gd name="T15" fmla="*/ 2 h 36"/>
                <a:gd name="T16" fmla="*/ 16 w 30"/>
                <a:gd name="T17" fmla="*/ 0 h 36"/>
                <a:gd name="T18" fmla="*/ 0 w 30"/>
                <a:gd name="T19" fmla="*/ 0 h 36"/>
                <a:gd name="T20" fmla="*/ 0 w 30"/>
                <a:gd name="T21" fmla="*/ 36 h 36"/>
                <a:gd name="T22" fmla="*/ 8 w 30"/>
                <a:gd name="T23" fmla="*/ 36 h 36"/>
                <a:gd name="T24" fmla="*/ 8 w 30"/>
                <a:gd name="T25" fmla="*/ 22 h 36"/>
                <a:gd name="T26" fmla="*/ 8 w 30"/>
                <a:gd name="T27" fmla="*/ 6 h 36"/>
                <a:gd name="T28" fmla="*/ 13 w 30"/>
                <a:gd name="T29" fmla="*/ 6 h 36"/>
                <a:gd name="T30" fmla="*/ 19 w 30"/>
                <a:gd name="T31" fmla="*/ 7 h 36"/>
                <a:gd name="T32" fmla="*/ 20 w 30"/>
                <a:gd name="T33" fmla="*/ 11 h 36"/>
                <a:gd name="T34" fmla="*/ 18 w 30"/>
                <a:gd name="T35" fmla="*/ 15 h 36"/>
                <a:gd name="T36" fmla="*/ 14 w 30"/>
                <a:gd name="T37" fmla="*/ 16 h 36"/>
                <a:gd name="T38" fmla="*/ 8 w 30"/>
                <a:gd name="T39" fmla="*/ 16 h 36"/>
                <a:gd name="T40" fmla="*/ 8 w 30"/>
                <a:gd name="T4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6">
                  <a:moveTo>
                    <a:pt x="8" y="22"/>
                  </a:moveTo>
                  <a:cubicBezTo>
                    <a:pt x="15" y="22"/>
                    <a:pt x="15" y="22"/>
                    <a:pt x="15" y="2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5" y="19"/>
                    <a:pt x="25" y="19"/>
                    <a:pt x="26" y="18"/>
                  </a:cubicBezTo>
                  <a:cubicBezTo>
                    <a:pt x="28" y="16"/>
                    <a:pt x="29" y="14"/>
                    <a:pt x="29" y="11"/>
                  </a:cubicBezTo>
                  <a:cubicBezTo>
                    <a:pt x="29" y="8"/>
                    <a:pt x="28" y="4"/>
                    <a:pt x="25" y="2"/>
                  </a:cubicBezTo>
                  <a:cubicBezTo>
                    <a:pt x="23" y="1"/>
                    <a:pt x="21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8" y="36"/>
                    <a:pt x="8" y="36"/>
                    <a:pt x="8" y="36"/>
                  </a:cubicBezTo>
                  <a:lnTo>
                    <a:pt x="8" y="22"/>
                  </a:lnTo>
                  <a:close/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7" y="6"/>
                    <a:pt x="18" y="6"/>
                    <a:pt x="19" y="7"/>
                  </a:cubicBezTo>
                  <a:cubicBezTo>
                    <a:pt x="20" y="8"/>
                    <a:pt x="20" y="10"/>
                    <a:pt x="20" y="11"/>
                  </a:cubicBezTo>
                  <a:cubicBezTo>
                    <a:pt x="20" y="12"/>
                    <a:pt x="19" y="14"/>
                    <a:pt x="18" y="15"/>
                  </a:cubicBezTo>
                  <a:cubicBezTo>
                    <a:pt x="17" y="16"/>
                    <a:pt x="17" y="16"/>
                    <a:pt x="14" y="16"/>
                  </a:cubicBezTo>
                  <a:cubicBezTo>
                    <a:pt x="8" y="16"/>
                    <a:pt x="8" y="16"/>
                    <a:pt x="8" y="16"/>
                  </a:cubicBezTo>
                  <a:lnTo>
                    <a:pt x="8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3" name="Freeform 14">
              <a:extLst>
                <a:ext uri="{FF2B5EF4-FFF2-40B4-BE49-F238E27FC236}">
                  <a16:creationId xmlns:a16="http://schemas.microsoft.com/office/drawing/2014/main" id="{A1B4900B-01A3-42FF-A7D7-53EB75F206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6575" y="2838450"/>
              <a:ext cx="65088" cy="82550"/>
            </a:xfrm>
            <a:custGeom>
              <a:avLst/>
              <a:gdLst>
                <a:gd name="T0" fmla="*/ 29 w 30"/>
                <a:gd name="T1" fmla="*/ 9 h 38"/>
                <a:gd name="T2" fmla="*/ 25 w 30"/>
                <a:gd name="T3" fmla="*/ 3 h 38"/>
                <a:gd name="T4" fmla="*/ 15 w 30"/>
                <a:gd name="T5" fmla="*/ 0 h 38"/>
                <a:gd name="T6" fmla="*/ 6 w 30"/>
                <a:gd name="T7" fmla="*/ 3 h 38"/>
                <a:gd name="T8" fmla="*/ 2 w 30"/>
                <a:gd name="T9" fmla="*/ 12 h 38"/>
                <a:gd name="T10" fmla="*/ 6 w 30"/>
                <a:gd name="T11" fmla="*/ 20 h 38"/>
                <a:gd name="T12" fmla="*/ 15 w 30"/>
                <a:gd name="T13" fmla="*/ 23 h 38"/>
                <a:gd name="T14" fmla="*/ 21 w 30"/>
                <a:gd name="T15" fmla="*/ 27 h 38"/>
                <a:gd name="T16" fmla="*/ 15 w 30"/>
                <a:gd name="T17" fmla="*/ 31 h 38"/>
                <a:gd name="T18" fmla="*/ 8 w 30"/>
                <a:gd name="T19" fmla="*/ 26 h 38"/>
                <a:gd name="T20" fmla="*/ 0 w 30"/>
                <a:gd name="T21" fmla="*/ 28 h 38"/>
                <a:gd name="T22" fmla="*/ 4 w 30"/>
                <a:gd name="T23" fmla="*/ 35 h 38"/>
                <a:gd name="T24" fmla="*/ 15 w 30"/>
                <a:gd name="T25" fmla="*/ 38 h 38"/>
                <a:gd name="T26" fmla="*/ 25 w 30"/>
                <a:gd name="T27" fmla="*/ 36 h 38"/>
                <a:gd name="T28" fmla="*/ 30 w 30"/>
                <a:gd name="T29" fmla="*/ 26 h 38"/>
                <a:gd name="T30" fmla="*/ 25 w 30"/>
                <a:gd name="T31" fmla="*/ 17 h 38"/>
                <a:gd name="T32" fmla="*/ 16 w 30"/>
                <a:gd name="T33" fmla="*/ 14 h 38"/>
                <a:gd name="T34" fmla="*/ 10 w 30"/>
                <a:gd name="T35" fmla="*/ 10 h 38"/>
                <a:gd name="T36" fmla="*/ 15 w 30"/>
                <a:gd name="T37" fmla="*/ 7 h 38"/>
                <a:gd name="T38" fmla="*/ 22 w 30"/>
                <a:gd name="T39" fmla="*/ 11 h 38"/>
                <a:gd name="T40" fmla="*/ 29 w 30"/>
                <a:gd name="T41" fmla="*/ 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8">
                  <a:moveTo>
                    <a:pt x="29" y="9"/>
                  </a:moveTo>
                  <a:cubicBezTo>
                    <a:pt x="28" y="6"/>
                    <a:pt x="27" y="5"/>
                    <a:pt x="25" y="3"/>
                  </a:cubicBezTo>
                  <a:cubicBezTo>
                    <a:pt x="22" y="1"/>
                    <a:pt x="19" y="0"/>
                    <a:pt x="15" y="0"/>
                  </a:cubicBezTo>
                  <a:cubicBezTo>
                    <a:pt x="11" y="0"/>
                    <a:pt x="8" y="1"/>
                    <a:pt x="6" y="3"/>
                  </a:cubicBezTo>
                  <a:cubicBezTo>
                    <a:pt x="3" y="6"/>
                    <a:pt x="2" y="9"/>
                    <a:pt x="2" y="12"/>
                  </a:cubicBezTo>
                  <a:cubicBezTo>
                    <a:pt x="2" y="16"/>
                    <a:pt x="4" y="19"/>
                    <a:pt x="6" y="20"/>
                  </a:cubicBezTo>
                  <a:cubicBezTo>
                    <a:pt x="8" y="21"/>
                    <a:pt x="11" y="22"/>
                    <a:pt x="15" y="23"/>
                  </a:cubicBezTo>
                  <a:cubicBezTo>
                    <a:pt x="20" y="24"/>
                    <a:pt x="21" y="25"/>
                    <a:pt x="21" y="27"/>
                  </a:cubicBezTo>
                  <a:cubicBezTo>
                    <a:pt x="21" y="30"/>
                    <a:pt x="19" y="31"/>
                    <a:pt x="15" y="31"/>
                  </a:cubicBezTo>
                  <a:cubicBezTo>
                    <a:pt x="11" y="31"/>
                    <a:pt x="9" y="30"/>
                    <a:pt x="8" y="2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31"/>
                    <a:pt x="2" y="33"/>
                    <a:pt x="4" y="35"/>
                  </a:cubicBezTo>
                  <a:cubicBezTo>
                    <a:pt x="7" y="37"/>
                    <a:pt x="11" y="38"/>
                    <a:pt x="15" y="38"/>
                  </a:cubicBezTo>
                  <a:cubicBezTo>
                    <a:pt x="19" y="38"/>
                    <a:pt x="22" y="37"/>
                    <a:pt x="25" y="36"/>
                  </a:cubicBezTo>
                  <a:cubicBezTo>
                    <a:pt x="28" y="33"/>
                    <a:pt x="30" y="30"/>
                    <a:pt x="30" y="26"/>
                  </a:cubicBezTo>
                  <a:cubicBezTo>
                    <a:pt x="30" y="22"/>
                    <a:pt x="28" y="19"/>
                    <a:pt x="25" y="17"/>
                  </a:cubicBezTo>
                  <a:cubicBezTo>
                    <a:pt x="24" y="16"/>
                    <a:pt x="21" y="15"/>
                    <a:pt x="16" y="14"/>
                  </a:cubicBezTo>
                  <a:cubicBezTo>
                    <a:pt x="12" y="13"/>
                    <a:pt x="10" y="12"/>
                    <a:pt x="10" y="10"/>
                  </a:cubicBezTo>
                  <a:cubicBezTo>
                    <a:pt x="10" y="8"/>
                    <a:pt x="12" y="7"/>
                    <a:pt x="15" y="7"/>
                  </a:cubicBezTo>
                  <a:cubicBezTo>
                    <a:pt x="19" y="7"/>
                    <a:pt x="20" y="8"/>
                    <a:pt x="22" y="11"/>
                  </a:cubicBezTo>
                  <a:lnTo>
                    <a:pt x="2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4" name="Rectangle 15">
              <a:extLst>
                <a:ext uri="{FF2B5EF4-FFF2-40B4-BE49-F238E27FC236}">
                  <a16:creationId xmlns:a16="http://schemas.microsoft.com/office/drawing/2014/main" id="{A94C6E5B-ED5B-43EE-BB82-D6A187D69B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4363" y="2840038"/>
              <a:ext cx="17463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5" name="Freeform 16">
              <a:extLst>
                <a:ext uri="{FF2B5EF4-FFF2-40B4-BE49-F238E27FC236}">
                  <a16:creationId xmlns:a16="http://schemas.microsoft.com/office/drawing/2014/main" id="{065BAD0E-64C8-472A-8CA0-75B3B3620BC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97700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6" name="Freeform 17">
              <a:extLst>
                <a:ext uri="{FF2B5EF4-FFF2-40B4-BE49-F238E27FC236}">
                  <a16:creationId xmlns:a16="http://schemas.microsoft.com/office/drawing/2014/main" id="{644128E1-5AB5-4BAA-9E8B-525FB6035D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5963" y="2840038"/>
              <a:ext cx="71438" cy="77788"/>
            </a:xfrm>
            <a:custGeom>
              <a:avLst/>
              <a:gdLst>
                <a:gd name="T0" fmla="*/ 30 w 45"/>
                <a:gd name="T1" fmla="*/ 0 h 49"/>
                <a:gd name="T2" fmla="*/ 17 w 45"/>
                <a:gd name="T3" fmla="*/ 0 h 49"/>
                <a:gd name="T4" fmla="*/ 0 w 45"/>
                <a:gd name="T5" fmla="*/ 49 h 49"/>
                <a:gd name="T6" fmla="*/ 11 w 45"/>
                <a:gd name="T7" fmla="*/ 49 h 49"/>
                <a:gd name="T8" fmla="*/ 14 w 45"/>
                <a:gd name="T9" fmla="*/ 40 h 49"/>
                <a:gd name="T10" fmla="*/ 30 w 45"/>
                <a:gd name="T11" fmla="*/ 40 h 49"/>
                <a:gd name="T12" fmla="*/ 33 w 45"/>
                <a:gd name="T13" fmla="*/ 49 h 49"/>
                <a:gd name="T14" fmla="*/ 45 w 45"/>
                <a:gd name="T15" fmla="*/ 49 h 49"/>
                <a:gd name="T16" fmla="*/ 30 w 45"/>
                <a:gd name="T17" fmla="*/ 0 h 49"/>
                <a:gd name="T18" fmla="*/ 17 w 45"/>
                <a:gd name="T19" fmla="*/ 30 h 49"/>
                <a:gd name="T20" fmla="*/ 22 w 45"/>
                <a:gd name="T21" fmla="*/ 12 h 49"/>
                <a:gd name="T22" fmla="*/ 28 w 45"/>
                <a:gd name="T23" fmla="*/ 30 h 49"/>
                <a:gd name="T24" fmla="*/ 17 w 45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" h="49">
                  <a:moveTo>
                    <a:pt x="30" y="0"/>
                  </a:moveTo>
                  <a:lnTo>
                    <a:pt x="17" y="0"/>
                  </a:lnTo>
                  <a:lnTo>
                    <a:pt x="0" y="49"/>
                  </a:lnTo>
                  <a:lnTo>
                    <a:pt x="11" y="49"/>
                  </a:lnTo>
                  <a:lnTo>
                    <a:pt x="14" y="40"/>
                  </a:lnTo>
                  <a:lnTo>
                    <a:pt x="30" y="40"/>
                  </a:lnTo>
                  <a:lnTo>
                    <a:pt x="33" y="49"/>
                  </a:lnTo>
                  <a:lnTo>
                    <a:pt x="45" y="49"/>
                  </a:lnTo>
                  <a:lnTo>
                    <a:pt x="30" y="0"/>
                  </a:lnTo>
                  <a:close/>
                  <a:moveTo>
                    <a:pt x="17" y="30"/>
                  </a:moveTo>
                  <a:lnTo>
                    <a:pt x="22" y="12"/>
                  </a:lnTo>
                  <a:lnTo>
                    <a:pt x="28" y="30"/>
                  </a:lnTo>
                  <a:lnTo>
                    <a:pt x="17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8">
              <a:extLst>
                <a:ext uri="{FF2B5EF4-FFF2-40B4-BE49-F238E27FC236}">
                  <a16:creationId xmlns:a16="http://schemas.microsoft.com/office/drawing/2014/main" id="{E1D815EA-8F6D-4949-A069-8AD2725978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469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5 w 30"/>
                <a:gd name="T7" fmla="*/ 31 h 36"/>
                <a:gd name="T8" fmla="*/ 30 w 30"/>
                <a:gd name="T9" fmla="*/ 18 h 36"/>
                <a:gd name="T10" fmla="*/ 25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8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8 w 30"/>
                <a:gd name="T25" fmla="*/ 27 h 36"/>
                <a:gd name="T26" fmla="*/ 12 w 30"/>
                <a:gd name="T27" fmla="*/ 30 h 36"/>
                <a:gd name="T28" fmla="*/ 8 w 30"/>
                <a:gd name="T29" fmla="*/ 30 h 36"/>
                <a:gd name="T30" fmla="*/ 8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2" y="35"/>
                    <a:pt x="25" y="31"/>
                  </a:cubicBezTo>
                  <a:cubicBezTo>
                    <a:pt x="28" y="28"/>
                    <a:pt x="30" y="23"/>
                    <a:pt x="30" y="18"/>
                  </a:cubicBezTo>
                  <a:cubicBezTo>
                    <a:pt x="30" y="13"/>
                    <a:pt x="28" y="8"/>
                    <a:pt x="25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8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8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8" y="30"/>
                    <a:pt x="8" y="30"/>
                    <a:pt x="8" y="30"/>
                  </a:cubicBezTo>
                  <a:lnTo>
                    <a:pt x="8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8" name="Freeform 19">
              <a:extLst>
                <a:ext uri="{FF2B5EF4-FFF2-40B4-BE49-F238E27FC236}">
                  <a16:creationId xmlns:a16="http://schemas.microsoft.com/office/drawing/2014/main" id="{46FC4EF8-ECA3-4D5C-B580-FBB50F8B86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46938" y="2840038"/>
              <a:ext cx="68263" cy="77788"/>
            </a:xfrm>
            <a:custGeom>
              <a:avLst/>
              <a:gdLst>
                <a:gd name="T0" fmla="*/ 28 w 43"/>
                <a:gd name="T1" fmla="*/ 0 h 49"/>
                <a:gd name="T2" fmla="*/ 15 w 43"/>
                <a:gd name="T3" fmla="*/ 0 h 49"/>
                <a:gd name="T4" fmla="*/ 0 w 43"/>
                <a:gd name="T5" fmla="*/ 49 h 49"/>
                <a:gd name="T6" fmla="*/ 9 w 43"/>
                <a:gd name="T7" fmla="*/ 49 h 49"/>
                <a:gd name="T8" fmla="*/ 12 w 43"/>
                <a:gd name="T9" fmla="*/ 40 h 49"/>
                <a:gd name="T10" fmla="*/ 28 w 43"/>
                <a:gd name="T11" fmla="*/ 40 h 49"/>
                <a:gd name="T12" fmla="*/ 31 w 43"/>
                <a:gd name="T13" fmla="*/ 49 h 49"/>
                <a:gd name="T14" fmla="*/ 43 w 43"/>
                <a:gd name="T15" fmla="*/ 49 h 49"/>
                <a:gd name="T16" fmla="*/ 28 w 43"/>
                <a:gd name="T17" fmla="*/ 0 h 49"/>
                <a:gd name="T18" fmla="*/ 15 w 43"/>
                <a:gd name="T19" fmla="*/ 30 h 49"/>
                <a:gd name="T20" fmla="*/ 20 w 43"/>
                <a:gd name="T21" fmla="*/ 12 h 49"/>
                <a:gd name="T22" fmla="*/ 25 w 43"/>
                <a:gd name="T23" fmla="*/ 30 h 49"/>
                <a:gd name="T24" fmla="*/ 15 w 43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49">
                  <a:moveTo>
                    <a:pt x="28" y="0"/>
                  </a:moveTo>
                  <a:lnTo>
                    <a:pt x="15" y="0"/>
                  </a:lnTo>
                  <a:lnTo>
                    <a:pt x="0" y="49"/>
                  </a:lnTo>
                  <a:lnTo>
                    <a:pt x="9" y="49"/>
                  </a:lnTo>
                  <a:lnTo>
                    <a:pt x="12" y="40"/>
                  </a:lnTo>
                  <a:lnTo>
                    <a:pt x="28" y="40"/>
                  </a:lnTo>
                  <a:lnTo>
                    <a:pt x="31" y="49"/>
                  </a:lnTo>
                  <a:lnTo>
                    <a:pt x="43" y="49"/>
                  </a:lnTo>
                  <a:lnTo>
                    <a:pt x="28" y="0"/>
                  </a:lnTo>
                  <a:close/>
                  <a:moveTo>
                    <a:pt x="15" y="30"/>
                  </a:moveTo>
                  <a:lnTo>
                    <a:pt x="20" y="12"/>
                  </a:lnTo>
                  <a:lnTo>
                    <a:pt x="25" y="30"/>
                  </a:lnTo>
                  <a:lnTo>
                    <a:pt x="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9" name="Freeform 20">
              <a:extLst>
                <a:ext uri="{FF2B5EF4-FFF2-40B4-BE49-F238E27FC236}">
                  <a16:creationId xmlns:a16="http://schemas.microsoft.com/office/drawing/2014/main" id="{D3F66839-DCD6-4B3A-8E61-921504D8C0C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47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2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2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9" y="0"/>
                    <a:pt x="12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1" y="12"/>
                    <a:pt x="22" y="15"/>
                    <a:pt x="22" y="18"/>
                  </a:cubicBezTo>
                  <a:cubicBezTo>
                    <a:pt x="22" y="21"/>
                    <a:pt x="21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21">
              <a:extLst>
                <a:ext uri="{FF2B5EF4-FFF2-40B4-BE49-F238E27FC236}">
                  <a16:creationId xmlns:a16="http://schemas.microsoft.com/office/drawing/2014/main" id="{ACCD0273-2D1B-424F-A3DB-DDA76B9178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7750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6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6 w 31"/>
                <a:gd name="T25" fmla="*/ 31 h 38"/>
                <a:gd name="T26" fmla="*/ 9 w 31"/>
                <a:gd name="T27" fmla="*/ 19 h 38"/>
                <a:gd name="T28" fmla="*/ 16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2" y="9"/>
                    <a:pt x="0" y="14"/>
                    <a:pt x="0" y="19"/>
                  </a:cubicBezTo>
                  <a:cubicBezTo>
                    <a:pt x="0" y="24"/>
                    <a:pt x="2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5" y="36"/>
                    <a:pt x="27" y="33"/>
                  </a:cubicBezTo>
                  <a:cubicBezTo>
                    <a:pt x="30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5" y="2"/>
                    <a:pt x="21" y="0"/>
                    <a:pt x="16" y="0"/>
                  </a:cubicBezTo>
                  <a:moveTo>
                    <a:pt x="16" y="7"/>
                  </a:moveTo>
                  <a:cubicBezTo>
                    <a:pt x="18" y="7"/>
                    <a:pt x="20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6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6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Freeform 22">
              <a:extLst>
                <a:ext uri="{FF2B5EF4-FFF2-40B4-BE49-F238E27FC236}">
                  <a16:creationId xmlns:a16="http://schemas.microsoft.com/office/drawing/2014/main" id="{3209AFB6-C25C-4366-B217-7B70D579E95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8713" y="2840038"/>
              <a:ext cx="49213" cy="77788"/>
            </a:xfrm>
            <a:custGeom>
              <a:avLst/>
              <a:gdLst>
                <a:gd name="T0" fmla="*/ 10 w 31"/>
                <a:gd name="T1" fmla="*/ 40 h 49"/>
                <a:gd name="T2" fmla="*/ 10 w 31"/>
                <a:gd name="T3" fmla="*/ 0 h 49"/>
                <a:gd name="T4" fmla="*/ 0 w 31"/>
                <a:gd name="T5" fmla="*/ 0 h 49"/>
                <a:gd name="T6" fmla="*/ 0 w 31"/>
                <a:gd name="T7" fmla="*/ 49 h 49"/>
                <a:gd name="T8" fmla="*/ 31 w 31"/>
                <a:gd name="T9" fmla="*/ 49 h 49"/>
                <a:gd name="T10" fmla="*/ 31 w 31"/>
                <a:gd name="T11" fmla="*/ 40 h 49"/>
                <a:gd name="T12" fmla="*/ 10 w 31"/>
                <a:gd name="T13" fmla="*/ 4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49">
                  <a:moveTo>
                    <a:pt x="10" y="40"/>
                  </a:moveTo>
                  <a:lnTo>
                    <a:pt x="10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1" y="49"/>
                  </a:lnTo>
                  <a:lnTo>
                    <a:pt x="31" y="40"/>
                  </a:lnTo>
                  <a:lnTo>
                    <a:pt x="1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23">
              <a:extLst>
                <a:ext uri="{FF2B5EF4-FFF2-40B4-BE49-F238E27FC236}">
                  <a16:creationId xmlns:a16="http://schemas.microsoft.com/office/drawing/2014/main" id="{007308E1-4658-41E9-A05B-9D413B05F83A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5863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13 w 36"/>
                <a:gd name="T9" fmla="*/ 49 h 49"/>
                <a:gd name="T10" fmla="*/ 13 w 36"/>
                <a:gd name="T11" fmla="*/ 30 h 49"/>
                <a:gd name="T12" fmla="*/ 32 w 36"/>
                <a:gd name="T13" fmla="*/ 30 h 49"/>
                <a:gd name="T14" fmla="*/ 32 w 36"/>
                <a:gd name="T15" fmla="*/ 21 h 49"/>
                <a:gd name="T16" fmla="*/ 13 w 36"/>
                <a:gd name="T17" fmla="*/ 21 h 49"/>
                <a:gd name="T18" fmla="*/ 13 w 36"/>
                <a:gd name="T19" fmla="*/ 10 h 49"/>
                <a:gd name="T20" fmla="*/ 36 w 36"/>
                <a:gd name="T21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13" y="49"/>
                  </a:lnTo>
                  <a:lnTo>
                    <a:pt x="13" y="30"/>
                  </a:lnTo>
                  <a:lnTo>
                    <a:pt x="32" y="30"/>
                  </a:lnTo>
                  <a:lnTo>
                    <a:pt x="32" y="21"/>
                  </a:lnTo>
                  <a:lnTo>
                    <a:pt x="13" y="21"/>
                  </a:lnTo>
                  <a:lnTo>
                    <a:pt x="13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Freeform 24">
              <a:extLst>
                <a:ext uri="{FF2B5EF4-FFF2-40B4-BE49-F238E27FC236}">
                  <a16:creationId xmlns:a16="http://schemas.microsoft.com/office/drawing/2014/main" id="{BF400C19-7064-4416-A494-26E3F11F7D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5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5 w 31"/>
                <a:gd name="T25" fmla="*/ 31 h 38"/>
                <a:gd name="T26" fmla="*/ 9 w 31"/>
                <a:gd name="T27" fmla="*/ 19 h 38"/>
                <a:gd name="T28" fmla="*/ 15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1" y="9"/>
                    <a:pt x="0" y="14"/>
                    <a:pt x="0" y="19"/>
                  </a:cubicBezTo>
                  <a:cubicBezTo>
                    <a:pt x="0" y="24"/>
                    <a:pt x="1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4" y="36"/>
                    <a:pt x="27" y="33"/>
                  </a:cubicBezTo>
                  <a:cubicBezTo>
                    <a:pt x="29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4" y="2"/>
                    <a:pt x="20" y="0"/>
                    <a:pt x="16" y="0"/>
                  </a:cubicBezTo>
                  <a:moveTo>
                    <a:pt x="15" y="7"/>
                  </a:moveTo>
                  <a:cubicBezTo>
                    <a:pt x="18" y="7"/>
                    <a:pt x="19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5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5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Rectangle 25">
              <a:extLst>
                <a:ext uri="{FF2B5EF4-FFF2-40B4-BE49-F238E27FC236}">
                  <a16:creationId xmlns:a16="http://schemas.microsoft.com/office/drawing/2014/main" id="{3D6792A7-3ECF-4CD5-B495-F58746F0CA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7313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26">
              <a:extLst>
                <a:ext uri="{FF2B5EF4-FFF2-40B4-BE49-F238E27FC236}">
                  <a16:creationId xmlns:a16="http://schemas.microsoft.com/office/drawing/2014/main" id="{F0EB6394-BD27-454C-A015-9AD9232B5D6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42238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7 w 30"/>
                <a:gd name="T5" fmla="*/ 36 h 36"/>
                <a:gd name="T6" fmla="*/ 27 w 30"/>
                <a:gd name="T7" fmla="*/ 34 h 36"/>
                <a:gd name="T8" fmla="*/ 30 w 30"/>
                <a:gd name="T9" fmla="*/ 26 h 36"/>
                <a:gd name="T10" fmla="*/ 27 w 30"/>
                <a:gd name="T11" fmla="*/ 20 h 36"/>
                <a:gd name="T12" fmla="*/ 23 w 30"/>
                <a:gd name="T13" fmla="*/ 17 h 36"/>
                <a:gd name="T14" fmla="*/ 29 w 30"/>
                <a:gd name="T15" fmla="*/ 9 h 36"/>
                <a:gd name="T16" fmla="*/ 26 w 30"/>
                <a:gd name="T17" fmla="*/ 2 h 36"/>
                <a:gd name="T18" fmla="*/ 17 w 30"/>
                <a:gd name="T19" fmla="*/ 0 h 36"/>
                <a:gd name="T20" fmla="*/ 0 w 30"/>
                <a:gd name="T21" fmla="*/ 0 h 36"/>
                <a:gd name="T22" fmla="*/ 9 w 30"/>
                <a:gd name="T23" fmla="*/ 6 h 36"/>
                <a:gd name="T24" fmla="*/ 14 w 30"/>
                <a:gd name="T25" fmla="*/ 6 h 36"/>
                <a:gd name="T26" fmla="*/ 19 w 30"/>
                <a:gd name="T27" fmla="*/ 7 h 36"/>
                <a:gd name="T28" fmla="*/ 20 w 30"/>
                <a:gd name="T29" fmla="*/ 10 h 36"/>
                <a:gd name="T30" fmla="*/ 19 w 30"/>
                <a:gd name="T31" fmla="*/ 13 h 36"/>
                <a:gd name="T32" fmla="*/ 15 w 30"/>
                <a:gd name="T33" fmla="*/ 14 h 36"/>
                <a:gd name="T34" fmla="*/ 9 w 30"/>
                <a:gd name="T35" fmla="*/ 14 h 36"/>
                <a:gd name="T36" fmla="*/ 9 w 30"/>
                <a:gd name="T37" fmla="*/ 6 h 36"/>
                <a:gd name="T38" fmla="*/ 9 w 30"/>
                <a:gd name="T39" fmla="*/ 21 h 36"/>
                <a:gd name="T40" fmla="*/ 16 w 30"/>
                <a:gd name="T41" fmla="*/ 21 h 36"/>
                <a:gd name="T42" fmla="*/ 21 w 30"/>
                <a:gd name="T43" fmla="*/ 25 h 36"/>
                <a:gd name="T44" fmla="*/ 19 w 30"/>
                <a:gd name="T45" fmla="*/ 29 h 36"/>
                <a:gd name="T46" fmla="*/ 15 w 30"/>
                <a:gd name="T47" fmla="*/ 30 h 36"/>
                <a:gd name="T48" fmla="*/ 9 w 30"/>
                <a:gd name="T49" fmla="*/ 30 h 36"/>
                <a:gd name="T50" fmla="*/ 9 w 30"/>
                <a:gd name="T51" fmla="*/ 2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22" y="36"/>
                    <a:pt x="25" y="36"/>
                    <a:pt x="27" y="34"/>
                  </a:cubicBezTo>
                  <a:cubicBezTo>
                    <a:pt x="29" y="32"/>
                    <a:pt x="30" y="29"/>
                    <a:pt x="30" y="26"/>
                  </a:cubicBezTo>
                  <a:cubicBezTo>
                    <a:pt x="30" y="24"/>
                    <a:pt x="29" y="21"/>
                    <a:pt x="27" y="20"/>
                  </a:cubicBezTo>
                  <a:cubicBezTo>
                    <a:pt x="26" y="18"/>
                    <a:pt x="25" y="18"/>
                    <a:pt x="23" y="17"/>
                  </a:cubicBezTo>
                  <a:cubicBezTo>
                    <a:pt x="27" y="16"/>
                    <a:pt x="29" y="13"/>
                    <a:pt x="29" y="9"/>
                  </a:cubicBezTo>
                  <a:cubicBezTo>
                    <a:pt x="29" y="6"/>
                    <a:pt x="28" y="4"/>
                    <a:pt x="26" y="2"/>
                  </a:cubicBezTo>
                  <a:cubicBezTo>
                    <a:pt x="24" y="0"/>
                    <a:pt x="21" y="0"/>
                    <a:pt x="17" y="0"/>
                  </a:cubicBezTo>
                  <a:lnTo>
                    <a:pt x="0" y="0"/>
                  </a:lnTo>
                  <a:close/>
                  <a:moveTo>
                    <a:pt x="9" y="6"/>
                  </a:moveTo>
                  <a:cubicBezTo>
                    <a:pt x="14" y="6"/>
                    <a:pt x="14" y="6"/>
                    <a:pt x="14" y="6"/>
                  </a:cubicBezTo>
                  <a:cubicBezTo>
                    <a:pt x="18" y="6"/>
                    <a:pt x="18" y="6"/>
                    <a:pt x="19" y="7"/>
                  </a:cubicBezTo>
                  <a:cubicBezTo>
                    <a:pt x="20" y="8"/>
                    <a:pt x="20" y="9"/>
                    <a:pt x="20" y="10"/>
                  </a:cubicBezTo>
                  <a:cubicBezTo>
                    <a:pt x="20" y="12"/>
                    <a:pt x="20" y="13"/>
                    <a:pt x="19" y="13"/>
                  </a:cubicBezTo>
                  <a:cubicBezTo>
                    <a:pt x="18" y="14"/>
                    <a:pt x="17" y="14"/>
                    <a:pt x="15" y="14"/>
                  </a:cubicBezTo>
                  <a:cubicBezTo>
                    <a:pt x="9" y="14"/>
                    <a:pt x="9" y="14"/>
                    <a:pt x="9" y="14"/>
                  </a:cubicBezTo>
                  <a:lnTo>
                    <a:pt x="9" y="6"/>
                  </a:lnTo>
                  <a:close/>
                  <a:moveTo>
                    <a:pt x="9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9" y="21"/>
                    <a:pt x="21" y="22"/>
                    <a:pt x="21" y="25"/>
                  </a:cubicBezTo>
                  <a:cubicBezTo>
                    <a:pt x="21" y="27"/>
                    <a:pt x="20" y="28"/>
                    <a:pt x="19" y="29"/>
                  </a:cubicBezTo>
                  <a:cubicBezTo>
                    <a:pt x="18" y="29"/>
                    <a:pt x="17" y="30"/>
                    <a:pt x="15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27">
              <a:extLst>
                <a:ext uri="{FF2B5EF4-FFF2-40B4-BE49-F238E27FC236}">
                  <a16:creationId xmlns:a16="http://schemas.microsoft.com/office/drawing/2014/main" id="{61BE1907-7F66-4826-B330-4AC9B58E43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12088" y="2814638"/>
              <a:ext cx="71438" cy="103188"/>
            </a:xfrm>
            <a:custGeom>
              <a:avLst/>
              <a:gdLst>
                <a:gd name="T0" fmla="*/ 30 w 45"/>
                <a:gd name="T1" fmla="*/ 16 h 65"/>
                <a:gd name="T2" fmla="*/ 16 w 45"/>
                <a:gd name="T3" fmla="*/ 16 h 65"/>
                <a:gd name="T4" fmla="*/ 0 w 45"/>
                <a:gd name="T5" fmla="*/ 65 h 65"/>
                <a:gd name="T6" fmla="*/ 9 w 45"/>
                <a:gd name="T7" fmla="*/ 65 h 65"/>
                <a:gd name="T8" fmla="*/ 13 w 45"/>
                <a:gd name="T9" fmla="*/ 56 h 65"/>
                <a:gd name="T10" fmla="*/ 30 w 45"/>
                <a:gd name="T11" fmla="*/ 56 h 65"/>
                <a:gd name="T12" fmla="*/ 32 w 45"/>
                <a:gd name="T13" fmla="*/ 65 h 65"/>
                <a:gd name="T14" fmla="*/ 45 w 45"/>
                <a:gd name="T15" fmla="*/ 65 h 65"/>
                <a:gd name="T16" fmla="*/ 30 w 45"/>
                <a:gd name="T17" fmla="*/ 16 h 65"/>
                <a:gd name="T18" fmla="*/ 16 w 45"/>
                <a:gd name="T19" fmla="*/ 46 h 65"/>
                <a:gd name="T20" fmla="*/ 21 w 45"/>
                <a:gd name="T21" fmla="*/ 28 h 65"/>
                <a:gd name="T22" fmla="*/ 27 w 45"/>
                <a:gd name="T23" fmla="*/ 46 h 65"/>
                <a:gd name="T24" fmla="*/ 16 w 45"/>
                <a:gd name="T25" fmla="*/ 46 h 65"/>
                <a:gd name="T26" fmla="*/ 32 w 45"/>
                <a:gd name="T27" fmla="*/ 0 h 65"/>
                <a:gd name="T28" fmla="*/ 16 w 45"/>
                <a:gd name="T29" fmla="*/ 8 h 65"/>
                <a:gd name="T30" fmla="*/ 19 w 45"/>
                <a:gd name="T31" fmla="*/ 12 h 65"/>
                <a:gd name="T32" fmla="*/ 35 w 45"/>
                <a:gd name="T33" fmla="*/ 7 h 65"/>
                <a:gd name="T34" fmla="*/ 32 w 45"/>
                <a:gd name="T3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5" h="65">
                  <a:moveTo>
                    <a:pt x="30" y="16"/>
                  </a:moveTo>
                  <a:lnTo>
                    <a:pt x="16" y="16"/>
                  </a:lnTo>
                  <a:lnTo>
                    <a:pt x="0" y="65"/>
                  </a:lnTo>
                  <a:lnTo>
                    <a:pt x="9" y="65"/>
                  </a:lnTo>
                  <a:lnTo>
                    <a:pt x="13" y="56"/>
                  </a:lnTo>
                  <a:lnTo>
                    <a:pt x="30" y="56"/>
                  </a:lnTo>
                  <a:lnTo>
                    <a:pt x="32" y="65"/>
                  </a:lnTo>
                  <a:lnTo>
                    <a:pt x="45" y="65"/>
                  </a:lnTo>
                  <a:lnTo>
                    <a:pt x="30" y="16"/>
                  </a:lnTo>
                  <a:close/>
                  <a:moveTo>
                    <a:pt x="16" y="46"/>
                  </a:moveTo>
                  <a:lnTo>
                    <a:pt x="21" y="28"/>
                  </a:lnTo>
                  <a:lnTo>
                    <a:pt x="27" y="46"/>
                  </a:lnTo>
                  <a:lnTo>
                    <a:pt x="16" y="46"/>
                  </a:lnTo>
                  <a:close/>
                  <a:moveTo>
                    <a:pt x="32" y="0"/>
                  </a:moveTo>
                  <a:lnTo>
                    <a:pt x="16" y="8"/>
                  </a:lnTo>
                  <a:lnTo>
                    <a:pt x="19" y="12"/>
                  </a:lnTo>
                  <a:lnTo>
                    <a:pt x="35" y="7"/>
                  </a:lnTo>
                  <a:lnTo>
                    <a:pt x="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28">
              <a:extLst>
                <a:ext uri="{FF2B5EF4-FFF2-40B4-BE49-F238E27FC236}">
                  <a16:creationId xmlns:a16="http://schemas.microsoft.com/office/drawing/2014/main" id="{ECE2AF28-3A55-48B9-95EB-CB34ABB9967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91463" y="2816225"/>
              <a:ext cx="60325" cy="101600"/>
            </a:xfrm>
            <a:custGeom>
              <a:avLst/>
              <a:gdLst>
                <a:gd name="T0" fmla="*/ 28 w 28"/>
                <a:gd name="T1" fmla="*/ 11 h 47"/>
                <a:gd name="T2" fmla="*/ 21 w 28"/>
                <a:gd name="T3" fmla="*/ 11 h 47"/>
                <a:gd name="T4" fmla="*/ 21 w 28"/>
                <a:gd name="T5" fmla="*/ 30 h 47"/>
                <a:gd name="T6" fmla="*/ 22 w 28"/>
                <a:gd name="T7" fmla="*/ 32 h 47"/>
                <a:gd name="T8" fmla="*/ 9 w 28"/>
                <a:gd name="T9" fmla="*/ 11 h 47"/>
                <a:gd name="T10" fmla="*/ 0 w 28"/>
                <a:gd name="T11" fmla="*/ 11 h 47"/>
                <a:gd name="T12" fmla="*/ 0 w 28"/>
                <a:gd name="T13" fmla="*/ 47 h 47"/>
                <a:gd name="T14" fmla="*/ 7 w 28"/>
                <a:gd name="T15" fmla="*/ 47 h 47"/>
                <a:gd name="T16" fmla="*/ 7 w 28"/>
                <a:gd name="T17" fmla="*/ 26 h 47"/>
                <a:gd name="T18" fmla="*/ 6 w 28"/>
                <a:gd name="T19" fmla="*/ 24 h 47"/>
                <a:gd name="T20" fmla="*/ 6 w 28"/>
                <a:gd name="T21" fmla="*/ 23 h 47"/>
                <a:gd name="T22" fmla="*/ 21 w 28"/>
                <a:gd name="T23" fmla="*/ 47 h 47"/>
                <a:gd name="T24" fmla="*/ 28 w 28"/>
                <a:gd name="T25" fmla="*/ 47 h 47"/>
                <a:gd name="T26" fmla="*/ 28 w 28"/>
                <a:gd name="T27" fmla="*/ 11 h 47"/>
                <a:gd name="T28" fmla="*/ 22 w 28"/>
                <a:gd name="T29" fmla="*/ 0 h 47"/>
                <a:gd name="T30" fmla="*/ 18 w 28"/>
                <a:gd name="T31" fmla="*/ 3 h 47"/>
                <a:gd name="T32" fmla="*/ 15 w 28"/>
                <a:gd name="T33" fmla="*/ 2 h 47"/>
                <a:gd name="T34" fmla="*/ 11 w 28"/>
                <a:gd name="T35" fmla="*/ 1 h 47"/>
                <a:gd name="T36" fmla="*/ 5 w 28"/>
                <a:gd name="T37" fmla="*/ 4 h 47"/>
                <a:gd name="T38" fmla="*/ 7 w 28"/>
                <a:gd name="T39" fmla="*/ 7 h 47"/>
                <a:gd name="T40" fmla="*/ 11 w 28"/>
                <a:gd name="T41" fmla="*/ 5 h 47"/>
                <a:gd name="T42" fmla="*/ 13 w 28"/>
                <a:gd name="T43" fmla="*/ 5 h 47"/>
                <a:gd name="T44" fmla="*/ 18 w 28"/>
                <a:gd name="T45" fmla="*/ 7 h 47"/>
                <a:gd name="T46" fmla="*/ 24 w 28"/>
                <a:gd name="T47" fmla="*/ 3 h 47"/>
                <a:gd name="T48" fmla="*/ 22 w 28"/>
                <a:gd name="T49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47">
                  <a:moveTo>
                    <a:pt x="28" y="11"/>
                  </a:moveTo>
                  <a:cubicBezTo>
                    <a:pt x="21" y="11"/>
                    <a:pt x="21" y="11"/>
                    <a:pt x="21" y="1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1"/>
                    <a:pt x="21" y="31"/>
                    <a:pt x="22" y="3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8" y="47"/>
                    <a:pt x="28" y="47"/>
                    <a:pt x="28" y="47"/>
                  </a:cubicBezTo>
                  <a:lnTo>
                    <a:pt x="28" y="11"/>
                  </a:lnTo>
                  <a:close/>
                  <a:moveTo>
                    <a:pt x="22" y="0"/>
                  </a:moveTo>
                  <a:cubicBezTo>
                    <a:pt x="21" y="2"/>
                    <a:pt x="19" y="3"/>
                    <a:pt x="18" y="3"/>
                  </a:cubicBezTo>
                  <a:cubicBezTo>
                    <a:pt x="17" y="3"/>
                    <a:pt x="16" y="2"/>
                    <a:pt x="15" y="2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9" y="1"/>
                    <a:pt x="7" y="2"/>
                    <a:pt x="5" y="4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9" y="5"/>
                    <a:pt x="10" y="5"/>
                    <a:pt x="11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6" y="7"/>
                    <a:pt x="16" y="7"/>
                    <a:pt x="18" y="7"/>
                  </a:cubicBezTo>
                  <a:cubicBezTo>
                    <a:pt x="20" y="7"/>
                    <a:pt x="22" y="6"/>
                    <a:pt x="24" y="3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29">
              <a:extLst>
                <a:ext uri="{FF2B5EF4-FFF2-40B4-BE49-F238E27FC236}">
                  <a16:creationId xmlns:a16="http://schemas.microsoft.com/office/drawing/2014/main" id="{32AD8873-A2CC-4724-B48C-96E123D8D358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7663" y="2840038"/>
              <a:ext cx="55563" cy="77788"/>
            </a:xfrm>
            <a:custGeom>
              <a:avLst/>
              <a:gdLst>
                <a:gd name="T0" fmla="*/ 35 w 35"/>
                <a:gd name="T1" fmla="*/ 10 h 49"/>
                <a:gd name="T2" fmla="*/ 35 w 35"/>
                <a:gd name="T3" fmla="*/ 0 h 49"/>
                <a:gd name="T4" fmla="*/ 0 w 35"/>
                <a:gd name="T5" fmla="*/ 0 h 49"/>
                <a:gd name="T6" fmla="*/ 0 w 35"/>
                <a:gd name="T7" fmla="*/ 49 h 49"/>
                <a:gd name="T8" fmla="*/ 35 w 35"/>
                <a:gd name="T9" fmla="*/ 49 h 49"/>
                <a:gd name="T10" fmla="*/ 35 w 35"/>
                <a:gd name="T11" fmla="*/ 40 h 49"/>
                <a:gd name="T12" fmla="*/ 12 w 35"/>
                <a:gd name="T13" fmla="*/ 40 h 49"/>
                <a:gd name="T14" fmla="*/ 12 w 35"/>
                <a:gd name="T15" fmla="*/ 29 h 49"/>
                <a:gd name="T16" fmla="*/ 31 w 35"/>
                <a:gd name="T17" fmla="*/ 29 h 49"/>
                <a:gd name="T18" fmla="*/ 31 w 35"/>
                <a:gd name="T19" fmla="*/ 19 h 49"/>
                <a:gd name="T20" fmla="*/ 12 w 35"/>
                <a:gd name="T21" fmla="*/ 19 h 49"/>
                <a:gd name="T22" fmla="*/ 12 w 35"/>
                <a:gd name="T23" fmla="*/ 10 h 49"/>
                <a:gd name="T24" fmla="*/ 35 w 35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49">
                  <a:moveTo>
                    <a:pt x="35" y="10"/>
                  </a:moveTo>
                  <a:lnTo>
                    <a:pt x="35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5" y="49"/>
                  </a:lnTo>
                  <a:lnTo>
                    <a:pt x="35" y="40"/>
                  </a:lnTo>
                  <a:lnTo>
                    <a:pt x="12" y="40"/>
                  </a:lnTo>
                  <a:lnTo>
                    <a:pt x="12" y="29"/>
                  </a:lnTo>
                  <a:lnTo>
                    <a:pt x="31" y="29"/>
                  </a:lnTo>
                  <a:lnTo>
                    <a:pt x="31" y="19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35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9" name="Freeform 30">
              <a:extLst>
                <a:ext uri="{FF2B5EF4-FFF2-40B4-BE49-F238E27FC236}">
                  <a16:creationId xmlns:a16="http://schemas.microsoft.com/office/drawing/2014/main" id="{6A181A18-0D61-4033-A3A2-E4555A6164BA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9575" y="2840038"/>
              <a:ext cx="63500" cy="77788"/>
            </a:xfrm>
            <a:custGeom>
              <a:avLst/>
              <a:gdLst>
                <a:gd name="T0" fmla="*/ 40 w 40"/>
                <a:gd name="T1" fmla="*/ 8 h 49"/>
                <a:gd name="T2" fmla="*/ 40 w 40"/>
                <a:gd name="T3" fmla="*/ 0 h 49"/>
                <a:gd name="T4" fmla="*/ 2 w 40"/>
                <a:gd name="T5" fmla="*/ 0 h 49"/>
                <a:gd name="T6" fmla="*/ 2 w 40"/>
                <a:gd name="T7" fmla="*/ 10 h 49"/>
                <a:gd name="T8" fmla="*/ 25 w 40"/>
                <a:gd name="T9" fmla="*/ 10 h 49"/>
                <a:gd name="T10" fmla="*/ 0 w 40"/>
                <a:gd name="T11" fmla="*/ 41 h 49"/>
                <a:gd name="T12" fmla="*/ 0 w 40"/>
                <a:gd name="T13" fmla="*/ 49 h 49"/>
                <a:gd name="T14" fmla="*/ 40 w 40"/>
                <a:gd name="T15" fmla="*/ 49 h 49"/>
                <a:gd name="T16" fmla="*/ 40 w 40"/>
                <a:gd name="T17" fmla="*/ 40 h 49"/>
                <a:gd name="T18" fmla="*/ 14 w 40"/>
                <a:gd name="T19" fmla="*/ 40 h 49"/>
                <a:gd name="T20" fmla="*/ 40 w 40"/>
                <a:gd name="T21" fmla="*/ 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49">
                  <a:moveTo>
                    <a:pt x="40" y="8"/>
                  </a:moveTo>
                  <a:lnTo>
                    <a:pt x="40" y="0"/>
                  </a:lnTo>
                  <a:lnTo>
                    <a:pt x="2" y="0"/>
                  </a:lnTo>
                  <a:lnTo>
                    <a:pt x="2" y="10"/>
                  </a:lnTo>
                  <a:lnTo>
                    <a:pt x="25" y="10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40" y="49"/>
                  </a:lnTo>
                  <a:lnTo>
                    <a:pt x="40" y="40"/>
                  </a:lnTo>
                  <a:lnTo>
                    <a:pt x="14" y="40"/>
                  </a:lnTo>
                  <a:lnTo>
                    <a:pt x="4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0" name="Freeform 31">
              <a:extLst>
                <a:ext uri="{FF2B5EF4-FFF2-40B4-BE49-F238E27FC236}">
                  <a16:creationId xmlns:a16="http://schemas.microsoft.com/office/drawing/2014/main" id="{1D1155FD-EB03-4C5F-A0DF-06AC1EA706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413" y="2803525"/>
              <a:ext cx="314325" cy="123825"/>
            </a:xfrm>
            <a:custGeom>
              <a:avLst/>
              <a:gdLst>
                <a:gd name="T0" fmla="*/ 135 w 145"/>
                <a:gd name="T1" fmla="*/ 15 h 57"/>
                <a:gd name="T2" fmla="*/ 24 w 145"/>
                <a:gd name="T3" fmla="*/ 16 h 57"/>
                <a:gd name="T4" fmla="*/ 10 w 145"/>
                <a:gd name="T5" fmla="*/ 13 h 57"/>
                <a:gd name="T6" fmla="*/ 142 w 145"/>
                <a:gd name="T7" fmla="*/ 8 h 57"/>
                <a:gd name="T8" fmla="*/ 120 w 145"/>
                <a:gd name="T9" fmla="*/ 18 h 57"/>
                <a:gd name="T10" fmla="*/ 42 w 145"/>
                <a:gd name="T11" fmla="*/ 47 h 57"/>
                <a:gd name="T12" fmla="*/ 11 w 145"/>
                <a:gd name="T13" fmla="*/ 20 h 57"/>
                <a:gd name="T14" fmla="*/ 127 w 145"/>
                <a:gd name="T15" fmla="*/ 32 h 57"/>
                <a:gd name="T16" fmla="*/ 98 w 145"/>
                <a:gd name="T17" fmla="*/ 49 h 57"/>
                <a:gd name="T18" fmla="*/ 85 w 145"/>
                <a:gd name="T19" fmla="*/ 50 h 57"/>
                <a:gd name="T20" fmla="*/ 70 w 145"/>
                <a:gd name="T21" fmla="*/ 52 h 57"/>
                <a:gd name="T22" fmla="*/ 97 w 145"/>
                <a:gd name="T23" fmla="*/ 47 h 57"/>
                <a:gd name="T24" fmla="*/ 92 w 145"/>
                <a:gd name="T25" fmla="*/ 50 h 57"/>
                <a:gd name="T26" fmla="*/ 0 w 145"/>
                <a:gd name="T27" fmla="*/ 26 h 57"/>
                <a:gd name="T28" fmla="*/ 138 w 145"/>
                <a:gd name="T29" fmla="*/ 17 h 57"/>
                <a:gd name="T30" fmla="*/ 82 w 145"/>
                <a:gd name="T31" fmla="*/ 44 h 57"/>
                <a:gd name="T32" fmla="*/ 64 w 145"/>
                <a:gd name="T33" fmla="*/ 44 h 57"/>
                <a:gd name="T34" fmla="*/ 13 w 145"/>
                <a:gd name="T35" fmla="*/ 27 h 57"/>
                <a:gd name="T36" fmla="*/ 13 w 145"/>
                <a:gd name="T37" fmla="*/ 33 h 57"/>
                <a:gd name="T38" fmla="*/ 17 w 145"/>
                <a:gd name="T39" fmla="*/ 31 h 57"/>
                <a:gd name="T40" fmla="*/ 18 w 145"/>
                <a:gd name="T41" fmla="*/ 31 h 57"/>
                <a:gd name="T42" fmla="*/ 19 w 145"/>
                <a:gd name="T43" fmla="*/ 34 h 57"/>
                <a:gd name="T44" fmla="*/ 18 w 145"/>
                <a:gd name="T45" fmla="*/ 35 h 57"/>
                <a:gd name="T46" fmla="*/ 26 w 145"/>
                <a:gd name="T47" fmla="*/ 43 h 57"/>
                <a:gd name="T48" fmla="*/ 22 w 145"/>
                <a:gd name="T49" fmla="*/ 41 h 57"/>
                <a:gd name="T50" fmla="*/ 28 w 145"/>
                <a:gd name="T51" fmla="*/ 38 h 57"/>
                <a:gd name="T52" fmla="*/ 27 w 145"/>
                <a:gd name="T53" fmla="*/ 44 h 57"/>
                <a:gd name="T54" fmla="*/ 31 w 145"/>
                <a:gd name="T55" fmla="*/ 39 h 57"/>
                <a:gd name="T56" fmla="*/ 35 w 145"/>
                <a:gd name="T57" fmla="*/ 41 h 57"/>
                <a:gd name="T58" fmla="*/ 39 w 145"/>
                <a:gd name="T59" fmla="*/ 42 h 57"/>
                <a:gd name="T60" fmla="*/ 41 w 145"/>
                <a:gd name="T61" fmla="*/ 50 h 57"/>
                <a:gd name="T62" fmla="*/ 39 w 145"/>
                <a:gd name="T63" fmla="*/ 49 h 57"/>
                <a:gd name="T64" fmla="*/ 44 w 145"/>
                <a:gd name="T65" fmla="*/ 50 h 57"/>
                <a:gd name="T66" fmla="*/ 46 w 145"/>
                <a:gd name="T67" fmla="*/ 51 h 57"/>
                <a:gd name="T68" fmla="*/ 49 w 145"/>
                <a:gd name="T69" fmla="*/ 45 h 57"/>
                <a:gd name="T70" fmla="*/ 62 w 145"/>
                <a:gd name="T71" fmla="*/ 54 h 57"/>
                <a:gd name="T72" fmla="*/ 61 w 145"/>
                <a:gd name="T73" fmla="*/ 47 h 57"/>
                <a:gd name="T74" fmla="*/ 66 w 145"/>
                <a:gd name="T75" fmla="*/ 54 h 57"/>
                <a:gd name="T76" fmla="*/ 65 w 145"/>
                <a:gd name="T77" fmla="*/ 48 h 57"/>
                <a:gd name="T78" fmla="*/ 69 w 145"/>
                <a:gd name="T79" fmla="*/ 54 h 57"/>
                <a:gd name="T80" fmla="*/ 74 w 145"/>
                <a:gd name="T81" fmla="*/ 53 h 57"/>
                <a:gd name="T82" fmla="*/ 74 w 145"/>
                <a:gd name="T83" fmla="*/ 48 h 57"/>
                <a:gd name="T84" fmla="*/ 77 w 145"/>
                <a:gd name="T85" fmla="*/ 51 h 57"/>
                <a:gd name="T86" fmla="*/ 77 w 145"/>
                <a:gd name="T87" fmla="*/ 54 h 57"/>
                <a:gd name="T88" fmla="*/ 83 w 145"/>
                <a:gd name="T89" fmla="*/ 52 h 57"/>
                <a:gd name="T90" fmla="*/ 80 w 145"/>
                <a:gd name="T91" fmla="*/ 48 h 57"/>
                <a:gd name="T92" fmla="*/ 87 w 145"/>
                <a:gd name="T93" fmla="*/ 54 h 57"/>
                <a:gd name="T94" fmla="*/ 92 w 145"/>
                <a:gd name="T95" fmla="*/ 51 h 57"/>
                <a:gd name="T96" fmla="*/ 89 w 145"/>
                <a:gd name="T97" fmla="*/ 53 h 57"/>
                <a:gd name="T98" fmla="*/ 97 w 145"/>
                <a:gd name="T99" fmla="*/ 52 h 57"/>
                <a:gd name="T100" fmla="*/ 99 w 145"/>
                <a:gd name="T101" fmla="*/ 48 h 57"/>
                <a:gd name="T102" fmla="*/ 101 w 145"/>
                <a:gd name="T103" fmla="*/ 44 h 57"/>
                <a:gd name="T104" fmla="*/ 111 w 145"/>
                <a:gd name="T105" fmla="*/ 48 h 57"/>
                <a:gd name="T106" fmla="*/ 105 w 145"/>
                <a:gd name="T107" fmla="*/ 44 h 57"/>
                <a:gd name="T108" fmla="*/ 109 w 145"/>
                <a:gd name="T109" fmla="*/ 42 h 57"/>
                <a:gd name="T110" fmla="*/ 115 w 145"/>
                <a:gd name="T111" fmla="*/ 42 h 57"/>
                <a:gd name="T112" fmla="*/ 121 w 145"/>
                <a:gd name="T113" fmla="*/ 43 h 57"/>
                <a:gd name="T114" fmla="*/ 119 w 145"/>
                <a:gd name="T115" fmla="*/ 37 h 57"/>
                <a:gd name="T116" fmla="*/ 124 w 145"/>
                <a:gd name="T117" fmla="*/ 34 h 57"/>
                <a:gd name="T118" fmla="*/ 135 w 145"/>
                <a:gd name="T119" fmla="*/ 34 h 57"/>
                <a:gd name="T120" fmla="*/ 132 w 145"/>
                <a:gd name="T121" fmla="*/ 28 h 57"/>
                <a:gd name="T122" fmla="*/ 137 w 145"/>
                <a:gd name="T123" fmla="*/ 3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5" h="57">
                  <a:moveTo>
                    <a:pt x="135" y="15"/>
                  </a:moveTo>
                  <a:cubicBezTo>
                    <a:pt x="133" y="15"/>
                    <a:pt x="131" y="16"/>
                    <a:pt x="127" y="18"/>
                  </a:cubicBezTo>
                  <a:cubicBezTo>
                    <a:pt x="127" y="18"/>
                    <a:pt x="124" y="20"/>
                    <a:pt x="122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6" y="28"/>
                    <a:pt x="126" y="28"/>
                    <a:pt x="126" y="28"/>
                  </a:cubicBezTo>
                  <a:cubicBezTo>
                    <a:pt x="132" y="24"/>
                    <a:pt x="135" y="21"/>
                    <a:pt x="135" y="21"/>
                  </a:cubicBezTo>
                  <a:cubicBezTo>
                    <a:pt x="135" y="21"/>
                    <a:pt x="137" y="18"/>
                    <a:pt x="137" y="17"/>
                  </a:cubicBezTo>
                  <a:cubicBezTo>
                    <a:pt x="137" y="16"/>
                    <a:pt x="137" y="16"/>
                    <a:pt x="137" y="16"/>
                  </a:cubicBezTo>
                  <a:cubicBezTo>
                    <a:pt x="137" y="15"/>
                    <a:pt x="136" y="15"/>
                    <a:pt x="135" y="15"/>
                  </a:cubicBezTo>
                  <a:moveTo>
                    <a:pt x="7" y="16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9" y="15"/>
                    <a:pt x="10" y="14"/>
                    <a:pt x="11" y="14"/>
                  </a:cubicBezTo>
                  <a:cubicBezTo>
                    <a:pt x="12" y="14"/>
                    <a:pt x="12" y="15"/>
                    <a:pt x="13" y="15"/>
                  </a:cubicBezTo>
                  <a:cubicBezTo>
                    <a:pt x="15" y="15"/>
                    <a:pt x="17" y="17"/>
                    <a:pt x="21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4" y="18"/>
                    <a:pt x="24" y="17"/>
                    <a:pt x="24" y="17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2" y="14"/>
                    <a:pt x="21" y="13"/>
                    <a:pt x="18" y="10"/>
                  </a:cubicBezTo>
                  <a:cubicBezTo>
                    <a:pt x="13" y="6"/>
                    <a:pt x="12" y="2"/>
                    <a:pt x="12" y="0"/>
                  </a:cubicBezTo>
                  <a:cubicBezTo>
                    <a:pt x="11" y="2"/>
                    <a:pt x="10" y="4"/>
                    <a:pt x="10" y="6"/>
                  </a:cubicBezTo>
                  <a:cubicBezTo>
                    <a:pt x="10" y="9"/>
                    <a:pt x="11" y="12"/>
                    <a:pt x="11" y="12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6" y="11"/>
                    <a:pt x="3" y="8"/>
                    <a:pt x="2" y="7"/>
                  </a:cubicBezTo>
                  <a:cubicBezTo>
                    <a:pt x="2" y="12"/>
                    <a:pt x="7" y="16"/>
                    <a:pt x="7" y="16"/>
                  </a:cubicBezTo>
                  <a:moveTo>
                    <a:pt x="122" y="19"/>
                  </a:moveTo>
                  <a:cubicBezTo>
                    <a:pt x="124" y="19"/>
                    <a:pt x="127" y="18"/>
                    <a:pt x="127" y="18"/>
                  </a:cubicBezTo>
                  <a:cubicBezTo>
                    <a:pt x="130" y="15"/>
                    <a:pt x="133" y="14"/>
                    <a:pt x="135" y="14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41" y="14"/>
                    <a:pt x="142" y="10"/>
                    <a:pt x="142" y="8"/>
                  </a:cubicBezTo>
                  <a:cubicBezTo>
                    <a:pt x="140" y="10"/>
                    <a:pt x="135" y="12"/>
                    <a:pt x="135" y="12"/>
                  </a:cubicBezTo>
                  <a:cubicBezTo>
                    <a:pt x="134" y="12"/>
                    <a:pt x="134" y="12"/>
                    <a:pt x="134" y="12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34" y="10"/>
                    <a:pt x="134" y="10"/>
                    <a:pt x="134" y="10"/>
                  </a:cubicBezTo>
                  <a:cubicBezTo>
                    <a:pt x="134" y="5"/>
                    <a:pt x="133" y="3"/>
                    <a:pt x="132" y="1"/>
                  </a:cubicBezTo>
                  <a:cubicBezTo>
                    <a:pt x="132" y="2"/>
                    <a:pt x="132" y="2"/>
                    <a:pt x="132" y="2"/>
                  </a:cubicBezTo>
                  <a:cubicBezTo>
                    <a:pt x="132" y="4"/>
                    <a:pt x="132" y="4"/>
                    <a:pt x="132" y="4"/>
                  </a:cubicBezTo>
                  <a:cubicBezTo>
                    <a:pt x="131" y="6"/>
                    <a:pt x="127" y="10"/>
                    <a:pt x="125" y="12"/>
                  </a:cubicBezTo>
                  <a:cubicBezTo>
                    <a:pt x="124" y="14"/>
                    <a:pt x="120" y="16"/>
                    <a:pt x="120" y="18"/>
                  </a:cubicBezTo>
                  <a:cubicBezTo>
                    <a:pt x="121" y="19"/>
                    <a:pt x="121" y="19"/>
                    <a:pt x="121" y="19"/>
                  </a:cubicBezTo>
                  <a:lnTo>
                    <a:pt x="122" y="19"/>
                  </a:lnTo>
                  <a:close/>
                  <a:moveTo>
                    <a:pt x="42" y="44"/>
                  </a:moveTo>
                  <a:cubicBezTo>
                    <a:pt x="42" y="44"/>
                    <a:pt x="42" y="44"/>
                    <a:pt x="42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lnTo>
                    <a:pt x="42" y="44"/>
                  </a:lnTo>
                  <a:close/>
                  <a:moveTo>
                    <a:pt x="21" y="18"/>
                  </a:moveTo>
                  <a:cubicBezTo>
                    <a:pt x="17" y="17"/>
                    <a:pt x="15" y="16"/>
                    <a:pt x="13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9" y="15"/>
                    <a:pt x="8" y="15"/>
                    <a:pt x="8" y="16"/>
                  </a:cubicBezTo>
                  <a:cubicBezTo>
                    <a:pt x="8" y="17"/>
                    <a:pt x="9" y="17"/>
                    <a:pt x="10" y="1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1"/>
                    <a:pt x="14" y="23"/>
                    <a:pt x="18" y="2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2" y="18"/>
                    <a:pt x="22" y="18"/>
                    <a:pt x="22" y="18"/>
                  </a:cubicBezTo>
                  <a:lnTo>
                    <a:pt x="21" y="18"/>
                  </a:lnTo>
                  <a:close/>
                  <a:moveTo>
                    <a:pt x="127" y="32"/>
                  </a:moveTo>
                  <a:cubicBezTo>
                    <a:pt x="126" y="33"/>
                    <a:pt x="126" y="34"/>
                    <a:pt x="127" y="35"/>
                  </a:cubicBezTo>
                  <a:cubicBezTo>
                    <a:pt x="127" y="37"/>
                    <a:pt x="129" y="38"/>
                    <a:pt x="131" y="37"/>
                  </a:cubicBezTo>
                  <a:cubicBezTo>
                    <a:pt x="132" y="36"/>
                    <a:pt x="132" y="35"/>
                    <a:pt x="131" y="33"/>
                  </a:cubicBezTo>
                  <a:cubicBezTo>
                    <a:pt x="130" y="32"/>
                    <a:pt x="128" y="31"/>
                    <a:pt x="127" y="32"/>
                  </a:cubicBezTo>
                  <a:moveTo>
                    <a:pt x="71" y="51"/>
                  </a:moveTo>
                  <a:cubicBezTo>
                    <a:pt x="71" y="51"/>
                    <a:pt x="71" y="51"/>
                    <a:pt x="71" y="51"/>
                  </a:cubicBezTo>
                  <a:cubicBezTo>
                    <a:pt x="72" y="50"/>
                    <a:pt x="72" y="50"/>
                    <a:pt x="72" y="50"/>
                  </a:cubicBezTo>
                  <a:cubicBezTo>
                    <a:pt x="72" y="49"/>
                    <a:pt x="72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51"/>
                    <a:pt x="70" y="51"/>
                    <a:pt x="70" y="51"/>
                  </a:cubicBezTo>
                  <a:lnTo>
                    <a:pt x="71" y="51"/>
                  </a:lnTo>
                  <a:close/>
                  <a:moveTo>
                    <a:pt x="98" y="48"/>
                  </a:moveTo>
                  <a:cubicBezTo>
                    <a:pt x="98" y="49"/>
                    <a:pt x="98" y="49"/>
                    <a:pt x="98" y="49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51"/>
                    <a:pt x="98" y="52"/>
                    <a:pt x="99" y="51"/>
                  </a:cubicBezTo>
                  <a:cubicBezTo>
                    <a:pt x="100" y="51"/>
                    <a:pt x="101" y="50"/>
                    <a:pt x="100" y="49"/>
                  </a:cubicBezTo>
                  <a:cubicBezTo>
                    <a:pt x="100" y="49"/>
                    <a:pt x="100" y="48"/>
                    <a:pt x="98" y="48"/>
                  </a:cubicBezTo>
                  <a:moveTo>
                    <a:pt x="83" y="48"/>
                  </a:moveTo>
                  <a:cubicBezTo>
                    <a:pt x="82" y="49"/>
                    <a:pt x="82" y="49"/>
                    <a:pt x="82" y="49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5" y="51"/>
                    <a:pt x="85" y="50"/>
                    <a:pt x="85" y="50"/>
                  </a:cubicBezTo>
                  <a:cubicBezTo>
                    <a:pt x="85" y="49"/>
                    <a:pt x="84" y="48"/>
                    <a:pt x="83" y="48"/>
                  </a:cubicBezTo>
                  <a:moveTo>
                    <a:pt x="26" y="38"/>
                  </a:moveTo>
                  <a:cubicBezTo>
                    <a:pt x="26" y="36"/>
                    <a:pt x="26" y="36"/>
                    <a:pt x="26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39"/>
                    <a:pt x="26" y="38"/>
                    <a:pt x="26" y="38"/>
                  </a:cubicBezTo>
                  <a:moveTo>
                    <a:pt x="70" y="52"/>
                  </a:moveTo>
                  <a:cubicBezTo>
                    <a:pt x="70" y="52"/>
                    <a:pt x="70" y="52"/>
                    <a:pt x="70" y="52"/>
                  </a:cubicBez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5"/>
                    <a:pt x="71" y="55"/>
                  </a:cubicBezTo>
                  <a:cubicBezTo>
                    <a:pt x="72" y="55"/>
                    <a:pt x="72" y="54"/>
                    <a:pt x="73" y="53"/>
                  </a:cubicBezTo>
                  <a:cubicBezTo>
                    <a:pt x="73" y="53"/>
                    <a:pt x="72" y="52"/>
                    <a:pt x="70" y="52"/>
                  </a:cubicBezTo>
                  <a:moveTo>
                    <a:pt x="98" y="48"/>
                  </a:moveTo>
                  <a:cubicBezTo>
                    <a:pt x="98" y="48"/>
                    <a:pt x="98" y="48"/>
                    <a:pt x="98" y="48"/>
                  </a:cubicBezTo>
                  <a:cubicBezTo>
                    <a:pt x="99" y="47"/>
                    <a:pt x="99" y="47"/>
                    <a:pt x="99" y="47"/>
                  </a:cubicBezTo>
                  <a:cubicBezTo>
                    <a:pt x="99" y="46"/>
                    <a:pt x="98" y="45"/>
                    <a:pt x="97" y="45"/>
                  </a:cubicBezTo>
                  <a:cubicBezTo>
                    <a:pt x="97" y="47"/>
                    <a:pt x="97" y="47"/>
                    <a:pt x="97" y="47"/>
                  </a:cubicBezTo>
                  <a:cubicBezTo>
                    <a:pt x="97" y="48"/>
                    <a:pt x="97" y="48"/>
                    <a:pt x="97" y="48"/>
                  </a:cubicBezTo>
                  <a:lnTo>
                    <a:pt x="98" y="48"/>
                  </a:lnTo>
                  <a:close/>
                  <a:moveTo>
                    <a:pt x="91" y="48"/>
                  </a:moveTo>
                  <a:cubicBezTo>
                    <a:pt x="91" y="48"/>
                    <a:pt x="91" y="48"/>
                    <a:pt x="91" y="48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90" y="50"/>
                    <a:pt x="90" y="50"/>
                    <a:pt x="90" y="50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lnTo>
                    <a:pt x="91" y="48"/>
                  </a:lnTo>
                  <a:close/>
                  <a:moveTo>
                    <a:pt x="11" y="21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8" y="18"/>
                    <a:pt x="8" y="17"/>
                    <a:pt x="8" y="16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7"/>
                    <a:pt x="5" y="19"/>
                    <a:pt x="2" y="23"/>
                  </a:cubicBezTo>
                  <a:cubicBezTo>
                    <a:pt x="1" y="24"/>
                    <a:pt x="0" y="25"/>
                    <a:pt x="0" y="26"/>
                  </a:cubicBezTo>
                  <a:cubicBezTo>
                    <a:pt x="0" y="28"/>
                    <a:pt x="2" y="30"/>
                    <a:pt x="2" y="30"/>
                  </a:cubicBezTo>
                  <a:cubicBezTo>
                    <a:pt x="2" y="30"/>
                    <a:pt x="10" y="37"/>
                    <a:pt x="23" y="44"/>
                  </a:cubicBezTo>
                  <a:cubicBezTo>
                    <a:pt x="35" y="50"/>
                    <a:pt x="53" y="57"/>
                    <a:pt x="74" y="57"/>
                  </a:cubicBezTo>
                  <a:cubicBezTo>
                    <a:pt x="114" y="57"/>
                    <a:pt x="140" y="33"/>
                    <a:pt x="143" y="30"/>
                  </a:cubicBezTo>
                  <a:cubicBezTo>
                    <a:pt x="145" y="28"/>
                    <a:pt x="145" y="26"/>
                    <a:pt x="145" y="25"/>
                  </a:cubicBezTo>
                  <a:cubicBezTo>
                    <a:pt x="145" y="24"/>
                    <a:pt x="145" y="23"/>
                    <a:pt x="145" y="23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9"/>
                    <a:pt x="135" y="21"/>
                    <a:pt x="135" y="21"/>
                  </a:cubicBezTo>
                  <a:cubicBezTo>
                    <a:pt x="135" y="21"/>
                    <a:pt x="120" y="36"/>
                    <a:pt x="95" y="42"/>
                  </a:cubicBezTo>
                  <a:cubicBezTo>
                    <a:pt x="94" y="42"/>
                    <a:pt x="94" y="42"/>
                    <a:pt x="94" y="42"/>
                  </a:cubicBezTo>
                  <a:cubicBezTo>
                    <a:pt x="93" y="43"/>
                    <a:pt x="92" y="43"/>
                    <a:pt x="91" y="43"/>
                  </a:cubicBezTo>
                  <a:cubicBezTo>
                    <a:pt x="91" y="43"/>
                    <a:pt x="91" y="43"/>
                    <a:pt x="91" y="43"/>
                  </a:cubicBezTo>
                  <a:cubicBezTo>
                    <a:pt x="89" y="44"/>
                    <a:pt x="88" y="44"/>
                    <a:pt x="87" y="44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5" y="44"/>
                    <a:pt x="84" y="44"/>
                    <a:pt x="83" y="44"/>
                  </a:cubicBezTo>
                  <a:cubicBezTo>
                    <a:pt x="82" y="44"/>
                    <a:pt x="82" y="44"/>
                    <a:pt x="82" y="44"/>
                  </a:cubicBezTo>
                  <a:cubicBezTo>
                    <a:pt x="81" y="45"/>
                    <a:pt x="80" y="45"/>
                    <a:pt x="79" y="45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6" y="45"/>
                    <a:pt x="75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3" y="45"/>
                    <a:pt x="73" y="45"/>
                    <a:pt x="73" y="45"/>
                  </a:cubicBezTo>
                  <a:cubicBezTo>
                    <a:pt x="72" y="45"/>
                    <a:pt x="71" y="45"/>
                    <a:pt x="69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7" y="45"/>
                    <a:pt x="66" y="45"/>
                    <a:pt x="65" y="44"/>
                  </a:cubicBezTo>
                  <a:cubicBezTo>
                    <a:pt x="64" y="44"/>
                    <a:pt x="64" y="44"/>
                    <a:pt x="64" y="44"/>
                  </a:cubicBezTo>
                  <a:cubicBezTo>
                    <a:pt x="63" y="44"/>
                    <a:pt x="61" y="44"/>
                    <a:pt x="60" y="44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4"/>
                    <a:pt x="57" y="43"/>
                    <a:pt x="56" y="43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28" y="37"/>
                    <a:pt x="11" y="21"/>
                    <a:pt x="11" y="21"/>
                  </a:cubicBezTo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2" y="34"/>
                    <a:pt x="12" y="34"/>
                    <a:pt x="12" y="34"/>
                  </a:cubicBezTo>
                  <a:lnTo>
                    <a:pt x="11" y="34"/>
                  </a:lnTo>
                  <a:close/>
                  <a:moveTo>
                    <a:pt x="18" y="39"/>
                  </a:moveTo>
                  <a:cubicBezTo>
                    <a:pt x="17" y="38"/>
                    <a:pt x="17" y="38"/>
                    <a:pt x="16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6"/>
                    <a:pt x="16" y="37"/>
                    <a:pt x="16" y="36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20" y="31"/>
                    <a:pt x="21" y="32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4"/>
                    <a:pt x="23" y="34"/>
                    <a:pt x="21" y="33"/>
                  </a:cubicBezTo>
                  <a:cubicBezTo>
                    <a:pt x="20" y="32"/>
                    <a:pt x="20" y="32"/>
                    <a:pt x="20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20" y="39"/>
                    <a:pt x="20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lnTo>
                    <a:pt x="18" y="39"/>
                  </a:lnTo>
                  <a:close/>
                  <a:moveTo>
                    <a:pt x="26" y="42"/>
                  </a:moveTo>
                  <a:cubicBezTo>
                    <a:pt x="26" y="42"/>
                    <a:pt x="26" y="42"/>
                    <a:pt x="26" y="4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2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1" y="40"/>
                    <a:pt x="21" y="40"/>
                    <a:pt x="22" y="39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4"/>
                    <a:pt x="23" y="34"/>
                    <a:pt x="23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8" y="36"/>
                    <a:pt x="28" y="38"/>
                    <a:pt x="28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6" y="39"/>
                    <a:pt x="26" y="41"/>
                    <a:pt x="26" y="42"/>
                  </a:cubicBezTo>
                  <a:moveTo>
                    <a:pt x="31" y="39"/>
                  </a:moveTo>
                  <a:cubicBezTo>
                    <a:pt x="29" y="43"/>
                    <a:pt x="29" y="43"/>
                    <a:pt x="29" y="43"/>
                  </a:cubicBezTo>
                  <a:cubicBezTo>
                    <a:pt x="29" y="44"/>
                    <a:pt x="30" y="45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8"/>
                    <a:pt x="31" y="39"/>
                  </a:cubicBezTo>
                  <a:moveTo>
                    <a:pt x="36" y="41"/>
                  </a:move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5" y="47"/>
                    <a:pt x="35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5"/>
                    <a:pt x="33" y="46"/>
                    <a:pt x="33" y="45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3" y="40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4" y="39"/>
                    <a:pt x="35" y="40"/>
                    <a:pt x="36" y="40"/>
                  </a:cubicBezTo>
                  <a:cubicBezTo>
                    <a:pt x="38" y="41"/>
                    <a:pt x="38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9" y="42"/>
                    <a:pt x="38" y="42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6" y="41"/>
                  </a:ln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50"/>
                    <a:pt x="43" y="50"/>
                    <a:pt x="43" y="50"/>
                  </a:cubicBezTo>
                  <a:lnTo>
                    <a:pt x="44" y="50"/>
                  </a:lnTo>
                  <a:close/>
                  <a:moveTo>
                    <a:pt x="51" y="46"/>
                  </a:move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5"/>
                    <a:pt x="49" y="45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46"/>
                    <a:pt x="48" y="47"/>
                    <a:pt x="49" y="47"/>
                  </a:cubicBezTo>
                  <a:cubicBezTo>
                    <a:pt x="50" y="48"/>
                    <a:pt x="50" y="49"/>
                    <a:pt x="50" y="50"/>
                  </a:cubicBezTo>
                  <a:cubicBezTo>
                    <a:pt x="49" y="51"/>
                    <a:pt x="48" y="52"/>
                    <a:pt x="47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50"/>
                    <a:pt x="46" y="51"/>
                    <a:pt x="47" y="51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9" y="49"/>
                    <a:pt x="49" y="49"/>
                    <a:pt x="47" y="48"/>
                  </a:cubicBezTo>
                  <a:cubicBezTo>
                    <a:pt x="47" y="47"/>
                    <a:pt x="46" y="47"/>
                    <a:pt x="46" y="46"/>
                  </a:cubicBezTo>
                  <a:cubicBezTo>
                    <a:pt x="47" y="45"/>
                    <a:pt x="48" y="44"/>
                    <a:pt x="49" y="45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1" y="45"/>
                    <a:pt x="51" y="45"/>
                    <a:pt x="51" y="45"/>
                  </a:cubicBezTo>
                  <a:lnTo>
                    <a:pt x="51" y="46"/>
                  </a:lnTo>
                  <a:close/>
                  <a:moveTo>
                    <a:pt x="55" y="49"/>
                  </a:moveTo>
                  <a:cubicBezTo>
                    <a:pt x="54" y="50"/>
                    <a:pt x="54" y="50"/>
                    <a:pt x="54" y="50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4" y="48"/>
                    <a:pt x="54" y="48"/>
                    <a:pt x="54" y="48"/>
                  </a:cubicBezTo>
                  <a:lnTo>
                    <a:pt x="55" y="49"/>
                  </a:lnTo>
                  <a:close/>
                  <a:moveTo>
                    <a:pt x="62" y="54"/>
                  </a:moveTo>
                  <a:cubicBezTo>
                    <a:pt x="60" y="54"/>
                    <a:pt x="59" y="54"/>
                    <a:pt x="59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3"/>
                    <a:pt x="58" y="54"/>
                    <a:pt x="58" y="53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8" y="47"/>
                    <a:pt x="58" y="47"/>
                    <a:pt x="58" y="47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60" y="47"/>
                    <a:pt x="60" y="47"/>
                    <a:pt x="60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4"/>
                    <a:pt x="60" y="54"/>
                    <a:pt x="60" y="54"/>
                  </a:cubicBezTo>
                  <a:cubicBezTo>
                    <a:pt x="63" y="54"/>
                    <a:pt x="63" y="53"/>
                    <a:pt x="63" y="53"/>
                  </a:cubicBezTo>
                  <a:cubicBezTo>
                    <a:pt x="63" y="53"/>
                    <a:pt x="63" y="53"/>
                    <a:pt x="63" y="53"/>
                  </a:cubicBezTo>
                  <a:lnTo>
                    <a:pt x="62" y="54"/>
                  </a:lnTo>
                  <a:close/>
                  <a:moveTo>
                    <a:pt x="66" y="49"/>
                  </a:moveTo>
                  <a:cubicBezTo>
                    <a:pt x="66" y="54"/>
                    <a:pt x="66" y="54"/>
                    <a:pt x="66" y="54"/>
                  </a:cubicBezTo>
                  <a:cubicBezTo>
                    <a:pt x="66" y="55"/>
                    <a:pt x="67" y="54"/>
                    <a:pt x="67" y="55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65" y="55"/>
                    <a:pt x="65" y="55"/>
                    <a:pt x="65" y="55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54"/>
                    <a:pt x="64" y="54"/>
                    <a:pt x="64" y="54"/>
                  </a:cubicBezTo>
                  <a:cubicBezTo>
                    <a:pt x="64" y="54"/>
                    <a:pt x="65" y="54"/>
                    <a:pt x="65" y="54"/>
                  </a:cubicBezTo>
                  <a:cubicBezTo>
                    <a:pt x="65" y="49"/>
                    <a:pt x="65" y="49"/>
                    <a:pt x="65" y="49"/>
                  </a:cubicBezTo>
                  <a:cubicBezTo>
                    <a:pt x="65" y="48"/>
                    <a:pt x="64" y="48"/>
                    <a:pt x="64" y="48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6" y="49"/>
                  </a:cubicBezTo>
                  <a:moveTo>
                    <a:pt x="71" y="55"/>
                  </a:moveTo>
                  <a:cubicBezTo>
                    <a:pt x="70" y="55"/>
                    <a:pt x="69" y="55"/>
                    <a:pt x="69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4"/>
                    <a:pt x="69" y="55"/>
                    <a:pt x="69" y="5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9" y="48"/>
                    <a:pt x="68" y="49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3" y="48"/>
                    <a:pt x="73" y="50"/>
                    <a:pt x="73" y="50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3" y="52"/>
                    <a:pt x="74" y="52"/>
                    <a:pt x="74" y="53"/>
                  </a:cubicBezTo>
                  <a:cubicBezTo>
                    <a:pt x="74" y="54"/>
                    <a:pt x="73" y="55"/>
                    <a:pt x="71" y="55"/>
                  </a:cubicBezTo>
                  <a:moveTo>
                    <a:pt x="79" y="55"/>
                  </a:moveTo>
                  <a:cubicBezTo>
                    <a:pt x="77" y="55"/>
                    <a:pt x="77" y="55"/>
                    <a:pt x="76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5" y="48"/>
                    <a:pt x="75" y="48"/>
                    <a:pt x="77" y="48"/>
                  </a:cubicBezTo>
                  <a:cubicBezTo>
                    <a:pt x="78" y="48"/>
                    <a:pt x="78" y="48"/>
                    <a:pt x="79" y="48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9" y="49"/>
                    <a:pt x="79" y="49"/>
                    <a:pt x="79" y="49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80" y="48"/>
                    <a:pt x="78" y="49"/>
                  </a:cubicBezTo>
                  <a:cubicBezTo>
                    <a:pt x="77" y="49"/>
                    <a:pt x="76" y="49"/>
                    <a:pt x="76" y="49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53"/>
                    <a:pt x="79" y="53"/>
                    <a:pt x="79" y="53"/>
                  </a:cubicBezTo>
                  <a:cubicBezTo>
                    <a:pt x="79" y="53"/>
                    <a:pt x="79" y="52"/>
                    <a:pt x="78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4"/>
                    <a:pt x="77" y="54"/>
                    <a:pt x="77" y="54"/>
                  </a:cubicBezTo>
                  <a:cubicBezTo>
                    <a:pt x="77" y="55"/>
                    <a:pt x="77" y="55"/>
                    <a:pt x="77" y="55"/>
                  </a:cubicBezTo>
                  <a:cubicBezTo>
                    <a:pt x="80" y="54"/>
                    <a:pt x="80" y="53"/>
                    <a:pt x="80" y="53"/>
                  </a:cubicBezTo>
                  <a:cubicBezTo>
                    <a:pt x="80" y="53"/>
                    <a:pt x="80" y="53"/>
                    <a:pt x="80" y="53"/>
                  </a:cubicBezTo>
                  <a:lnTo>
                    <a:pt x="79" y="55"/>
                  </a:lnTo>
                  <a:close/>
                  <a:moveTo>
                    <a:pt x="87" y="54"/>
                  </a:moveTo>
                  <a:cubicBezTo>
                    <a:pt x="85" y="53"/>
                    <a:pt x="85" y="53"/>
                    <a:pt x="85" y="53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2"/>
                    <a:pt x="83" y="52"/>
                    <a:pt x="83" y="52"/>
                  </a:cubicBezTo>
                  <a:cubicBezTo>
                    <a:pt x="83" y="54"/>
                    <a:pt x="83" y="54"/>
                    <a:pt x="83" y="54"/>
                  </a:cubicBezTo>
                  <a:cubicBezTo>
                    <a:pt x="83" y="55"/>
                    <a:pt x="84" y="54"/>
                    <a:pt x="84" y="54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4"/>
                    <a:pt x="82" y="55"/>
                    <a:pt x="82" y="53"/>
                  </a:cubicBezTo>
                  <a:cubicBezTo>
                    <a:pt x="81" y="49"/>
                    <a:pt x="81" y="49"/>
                    <a:pt x="81" y="49"/>
                  </a:cubicBezTo>
                  <a:cubicBezTo>
                    <a:pt x="81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83" y="48"/>
                    <a:pt x="83" y="48"/>
                    <a:pt x="83" y="48"/>
                  </a:cubicBezTo>
                  <a:cubicBezTo>
                    <a:pt x="86" y="47"/>
                    <a:pt x="86" y="49"/>
                    <a:pt x="86" y="49"/>
                  </a:cubicBezTo>
                  <a:cubicBezTo>
                    <a:pt x="85" y="50"/>
                    <a:pt x="85" y="50"/>
                    <a:pt x="85" y="50"/>
                  </a:cubicBezTo>
                  <a:cubicBezTo>
                    <a:pt x="85" y="51"/>
                    <a:pt x="85" y="51"/>
                    <a:pt x="85" y="51"/>
                  </a:cubicBezTo>
                  <a:cubicBezTo>
                    <a:pt x="85" y="51"/>
                    <a:pt x="86" y="52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8" y="54"/>
                    <a:pt x="88" y="54"/>
                    <a:pt x="88" y="54"/>
                  </a:cubicBezTo>
                  <a:lnTo>
                    <a:pt x="87" y="54"/>
                  </a:lnTo>
                  <a:close/>
                  <a:moveTo>
                    <a:pt x="95" y="53"/>
                  </a:moveTo>
                  <a:cubicBezTo>
                    <a:pt x="94" y="53"/>
                    <a:pt x="94" y="53"/>
                    <a:pt x="94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6" y="53"/>
                    <a:pt x="96" y="53"/>
                    <a:pt x="96" y="53"/>
                  </a:cubicBezTo>
                  <a:lnTo>
                    <a:pt x="95" y="53"/>
                  </a:lnTo>
                  <a:close/>
                  <a:moveTo>
                    <a:pt x="100" y="52"/>
                  </a:moveTo>
                  <a:cubicBezTo>
                    <a:pt x="98" y="52"/>
                    <a:pt x="98" y="52"/>
                    <a:pt x="97" y="52"/>
                  </a:cubicBezTo>
                  <a:cubicBezTo>
                    <a:pt x="97" y="52"/>
                    <a:pt x="97" y="52"/>
                    <a:pt x="97" y="52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96" y="52"/>
                    <a:pt x="97" y="52"/>
                    <a:pt x="97" y="51"/>
                  </a:cubicBezTo>
                  <a:cubicBezTo>
                    <a:pt x="96" y="47"/>
                    <a:pt x="96" y="47"/>
                    <a:pt x="96" y="47"/>
                  </a:cubicBezTo>
                  <a:cubicBezTo>
                    <a:pt x="95" y="46"/>
                    <a:pt x="94" y="46"/>
                    <a:pt x="94" y="46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6"/>
                    <a:pt x="95" y="46"/>
                    <a:pt x="95" y="46"/>
                  </a:cubicBezTo>
                  <a:cubicBezTo>
                    <a:pt x="97" y="45"/>
                    <a:pt x="97" y="45"/>
                    <a:pt x="97" y="45"/>
                  </a:cubicBezTo>
                  <a:cubicBezTo>
                    <a:pt x="100" y="44"/>
                    <a:pt x="100" y="46"/>
                    <a:pt x="100" y="46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101" y="48"/>
                    <a:pt x="101" y="48"/>
                    <a:pt x="101" y="49"/>
                  </a:cubicBezTo>
                  <a:cubicBezTo>
                    <a:pt x="102" y="50"/>
                    <a:pt x="101" y="51"/>
                    <a:pt x="100" y="52"/>
                  </a:cubicBezTo>
                  <a:moveTo>
                    <a:pt x="106" y="50"/>
                  </a:moveTo>
                  <a:cubicBezTo>
                    <a:pt x="104" y="50"/>
                    <a:pt x="104" y="50"/>
                    <a:pt x="104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6" y="49"/>
                    <a:pt x="106" y="49"/>
                  </a:cubicBezTo>
                  <a:lnTo>
                    <a:pt x="106" y="50"/>
                  </a:lnTo>
                  <a:close/>
                  <a:moveTo>
                    <a:pt x="111" y="48"/>
                  </a:moveTo>
                  <a:cubicBezTo>
                    <a:pt x="110" y="48"/>
                    <a:pt x="110" y="48"/>
                    <a:pt x="110" y="48"/>
                  </a:cubicBezTo>
                  <a:cubicBezTo>
                    <a:pt x="109" y="49"/>
                    <a:pt x="109" y="49"/>
                    <a:pt x="109" y="49"/>
                  </a:cubicBezTo>
                  <a:cubicBezTo>
                    <a:pt x="108" y="49"/>
                    <a:pt x="108" y="49"/>
                    <a:pt x="108" y="49"/>
                  </a:cubicBezTo>
                  <a:cubicBezTo>
                    <a:pt x="108" y="48"/>
                    <a:pt x="109" y="48"/>
                    <a:pt x="109" y="47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5" y="43"/>
                    <a:pt x="105" y="44"/>
                    <a:pt x="105" y="45"/>
                  </a:cubicBezTo>
                  <a:cubicBezTo>
                    <a:pt x="105" y="44"/>
                    <a:pt x="105" y="44"/>
                    <a:pt x="105" y="44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5" y="42"/>
                    <a:pt x="106" y="42"/>
                    <a:pt x="107" y="42"/>
                  </a:cubicBezTo>
                  <a:cubicBezTo>
                    <a:pt x="109" y="41"/>
                    <a:pt x="109" y="41"/>
                    <a:pt x="110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0" y="42"/>
                    <a:pt x="110" y="41"/>
                    <a:pt x="109" y="42"/>
                  </a:cubicBezTo>
                  <a:cubicBezTo>
                    <a:pt x="109" y="42"/>
                    <a:pt x="109" y="42"/>
                    <a:pt x="109" y="42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8"/>
                    <a:pt x="111" y="47"/>
                    <a:pt x="111" y="47"/>
                  </a:cubicBezTo>
                  <a:lnTo>
                    <a:pt x="111" y="48"/>
                  </a:lnTo>
                  <a:close/>
                  <a:moveTo>
                    <a:pt x="115" y="42"/>
                  </a:moveTo>
                  <a:cubicBezTo>
                    <a:pt x="114" y="42"/>
                    <a:pt x="114" y="42"/>
                    <a:pt x="114" y="42"/>
                  </a:cubicBezTo>
                  <a:cubicBezTo>
                    <a:pt x="115" y="41"/>
                    <a:pt x="115" y="41"/>
                    <a:pt x="115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5" y="42"/>
                  </a:lnTo>
                  <a:close/>
                  <a:moveTo>
                    <a:pt x="126" y="40"/>
                  </a:moveTo>
                  <a:cubicBezTo>
                    <a:pt x="126" y="40"/>
                    <a:pt x="126" y="40"/>
                    <a:pt x="126" y="40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2" y="43"/>
                    <a:pt x="122" y="42"/>
                    <a:pt x="123" y="42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0" y="44"/>
                    <a:pt x="120" y="44"/>
                    <a:pt x="120" y="44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37"/>
                    <a:pt x="117" y="38"/>
                    <a:pt x="117" y="38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9" y="37"/>
                    <a:pt x="119" y="37"/>
                    <a:pt x="119" y="37"/>
                  </a:cubicBezTo>
                  <a:cubicBezTo>
                    <a:pt x="124" y="39"/>
                    <a:pt x="124" y="39"/>
                    <a:pt x="124" y="39"/>
                  </a:cubicBezTo>
                  <a:cubicBezTo>
                    <a:pt x="125" y="39"/>
                    <a:pt x="125" y="39"/>
                    <a:pt x="125" y="39"/>
                  </a:cubicBezTo>
                  <a:cubicBezTo>
                    <a:pt x="125" y="38"/>
                    <a:pt x="125" y="38"/>
                    <a:pt x="125" y="38"/>
                  </a:cubicBezTo>
                  <a:cubicBezTo>
                    <a:pt x="123" y="35"/>
                    <a:pt x="123" y="35"/>
                    <a:pt x="123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2" y="34"/>
                    <a:pt x="122" y="34"/>
                    <a:pt x="122" y="34"/>
                  </a:cubicBezTo>
                  <a:cubicBezTo>
                    <a:pt x="123" y="34"/>
                    <a:pt x="123" y="34"/>
                    <a:pt x="123" y="34"/>
                  </a:cubicBezTo>
                  <a:cubicBezTo>
                    <a:pt x="124" y="34"/>
                    <a:pt x="124" y="34"/>
                    <a:pt x="124" y="34"/>
                  </a:cubicBezTo>
                  <a:cubicBezTo>
                    <a:pt x="124" y="34"/>
                    <a:pt x="123" y="34"/>
                    <a:pt x="123" y="35"/>
                  </a:cubicBezTo>
                  <a:cubicBezTo>
                    <a:pt x="126" y="40"/>
                    <a:pt x="126" y="40"/>
                    <a:pt x="126" y="40"/>
                  </a:cubicBezTo>
                  <a:close/>
                  <a:moveTo>
                    <a:pt x="131" y="38"/>
                  </a:moveTo>
                  <a:cubicBezTo>
                    <a:pt x="129" y="39"/>
                    <a:pt x="127" y="38"/>
                    <a:pt x="126" y="37"/>
                  </a:cubicBezTo>
                  <a:cubicBezTo>
                    <a:pt x="125" y="35"/>
                    <a:pt x="125" y="33"/>
                    <a:pt x="127" y="31"/>
                  </a:cubicBezTo>
                  <a:cubicBezTo>
                    <a:pt x="128" y="30"/>
                    <a:pt x="130" y="31"/>
                    <a:pt x="132" y="32"/>
                  </a:cubicBezTo>
                  <a:cubicBezTo>
                    <a:pt x="132" y="33"/>
                    <a:pt x="133" y="36"/>
                    <a:pt x="131" y="38"/>
                  </a:cubicBezTo>
                  <a:moveTo>
                    <a:pt x="136" y="33"/>
                  </a:moveTo>
                  <a:cubicBezTo>
                    <a:pt x="135" y="34"/>
                    <a:pt x="135" y="34"/>
                    <a:pt x="135" y="34"/>
                  </a:cubicBezTo>
                  <a:cubicBezTo>
                    <a:pt x="134" y="34"/>
                    <a:pt x="134" y="34"/>
                    <a:pt x="134" y="34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6" y="33"/>
                    <a:pt x="136" y="33"/>
                    <a:pt x="136" y="33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36" y="30"/>
                    <a:pt x="135" y="31"/>
                    <a:pt x="134" y="31"/>
                  </a:cubicBezTo>
                  <a:cubicBezTo>
                    <a:pt x="132" y="31"/>
                    <a:pt x="132" y="31"/>
                    <a:pt x="132" y="31"/>
                  </a:cubicBezTo>
                  <a:cubicBezTo>
                    <a:pt x="131" y="30"/>
                    <a:pt x="131" y="29"/>
                    <a:pt x="132" y="28"/>
                  </a:cubicBezTo>
                  <a:cubicBezTo>
                    <a:pt x="133" y="27"/>
                    <a:pt x="133" y="27"/>
                    <a:pt x="133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9"/>
                    <a:pt x="133" y="27"/>
                    <a:pt x="132" y="28"/>
                  </a:cubicBezTo>
                  <a:cubicBezTo>
                    <a:pt x="132" y="30"/>
                    <a:pt x="132" y="30"/>
                    <a:pt x="132" y="30"/>
                  </a:cubicBezTo>
                  <a:cubicBezTo>
                    <a:pt x="132" y="30"/>
                    <a:pt x="133" y="30"/>
                    <a:pt x="134" y="30"/>
                  </a:cubicBezTo>
                  <a:cubicBezTo>
                    <a:pt x="135" y="29"/>
                    <a:pt x="136" y="29"/>
                    <a:pt x="137" y="30"/>
                  </a:cubicBezTo>
                  <a:cubicBezTo>
                    <a:pt x="138" y="31"/>
                    <a:pt x="138" y="33"/>
                    <a:pt x="136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1" name="Freeform 32">
              <a:extLst>
                <a:ext uri="{FF2B5EF4-FFF2-40B4-BE49-F238E27FC236}">
                  <a16:creationId xmlns:a16="http://schemas.microsoft.com/office/drawing/2014/main" id="{92887B06-8AB9-45D9-94C7-E2F1BF9C267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1875" y="2517775"/>
              <a:ext cx="104775" cy="215900"/>
            </a:xfrm>
            <a:custGeom>
              <a:avLst/>
              <a:gdLst>
                <a:gd name="T0" fmla="*/ 44 w 49"/>
                <a:gd name="T1" fmla="*/ 10 h 100"/>
                <a:gd name="T2" fmla="*/ 38 w 49"/>
                <a:gd name="T3" fmla="*/ 26 h 100"/>
                <a:gd name="T4" fmla="*/ 33 w 49"/>
                <a:gd name="T5" fmla="*/ 21 h 100"/>
                <a:gd name="T6" fmla="*/ 20 w 49"/>
                <a:gd name="T7" fmla="*/ 15 h 100"/>
                <a:gd name="T8" fmla="*/ 3 w 49"/>
                <a:gd name="T9" fmla="*/ 2 h 100"/>
                <a:gd name="T10" fmla="*/ 2 w 49"/>
                <a:gd name="T11" fmla="*/ 43 h 100"/>
                <a:gd name="T12" fmla="*/ 7 w 49"/>
                <a:gd name="T13" fmla="*/ 38 h 100"/>
                <a:gd name="T14" fmla="*/ 6 w 49"/>
                <a:gd name="T15" fmla="*/ 82 h 100"/>
                <a:gd name="T16" fmla="*/ 11 w 49"/>
                <a:gd name="T17" fmla="*/ 86 h 100"/>
                <a:gd name="T18" fmla="*/ 34 w 49"/>
                <a:gd name="T19" fmla="*/ 79 h 100"/>
                <a:gd name="T20" fmla="*/ 29 w 49"/>
                <a:gd name="T21" fmla="*/ 52 h 100"/>
                <a:gd name="T22" fmla="*/ 40 w 49"/>
                <a:gd name="T23" fmla="*/ 58 h 100"/>
                <a:gd name="T24" fmla="*/ 40 w 49"/>
                <a:gd name="T25" fmla="*/ 50 h 100"/>
                <a:gd name="T26" fmla="*/ 44 w 49"/>
                <a:gd name="T27" fmla="*/ 26 h 100"/>
                <a:gd name="T28" fmla="*/ 35 w 49"/>
                <a:gd name="T29" fmla="*/ 21 h 100"/>
                <a:gd name="T30" fmla="*/ 42 w 49"/>
                <a:gd name="T31" fmla="*/ 14 h 100"/>
                <a:gd name="T32" fmla="*/ 29 w 49"/>
                <a:gd name="T33" fmla="*/ 20 h 100"/>
                <a:gd name="T34" fmla="*/ 29 w 49"/>
                <a:gd name="T35" fmla="*/ 15 h 100"/>
                <a:gd name="T36" fmla="*/ 25 w 49"/>
                <a:gd name="T37" fmla="*/ 15 h 100"/>
                <a:gd name="T38" fmla="*/ 35 w 49"/>
                <a:gd name="T39" fmla="*/ 35 h 100"/>
                <a:gd name="T40" fmla="*/ 20 w 49"/>
                <a:gd name="T41" fmla="*/ 26 h 100"/>
                <a:gd name="T42" fmla="*/ 19 w 49"/>
                <a:gd name="T43" fmla="*/ 24 h 100"/>
                <a:gd name="T44" fmla="*/ 13 w 49"/>
                <a:gd name="T45" fmla="*/ 1 h 100"/>
                <a:gd name="T46" fmla="*/ 25 w 49"/>
                <a:gd name="T47" fmla="*/ 40 h 100"/>
                <a:gd name="T48" fmla="*/ 20 w 49"/>
                <a:gd name="T49" fmla="*/ 44 h 100"/>
                <a:gd name="T50" fmla="*/ 14 w 49"/>
                <a:gd name="T51" fmla="*/ 42 h 100"/>
                <a:gd name="T52" fmla="*/ 18 w 49"/>
                <a:gd name="T53" fmla="*/ 42 h 100"/>
                <a:gd name="T54" fmla="*/ 11 w 49"/>
                <a:gd name="T55" fmla="*/ 36 h 100"/>
                <a:gd name="T56" fmla="*/ 7 w 49"/>
                <a:gd name="T57" fmla="*/ 28 h 100"/>
                <a:gd name="T58" fmla="*/ 3 w 49"/>
                <a:gd name="T59" fmla="*/ 3 h 100"/>
                <a:gd name="T60" fmla="*/ 6 w 49"/>
                <a:gd name="T61" fmla="*/ 22 h 100"/>
                <a:gd name="T62" fmla="*/ 4 w 49"/>
                <a:gd name="T63" fmla="*/ 30 h 100"/>
                <a:gd name="T64" fmla="*/ 2 w 49"/>
                <a:gd name="T65" fmla="*/ 48 h 100"/>
                <a:gd name="T66" fmla="*/ 2 w 49"/>
                <a:gd name="T67" fmla="*/ 50 h 100"/>
                <a:gd name="T68" fmla="*/ 11 w 49"/>
                <a:gd name="T69" fmla="*/ 36 h 100"/>
                <a:gd name="T70" fmla="*/ 32 w 49"/>
                <a:gd name="T71" fmla="*/ 77 h 100"/>
                <a:gd name="T72" fmla="*/ 27 w 49"/>
                <a:gd name="T73" fmla="*/ 78 h 100"/>
                <a:gd name="T74" fmla="*/ 20 w 49"/>
                <a:gd name="T75" fmla="*/ 62 h 100"/>
                <a:gd name="T76" fmla="*/ 18 w 49"/>
                <a:gd name="T77" fmla="*/ 57 h 100"/>
                <a:gd name="T78" fmla="*/ 13 w 49"/>
                <a:gd name="T79" fmla="*/ 96 h 100"/>
                <a:gd name="T80" fmla="*/ 7 w 49"/>
                <a:gd name="T81" fmla="*/ 88 h 100"/>
                <a:gd name="T82" fmla="*/ 9 w 49"/>
                <a:gd name="T83" fmla="*/ 75 h 100"/>
                <a:gd name="T84" fmla="*/ 10 w 49"/>
                <a:gd name="T85" fmla="*/ 43 h 100"/>
                <a:gd name="T86" fmla="*/ 27 w 49"/>
                <a:gd name="T87" fmla="*/ 49 h 100"/>
                <a:gd name="T88" fmla="*/ 41 w 49"/>
                <a:gd name="T89" fmla="*/ 48 h 100"/>
                <a:gd name="T90" fmla="*/ 40 w 49"/>
                <a:gd name="T91" fmla="*/ 52 h 100"/>
                <a:gd name="T92" fmla="*/ 34 w 49"/>
                <a:gd name="T93" fmla="*/ 53 h 100"/>
                <a:gd name="T94" fmla="*/ 27 w 49"/>
                <a:gd name="T95" fmla="*/ 48 h 100"/>
                <a:gd name="T96" fmla="*/ 18 w 49"/>
                <a:gd name="T97" fmla="*/ 38 h 100"/>
                <a:gd name="T98" fmla="*/ 11 w 49"/>
                <a:gd name="T99" fmla="*/ 28 h 100"/>
                <a:gd name="T100" fmla="*/ 13 w 49"/>
                <a:gd name="T101" fmla="*/ 19 h 100"/>
                <a:gd name="T102" fmla="*/ 31 w 49"/>
                <a:gd name="T103" fmla="*/ 39 h 100"/>
                <a:gd name="T104" fmla="*/ 36 w 49"/>
                <a:gd name="T105" fmla="*/ 42 h 100"/>
                <a:gd name="T106" fmla="*/ 42 w 49"/>
                <a:gd name="T107" fmla="*/ 28 h 100"/>
                <a:gd name="T108" fmla="*/ 46 w 49"/>
                <a:gd name="T109" fmla="*/ 26 h 100"/>
                <a:gd name="T110" fmla="*/ 43 w 49"/>
                <a:gd name="T111" fmla="*/ 14 h 100"/>
                <a:gd name="T112" fmla="*/ 48 w 49"/>
                <a:gd name="T113" fmla="*/ 13 h 100"/>
                <a:gd name="T114" fmla="*/ 8 w 49"/>
                <a:gd name="T115" fmla="*/ 83 h 100"/>
                <a:gd name="T116" fmla="*/ 19 w 49"/>
                <a:gd name="T117" fmla="*/ 34 h 100"/>
                <a:gd name="T118" fmla="*/ 14 w 49"/>
                <a:gd name="T119" fmla="*/ 24 h 100"/>
                <a:gd name="T120" fmla="*/ 25 w 49"/>
                <a:gd name="T121" fmla="*/ 2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" h="100">
                  <a:moveTo>
                    <a:pt x="11" y="71"/>
                  </a:moveTo>
                  <a:cubicBezTo>
                    <a:pt x="11" y="72"/>
                    <a:pt x="11" y="72"/>
                    <a:pt x="11" y="72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12" y="73"/>
                    <a:pt x="12" y="73"/>
                    <a:pt x="12" y="73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1"/>
                    <a:pt x="12" y="71"/>
                    <a:pt x="12" y="71"/>
                  </a:cubicBezTo>
                  <a:lnTo>
                    <a:pt x="11" y="71"/>
                  </a:lnTo>
                  <a:close/>
                  <a:moveTo>
                    <a:pt x="49" y="12"/>
                  </a:move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1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43" y="10"/>
                    <a:pt x="43" y="11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6"/>
                    <a:pt x="42" y="17"/>
                    <a:pt x="42" y="17"/>
                  </a:cubicBezTo>
                  <a:cubicBezTo>
                    <a:pt x="43" y="18"/>
                    <a:pt x="43" y="19"/>
                    <a:pt x="43" y="20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43" y="22"/>
                    <a:pt x="42" y="24"/>
                    <a:pt x="42" y="25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0" y="26"/>
                    <a:pt x="39" y="25"/>
                    <a:pt x="39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8" y="28"/>
                    <a:pt x="38" y="29"/>
                  </a:cubicBezTo>
                  <a:cubicBezTo>
                    <a:pt x="38" y="30"/>
                    <a:pt x="38" y="30"/>
                    <a:pt x="37" y="31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5" y="32"/>
                    <a:pt x="35" y="31"/>
                    <a:pt x="34" y="30"/>
                  </a:cubicBezTo>
                  <a:cubicBezTo>
                    <a:pt x="33" y="28"/>
                    <a:pt x="31" y="27"/>
                    <a:pt x="30" y="26"/>
                  </a:cubicBezTo>
                  <a:cubicBezTo>
                    <a:pt x="28" y="25"/>
                    <a:pt x="27" y="24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0" y="22"/>
                    <a:pt x="31" y="23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7"/>
                    <a:pt x="35" y="14"/>
                    <a:pt x="32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14"/>
                    <a:pt x="29" y="13"/>
                    <a:pt x="27" y="13"/>
                  </a:cubicBezTo>
                  <a:cubicBezTo>
                    <a:pt x="26" y="13"/>
                    <a:pt x="26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19" y="17"/>
                    <a:pt x="19" y="19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7" y="17"/>
                    <a:pt x="17" y="16"/>
                    <a:pt x="17" y="16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4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3" y="11"/>
                    <a:pt x="13" y="9"/>
                    <a:pt x="13" y="8"/>
                  </a:cubicBezTo>
                  <a:cubicBezTo>
                    <a:pt x="13" y="4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9" y="6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0"/>
                    <a:pt x="6" y="8"/>
                    <a:pt x="5" y="6"/>
                  </a:cubicBezTo>
                  <a:cubicBezTo>
                    <a:pt x="4" y="4"/>
                    <a:pt x="3" y="2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4" y="13"/>
                    <a:pt x="5" y="15"/>
                  </a:cubicBezTo>
                  <a:cubicBezTo>
                    <a:pt x="4" y="14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7"/>
                    <a:pt x="3" y="20"/>
                    <a:pt x="5" y="21"/>
                  </a:cubicBezTo>
                  <a:cubicBezTo>
                    <a:pt x="3" y="21"/>
                    <a:pt x="2" y="20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4"/>
                    <a:pt x="4" y="27"/>
                    <a:pt x="5" y="28"/>
                  </a:cubicBezTo>
                  <a:cubicBezTo>
                    <a:pt x="4" y="28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1"/>
                    <a:pt x="5" y="32"/>
                    <a:pt x="6" y="33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3" y="33"/>
                    <a:pt x="0" y="35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1"/>
                    <a:pt x="2" y="42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1" y="44"/>
                    <a:pt x="1" y="44"/>
                    <a:pt x="0" y="4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1"/>
                    <a:pt x="2" y="51"/>
                    <a:pt x="3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3" y="49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7"/>
                    <a:pt x="5" y="45"/>
                    <a:pt x="6" y="43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0"/>
                    <a:pt x="4" y="39"/>
                    <a:pt x="3" y="39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9" y="39"/>
                    <a:pt x="9" y="40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8"/>
                    <a:pt x="1" y="54"/>
                    <a:pt x="1" y="59"/>
                  </a:cubicBezTo>
                  <a:cubicBezTo>
                    <a:pt x="1" y="62"/>
                    <a:pt x="4" y="65"/>
                    <a:pt x="5" y="66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5"/>
                    <a:pt x="7" y="75"/>
                    <a:pt x="7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8" y="77"/>
                    <a:pt x="8" y="77"/>
                    <a:pt x="8" y="77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6" y="82"/>
                    <a:pt x="6" y="82"/>
                    <a:pt x="6" y="82"/>
                  </a:cubicBezTo>
                  <a:cubicBezTo>
                    <a:pt x="6" y="83"/>
                    <a:pt x="7" y="84"/>
                    <a:pt x="7" y="86"/>
                  </a:cubicBezTo>
                  <a:cubicBezTo>
                    <a:pt x="7" y="87"/>
                    <a:pt x="6" y="88"/>
                    <a:pt x="6" y="88"/>
                  </a:cubicBezTo>
                  <a:cubicBezTo>
                    <a:pt x="5" y="93"/>
                    <a:pt x="5" y="93"/>
                    <a:pt x="5" y="93"/>
                  </a:cubicBezTo>
                  <a:cubicBezTo>
                    <a:pt x="6" y="95"/>
                    <a:pt x="6" y="95"/>
                    <a:pt x="6" y="95"/>
                  </a:cubicBezTo>
                  <a:cubicBezTo>
                    <a:pt x="6" y="99"/>
                    <a:pt x="6" y="99"/>
                    <a:pt x="6" y="99"/>
                  </a:cubicBezTo>
                  <a:cubicBezTo>
                    <a:pt x="7" y="100"/>
                    <a:pt x="8" y="100"/>
                    <a:pt x="9" y="100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1" y="100"/>
                    <a:pt x="12" y="100"/>
                    <a:pt x="13" y="100"/>
                  </a:cubicBezTo>
                  <a:cubicBezTo>
                    <a:pt x="15" y="100"/>
                    <a:pt x="16" y="99"/>
                    <a:pt x="17" y="98"/>
                  </a:cubicBezTo>
                  <a:cubicBezTo>
                    <a:pt x="19" y="97"/>
                    <a:pt x="19" y="97"/>
                    <a:pt x="19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5"/>
                    <a:pt x="17" y="95"/>
                    <a:pt x="17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3" y="95"/>
                    <a:pt x="12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0" y="96"/>
                    <a:pt x="10" y="94"/>
                    <a:pt x="10" y="93"/>
                  </a:cubicBezTo>
                  <a:cubicBezTo>
                    <a:pt x="10" y="92"/>
                    <a:pt x="10" y="92"/>
                    <a:pt x="10" y="92"/>
                  </a:cubicBezTo>
                  <a:cubicBezTo>
                    <a:pt x="10" y="91"/>
                    <a:pt x="10" y="91"/>
                    <a:pt x="10" y="90"/>
                  </a:cubicBezTo>
                  <a:cubicBezTo>
                    <a:pt x="11" y="89"/>
                    <a:pt x="11" y="88"/>
                    <a:pt x="11" y="87"/>
                  </a:cubicBezTo>
                  <a:cubicBezTo>
                    <a:pt x="11" y="86"/>
                    <a:pt x="11" y="86"/>
                    <a:pt x="11" y="86"/>
                  </a:cubicBezTo>
                  <a:cubicBezTo>
                    <a:pt x="11" y="85"/>
                    <a:pt x="11" y="85"/>
                    <a:pt x="12" y="84"/>
                  </a:cubicBezTo>
                  <a:cubicBezTo>
                    <a:pt x="13" y="83"/>
                    <a:pt x="12" y="82"/>
                    <a:pt x="13" y="81"/>
                  </a:cubicBezTo>
                  <a:cubicBezTo>
                    <a:pt x="13" y="80"/>
                    <a:pt x="13" y="79"/>
                    <a:pt x="14" y="78"/>
                  </a:cubicBezTo>
                  <a:cubicBezTo>
                    <a:pt x="15" y="77"/>
                    <a:pt x="16" y="75"/>
                    <a:pt x="17" y="74"/>
                  </a:cubicBezTo>
                  <a:cubicBezTo>
                    <a:pt x="17" y="72"/>
                    <a:pt x="17" y="72"/>
                    <a:pt x="17" y="72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19" y="69"/>
                    <a:pt x="20" y="69"/>
                    <a:pt x="20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1" y="69"/>
                    <a:pt x="21" y="69"/>
                    <a:pt x="21" y="69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4"/>
                    <a:pt x="20" y="74"/>
                    <a:pt x="20" y="74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5" y="78"/>
                    <a:pt x="25" y="78"/>
                    <a:pt x="25" y="78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8" y="81"/>
                    <a:pt x="28" y="81"/>
                    <a:pt x="28" y="81"/>
                  </a:cubicBezTo>
                  <a:cubicBezTo>
                    <a:pt x="28" y="82"/>
                    <a:pt x="29" y="83"/>
                    <a:pt x="31" y="83"/>
                  </a:cubicBezTo>
                  <a:cubicBezTo>
                    <a:pt x="32" y="83"/>
                    <a:pt x="34" y="80"/>
                    <a:pt x="34" y="79"/>
                  </a:cubicBezTo>
                  <a:cubicBezTo>
                    <a:pt x="35" y="78"/>
                    <a:pt x="36" y="76"/>
                    <a:pt x="36" y="75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1" y="75"/>
                    <a:pt x="31" y="75"/>
                    <a:pt x="31" y="75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0" y="76"/>
                    <a:pt x="30" y="76"/>
                    <a:pt x="30" y="76"/>
                  </a:cubicBezTo>
                  <a:cubicBezTo>
                    <a:pt x="29" y="76"/>
                    <a:pt x="27" y="74"/>
                    <a:pt x="27" y="73"/>
                  </a:cubicBezTo>
                  <a:cubicBezTo>
                    <a:pt x="26" y="72"/>
                    <a:pt x="25" y="71"/>
                    <a:pt x="25" y="70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7" y="68"/>
                    <a:pt x="29" y="66"/>
                    <a:pt x="30" y="65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31" y="62"/>
                    <a:pt x="32" y="61"/>
                    <a:pt x="32" y="61"/>
                  </a:cubicBezTo>
                  <a:cubicBezTo>
                    <a:pt x="31" y="57"/>
                    <a:pt x="29" y="56"/>
                    <a:pt x="27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1" y="52"/>
                    <a:pt x="32" y="56"/>
                    <a:pt x="32" y="56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3" y="55"/>
                    <a:pt x="34" y="54"/>
                    <a:pt x="34" y="53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6" y="54"/>
                    <a:pt x="37" y="54"/>
                    <a:pt x="38" y="55"/>
                  </a:cubicBezTo>
                  <a:cubicBezTo>
                    <a:pt x="39" y="55"/>
                    <a:pt x="39" y="55"/>
                    <a:pt x="39" y="56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40" y="61"/>
                    <a:pt x="40" y="61"/>
                    <a:pt x="40" y="61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2" y="54"/>
                    <a:pt x="43" y="52"/>
                    <a:pt x="43" y="52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4" y="47"/>
                    <a:pt x="44" y="47"/>
                    <a:pt x="44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6" y="51"/>
                    <a:pt x="35" y="50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5" y="47"/>
                    <a:pt x="34" y="47"/>
                    <a:pt x="33" y="47"/>
                  </a:cubicBezTo>
                  <a:cubicBezTo>
                    <a:pt x="34" y="46"/>
                    <a:pt x="35" y="45"/>
                    <a:pt x="36" y="4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1" y="38"/>
                    <a:pt x="41" y="37"/>
                    <a:pt x="41" y="36"/>
                  </a:cubicBezTo>
                  <a:cubicBezTo>
                    <a:pt x="41" y="35"/>
                    <a:pt x="41" y="33"/>
                    <a:pt x="42" y="33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4" y="32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1"/>
                    <a:pt x="44" y="30"/>
                    <a:pt x="43" y="30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8"/>
                    <a:pt x="44" y="27"/>
                    <a:pt x="44" y="26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19"/>
                    <a:pt x="47" y="18"/>
                    <a:pt x="47" y="18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lnTo>
                    <a:pt x="49" y="12"/>
                  </a:lnTo>
                  <a:close/>
                  <a:moveTo>
                    <a:pt x="35" y="21"/>
                  </a:move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lnTo>
                    <a:pt x="35" y="21"/>
                  </a:lnTo>
                  <a:close/>
                  <a:moveTo>
                    <a:pt x="44" y="10"/>
                  </a:moveTo>
                  <a:cubicBezTo>
                    <a:pt x="45" y="10"/>
                    <a:pt x="45" y="10"/>
                    <a:pt x="45" y="10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lnTo>
                    <a:pt x="44" y="10"/>
                  </a:lnTo>
                  <a:close/>
                  <a:moveTo>
                    <a:pt x="42" y="12"/>
                  </a:moveTo>
                  <a:cubicBezTo>
                    <a:pt x="42" y="12"/>
                    <a:pt x="42" y="12"/>
                    <a:pt x="42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3"/>
                    <a:pt x="41" y="13"/>
                    <a:pt x="41" y="13"/>
                  </a:cubicBezTo>
                  <a:lnTo>
                    <a:pt x="42" y="12"/>
                  </a:lnTo>
                  <a:close/>
                  <a:moveTo>
                    <a:pt x="43" y="17"/>
                  </a:moveTo>
                  <a:cubicBezTo>
                    <a:pt x="42" y="16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5"/>
                    <a:pt x="43" y="15"/>
                    <a:pt x="43" y="16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3" y="18"/>
                    <a:pt x="43" y="18"/>
                    <a:pt x="43" y="18"/>
                  </a:cubicBezTo>
                  <a:lnTo>
                    <a:pt x="43" y="17"/>
                  </a:lnTo>
                  <a:close/>
                  <a:moveTo>
                    <a:pt x="29" y="21"/>
                  </a:moveTo>
                  <a:cubicBezTo>
                    <a:pt x="29" y="21"/>
                    <a:pt x="29" y="21"/>
                    <a:pt x="29" y="21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1" y="22"/>
                    <a:pt x="31" y="22"/>
                    <a:pt x="31" y="22"/>
                  </a:cubicBezTo>
                  <a:lnTo>
                    <a:pt x="29" y="21"/>
                  </a:lnTo>
                  <a:close/>
                  <a:moveTo>
                    <a:pt x="27" y="20"/>
                  </a:moveTo>
                  <a:cubicBezTo>
                    <a:pt x="27" y="20"/>
                    <a:pt x="27" y="20"/>
                    <a:pt x="27" y="20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7" y="20"/>
                    <a:pt x="27" y="20"/>
                    <a:pt x="27" y="20"/>
                  </a:cubicBezTo>
                  <a:close/>
                  <a:moveTo>
                    <a:pt x="32" y="21"/>
                  </a:moveTo>
                  <a:cubicBezTo>
                    <a:pt x="34" y="22"/>
                    <a:pt x="34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lnTo>
                    <a:pt x="32" y="21"/>
                  </a:lnTo>
                  <a:close/>
                  <a:moveTo>
                    <a:pt x="32" y="15"/>
                  </a:moveTo>
                  <a:cubicBezTo>
                    <a:pt x="33" y="15"/>
                    <a:pt x="34" y="15"/>
                    <a:pt x="34" y="16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9" y="15"/>
                    <a:pt x="29" y="15"/>
                    <a:pt x="29" y="15"/>
                  </a:cubicBezTo>
                  <a:lnTo>
                    <a:pt x="32" y="15"/>
                  </a:lnTo>
                  <a:close/>
                  <a:moveTo>
                    <a:pt x="28" y="15"/>
                  </a:moveTo>
                  <a:cubicBezTo>
                    <a:pt x="28" y="15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lose/>
                  <a:moveTo>
                    <a:pt x="22" y="13"/>
                  </a:moveTo>
                  <a:cubicBezTo>
                    <a:pt x="23" y="14"/>
                    <a:pt x="23" y="14"/>
                    <a:pt x="23" y="14"/>
                  </a:cubicBezTo>
                  <a:cubicBezTo>
                    <a:pt x="22" y="14"/>
                    <a:pt x="22" y="14"/>
                    <a:pt x="22" y="14"/>
                  </a:cubicBezTo>
                  <a:lnTo>
                    <a:pt x="22" y="13"/>
                  </a:lnTo>
                  <a:close/>
                  <a:moveTo>
                    <a:pt x="21" y="16"/>
                  </a:moveTo>
                  <a:cubicBezTo>
                    <a:pt x="21" y="16"/>
                    <a:pt x="21" y="16"/>
                    <a:pt x="21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6" y="14"/>
                    <a:pt x="26" y="13"/>
                    <a:pt x="27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4"/>
                    <a:pt x="28" y="25"/>
                    <a:pt x="29" y="26"/>
                  </a:cubicBezTo>
                  <a:cubicBezTo>
                    <a:pt x="31" y="27"/>
                    <a:pt x="32" y="29"/>
                    <a:pt x="34" y="30"/>
                  </a:cubicBezTo>
                  <a:cubicBezTo>
                    <a:pt x="35" y="32"/>
                    <a:pt x="35" y="34"/>
                    <a:pt x="36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4" y="34"/>
                    <a:pt x="33" y="34"/>
                    <a:pt x="33" y="34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1" y="32"/>
                    <a:pt x="21" y="3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9"/>
                    <a:pt x="20" y="28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9" y="18"/>
                    <a:pt x="20" y="17"/>
                    <a:pt x="21" y="16"/>
                  </a:cubicBezTo>
                  <a:moveTo>
                    <a:pt x="20" y="31"/>
                  </a:moveTo>
                  <a:cubicBezTo>
                    <a:pt x="20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7" y="32"/>
                    <a:pt x="17" y="31"/>
                    <a:pt x="17" y="29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19" y="27"/>
                    <a:pt x="19" y="27"/>
                  </a:cubicBezTo>
                  <a:cubicBezTo>
                    <a:pt x="20" y="28"/>
                    <a:pt x="20" y="30"/>
                    <a:pt x="20" y="30"/>
                  </a:cubicBezTo>
                  <a:lnTo>
                    <a:pt x="20" y="31"/>
                  </a:lnTo>
                  <a:close/>
                  <a:moveTo>
                    <a:pt x="16" y="18"/>
                  </a:moveTo>
                  <a:cubicBezTo>
                    <a:pt x="16" y="18"/>
                    <a:pt x="16" y="18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9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5" y="20"/>
                    <a:pt x="15" y="20"/>
                    <a:pt x="15" y="20"/>
                  </a:cubicBezTo>
                  <a:lnTo>
                    <a:pt x="16" y="18"/>
                  </a:lnTo>
                  <a:close/>
                  <a:moveTo>
                    <a:pt x="13" y="13"/>
                  </a:move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5" y="12"/>
                    <a:pt x="15" y="16"/>
                    <a:pt x="15" y="17"/>
                  </a:cubicBezTo>
                  <a:cubicBezTo>
                    <a:pt x="15" y="18"/>
                    <a:pt x="15" y="19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5"/>
                    <a:pt x="13" y="14"/>
                    <a:pt x="13" y="13"/>
                  </a:cubicBezTo>
                  <a:moveTo>
                    <a:pt x="13" y="1"/>
                  </a:moveTo>
                  <a:cubicBezTo>
                    <a:pt x="13" y="2"/>
                    <a:pt x="13" y="5"/>
                    <a:pt x="13" y="8"/>
                  </a:cubicBezTo>
                  <a:cubicBezTo>
                    <a:pt x="13" y="9"/>
                    <a:pt x="13" y="11"/>
                    <a:pt x="13" y="12"/>
                  </a:cubicBezTo>
                  <a:cubicBezTo>
                    <a:pt x="13" y="12"/>
                    <a:pt x="13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4"/>
                    <a:pt x="11" y="10"/>
                    <a:pt x="11" y="7"/>
                  </a:cubicBezTo>
                  <a:cubicBezTo>
                    <a:pt x="11" y="5"/>
                    <a:pt x="11" y="3"/>
                    <a:pt x="13" y="1"/>
                  </a:cubicBezTo>
                  <a:moveTo>
                    <a:pt x="12" y="2"/>
                  </a:moveTo>
                  <a:cubicBezTo>
                    <a:pt x="11" y="4"/>
                    <a:pt x="10" y="5"/>
                    <a:pt x="10" y="7"/>
                  </a:cubicBezTo>
                  <a:cubicBezTo>
                    <a:pt x="10" y="11"/>
                    <a:pt x="12" y="15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7"/>
                    <a:pt x="10" y="4"/>
                    <a:pt x="12" y="2"/>
                  </a:cubicBezTo>
                  <a:moveTo>
                    <a:pt x="9" y="12"/>
                  </a:moveTo>
                  <a:cubicBezTo>
                    <a:pt x="9" y="11"/>
                    <a:pt x="9" y="11"/>
                    <a:pt x="9" y="11"/>
                  </a:cubicBezTo>
                  <a:cubicBezTo>
                    <a:pt x="9" y="13"/>
                    <a:pt x="11" y="16"/>
                    <a:pt x="12" y="17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0" y="20"/>
                    <a:pt x="9" y="16"/>
                    <a:pt x="9" y="12"/>
                  </a:cubicBezTo>
                  <a:close/>
                  <a:moveTo>
                    <a:pt x="22" y="44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4" y="43"/>
                    <a:pt x="22" y="44"/>
                  </a:cubicBezTo>
                  <a:moveTo>
                    <a:pt x="22" y="44"/>
                  </a:moveTo>
                  <a:cubicBezTo>
                    <a:pt x="19" y="48"/>
                    <a:pt x="19" y="48"/>
                    <a:pt x="19" y="48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6"/>
                    <a:pt x="20" y="45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1" y="44"/>
                    <a:pt x="21" y="44"/>
                    <a:pt x="21" y="44"/>
                  </a:cubicBezTo>
                  <a:lnTo>
                    <a:pt x="22" y="44"/>
                  </a:lnTo>
                  <a:close/>
                  <a:moveTo>
                    <a:pt x="21" y="44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2" y="41"/>
                    <a:pt x="22" y="41"/>
                    <a:pt x="22" y="41"/>
                  </a:cubicBezTo>
                  <a:lnTo>
                    <a:pt x="21" y="44"/>
                  </a:lnTo>
                  <a:close/>
                  <a:moveTo>
                    <a:pt x="20" y="44"/>
                  </a:move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18" y="45"/>
                    <a:pt x="16" y="45"/>
                  </a:cubicBezTo>
                  <a:cubicBezTo>
                    <a:pt x="18" y="45"/>
                    <a:pt x="18" y="43"/>
                    <a:pt x="18" y="42"/>
                  </a:cubicBezTo>
                  <a:cubicBezTo>
                    <a:pt x="20" y="42"/>
                    <a:pt x="20" y="42"/>
                    <a:pt x="20" y="42"/>
                  </a:cubicBezTo>
                  <a:lnTo>
                    <a:pt x="20" y="44"/>
                  </a:lnTo>
                  <a:close/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lose/>
                  <a:moveTo>
                    <a:pt x="11" y="38"/>
                  </a:moveTo>
                  <a:cubicBezTo>
                    <a:pt x="12" y="39"/>
                    <a:pt x="13" y="39"/>
                    <a:pt x="14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1"/>
                    <a:pt x="11" y="39"/>
                    <a:pt x="11" y="38"/>
                  </a:cubicBezTo>
                  <a:moveTo>
                    <a:pt x="14" y="40"/>
                  </a:moveTo>
                  <a:cubicBezTo>
                    <a:pt x="15" y="41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6" y="42"/>
                    <a:pt x="17" y="42"/>
                    <a:pt x="18" y="42"/>
                  </a:cubicBezTo>
                  <a:cubicBezTo>
                    <a:pt x="18" y="43"/>
                    <a:pt x="17" y="45"/>
                    <a:pt x="15" y="45"/>
                  </a:cubicBezTo>
                  <a:cubicBezTo>
                    <a:pt x="15" y="45"/>
                    <a:pt x="15" y="43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3" y="42"/>
                    <a:pt x="14" y="40"/>
                    <a:pt x="14" y="40"/>
                  </a:cubicBezTo>
                  <a:moveTo>
                    <a:pt x="12" y="44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4" y="43"/>
                    <a:pt x="14" y="43"/>
                    <a:pt x="14" y="43"/>
                  </a:cubicBezTo>
                  <a:cubicBezTo>
                    <a:pt x="14" y="44"/>
                    <a:pt x="14" y="45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6"/>
                    <a:pt x="15" y="46"/>
                    <a:pt x="15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48"/>
                    <a:pt x="16" y="48"/>
                    <a:pt x="15" y="50"/>
                  </a:cubicBezTo>
                  <a:cubicBezTo>
                    <a:pt x="15" y="52"/>
                    <a:pt x="12" y="54"/>
                    <a:pt x="11" y="55"/>
                  </a:cubicBezTo>
                  <a:cubicBezTo>
                    <a:pt x="9" y="57"/>
                    <a:pt x="9" y="58"/>
                    <a:pt x="8" y="60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5" y="61"/>
                    <a:pt x="5" y="59"/>
                    <a:pt x="5" y="59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4"/>
                    <a:pt x="10" y="52"/>
                    <a:pt x="12" y="44"/>
                  </a:cubicBezTo>
                  <a:moveTo>
                    <a:pt x="18" y="42"/>
                  </a:moveTo>
                  <a:cubicBezTo>
                    <a:pt x="16" y="42"/>
                    <a:pt x="16" y="42"/>
                    <a:pt x="16" y="42"/>
                  </a:cubicBezTo>
                  <a:cubicBezTo>
                    <a:pt x="17" y="41"/>
                    <a:pt x="18" y="40"/>
                    <a:pt x="18" y="39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9" y="42"/>
                    <a:pt x="19" y="42"/>
                    <a:pt x="19" y="42"/>
                  </a:cubicBezTo>
                  <a:lnTo>
                    <a:pt x="18" y="42"/>
                  </a:lnTo>
                  <a:close/>
                  <a:moveTo>
                    <a:pt x="15" y="41"/>
                  </a:move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3" y="39"/>
                    <a:pt x="12" y="38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5" y="38"/>
                    <a:pt x="16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41"/>
                    <a:pt x="15" y="41"/>
                  </a:cubicBezTo>
                  <a:moveTo>
                    <a:pt x="14" y="35"/>
                  </a:moveTo>
                  <a:cubicBezTo>
                    <a:pt x="14" y="35"/>
                    <a:pt x="14" y="35"/>
                    <a:pt x="14" y="35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2" y="37"/>
                    <a:pt x="11" y="38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5"/>
                    <a:pt x="14" y="35"/>
                    <a:pt x="14" y="35"/>
                  </a:cubicBezTo>
                  <a:close/>
                  <a:moveTo>
                    <a:pt x="9" y="34"/>
                  </a:moveTo>
                  <a:cubicBezTo>
                    <a:pt x="9" y="32"/>
                    <a:pt x="9" y="32"/>
                    <a:pt x="9" y="32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0" y="29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2" y="32"/>
                    <a:pt x="12" y="32"/>
                    <a:pt x="12" y="32"/>
                  </a:cubicBezTo>
                  <a:lnTo>
                    <a:pt x="9" y="34"/>
                  </a:lnTo>
                  <a:close/>
                  <a:moveTo>
                    <a:pt x="10" y="27"/>
                  </a:moveTo>
                  <a:cubicBezTo>
                    <a:pt x="10" y="27"/>
                    <a:pt x="8" y="27"/>
                    <a:pt x="7" y="28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0" y="27"/>
                    <a:pt x="10" y="27"/>
                    <a:pt x="10" y="27"/>
                  </a:cubicBezTo>
                  <a:close/>
                  <a:moveTo>
                    <a:pt x="9" y="25"/>
                  </a:move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8" y="25"/>
                    <a:pt x="7" y="24"/>
                    <a:pt x="7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9" y="25"/>
                    <a:pt x="9" y="25"/>
                    <a:pt x="9" y="25"/>
                  </a:cubicBezTo>
                  <a:close/>
                  <a:moveTo>
                    <a:pt x="10" y="23"/>
                  </a:moveTo>
                  <a:cubicBezTo>
                    <a:pt x="10" y="22"/>
                    <a:pt x="9" y="22"/>
                    <a:pt x="8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lnTo>
                    <a:pt x="10" y="23"/>
                  </a:lnTo>
                  <a:close/>
                  <a:moveTo>
                    <a:pt x="3" y="3"/>
                  </a:moveTo>
                  <a:cubicBezTo>
                    <a:pt x="4" y="5"/>
                    <a:pt x="7" y="10"/>
                    <a:pt x="8" y="12"/>
                  </a:cubicBezTo>
                  <a:cubicBezTo>
                    <a:pt x="8" y="13"/>
                    <a:pt x="8" y="14"/>
                    <a:pt x="8" y="15"/>
                  </a:cubicBezTo>
                  <a:cubicBezTo>
                    <a:pt x="7" y="13"/>
                    <a:pt x="3" y="7"/>
                    <a:pt x="3" y="3"/>
                  </a:cubicBezTo>
                  <a:close/>
                  <a:moveTo>
                    <a:pt x="2" y="2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2" y="2"/>
                    <a:pt x="2" y="2"/>
                    <a:pt x="2" y="2"/>
                  </a:cubicBezTo>
                  <a:close/>
                  <a:moveTo>
                    <a:pt x="2" y="5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9"/>
                    <a:pt x="9" y="16"/>
                    <a:pt x="9" y="16"/>
                  </a:cubicBezTo>
                  <a:cubicBezTo>
                    <a:pt x="9" y="17"/>
                    <a:pt x="9" y="19"/>
                    <a:pt x="10" y="20"/>
                  </a:cubicBezTo>
                  <a:cubicBezTo>
                    <a:pt x="9" y="19"/>
                    <a:pt x="8" y="18"/>
                    <a:pt x="7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2" y="10"/>
                    <a:pt x="2" y="5"/>
                  </a:cubicBezTo>
                  <a:moveTo>
                    <a:pt x="6" y="16"/>
                  </a:moveTo>
                  <a:cubicBezTo>
                    <a:pt x="7" y="18"/>
                    <a:pt x="9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1"/>
                    <a:pt x="7" y="19"/>
                    <a:pt x="6" y="18"/>
                  </a:cubicBezTo>
                  <a:cubicBezTo>
                    <a:pt x="4" y="17"/>
                    <a:pt x="3" y="15"/>
                    <a:pt x="2" y="13"/>
                  </a:cubicBezTo>
                  <a:cubicBezTo>
                    <a:pt x="3" y="14"/>
                    <a:pt x="5" y="16"/>
                    <a:pt x="6" y="16"/>
                  </a:cubicBezTo>
                  <a:moveTo>
                    <a:pt x="6" y="22"/>
                  </a:move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1" y="18"/>
                    <a:pt x="1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7"/>
                    <a:pt x="7" y="20"/>
                    <a:pt x="8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5"/>
                    <a:pt x="8" y="25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5"/>
                    <a:pt x="6" y="25"/>
                    <a:pt x="5" y="24"/>
                  </a:cubicBezTo>
                  <a:cubicBezTo>
                    <a:pt x="4" y="23"/>
                    <a:pt x="3" y="22"/>
                    <a:pt x="2" y="21"/>
                  </a:cubicBezTo>
                  <a:cubicBezTo>
                    <a:pt x="3" y="21"/>
                    <a:pt x="5" y="21"/>
                    <a:pt x="6" y="22"/>
                  </a:cubicBezTo>
                  <a:moveTo>
                    <a:pt x="4" y="26"/>
                  </a:moveTo>
                  <a:cubicBezTo>
                    <a:pt x="3" y="25"/>
                    <a:pt x="2" y="23"/>
                    <a:pt x="2" y="22"/>
                  </a:cubicBezTo>
                  <a:cubicBezTo>
                    <a:pt x="3" y="24"/>
                    <a:pt x="7" y="26"/>
                    <a:pt x="8" y="26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5" y="27"/>
                    <a:pt x="4" y="26"/>
                  </a:cubicBezTo>
                  <a:moveTo>
                    <a:pt x="4" y="29"/>
                  </a:moveTo>
                  <a:cubicBezTo>
                    <a:pt x="4" y="29"/>
                    <a:pt x="5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5" y="30"/>
                    <a:pt x="4" y="29"/>
                    <a:pt x="4" y="29"/>
                  </a:cubicBezTo>
                  <a:close/>
                  <a:moveTo>
                    <a:pt x="4" y="30"/>
                  </a:moveTo>
                  <a:cubicBezTo>
                    <a:pt x="5" y="31"/>
                    <a:pt x="8" y="31"/>
                    <a:pt x="9" y="31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6" y="33"/>
                    <a:pt x="5" y="32"/>
                    <a:pt x="4" y="30"/>
                  </a:cubicBezTo>
                  <a:moveTo>
                    <a:pt x="6" y="35"/>
                  </a:move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2" y="36"/>
                    <a:pt x="2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6" y="40"/>
                    <a:pt x="6" y="42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5" y="45"/>
                    <a:pt x="3" y="46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9"/>
                    <a:pt x="3" y="50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3" y="51"/>
                    <a:pt x="3" y="50"/>
                    <a:pt x="3" y="49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3" y="45"/>
                    <a:pt x="4" y="44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1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4" y="41"/>
                    <a:pt x="4" y="42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4" y="44"/>
                    <a:pt x="3" y="45"/>
                    <a:pt x="2" y="46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7"/>
                    <a:pt x="3" y="43"/>
                    <a:pt x="3" y="43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2" y="40"/>
                    <a:pt x="2" y="40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2" y="43"/>
                    <a:pt x="1" y="46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2" y="51"/>
                    <a:pt x="1" y="50"/>
                    <a:pt x="1" y="49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44"/>
                    <a:pt x="2" y="44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2"/>
                    <a:pt x="1" y="41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5"/>
                    <a:pt x="3" y="34"/>
                    <a:pt x="5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5"/>
                    <a:pt x="7" y="35"/>
                    <a:pt x="7" y="35"/>
                  </a:cubicBezTo>
                  <a:lnTo>
                    <a:pt x="6" y="35"/>
                  </a:lnTo>
                  <a:close/>
                  <a:moveTo>
                    <a:pt x="9" y="34"/>
                  </a:move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8" y="37"/>
                    <a:pt x="8" y="37"/>
                    <a:pt x="8" y="37"/>
                  </a:cubicBezTo>
                  <a:lnTo>
                    <a:pt x="9" y="34"/>
                  </a:lnTo>
                  <a:close/>
                  <a:moveTo>
                    <a:pt x="8" y="37"/>
                  </a:moveTo>
                  <a:cubicBezTo>
                    <a:pt x="9" y="37"/>
                    <a:pt x="10" y="36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38"/>
                    <a:pt x="9" y="37"/>
                    <a:pt x="8" y="37"/>
                  </a:cubicBezTo>
                  <a:moveTo>
                    <a:pt x="27" y="57"/>
                  </a:moveTo>
                  <a:cubicBezTo>
                    <a:pt x="29" y="57"/>
                    <a:pt x="31" y="57"/>
                    <a:pt x="31" y="61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29" y="66"/>
                    <a:pt x="27" y="68"/>
                    <a:pt x="25" y="69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25" y="71"/>
                    <a:pt x="26" y="72"/>
                    <a:pt x="26" y="73"/>
                  </a:cubicBezTo>
                  <a:cubicBezTo>
                    <a:pt x="27" y="74"/>
                    <a:pt x="28" y="76"/>
                    <a:pt x="29" y="77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2" y="77"/>
                    <a:pt x="32" y="77"/>
                    <a:pt x="32" y="77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6"/>
                    <a:pt x="32" y="76"/>
                    <a:pt x="32" y="76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4" y="79"/>
                    <a:pt x="34" y="79"/>
                    <a:pt x="34" y="79"/>
                  </a:cubicBezTo>
                  <a:cubicBezTo>
                    <a:pt x="33" y="80"/>
                    <a:pt x="31" y="82"/>
                    <a:pt x="31" y="82"/>
                  </a:cubicBezTo>
                  <a:cubicBezTo>
                    <a:pt x="29" y="82"/>
                    <a:pt x="29" y="82"/>
                    <a:pt x="28" y="81"/>
                  </a:cubicBezTo>
                  <a:cubicBezTo>
                    <a:pt x="28" y="80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6" y="78"/>
                    <a:pt x="26" y="78"/>
                    <a:pt x="26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75"/>
                    <a:pt x="23" y="75"/>
                    <a:pt x="22" y="74"/>
                  </a:cubicBezTo>
                  <a:cubicBezTo>
                    <a:pt x="21" y="73"/>
                    <a:pt x="21" y="73"/>
                    <a:pt x="21" y="73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2" y="69"/>
                    <a:pt x="22" y="69"/>
                    <a:pt x="22" y="69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5"/>
                    <a:pt x="23" y="64"/>
                    <a:pt x="23" y="63"/>
                  </a:cubicBezTo>
                  <a:cubicBezTo>
                    <a:pt x="23" y="62"/>
                    <a:pt x="25" y="62"/>
                    <a:pt x="25" y="62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2" y="64"/>
                    <a:pt x="22" y="65"/>
                    <a:pt x="22" y="67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19" y="69"/>
                    <a:pt x="19" y="69"/>
                    <a:pt x="19" y="69"/>
                  </a:cubicBezTo>
                  <a:cubicBezTo>
                    <a:pt x="20" y="67"/>
                    <a:pt x="20" y="65"/>
                    <a:pt x="20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1" y="61"/>
                    <a:pt x="21" y="61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5" y="57"/>
                    <a:pt x="26" y="57"/>
                    <a:pt x="27" y="57"/>
                  </a:cubicBezTo>
                  <a:moveTo>
                    <a:pt x="28" y="52"/>
                  </a:moveTo>
                  <a:cubicBezTo>
                    <a:pt x="28" y="52"/>
                    <a:pt x="28" y="52"/>
                    <a:pt x="28" y="52"/>
                  </a:cubicBezTo>
                  <a:cubicBezTo>
                    <a:pt x="28" y="53"/>
                    <a:pt x="25" y="54"/>
                    <a:pt x="25" y="55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19" y="61"/>
                    <a:pt x="18" y="60"/>
                    <a:pt x="18" y="60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8" y="57"/>
                    <a:pt x="18" y="58"/>
                    <a:pt x="18" y="59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60"/>
                    <a:pt x="19" y="61"/>
                    <a:pt x="19" y="62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6"/>
                    <a:pt x="19" y="68"/>
                    <a:pt x="18" y="70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6" y="74"/>
                    <a:pt x="15" y="77"/>
                    <a:pt x="14" y="78"/>
                  </a:cubicBezTo>
                  <a:cubicBezTo>
                    <a:pt x="12" y="79"/>
                    <a:pt x="12" y="80"/>
                    <a:pt x="12" y="81"/>
                  </a:cubicBezTo>
                  <a:cubicBezTo>
                    <a:pt x="12" y="82"/>
                    <a:pt x="12" y="83"/>
                    <a:pt x="11" y="83"/>
                  </a:cubicBezTo>
                  <a:cubicBezTo>
                    <a:pt x="11" y="85"/>
                    <a:pt x="10" y="85"/>
                    <a:pt x="10" y="86"/>
                  </a:cubicBezTo>
                  <a:cubicBezTo>
                    <a:pt x="10" y="87"/>
                    <a:pt x="10" y="87"/>
                    <a:pt x="10" y="87"/>
                  </a:cubicBezTo>
                  <a:cubicBezTo>
                    <a:pt x="10" y="88"/>
                    <a:pt x="10" y="88"/>
                    <a:pt x="10" y="89"/>
                  </a:cubicBezTo>
                  <a:cubicBezTo>
                    <a:pt x="9" y="90"/>
                    <a:pt x="9" y="91"/>
                    <a:pt x="9" y="92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9" y="94"/>
                    <a:pt x="9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7"/>
                    <a:pt x="15" y="97"/>
                    <a:pt x="15" y="97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6"/>
                    <a:pt x="14" y="96"/>
                    <a:pt x="14" y="96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6"/>
                    <a:pt x="17" y="96"/>
                    <a:pt x="17" y="96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6" y="99"/>
                    <a:pt x="14" y="99"/>
                    <a:pt x="13" y="100"/>
                  </a:cubicBezTo>
                  <a:cubicBezTo>
                    <a:pt x="12" y="100"/>
                    <a:pt x="11" y="100"/>
                    <a:pt x="10" y="100"/>
                  </a:cubicBezTo>
                  <a:cubicBezTo>
                    <a:pt x="9" y="100"/>
                    <a:pt x="9" y="100"/>
                    <a:pt x="9" y="100"/>
                  </a:cubicBezTo>
                  <a:cubicBezTo>
                    <a:pt x="7" y="98"/>
                    <a:pt x="7" y="98"/>
                    <a:pt x="7" y="98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6" y="93"/>
                    <a:pt x="6" y="93"/>
                    <a:pt x="6" y="93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8"/>
                    <a:pt x="7" y="87"/>
                    <a:pt x="7" y="86"/>
                  </a:cubicBezTo>
                  <a:cubicBezTo>
                    <a:pt x="7" y="84"/>
                    <a:pt x="7" y="83"/>
                    <a:pt x="7" y="82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4"/>
                    <a:pt x="10" y="73"/>
                    <a:pt x="9" y="72"/>
                  </a:cubicBezTo>
                  <a:cubicBezTo>
                    <a:pt x="9" y="70"/>
                    <a:pt x="8" y="67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5"/>
                    <a:pt x="9" y="62"/>
                    <a:pt x="9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" y="62"/>
                    <a:pt x="7" y="64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7"/>
                    <a:pt x="8" y="71"/>
                    <a:pt x="9" y="72"/>
                  </a:cubicBezTo>
                  <a:cubicBezTo>
                    <a:pt x="10" y="73"/>
                    <a:pt x="10" y="75"/>
                    <a:pt x="10" y="75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8" y="73"/>
                    <a:pt x="8" y="73"/>
                    <a:pt x="8" y="73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6" y="65"/>
                    <a:pt x="2" y="62"/>
                    <a:pt x="2" y="59"/>
                  </a:cubicBezTo>
                  <a:cubicBezTo>
                    <a:pt x="2" y="55"/>
                    <a:pt x="9" y="48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0"/>
                    <a:pt x="9" y="39"/>
                    <a:pt x="9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40"/>
                    <a:pt x="10" y="42"/>
                    <a:pt x="10" y="42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9" y="51"/>
                    <a:pt x="4" y="53"/>
                    <a:pt x="4" y="58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59"/>
                    <a:pt x="5" y="62"/>
                    <a:pt x="6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9" y="58"/>
                    <a:pt x="10" y="57"/>
                    <a:pt x="11" y="56"/>
                  </a:cubicBezTo>
                  <a:cubicBezTo>
                    <a:pt x="13" y="54"/>
                    <a:pt x="15" y="52"/>
                    <a:pt x="16" y="50"/>
                  </a:cubicBezTo>
                  <a:cubicBezTo>
                    <a:pt x="17" y="49"/>
                    <a:pt x="17" y="48"/>
                    <a:pt x="17" y="47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9" y="45"/>
                    <a:pt x="19" y="45"/>
                  </a:cubicBezTo>
                  <a:cubicBezTo>
                    <a:pt x="19" y="47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22" y="49"/>
                    <a:pt x="24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lnTo>
                    <a:pt x="28" y="52"/>
                  </a:lnTo>
                  <a:close/>
                  <a:moveTo>
                    <a:pt x="39" y="62"/>
                  </a:move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2"/>
                    <a:pt x="39" y="62"/>
                    <a:pt x="39" y="62"/>
                  </a:cubicBezTo>
                  <a:close/>
                  <a:moveTo>
                    <a:pt x="44" y="45"/>
                  </a:move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5"/>
                    <a:pt x="43" y="45"/>
                    <a:pt x="43" y="45"/>
                  </a:cubicBezTo>
                  <a:lnTo>
                    <a:pt x="44" y="45"/>
                  </a:lnTo>
                  <a:close/>
                  <a:moveTo>
                    <a:pt x="40" y="48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lose/>
                  <a:moveTo>
                    <a:pt x="40" y="49"/>
                  </a:moveTo>
                  <a:cubicBezTo>
                    <a:pt x="40" y="49"/>
                    <a:pt x="40" y="49"/>
                    <a:pt x="40" y="49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lnTo>
                    <a:pt x="40" y="49"/>
                  </a:lnTo>
                  <a:close/>
                  <a:moveTo>
                    <a:pt x="36" y="51"/>
                  </a:moveTo>
                  <a:cubicBezTo>
                    <a:pt x="35" y="51"/>
                    <a:pt x="35" y="51"/>
                    <a:pt x="35" y="51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1" y="52"/>
                    <a:pt x="41" y="52"/>
                    <a:pt x="41" y="52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0" y="56"/>
                    <a:pt x="40" y="57"/>
                    <a:pt x="40" y="58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39" y="55"/>
                    <a:pt x="39" y="55"/>
                    <a:pt x="38" y="54"/>
                  </a:cubicBezTo>
                  <a:cubicBezTo>
                    <a:pt x="37" y="54"/>
                    <a:pt x="36" y="53"/>
                    <a:pt x="36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lnTo>
                    <a:pt x="36" y="51"/>
                  </a:lnTo>
                  <a:close/>
                  <a:moveTo>
                    <a:pt x="36" y="47"/>
                  </a:move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3"/>
                    <a:pt x="33" y="54"/>
                    <a:pt x="33" y="55"/>
                  </a:cubicBezTo>
                  <a:cubicBezTo>
                    <a:pt x="32" y="54"/>
                    <a:pt x="31" y="51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2" y="47"/>
                    <a:pt x="20" y="48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5" y="43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19"/>
                    <a:pt x="12" y="18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7"/>
                    <a:pt x="13" y="18"/>
                    <a:pt x="13" y="19"/>
                  </a:cubicBezTo>
                  <a:cubicBezTo>
                    <a:pt x="14" y="20"/>
                    <a:pt x="14" y="21"/>
                    <a:pt x="16" y="22"/>
                  </a:cubicBezTo>
                  <a:cubicBezTo>
                    <a:pt x="17" y="23"/>
                    <a:pt x="18" y="24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8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1"/>
                    <a:pt x="17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2" y="35"/>
                    <a:pt x="23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1"/>
                    <a:pt x="31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6"/>
                    <a:pt x="32" y="48"/>
                    <a:pt x="32" y="48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3" y="48"/>
                    <a:pt x="34" y="48"/>
                    <a:pt x="36" y="47"/>
                  </a:cubicBezTo>
                  <a:moveTo>
                    <a:pt x="11" y="27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lose/>
                  <a:moveTo>
                    <a:pt x="36" y="42"/>
                  </a:moveTo>
                  <a:cubicBezTo>
                    <a:pt x="34" y="45"/>
                    <a:pt x="33" y="47"/>
                    <a:pt x="32" y="48"/>
                  </a:cubicBezTo>
                  <a:cubicBezTo>
                    <a:pt x="32" y="47"/>
                    <a:pt x="31" y="46"/>
                    <a:pt x="31" y="45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3"/>
                    <a:pt x="32" y="41"/>
                    <a:pt x="32" y="39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40"/>
                    <a:pt x="36" y="41"/>
                    <a:pt x="36" y="42"/>
                  </a:cubicBezTo>
                  <a:moveTo>
                    <a:pt x="44" y="32"/>
                  </a:moveTo>
                  <a:cubicBezTo>
                    <a:pt x="43" y="32"/>
                    <a:pt x="43" y="32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1" y="33"/>
                    <a:pt x="40" y="35"/>
                    <a:pt x="40" y="36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8" y="31"/>
                    <a:pt x="38" y="30"/>
                    <a:pt x="38" y="29"/>
                  </a:cubicBezTo>
                  <a:cubicBezTo>
                    <a:pt x="39" y="28"/>
                    <a:pt x="39" y="27"/>
                    <a:pt x="39" y="26"/>
                  </a:cubicBezTo>
                  <a:cubicBezTo>
                    <a:pt x="39" y="27"/>
                    <a:pt x="40" y="28"/>
                    <a:pt x="40" y="29"/>
                  </a:cubicBezTo>
                  <a:cubicBezTo>
                    <a:pt x="40" y="29"/>
                    <a:pt x="40" y="29"/>
                    <a:pt x="40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4" y="31"/>
                    <a:pt x="44" y="32"/>
                  </a:cubicBezTo>
                  <a:moveTo>
                    <a:pt x="48" y="29"/>
                  </a:move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lnTo>
                    <a:pt x="48" y="29"/>
                  </a:lnTo>
                  <a:close/>
                  <a:moveTo>
                    <a:pt x="47" y="15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6" y="18"/>
                    <a:pt x="46" y="19"/>
                    <a:pt x="46" y="20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2"/>
                    <a:pt x="45" y="22"/>
                    <a:pt x="45" y="22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4" y="25"/>
                    <a:pt x="44" y="26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3" y="24"/>
                    <a:pt x="43" y="22"/>
                    <a:pt x="43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5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4"/>
                    <a:pt x="48" y="14"/>
                    <a:pt x="48" y="14"/>
                  </a:cubicBezTo>
                  <a:lnTo>
                    <a:pt x="47" y="15"/>
                  </a:lnTo>
                  <a:close/>
                  <a:moveTo>
                    <a:pt x="48" y="13"/>
                  </a:move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lnTo>
                    <a:pt x="48" y="13"/>
                  </a:lnTo>
                  <a:close/>
                  <a:moveTo>
                    <a:pt x="11" y="78"/>
                  </a:moveTo>
                  <a:cubicBezTo>
                    <a:pt x="11" y="79"/>
                    <a:pt x="11" y="79"/>
                    <a:pt x="11" y="79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11" y="81"/>
                    <a:pt x="11" y="81"/>
                    <a:pt x="11" y="81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78"/>
                    <a:pt x="12" y="78"/>
                    <a:pt x="12" y="78"/>
                  </a:cubicBezTo>
                  <a:lnTo>
                    <a:pt x="11" y="78"/>
                  </a:lnTo>
                  <a:close/>
                  <a:moveTo>
                    <a:pt x="26" y="52"/>
                  </a:moveTo>
                  <a:cubicBezTo>
                    <a:pt x="26" y="52"/>
                    <a:pt x="24" y="53"/>
                    <a:pt x="23" y="54"/>
                  </a:cubicBezTo>
                  <a:cubicBezTo>
                    <a:pt x="21" y="55"/>
                    <a:pt x="20" y="55"/>
                    <a:pt x="20" y="56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0" y="55"/>
                    <a:pt x="21" y="55"/>
                    <a:pt x="23" y="54"/>
                  </a:cubicBezTo>
                  <a:cubicBezTo>
                    <a:pt x="25" y="54"/>
                    <a:pt x="26" y="52"/>
                    <a:pt x="26" y="52"/>
                  </a:cubicBezTo>
                  <a:close/>
                  <a:moveTo>
                    <a:pt x="8" y="82"/>
                  </a:move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8" y="85"/>
                    <a:pt x="9" y="86"/>
                    <a:pt x="8" y="86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7" y="90"/>
                    <a:pt x="7" y="91"/>
                    <a:pt x="7" y="92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91"/>
                    <a:pt x="8" y="90"/>
                    <a:pt x="8" y="89"/>
                  </a:cubicBezTo>
                  <a:cubicBezTo>
                    <a:pt x="8" y="89"/>
                    <a:pt x="8" y="89"/>
                    <a:pt x="8" y="89"/>
                  </a:cubicBezTo>
                  <a:cubicBezTo>
                    <a:pt x="9" y="87"/>
                    <a:pt x="9" y="87"/>
                    <a:pt x="9" y="87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3"/>
                    <a:pt x="8" y="83"/>
                    <a:pt x="8" y="82"/>
                  </a:cubicBezTo>
                  <a:close/>
                  <a:moveTo>
                    <a:pt x="21" y="34"/>
                  </a:moveTo>
                  <a:cubicBezTo>
                    <a:pt x="20" y="34"/>
                    <a:pt x="20" y="34"/>
                    <a:pt x="20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2"/>
                    <a:pt x="17" y="32"/>
                    <a:pt x="16" y="32"/>
                  </a:cubicBezTo>
                  <a:cubicBezTo>
                    <a:pt x="15" y="31"/>
                    <a:pt x="15" y="31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4" y="31"/>
                    <a:pt x="14" y="32"/>
                    <a:pt x="16" y="32"/>
                  </a:cubicBezTo>
                  <a:cubicBezTo>
                    <a:pt x="17" y="33"/>
                    <a:pt x="18" y="33"/>
                    <a:pt x="18" y="33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1" y="35"/>
                    <a:pt x="22" y="36"/>
                    <a:pt x="22" y="37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6"/>
                    <a:pt x="22" y="34"/>
                    <a:pt x="21" y="34"/>
                  </a:cubicBezTo>
                  <a:moveTo>
                    <a:pt x="26" y="23"/>
                  </a:moveTo>
                  <a:cubicBezTo>
                    <a:pt x="26" y="20"/>
                    <a:pt x="26" y="20"/>
                    <a:pt x="26" y="20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2"/>
                    <a:pt x="25" y="22"/>
                    <a:pt x="25" y="22"/>
                  </a:cubicBezTo>
                  <a:lnTo>
                    <a:pt x="26" y="23"/>
                  </a:lnTo>
                  <a:close/>
                  <a:moveTo>
                    <a:pt x="23" y="73"/>
                  </a:moveTo>
                  <a:cubicBezTo>
                    <a:pt x="23" y="73"/>
                    <a:pt x="23" y="73"/>
                    <a:pt x="23" y="73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25" y="75"/>
                    <a:pt x="26" y="77"/>
                    <a:pt x="27" y="78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5" y="72"/>
                    <a:pt x="25" y="72"/>
                    <a:pt x="25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3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2" name="Freeform 33">
              <a:extLst>
                <a:ext uri="{FF2B5EF4-FFF2-40B4-BE49-F238E27FC236}">
                  <a16:creationId xmlns:a16="http://schemas.microsoft.com/office/drawing/2014/main" id="{4A77B10C-CE16-49B2-A729-6BAA897648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8088" y="2517775"/>
              <a:ext cx="104775" cy="215900"/>
            </a:xfrm>
            <a:custGeom>
              <a:avLst/>
              <a:gdLst>
                <a:gd name="T0" fmla="*/ 4 w 48"/>
                <a:gd name="T1" fmla="*/ 10 h 100"/>
                <a:gd name="T2" fmla="*/ 10 w 48"/>
                <a:gd name="T3" fmla="*/ 26 h 100"/>
                <a:gd name="T4" fmla="*/ 14 w 48"/>
                <a:gd name="T5" fmla="*/ 21 h 100"/>
                <a:gd name="T6" fmla="*/ 28 w 48"/>
                <a:gd name="T7" fmla="*/ 13 h 100"/>
                <a:gd name="T8" fmla="*/ 43 w 48"/>
                <a:gd name="T9" fmla="*/ 6 h 100"/>
                <a:gd name="T10" fmla="*/ 47 w 48"/>
                <a:gd name="T11" fmla="*/ 43 h 100"/>
                <a:gd name="T12" fmla="*/ 42 w 48"/>
                <a:gd name="T13" fmla="*/ 38 h 100"/>
                <a:gd name="T14" fmla="*/ 41 w 48"/>
                <a:gd name="T15" fmla="*/ 79 h 100"/>
                <a:gd name="T16" fmla="*/ 38 w 48"/>
                <a:gd name="T17" fmla="*/ 87 h 100"/>
                <a:gd name="T18" fmla="*/ 18 w 48"/>
                <a:gd name="T19" fmla="*/ 83 h 100"/>
                <a:gd name="T20" fmla="*/ 20 w 48"/>
                <a:gd name="T21" fmla="*/ 52 h 100"/>
                <a:gd name="T22" fmla="*/ 10 w 48"/>
                <a:gd name="T23" fmla="*/ 61 h 100"/>
                <a:gd name="T24" fmla="*/ 9 w 48"/>
                <a:gd name="T25" fmla="*/ 49 h 100"/>
                <a:gd name="T26" fmla="*/ 5 w 48"/>
                <a:gd name="T27" fmla="*/ 30 h 100"/>
                <a:gd name="T28" fmla="*/ 0 w 48"/>
                <a:gd name="T29" fmla="*/ 12 h 100"/>
                <a:gd name="T30" fmla="*/ 6 w 48"/>
                <a:gd name="T31" fmla="*/ 13 h 100"/>
                <a:gd name="T32" fmla="*/ 19 w 48"/>
                <a:gd name="T33" fmla="*/ 20 h 100"/>
                <a:gd name="T34" fmla="*/ 21 w 48"/>
                <a:gd name="T35" fmla="*/ 19 h 100"/>
                <a:gd name="T36" fmla="*/ 22 w 48"/>
                <a:gd name="T37" fmla="*/ 14 h 100"/>
                <a:gd name="T38" fmla="*/ 11 w 48"/>
                <a:gd name="T39" fmla="*/ 36 h 100"/>
                <a:gd name="T40" fmla="*/ 29 w 48"/>
                <a:gd name="T41" fmla="*/ 26 h 100"/>
                <a:gd name="T42" fmla="*/ 30 w 48"/>
                <a:gd name="T43" fmla="*/ 22 h 100"/>
                <a:gd name="T44" fmla="*/ 38 w 48"/>
                <a:gd name="T45" fmla="*/ 7 h 100"/>
                <a:gd name="T46" fmla="*/ 26 w 48"/>
                <a:gd name="T47" fmla="*/ 41 h 100"/>
                <a:gd name="T48" fmla="*/ 29 w 48"/>
                <a:gd name="T49" fmla="*/ 42 h 100"/>
                <a:gd name="T50" fmla="*/ 34 w 48"/>
                <a:gd name="T51" fmla="*/ 42 h 100"/>
                <a:gd name="T52" fmla="*/ 37 w 48"/>
                <a:gd name="T53" fmla="*/ 44 h 100"/>
                <a:gd name="T54" fmla="*/ 37 w 48"/>
                <a:gd name="T55" fmla="*/ 38 h 100"/>
                <a:gd name="T56" fmla="*/ 39 w 48"/>
                <a:gd name="T57" fmla="*/ 34 h 100"/>
                <a:gd name="T58" fmla="*/ 38 w 48"/>
                <a:gd name="T59" fmla="*/ 23 h 100"/>
                <a:gd name="T60" fmla="*/ 47 w 48"/>
                <a:gd name="T61" fmla="*/ 14 h 100"/>
                <a:gd name="T62" fmla="*/ 42 w 48"/>
                <a:gd name="T63" fmla="*/ 29 h 100"/>
                <a:gd name="T64" fmla="*/ 45 w 48"/>
                <a:gd name="T65" fmla="*/ 51 h 100"/>
                <a:gd name="T66" fmla="*/ 46 w 48"/>
                <a:gd name="T67" fmla="*/ 43 h 100"/>
                <a:gd name="T68" fmla="*/ 40 w 48"/>
                <a:gd name="T69" fmla="*/ 34 h 100"/>
                <a:gd name="T70" fmla="*/ 18 w 48"/>
                <a:gd name="T71" fmla="*/ 78 h 100"/>
                <a:gd name="T72" fmla="*/ 18 w 48"/>
                <a:gd name="T73" fmla="*/ 82 h 100"/>
                <a:gd name="T74" fmla="*/ 29 w 48"/>
                <a:gd name="T75" fmla="*/ 64 h 100"/>
                <a:gd name="T76" fmla="*/ 30 w 48"/>
                <a:gd name="T77" fmla="*/ 59 h 100"/>
                <a:gd name="T78" fmla="*/ 37 w 48"/>
                <a:gd name="T79" fmla="*/ 96 h 100"/>
                <a:gd name="T80" fmla="*/ 42 w 48"/>
                <a:gd name="T81" fmla="*/ 98 h 100"/>
                <a:gd name="T82" fmla="*/ 40 w 48"/>
                <a:gd name="T83" fmla="*/ 77 h 100"/>
                <a:gd name="T84" fmla="*/ 40 w 48"/>
                <a:gd name="T85" fmla="*/ 38 h 100"/>
                <a:gd name="T86" fmla="*/ 29 w 48"/>
                <a:gd name="T87" fmla="*/ 49 h 100"/>
                <a:gd name="T88" fmla="*/ 8 w 48"/>
                <a:gd name="T89" fmla="*/ 47 h 100"/>
                <a:gd name="T90" fmla="*/ 11 w 48"/>
                <a:gd name="T91" fmla="*/ 52 h 100"/>
                <a:gd name="T92" fmla="*/ 9 w 48"/>
                <a:gd name="T93" fmla="*/ 57 h 100"/>
                <a:gd name="T94" fmla="*/ 20 w 48"/>
                <a:gd name="T95" fmla="*/ 48 h 100"/>
                <a:gd name="T96" fmla="*/ 28 w 48"/>
                <a:gd name="T97" fmla="*/ 41 h 100"/>
                <a:gd name="T98" fmla="*/ 36 w 48"/>
                <a:gd name="T99" fmla="*/ 31 h 100"/>
                <a:gd name="T100" fmla="*/ 36 w 48"/>
                <a:gd name="T101" fmla="*/ 20 h 100"/>
                <a:gd name="T102" fmla="*/ 20 w 48"/>
                <a:gd name="T103" fmla="*/ 34 h 100"/>
                <a:gd name="T104" fmla="*/ 17 w 48"/>
                <a:gd name="T105" fmla="*/ 35 h 100"/>
                <a:gd name="T106" fmla="*/ 10 w 48"/>
                <a:gd name="T107" fmla="*/ 26 h 100"/>
                <a:gd name="T108" fmla="*/ 1 w 48"/>
                <a:gd name="T109" fmla="*/ 27 h 100"/>
                <a:gd name="T110" fmla="*/ 5 w 48"/>
                <a:gd name="T111" fmla="*/ 18 h 100"/>
                <a:gd name="T112" fmla="*/ 2 w 48"/>
                <a:gd name="T113" fmla="*/ 13 h 100"/>
                <a:gd name="T114" fmla="*/ 28 w 48"/>
                <a:gd name="T115" fmla="*/ 56 h 100"/>
                <a:gd name="T116" fmla="*/ 39 w 48"/>
                <a:gd name="T117" fmla="*/ 85 h 100"/>
                <a:gd name="T118" fmla="*/ 33 w 48"/>
                <a:gd name="T119" fmla="*/ 23 h 100"/>
                <a:gd name="T120" fmla="*/ 23 w 48"/>
                <a:gd name="T121" fmla="*/ 23 h 100"/>
                <a:gd name="T122" fmla="*/ 24 w 48"/>
                <a:gd name="T123" fmla="*/ 7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8" h="100">
                  <a:moveTo>
                    <a:pt x="35" y="22"/>
                  </a:moveTo>
                  <a:cubicBezTo>
                    <a:pt x="35" y="22"/>
                    <a:pt x="35" y="22"/>
                    <a:pt x="35" y="22"/>
                  </a:cubicBezTo>
                  <a:close/>
                  <a:moveTo>
                    <a:pt x="37" y="7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2"/>
                    <a:pt x="37" y="72"/>
                    <a:pt x="37" y="72"/>
                  </a:cubicBezTo>
                  <a:cubicBezTo>
                    <a:pt x="37" y="71"/>
                    <a:pt x="37" y="71"/>
                    <a:pt x="37" y="71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1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6"/>
                    <a:pt x="7" y="17"/>
                    <a:pt x="6" y="17"/>
                  </a:cubicBezTo>
                  <a:cubicBezTo>
                    <a:pt x="6" y="18"/>
                    <a:pt x="6" y="19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2"/>
                    <a:pt x="6" y="24"/>
                    <a:pt x="7" y="25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26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7"/>
                    <a:pt x="11" y="28"/>
                    <a:pt x="11" y="29"/>
                  </a:cubicBezTo>
                  <a:cubicBezTo>
                    <a:pt x="11" y="30"/>
                    <a:pt x="11" y="30"/>
                    <a:pt x="12" y="31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2"/>
                    <a:pt x="14" y="31"/>
                    <a:pt x="14" y="30"/>
                  </a:cubicBezTo>
                  <a:cubicBezTo>
                    <a:pt x="16" y="28"/>
                    <a:pt x="18" y="27"/>
                    <a:pt x="19" y="26"/>
                  </a:cubicBezTo>
                  <a:cubicBezTo>
                    <a:pt x="20" y="25"/>
                    <a:pt x="21" y="24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2"/>
                    <a:pt x="18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7"/>
                    <a:pt x="14" y="14"/>
                    <a:pt x="16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20" y="13"/>
                    <a:pt x="21" y="13"/>
                  </a:cubicBezTo>
                  <a:cubicBezTo>
                    <a:pt x="22" y="13"/>
                    <a:pt x="23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9" y="17"/>
                    <a:pt x="30" y="19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7"/>
                    <a:pt x="32" y="16"/>
                    <a:pt x="32" y="16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4"/>
                    <a:pt x="34" y="11"/>
                    <a:pt x="34" y="1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1"/>
                    <a:pt x="35" y="9"/>
                    <a:pt x="35" y="8"/>
                  </a:cubicBezTo>
                  <a:cubicBezTo>
                    <a:pt x="35" y="4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8" y="0"/>
                    <a:pt x="40" y="6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1" y="10"/>
                    <a:pt x="42" y="8"/>
                    <a:pt x="43" y="6"/>
                  </a:cubicBezTo>
                  <a:cubicBezTo>
                    <a:pt x="45" y="4"/>
                    <a:pt x="46" y="2"/>
                    <a:pt x="46" y="2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7" y="3"/>
                    <a:pt x="48" y="4"/>
                    <a:pt x="48" y="5"/>
                  </a:cubicBezTo>
                  <a:cubicBezTo>
                    <a:pt x="47" y="9"/>
                    <a:pt x="45" y="13"/>
                    <a:pt x="44" y="15"/>
                  </a:cubicBezTo>
                  <a:cubicBezTo>
                    <a:pt x="45" y="14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7"/>
                    <a:pt x="45" y="20"/>
                    <a:pt x="44" y="21"/>
                  </a:cubicBezTo>
                  <a:cubicBezTo>
                    <a:pt x="45" y="21"/>
                    <a:pt x="47" y="20"/>
                    <a:pt x="47" y="20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4"/>
                    <a:pt x="44" y="27"/>
                    <a:pt x="43" y="28"/>
                  </a:cubicBezTo>
                  <a:cubicBezTo>
                    <a:pt x="45" y="28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5" y="31"/>
                    <a:pt x="44" y="32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6" y="33"/>
                    <a:pt x="48" y="35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41"/>
                    <a:pt x="47" y="42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8" y="44"/>
                    <a:pt x="48" y="48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51"/>
                    <a:pt x="46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5" y="51"/>
                    <a:pt x="45" y="49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6" y="47"/>
                    <a:pt x="43" y="45"/>
                    <a:pt x="43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0"/>
                    <a:pt x="45" y="39"/>
                    <a:pt x="45" y="39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0" y="39"/>
                    <a:pt x="40" y="40"/>
                    <a:pt x="40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48"/>
                    <a:pt x="47" y="54"/>
                    <a:pt x="47" y="59"/>
                  </a:cubicBezTo>
                  <a:cubicBezTo>
                    <a:pt x="47" y="62"/>
                    <a:pt x="44" y="65"/>
                    <a:pt x="43" y="66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4" y="70"/>
                    <a:pt x="44" y="70"/>
                    <a:pt x="44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2" y="73"/>
                    <a:pt x="42" y="73"/>
                    <a:pt x="42" y="73"/>
                  </a:cubicBezTo>
                  <a:cubicBezTo>
                    <a:pt x="42" y="74"/>
                    <a:pt x="42" y="74"/>
                    <a:pt x="42" y="74"/>
                  </a:cubicBezTo>
                  <a:cubicBezTo>
                    <a:pt x="42" y="75"/>
                    <a:pt x="42" y="75"/>
                    <a:pt x="42" y="75"/>
                  </a:cubicBezTo>
                  <a:cubicBezTo>
                    <a:pt x="41" y="75"/>
                    <a:pt x="41" y="75"/>
                    <a:pt x="41" y="75"/>
                  </a:cubicBezTo>
                  <a:cubicBezTo>
                    <a:pt x="41" y="77"/>
                    <a:pt x="41" y="77"/>
                    <a:pt x="41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9"/>
                    <a:pt x="41" y="79"/>
                    <a:pt x="41" y="79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3" y="83"/>
                    <a:pt x="42" y="84"/>
                    <a:pt x="42" y="86"/>
                  </a:cubicBezTo>
                  <a:cubicBezTo>
                    <a:pt x="42" y="87"/>
                    <a:pt x="42" y="88"/>
                    <a:pt x="42" y="88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3" y="95"/>
                    <a:pt x="43" y="95"/>
                    <a:pt x="43" y="95"/>
                  </a:cubicBezTo>
                  <a:cubicBezTo>
                    <a:pt x="42" y="99"/>
                    <a:pt x="42" y="99"/>
                    <a:pt x="42" y="99"/>
                  </a:cubicBezTo>
                  <a:cubicBezTo>
                    <a:pt x="42" y="100"/>
                    <a:pt x="41" y="100"/>
                    <a:pt x="40" y="100"/>
                  </a:cubicBezTo>
                  <a:cubicBezTo>
                    <a:pt x="39" y="100"/>
                    <a:pt x="39" y="100"/>
                    <a:pt x="39" y="100"/>
                  </a:cubicBezTo>
                  <a:cubicBezTo>
                    <a:pt x="38" y="100"/>
                    <a:pt x="36" y="100"/>
                    <a:pt x="35" y="100"/>
                  </a:cubicBezTo>
                  <a:cubicBezTo>
                    <a:pt x="34" y="100"/>
                    <a:pt x="32" y="99"/>
                    <a:pt x="31" y="98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2" y="95"/>
                    <a:pt x="32" y="95"/>
                    <a:pt x="32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5" y="95"/>
                    <a:pt x="35" y="95"/>
                    <a:pt x="35" y="95"/>
                  </a:cubicBezTo>
                  <a:cubicBezTo>
                    <a:pt x="36" y="95"/>
                    <a:pt x="36" y="96"/>
                    <a:pt x="37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9" y="96"/>
                    <a:pt x="39" y="94"/>
                    <a:pt x="39" y="93"/>
                  </a:cubicBezTo>
                  <a:cubicBezTo>
                    <a:pt x="39" y="92"/>
                    <a:pt x="39" y="92"/>
                    <a:pt x="39" y="92"/>
                  </a:cubicBezTo>
                  <a:cubicBezTo>
                    <a:pt x="39" y="91"/>
                    <a:pt x="39" y="91"/>
                    <a:pt x="38" y="90"/>
                  </a:cubicBezTo>
                  <a:cubicBezTo>
                    <a:pt x="38" y="89"/>
                    <a:pt x="38" y="88"/>
                    <a:pt x="38" y="87"/>
                  </a:cubicBezTo>
                  <a:cubicBezTo>
                    <a:pt x="38" y="86"/>
                    <a:pt x="38" y="86"/>
                    <a:pt x="38" y="86"/>
                  </a:cubicBezTo>
                  <a:cubicBezTo>
                    <a:pt x="38" y="85"/>
                    <a:pt x="38" y="85"/>
                    <a:pt x="37" y="84"/>
                  </a:cubicBezTo>
                  <a:cubicBezTo>
                    <a:pt x="36" y="83"/>
                    <a:pt x="36" y="82"/>
                    <a:pt x="36" y="81"/>
                  </a:cubicBezTo>
                  <a:cubicBezTo>
                    <a:pt x="36" y="80"/>
                    <a:pt x="36" y="79"/>
                    <a:pt x="35" y="78"/>
                  </a:cubicBezTo>
                  <a:cubicBezTo>
                    <a:pt x="33" y="77"/>
                    <a:pt x="32" y="75"/>
                    <a:pt x="32" y="74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29" y="69"/>
                    <a:pt x="29" y="69"/>
                    <a:pt x="28" y="68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71"/>
                    <a:pt x="28" y="71"/>
                    <a:pt x="28" y="71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26" y="75"/>
                    <a:pt x="26" y="75"/>
                    <a:pt x="26" y="75"/>
                  </a:cubicBezTo>
                  <a:cubicBezTo>
                    <a:pt x="25" y="76"/>
                    <a:pt x="25" y="76"/>
                    <a:pt x="25" y="76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1" y="81"/>
                    <a:pt x="21" y="81"/>
                    <a:pt x="21" y="81"/>
                  </a:cubicBezTo>
                  <a:cubicBezTo>
                    <a:pt x="20" y="82"/>
                    <a:pt x="19" y="83"/>
                    <a:pt x="18" y="83"/>
                  </a:cubicBezTo>
                  <a:cubicBezTo>
                    <a:pt x="16" y="83"/>
                    <a:pt x="15" y="80"/>
                    <a:pt x="14" y="79"/>
                  </a:cubicBezTo>
                  <a:cubicBezTo>
                    <a:pt x="14" y="78"/>
                    <a:pt x="13" y="76"/>
                    <a:pt x="13" y="75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5" y="73"/>
                    <a:pt x="15" y="73"/>
                    <a:pt x="15" y="73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9" y="76"/>
                    <a:pt x="19" y="76"/>
                    <a:pt x="19" y="76"/>
                  </a:cubicBezTo>
                  <a:cubicBezTo>
                    <a:pt x="20" y="76"/>
                    <a:pt x="21" y="74"/>
                    <a:pt x="22" y="73"/>
                  </a:cubicBezTo>
                  <a:cubicBezTo>
                    <a:pt x="22" y="72"/>
                    <a:pt x="23" y="71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2" y="68"/>
                    <a:pt x="19" y="66"/>
                    <a:pt x="18" y="65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17" y="62"/>
                    <a:pt x="17" y="61"/>
                    <a:pt x="17" y="61"/>
                  </a:cubicBezTo>
                  <a:cubicBezTo>
                    <a:pt x="17" y="57"/>
                    <a:pt x="20" y="56"/>
                    <a:pt x="22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7" y="52"/>
                    <a:pt x="16" y="56"/>
                    <a:pt x="16" y="56"/>
                  </a:cubicBezTo>
                  <a:cubicBezTo>
                    <a:pt x="16" y="57"/>
                    <a:pt x="16" y="57"/>
                    <a:pt x="16" y="57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5" y="55"/>
                    <a:pt x="15" y="54"/>
                    <a:pt x="15" y="53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2" y="54"/>
                    <a:pt x="12" y="54"/>
                    <a:pt x="11" y="55"/>
                  </a:cubicBezTo>
                  <a:cubicBezTo>
                    <a:pt x="10" y="55"/>
                    <a:pt x="10" y="55"/>
                    <a:pt x="9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6" y="54"/>
                    <a:pt x="6" y="52"/>
                    <a:pt x="6" y="52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1" y="52"/>
                    <a:pt x="13" y="51"/>
                    <a:pt x="14" y="50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46"/>
                    <a:pt x="14" y="45"/>
                    <a:pt x="12" y="43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8"/>
                    <a:pt x="8" y="37"/>
                    <a:pt x="8" y="36"/>
                  </a:cubicBezTo>
                  <a:cubicBezTo>
                    <a:pt x="8" y="35"/>
                    <a:pt x="7" y="33"/>
                    <a:pt x="6" y="33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4" y="32"/>
                    <a:pt x="4" y="34"/>
                    <a:pt x="4" y="34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4" y="31"/>
                    <a:pt x="5" y="30"/>
                    <a:pt x="5" y="30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28"/>
                    <a:pt x="4" y="27"/>
                    <a:pt x="4" y="26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lnTo>
                    <a:pt x="0" y="12"/>
                  </a:lnTo>
                  <a:close/>
                  <a:moveTo>
                    <a:pt x="13" y="21"/>
                  </a:moveTo>
                  <a:cubicBezTo>
                    <a:pt x="13" y="21"/>
                    <a:pt x="13" y="21"/>
                    <a:pt x="13" y="21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13" y="21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lnTo>
                    <a:pt x="4" y="10"/>
                  </a:lnTo>
                  <a:close/>
                  <a:moveTo>
                    <a:pt x="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lnTo>
                    <a:pt x="6" y="12"/>
                  </a:lnTo>
                  <a:close/>
                  <a:moveTo>
                    <a:pt x="6" y="17"/>
                  </a:moveTo>
                  <a:cubicBezTo>
                    <a:pt x="7" y="16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5"/>
                    <a:pt x="6" y="15"/>
                    <a:pt x="5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6" y="17"/>
                  </a:lnTo>
                  <a:close/>
                  <a:moveTo>
                    <a:pt x="19" y="21"/>
                  </a:moveTo>
                  <a:cubicBezTo>
                    <a:pt x="20" y="21"/>
                    <a:pt x="20" y="21"/>
                    <a:pt x="20" y="21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7" y="22"/>
                    <a:pt x="17" y="22"/>
                    <a:pt x="17" y="22"/>
                  </a:cubicBezTo>
                  <a:lnTo>
                    <a:pt x="19" y="21"/>
                  </a:lnTo>
                  <a:close/>
                  <a:moveTo>
                    <a:pt x="21" y="20"/>
                  </a:moveTo>
                  <a:cubicBezTo>
                    <a:pt x="21" y="20"/>
                    <a:pt x="21" y="20"/>
                    <a:pt x="21" y="20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1" y="20"/>
                    <a:pt x="21" y="20"/>
                    <a:pt x="21" y="20"/>
                  </a:cubicBezTo>
                  <a:close/>
                  <a:moveTo>
                    <a:pt x="16" y="21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lnTo>
                    <a:pt x="16" y="21"/>
                  </a:lnTo>
                  <a:close/>
                  <a:moveTo>
                    <a:pt x="16" y="15"/>
                  </a:moveTo>
                  <a:cubicBezTo>
                    <a:pt x="15" y="15"/>
                    <a:pt x="15" y="15"/>
                    <a:pt x="15" y="16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5"/>
                    <a:pt x="19" y="15"/>
                    <a:pt x="19" y="15"/>
                  </a:cubicBezTo>
                  <a:lnTo>
                    <a:pt x="16" y="15"/>
                  </a:lnTo>
                  <a:close/>
                  <a:moveTo>
                    <a:pt x="20" y="15"/>
                  </a:move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lose/>
                  <a:moveTo>
                    <a:pt x="26" y="13"/>
                  </a:move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lnTo>
                    <a:pt x="26" y="13"/>
                  </a:lnTo>
                  <a:close/>
                  <a:moveTo>
                    <a:pt x="28" y="16"/>
                  </a:move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2" y="14"/>
                    <a:pt x="22" y="13"/>
                    <a:pt x="21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4"/>
                    <a:pt x="21" y="25"/>
                    <a:pt x="19" y="26"/>
                  </a:cubicBezTo>
                  <a:cubicBezTo>
                    <a:pt x="18" y="27"/>
                    <a:pt x="16" y="29"/>
                    <a:pt x="15" y="30"/>
                  </a:cubicBezTo>
                  <a:cubicBezTo>
                    <a:pt x="13" y="32"/>
                    <a:pt x="13" y="34"/>
                    <a:pt x="13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2"/>
                    <a:pt x="28" y="32"/>
                    <a:pt x="28" y="31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29"/>
                    <a:pt x="29" y="28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18"/>
                    <a:pt x="28" y="17"/>
                    <a:pt x="28" y="16"/>
                  </a:cubicBezTo>
                  <a:moveTo>
                    <a:pt x="29" y="31"/>
                  </a:move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31" y="32"/>
                    <a:pt x="32" y="31"/>
                    <a:pt x="32" y="29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1" y="28"/>
                    <a:pt x="30" y="27"/>
                    <a:pt x="29" y="27"/>
                  </a:cubicBezTo>
                  <a:cubicBezTo>
                    <a:pt x="29" y="28"/>
                    <a:pt x="29" y="30"/>
                    <a:pt x="29" y="30"/>
                  </a:cubicBezTo>
                  <a:lnTo>
                    <a:pt x="29" y="31"/>
                  </a:lnTo>
                  <a:close/>
                  <a:moveTo>
                    <a:pt x="33" y="18"/>
                  </a:moveTo>
                  <a:cubicBezTo>
                    <a:pt x="33" y="18"/>
                    <a:pt x="33" y="18"/>
                    <a:pt x="33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0"/>
                    <a:pt x="33" y="20"/>
                    <a:pt x="33" y="20"/>
                  </a:cubicBezTo>
                  <a:lnTo>
                    <a:pt x="33" y="18"/>
                  </a:lnTo>
                  <a:close/>
                  <a:moveTo>
                    <a:pt x="35" y="13"/>
                  </a:moveTo>
                  <a:cubicBezTo>
                    <a:pt x="35" y="13"/>
                    <a:pt x="35" y="13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4" y="12"/>
                    <a:pt x="34" y="16"/>
                    <a:pt x="33" y="17"/>
                  </a:cubicBezTo>
                  <a:cubicBezTo>
                    <a:pt x="33" y="18"/>
                    <a:pt x="34" y="19"/>
                    <a:pt x="34" y="20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5"/>
                    <a:pt x="35" y="14"/>
                    <a:pt x="35" y="13"/>
                  </a:cubicBezTo>
                  <a:moveTo>
                    <a:pt x="36" y="1"/>
                  </a:moveTo>
                  <a:cubicBezTo>
                    <a:pt x="36" y="2"/>
                    <a:pt x="36" y="5"/>
                    <a:pt x="36" y="8"/>
                  </a:cubicBezTo>
                  <a:cubicBezTo>
                    <a:pt x="36" y="9"/>
                    <a:pt x="36" y="11"/>
                    <a:pt x="35" y="12"/>
                  </a:cubicBezTo>
                  <a:cubicBezTo>
                    <a:pt x="35" y="12"/>
                    <a:pt x="36" y="13"/>
                    <a:pt x="36" y="14"/>
                  </a:cubicBezTo>
                  <a:cubicBezTo>
                    <a:pt x="36" y="14"/>
                    <a:pt x="38" y="10"/>
                    <a:pt x="38" y="7"/>
                  </a:cubicBezTo>
                  <a:cubicBezTo>
                    <a:pt x="38" y="5"/>
                    <a:pt x="37" y="3"/>
                    <a:pt x="36" y="1"/>
                  </a:cubicBezTo>
                  <a:moveTo>
                    <a:pt x="37" y="2"/>
                  </a:moveTo>
                  <a:cubicBezTo>
                    <a:pt x="38" y="4"/>
                    <a:pt x="38" y="5"/>
                    <a:pt x="38" y="7"/>
                  </a:cubicBezTo>
                  <a:cubicBezTo>
                    <a:pt x="38" y="11"/>
                    <a:pt x="36" y="15"/>
                    <a:pt x="36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5"/>
                    <a:pt x="37" y="15"/>
                    <a:pt x="37" y="15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38" y="4"/>
                    <a:pt x="37" y="2"/>
                  </a:cubicBezTo>
                  <a:moveTo>
                    <a:pt x="40" y="12"/>
                  </a:moveTo>
                  <a:cubicBezTo>
                    <a:pt x="40" y="11"/>
                    <a:pt x="40" y="11"/>
                    <a:pt x="40" y="11"/>
                  </a:cubicBezTo>
                  <a:cubicBezTo>
                    <a:pt x="39" y="13"/>
                    <a:pt x="37" y="16"/>
                    <a:pt x="37" y="17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40" y="16"/>
                    <a:pt x="40" y="12"/>
                  </a:cubicBezTo>
                  <a:close/>
                  <a:moveTo>
                    <a:pt x="27" y="44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5" y="43"/>
                    <a:pt x="27" y="44"/>
                  </a:cubicBezTo>
                  <a:moveTo>
                    <a:pt x="27" y="44"/>
                  </a:moveTo>
                  <a:cubicBezTo>
                    <a:pt x="29" y="48"/>
                    <a:pt x="29" y="48"/>
                    <a:pt x="29" y="48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6"/>
                    <a:pt x="28" y="45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lnTo>
                    <a:pt x="27" y="44"/>
                  </a:lnTo>
                  <a:close/>
                  <a:moveTo>
                    <a:pt x="28" y="44"/>
                  </a:move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7" y="41"/>
                    <a:pt x="27" y="41"/>
                    <a:pt x="27" y="41"/>
                  </a:cubicBezTo>
                  <a:lnTo>
                    <a:pt x="28" y="44"/>
                  </a:lnTo>
                  <a:close/>
                  <a:moveTo>
                    <a:pt x="28" y="44"/>
                  </a:moveTo>
                  <a:cubicBezTo>
                    <a:pt x="28" y="44"/>
                    <a:pt x="28" y="44"/>
                    <a:pt x="28" y="44"/>
                  </a:cubicBezTo>
                  <a:cubicBezTo>
                    <a:pt x="29" y="44"/>
                    <a:pt x="30" y="45"/>
                    <a:pt x="33" y="45"/>
                  </a:cubicBezTo>
                  <a:cubicBezTo>
                    <a:pt x="31" y="45"/>
                    <a:pt x="30" y="43"/>
                    <a:pt x="30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8" y="44"/>
                  </a:lnTo>
                  <a:close/>
                  <a:moveTo>
                    <a:pt x="37" y="34"/>
                  </a:move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lose/>
                  <a:moveTo>
                    <a:pt x="37" y="38"/>
                  </a:moveTo>
                  <a:cubicBezTo>
                    <a:pt x="36" y="39"/>
                    <a:pt x="35" y="39"/>
                    <a:pt x="35" y="3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8" y="41"/>
                    <a:pt x="38" y="39"/>
                    <a:pt x="37" y="38"/>
                  </a:cubicBezTo>
                  <a:moveTo>
                    <a:pt x="34" y="40"/>
                  </a:moveTo>
                  <a:cubicBezTo>
                    <a:pt x="34" y="41"/>
                    <a:pt x="34" y="42"/>
                    <a:pt x="34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2" y="42"/>
                    <a:pt x="31" y="42"/>
                    <a:pt x="31" y="42"/>
                  </a:cubicBezTo>
                  <a:cubicBezTo>
                    <a:pt x="31" y="43"/>
                    <a:pt x="32" y="45"/>
                    <a:pt x="34" y="45"/>
                  </a:cubicBezTo>
                  <a:cubicBezTo>
                    <a:pt x="34" y="45"/>
                    <a:pt x="34" y="43"/>
                    <a:pt x="33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6" y="42"/>
                    <a:pt x="35" y="40"/>
                    <a:pt x="34" y="40"/>
                  </a:cubicBezTo>
                  <a:moveTo>
                    <a:pt x="37" y="44"/>
                  </a:moveTo>
                  <a:cubicBezTo>
                    <a:pt x="37" y="43"/>
                    <a:pt x="37" y="43"/>
                    <a:pt x="37" y="43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4"/>
                    <a:pt x="35" y="45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8"/>
                    <a:pt x="33" y="48"/>
                    <a:pt x="33" y="50"/>
                  </a:cubicBezTo>
                  <a:cubicBezTo>
                    <a:pt x="34" y="52"/>
                    <a:pt x="36" y="54"/>
                    <a:pt x="38" y="55"/>
                  </a:cubicBezTo>
                  <a:cubicBezTo>
                    <a:pt x="39" y="57"/>
                    <a:pt x="40" y="58"/>
                    <a:pt x="41" y="60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3" y="61"/>
                    <a:pt x="44" y="59"/>
                    <a:pt x="44" y="59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4" y="54"/>
                    <a:pt x="39" y="52"/>
                    <a:pt x="37" y="44"/>
                  </a:cubicBezTo>
                  <a:moveTo>
                    <a:pt x="31" y="42"/>
                  </a:moveTo>
                  <a:cubicBezTo>
                    <a:pt x="32" y="42"/>
                    <a:pt x="32" y="42"/>
                    <a:pt x="32" y="42"/>
                  </a:cubicBezTo>
                  <a:cubicBezTo>
                    <a:pt x="31" y="41"/>
                    <a:pt x="31" y="40"/>
                    <a:pt x="31" y="39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31" y="42"/>
                  </a:lnTo>
                  <a:close/>
                  <a:moveTo>
                    <a:pt x="33" y="41"/>
                  </a:move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5" y="39"/>
                    <a:pt x="37" y="38"/>
                  </a:cubicBezTo>
                  <a:cubicBezTo>
                    <a:pt x="36" y="38"/>
                    <a:pt x="35" y="37"/>
                    <a:pt x="35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3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2" y="41"/>
                    <a:pt x="33" y="41"/>
                  </a:cubicBezTo>
                  <a:moveTo>
                    <a:pt x="35" y="35"/>
                  </a:moveTo>
                  <a:cubicBezTo>
                    <a:pt x="35" y="35"/>
                    <a:pt x="35" y="35"/>
                    <a:pt x="35" y="35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7"/>
                    <a:pt x="37" y="38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5" y="35"/>
                    <a:pt x="35" y="35"/>
                    <a:pt x="35" y="35"/>
                  </a:cubicBezTo>
                  <a:close/>
                  <a:moveTo>
                    <a:pt x="39" y="34"/>
                  </a:moveTo>
                  <a:cubicBezTo>
                    <a:pt x="39" y="32"/>
                    <a:pt x="39" y="32"/>
                    <a:pt x="39" y="32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9" y="29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7" y="32"/>
                    <a:pt x="37" y="32"/>
                    <a:pt x="37" y="32"/>
                  </a:cubicBezTo>
                  <a:lnTo>
                    <a:pt x="39" y="34"/>
                  </a:lnTo>
                  <a:close/>
                  <a:moveTo>
                    <a:pt x="38" y="27"/>
                  </a:moveTo>
                  <a:cubicBezTo>
                    <a:pt x="39" y="27"/>
                    <a:pt x="40" y="27"/>
                    <a:pt x="41" y="28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8" y="27"/>
                    <a:pt x="38" y="27"/>
                    <a:pt x="38" y="27"/>
                  </a:cubicBezTo>
                  <a:close/>
                  <a:moveTo>
                    <a:pt x="40" y="25"/>
                  </a:move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1" y="24"/>
                    <a:pt x="41" y="23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9" y="25"/>
                    <a:pt x="39" y="25"/>
                    <a:pt x="39" y="25"/>
                  </a:cubicBezTo>
                  <a:lnTo>
                    <a:pt x="40" y="25"/>
                  </a:lnTo>
                  <a:close/>
                  <a:moveTo>
                    <a:pt x="38" y="23"/>
                  </a:moveTo>
                  <a:cubicBezTo>
                    <a:pt x="39" y="22"/>
                    <a:pt x="40" y="22"/>
                    <a:pt x="41" y="22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lnTo>
                    <a:pt x="38" y="23"/>
                  </a:lnTo>
                  <a:close/>
                  <a:moveTo>
                    <a:pt x="46" y="3"/>
                  </a:moveTo>
                  <a:cubicBezTo>
                    <a:pt x="45" y="5"/>
                    <a:pt x="42" y="10"/>
                    <a:pt x="40" y="12"/>
                  </a:cubicBezTo>
                  <a:cubicBezTo>
                    <a:pt x="40" y="13"/>
                    <a:pt x="40" y="14"/>
                    <a:pt x="40" y="15"/>
                  </a:cubicBezTo>
                  <a:cubicBezTo>
                    <a:pt x="42" y="13"/>
                    <a:pt x="46" y="7"/>
                    <a:pt x="46" y="3"/>
                  </a:cubicBezTo>
                  <a:close/>
                  <a:moveTo>
                    <a:pt x="46" y="2"/>
                  </a:moveTo>
                  <a:cubicBezTo>
                    <a:pt x="46" y="3"/>
                    <a:pt x="46" y="3"/>
                    <a:pt x="46" y="3"/>
                  </a:cubicBezTo>
                  <a:cubicBezTo>
                    <a:pt x="46" y="2"/>
                    <a:pt x="46" y="2"/>
                    <a:pt x="46" y="2"/>
                  </a:cubicBezTo>
                  <a:close/>
                  <a:moveTo>
                    <a:pt x="47" y="5"/>
                  </a:move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9"/>
                    <a:pt x="40" y="16"/>
                    <a:pt x="40" y="16"/>
                  </a:cubicBezTo>
                  <a:cubicBezTo>
                    <a:pt x="40" y="17"/>
                    <a:pt x="39" y="19"/>
                    <a:pt x="39" y="20"/>
                  </a:cubicBezTo>
                  <a:cubicBezTo>
                    <a:pt x="40" y="19"/>
                    <a:pt x="41" y="18"/>
                    <a:pt x="42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16"/>
                    <a:pt x="47" y="10"/>
                    <a:pt x="47" y="5"/>
                  </a:cubicBezTo>
                  <a:moveTo>
                    <a:pt x="43" y="16"/>
                  </a:moveTo>
                  <a:cubicBezTo>
                    <a:pt x="41" y="18"/>
                    <a:pt x="39" y="20"/>
                    <a:pt x="39" y="20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2" y="19"/>
                    <a:pt x="43" y="18"/>
                  </a:cubicBezTo>
                  <a:cubicBezTo>
                    <a:pt x="44" y="17"/>
                    <a:pt x="46" y="15"/>
                    <a:pt x="47" y="13"/>
                  </a:cubicBezTo>
                  <a:cubicBezTo>
                    <a:pt x="46" y="14"/>
                    <a:pt x="44" y="16"/>
                    <a:pt x="43" y="16"/>
                  </a:cubicBezTo>
                  <a:moveTo>
                    <a:pt x="43" y="22"/>
                  </a:move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7" y="18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6" y="17"/>
                    <a:pt x="41" y="20"/>
                    <a:pt x="40" y="21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4"/>
                    <a:pt x="41" y="25"/>
                    <a:pt x="40" y="25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1" y="25"/>
                    <a:pt x="42" y="25"/>
                    <a:pt x="43" y="24"/>
                  </a:cubicBezTo>
                  <a:cubicBezTo>
                    <a:pt x="45" y="23"/>
                    <a:pt x="46" y="22"/>
                    <a:pt x="46" y="21"/>
                  </a:cubicBezTo>
                  <a:cubicBezTo>
                    <a:pt x="45" y="21"/>
                    <a:pt x="44" y="21"/>
                    <a:pt x="43" y="22"/>
                  </a:cubicBezTo>
                  <a:moveTo>
                    <a:pt x="44" y="26"/>
                  </a:moveTo>
                  <a:cubicBezTo>
                    <a:pt x="45" y="25"/>
                    <a:pt x="46" y="23"/>
                    <a:pt x="47" y="22"/>
                  </a:cubicBezTo>
                  <a:cubicBezTo>
                    <a:pt x="45" y="24"/>
                    <a:pt x="42" y="26"/>
                    <a:pt x="41" y="26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4" y="27"/>
                    <a:pt x="44" y="26"/>
                  </a:cubicBezTo>
                  <a:moveTo>
                    <a:pt x="45" y="29"/>
                  </a:moveTo>
                  <a:cubicBezTo>
                    <a:pt x="44" y="29"/>
                    <a:pt x="44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0"/>
                    <a:pt x="45" y="29"/>
                    <a:pt x="45" y="29"/>
                  </a:cubicBezTo>
                  <a:close/>
                  <a:moveTo>
                    <a:pt x="45" y="30"/>
                  </a:moveTo>
                  <a:cubicBezTo>
                    <a:pt x="43" y="31"/>
                    <a:pt x="41" y="31"/>
                    <a:pt x="40" y="31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2" y="33"/>
                    <a:pt x="44" y="32"/>
                    <a:pt x="45" y="30"/>
                  </a:cubicBezTo>
                  <a:moveTo>
                    <a:pt x="43" y="35"/>
                  </a:moveTo>
                  <a:cubicBezTo>
                    <a:pt x="43" y="35"/>
                    <a:pt x="43" y="35"/>
                    <a:pt x="43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35"/>
                    <a:pt x="46" y="36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40"/>
                    <a:pt x="43" y="40"/>
                    <a:pt x="43" y="42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5"/>
                    <a:pt x="46" y="46"/>
                    <a:pt x="46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5" y="50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6" y="50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5" y="45"/>
                    <a:pt x="44" y="44"/>
                    <a:pt x="44" y="43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1"/>
                    <a:pt x="46" y="40"/>
                    <a:pt x="46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5" y="41"/>
                    <a:pt x="45" y="42"/>
                  </a:cubicBezTo>
                  <a:cubicBezTo>
                    <a:pt x="45" y="43"/>
                    <a:pt x="45" y="43"/>
                    <a:pt x="45" y="43"/>
                  </a:cubicBezTo>
                  <a:cubicBezTo>
                    <a:pt x="45" y="44"/>
                    <a:pt x="46" y="45"/>
                    <a:pt x="46" y="46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6" y="50"/>
                    <a:pt x="46" y="50"/>
                    <a:pt x="46" y="50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7" y="49"/>
                    <a:pt x="47" y="49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7"/>
                    <a:pt x="46" y="43"/>
                    <a:pt x="45" y="43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5" y="41"/>
                    <a:pt x="47" y="40"/>
                    <a:pt x="47" y="40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6" y="43"/>
                    <a:pt x="47" y="46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8" y="50"/>
                    <a:pt x="48" y="49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7" y="44"/>
                    <a:pt x="47" y="44"/>
                    <a:pt x="46" y="43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7" y="42"/>
                    <a:pt x="48" y="41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35"/>
                    <a:pt x="46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3" y="35"/>
                  </a:lnTo>
                  <a:close/>
                  <a:moveTo>
                    <a:pt x="40" y="34"/>
                  </a:move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41" y="37"/>
                    <a:pt x="41" y="37"/>
                    <a:pt x="41" y="37"/>
                  </a:cubicBezTo>
                  <a:lnTo>
                    <a:pt x="40" y="34"/>
                  </a:lnTo>
                  <a:close/>
                  <a:moveTo>
                    <a:pt x="41" y="37"/>
                  </a:moveTo>
                  <a:cubicBezTo>
                    <a:pt x="40" y="37"/>
                    <a:pt x="38" y="36"/>
                    <a:pt x="38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40" y="37"/>
                    <a:pt x="41" y="37"/>
                  </a:cubicBezTo>
                  <a:moveTo>
                    <a:pt x="22" y="57"/>
                  </a:moveTo>
                  <a:cubicBezTo>
                    <a:pt x="20" y="57"/>
                    <a:pt x="18" y="57"/>
                    <a:pt x="17" y="61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0" y="66"/>
                    <a:pt x="22" y="68"/>
                    <a:pt x="23" y="69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24" y="71"/>
                    <a:pt x="23" y="72"/>
                    <a:pt x="22" y="73"/>
                  </a:cubicBezTo>
                  <a:cubicBezTo>
                    <a:pt x="22" y="74"/>
                    <a:pt x="20" y="76"/>
                    <a:pt x="19" y="77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8" y="80"/>
                    <a:pt x="18" y="80"/>
                    <a:pt x="18" y="80"/>
                  </a:cubicBezTo>
                  <a:cubicBezTo>
                    <a:pt x="18" y="79"/>
                    <a:pt x="18" y="79"/>
                    <a:pt x="18" y="79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7" y="78"/>
                    <a:pt x="17" y="78"/>
                    <a:pt x="17" y="78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5" y="76"/>
                    <a:pt x="15" y="76"/>
                    <a:pt x="15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5" y="79"/>
                    <a:pt x="15" y="79"/>
                    <a:pt x="15" y="79"/>
                  </a:cubicBezTo>
                  <a:cubicBezTo>
                    <a:pt x="15" y="80"/>
                    <a:pt x="17" y="82"/>
                    <a:pt x="18" y="82"/>
                  </a:cubicBezTo>
                  <a:cubicBezTo>
                    <a:pt x="19" y="82"/>
                    <a:pt x="20" y="82"/>
                    <a:pt x="20" y="81"/>
                  </a:cubicBezTo>
                  <a:cubicBezTo>
                    <a:pt x="21" y="80"/>
                    <a:pt x="21" y="78"/>
                    <a:pt x="21" y="78"/>
                  </a:cubicBezTo>
                  <a:cubicBezTo>
                    <a:pt x="21" y="78"/>
                    <a:pt x="21" y="78"/>
                    <a:pt x="21" y="78"/>
                  </a:cubicBezTo>
                  <a:cubicBezTo>
                    <a:pt x="22" y="78"/>
                    <a:pt x="22" y="78"/>
                    <a:pt x="22" y="78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26" y="65"/>
                    <a:pt x="26" y="64"/>
                    <a:pt x="25" y="63"/>
                  </a:cubicBezTo>
                  <a:cubicBezTo>
                    <a:pt x="25" y="62"/>
                    <a:pt x="23" y="62"/>
                    <a:pt x="23" y="62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4"/>
                    <a:pt x="27" y="65"/>
                    <a:pt x="27" y="67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9" y="67"/>
                    <a:pt x="29" y="65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8" y="61"/>
                    <a:pt x="27" y="61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4" y="57"/>
                    <a:pt x="23" y="57"/>
                    <a:pt x="22" y="57"/>
                  </a:cubicBezTo>
                  <a:moveTo>
                    <a:pt x="21" y="52"/>
                  </a:moveTo>
                  <a:cubicBezTo>
                    <a:pt x="21" y="52"/>
                    <a:pt x="21" y="52"/>
                    <a:pt x="21" y="52"/>
                  </a:cubicBezTo>
                  <a:cubicBezTo>
                    <a:pt x="21" y="53"/>
                    <a:pt x="23" y="54"/>
                    <a:pt x="24" y="55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30" y="61"/>
                    <a:pt x="30" y="60"/>
                    <a:pt x="30" y="60"/>
                  </a:cubicBezTo>
                  <a:cubicBezTo>
                    <a:pt x="30" y="59"/>
                    <a:pt x="30" y="59"/>
                    <a:pt x="30" y="59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1" y="58"/>
                    <a:pt x="31" y="59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1" y="60"/>
                    <a:pt x="30" y="61"/>
                    <a:pt x="30" y="62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6"/>
                    <a:pt x="30" y="68"/>
                    <a:pt x="31" y="70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33" y="74"/>
                    <a:pt x="34" y="77"/>
                    <a:pt x="35" y="78"/>
                  </a:cubicBezTo>
                  <a:cubicBezTo>
                    <a:pt x="36" y="79"/>
                    <a:pt x="36" y="80"/>
                    <a:pt x="37" y="81"/>
                  </a:cubicBezTo>
                  <a:cubicBezTo>
                    <a:pt x="37" y="82"/>
                    <a:pt x="36" y="83"/>
                    <a:pt x="37" y="83"/>
                  </a:cubicBezTo>
                  <a:cubicBezTo>
                    <a:pt x="38" y="85"/>
                    <a:pt x="38" y="85"/>
                    <a:pt x="38" y="86"/>
                  </a:cubicBezTo>
                  <a:cubicBezTo>
                    <a:pt x="38" y="87"/>
                    <a:pt x="38" y="87"/>
                    <a:pt x="38" y="87"/>
                  </a:cubicBezTo>
                  <a:cubicBezTo>
                    <a:pt x="38" y="88"/>
                    <a:pt x="38" y="88"/>
                    <a:pt x="39" y="89"/>
                  </a:cubicBezTo>
                  <a:cubicBezTo>
                    <a:pt x="39" y="90"/>
                    <a:pt x="40" y="91"/>
                    <a:pt x="40" y="92"/>
                  </a:cubicBezTo>
                  <a:cubicBezTo>
                    <a:pt x="39" y="93"/>
                    <a:pt x="39" y="93"/>
                    <a:pt x="39" y="93"/>
                  </a:cubicBezTo>
                  <a:cubicBezTo>
                    <a:pt x="39" y="94"/>
                    <a:pt x="39" y="96"/>
                    <a:pt x="38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8"/>
                    <a:pt x="32" y="98"/>
                    <a:pt x="32" y="98"/>
                  </a:cubicBezTo>
                  <a:cubicBezTo>
                    <a:pt x="33" y="99"/>
                    <a:pt x="34" y="99"/>
                    <a:pt x="35" y="100"/>
                  </a:cubicBezTo>
                  <a:cubicBezTo>
                    <a:pt x="36" y="100"/>
                    <a:pt x="38" y="100"/>
                    <a:pt x="39" y="100"/>
                  </a:cubicBezTo>
                  <a:cubicBezTo>
                    <a:pt x="40" y="100"/>
                    <a:pt x="40" y="100"/>
                    <a:pt x="40" y="100"/>
                  </a:cubicBezTo>
                  <a:cubicBezTo>
                    <a:pt x="42" y="98"/>
                    <a:pt x="42" y="98"/>
                    <a:pt x="42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2" y="88"/>
                    <a:pt x="42" y="88"/>
                    <a:pt x="42" y="88"/>
                  </a:cubicBezTo>
                  <a:cubicBezTo>
                    <a:pt x="42" y="88"/>
                    <a:pt x="41" y="87"/>
                    <a:pt x="41" y="86"/>
                  </a:cubicBezTo>
                  <a:cubicBezTo>
                    <a:pt x="41" y="84"/>
                    <a:pt x="42" y="83"/>
                    <a:pt x="42" y="82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8"/>
                    <a:pt x="40" y="78"/>
                    <a:pt x="40" y="78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4"/>
                    <a:pt x="38" y="73"/>
                    <a:pt x="39" y="72"/>
                  </a:cubicBezTo>
                  <a:cubicBezTo>
                    <a:pt x="40" y="70"/>
                    <a:pt x="41" y="67"/>
                    <a:pt x="41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1" y="65"/>
                    <a:pt x="40" y="62"/>
                    <a:pt x="40" y="62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2"/>
                    <a:pt x="42" y="64"/>
                    <a:pt x="42" y="66"/>
                  </a:cubicBezTo>
                  <a:cubicBezTo>
                    <a:pt x="42" y="66"/>
                    <a:pt x="42" y="66"/>
                    <a:pt x="42" y="66"/>
                  </a:cubicBezTo>
                  <a:cubicBezTo>
                    <a:pt x="41" y="67"/>
                    <a:pt x="40" y="71"/>
                    <a:pt x="40" y="72"/>
                  </a:cubicBezTo>
                  <a:cubicBezTo>
                    <a:pt x="39" y="73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40" y="75"/>
                    <a:pt x="40" y="75"/>
                    <a:pt x="40" y="75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41" y="73"/>
                    <a:pt x="41" y="73"/>
                    <a:pt x="41" y="73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2" y="70"/>
                    <a:pt x="42" y="70"/>
                    <a:pt x="42" y="70"/>
                  </a:cubicBezTo>
                  <a:cubicBezTo>
                    <a:pt x="42" y="69"/>
                    <a:pt x="42" y="69"/>
                    <a:pt x="42" y="69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65"/>
                    <a:pt x="47" y="62"/>
                    <a:pt x="47" y="59"/>
                  </a:cubicBezTo>
                  <a:cubicBezTo>
                    <a:pt x="47" y="55"/>
                    <a:pt x="39" y="48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0"/>
                    <a:pt x="39" y="39"/>
                    <a:pt x="40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0"/>
                    <a:pt x="38" y="42"/>
                    <a:pt x="38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9" y="51"/>
                    <a:pt x="45" y="53"/>
                    <a:pt x="45" y="58"/>
                  </a:cubicBezTo>
                  <a:cubicBezTo>
                    <a:pt x="45" y="59"/>
                    <a:pt x="45" y="59"/>
                    <a:pt x="45" y="59"/>
                  </a:cubicBezTo>
                  <a:cubicBezTo>
                    <a:pt x="45" y="59"/>
                    <a:pt x="44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39" y="58"/>
                    <a:pt x="39" y="57"/>
                    <a:pt x="37" y="56"/>
                  </a:cubicBezTo>
                  <a:cubicBezTo>
                    <a:pt x="36" y="54"/>
                    <a:pt x="33" y="52"/>
                    <a:pt x="33" y="50"/>
                  </a:cubicBezTo>
                  <a:cubicBezTo>
                    <a:pt x="32" y="49"/>
                    <a:pt x="31" y="48"/>
                    <a:pt x="31" y="47"/>
                  </a:cubicBezTo>
                  <a:cubicBezTo>
                    <a:pt x="31" y="46"/>
                    <a:pt x="31" y="46"/>
                    <a:pt x="31" y="46"/>
                  </a:cubicBezTo>
                  <a:cubicBezTo>
                    <a:pt x="30" y="46"/>
                    <a:pt x="30" y="45"/>
                    <a:pt x="29" y="45"/>
                  </a:cubicBezTo>
                  <a:cubicBezTo>
                    <a:pt x="30" y="47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27" y="49"/>
                    <a:pt x="25" y="46"/>
                    <a:pt x="24" y="46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21" y="52"/>
                  </a:lnTo>
                  <a:close/>
                  <a:moveTo>
                    <a:pt x="9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2"/>
                    <a:pt x="10" y="62"/>
                    <a:pt x="10" y="62"/>
                  </a:cubicBezTo>
                  <a:lnTo>
                    <a:pt x="9" y="62"/>
                  </a:lnTo>
                  <a:close/>
                  <a:moveTo>
                    <a:pt x="5" y="45"/>
                  </a:move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8" y="48"/>
                  </a:move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8"/>
                    <a:pt x="8" y="48"/>
                    <a:pt x="8" y="48"/>
                  </a:cubicBezTo>
                  <a:close/>
                  <a:moveTo>
                    <a:pt x="9" y="49"/>
                  </a:move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lnTo>
                    <a:pt x="9" y="49"/>
                  </a:lnTo>
                  <a:close/>
                  <a:moveTo>
                    <a:pt x="13" y="51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2" y="52"/>
                    <a:pt x="11" y="52"/>
                    <a:pt x="11" y="52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6"/>
                    <a:pt x="9" y="57"/>
                    <a:pt x="9" y="58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5"/>
                    <a:pt x="10" y="55"/>
                    <a:pt x="11" y="54"/>
                  </a:cubicBezTo>
                  <a:cubicBezTo>
                    <a:pt x="12" y="54"/>
                    <a:pt x="12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lnTo>
                    <a:pt x="13" y="51"/>
                  </a:lnTo>
                  <a:close/>
                  <a:moveTo>
                    <a:pt x="13" y="47"/>
                  </a:moveTo>
                  <a:cubicBezTo>
                    <a:pt x="14" y="49"/>
                    <a:pt x="14" y="49"/>
                    <a:pt x="14" y="4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3"/>
                    <a:pt x="15" y="54"/>
                    <a:pt x="16" y="55"/>
                  </a:cubicBezTo>
                  <a:cubicBezTo>
                    <a:pt x="16" y="54"/>
                    <a:pt x="18" y="51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6" y="47"/>
                    <a:pt x="29" y="48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3" y="43"/>
                    <a:pt x="22" y="41"/>
                    <a:pt x="22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7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7" y="19"/>
                    <a:pt x="37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7"/>
                    <a:pt x="36" y="18"/>
                    <a:pt x="35" y="19"/>
                  </a:cubicBezTo>
                  <a:cubicBezTo>
                    <a:pt x="35" y="20"/>
                    <a:pt x="34" y="21"/>
                    <a:pt x="32" y="22"/>
                  </a:cubicBezTo>
                  <a:cubicBezTo>
                    <a:pt x="31" y="23"/>
                    <a:pt x="30" y="24"/>
                    <a:pt x="30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6"/>
                    <a:pt x="31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31"/>
                    <a:pt x="32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6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41"/>
                    <a:pt x="18" y="43"/>
                    <a:pt x="18" y="44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46"/>
                    <a:pt x="17" y="48"/>
                    <a:pt x="17" y="48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5" y="48"/>
                    <a:pt x="13" y="47"/>
                  </a:cubicBezTo>
                  <a:moveTo>
                    <a:pt x="37" y="27"/>
                  </a:moveTo>
                  <a:cubicBezTo>
                    <a:pt x="37" y="27"/>
                    <a:pt x="37" y="27"/>
                    <a:pt x="37" y="27"/>
                  </a:cubicBezTo>
                  <a:cubicBezTo>
                    <a:pt x="37" y="27"/>
                    <a:pt x="37" y="27"/>
                    <a:pt x="37" y="27"/>
                  </a:cubicBezTo>
                  <a:close/>
                  <a:moveTo>
                    <a:pt x="13" y="42"/>
                  </a:moveTo>
                  <a:cubicBezTo>
                    <a:pt x="14" y="45"/>
                    <a:pt x="16" y="47"/>
                    <a:pt x="17" y="48"/>
                  </a:cubicBezTo>
                  <a:cubicBezTo>
                    <a:pt x="17" y="47"/>
                    <a:pt x="18" y="46"/>
                    <a:pt x="18" y="45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3"/>
                    <a:pt x="17" y="41"/>
                    <a:pt x="17" y="39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40"/>
                    <a:pt x="12" y="41"/>
                    <a:pt x="13" y="42"/>
                  </a:cubicBezTo>
                  <a:moveTo>
                    <a:pt x="4" y="32"/>
                  </a:moveTo>
                  <a:cubicBezTo>
                    <a:pt x="5" y="32"/>
                    <a:pt x="5" y="32"/>
                    <a:pt x="5" y="32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8" y="33"/>
                    <a:pt x="8" y="35"/>
                    <a:pt x="8" y="36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0" y="30"/>
                    <a:pt x="10" y="29"/>
                  </a:cubicBezTo>
                  <a:cubicBezTo>
                    <a:pt x="10" y="28"/>
                    <a:pt x="10" y="27"/>
                    <a:pt x="10" y="26"/>
                  </a:cubicBezTo>
                  <a:cubicBezTo>
                    <a:pt x="9" y="27"/>
                    <a:pt x="8" y="28"/>
                    <a:pt x="8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5" y="31"/>
                    <a:pt x="4" y="32"/>
                  </a:cubicBezTo>
                  <a:moveTo>
                    <a:pt x="1" y="29"/>
                  </a:move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lnTo>
                    <a:pt x="1" y="29"/>
                  </a:lnTo>
                  <a:close/>
                  <a:moveTo>
                    <a:pt x="1" y="15"/>
                  </a:moveTo>
                  <a:cubicBezTo>
                    <a:pt x="3" y="18"/>
                    <a:pt x="3" y="18"/>
                    <a:pt x="3" y="18"/>
                  </a:cubicBezTo>
                  <a:cubicBezTo>
                    <a:pt x="3" y="18"/>
                    <a:pt x="3" y="19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5" y="25"/>
                    <a:pt x="5" y="26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4"/>
                    <a:pt x="1" y="14"/>
                    <a:pt x="1" y="14"/>
                  </a:cubicBezTo>
                  <a:lnTo>
                    <a:pt x="1" y="15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1" y="13"/>
                  </a:lnTo>
                  <a:close/>
                  <a:moveTo>
                    <a:pt x="37" y="78"/>
                  </a:moveTo>
                  <a:cubicBezTo>
                    <a:pt x="38" y="79"/>
                    <a:pt x="38" y="79"/>
                    <a:pt x="38" y="79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78"/>
                    <a:pt x="37" y="78"/>
                    <a:pt x="37" y="78"/>
                  </a:cubicBezTo>
                  <a:close/>
                  <a:moveTo>
                    <a:pt x="23" y="52"/>
                  </a:moveTo>
                  <a:cubicBezTo>
                    <a:pt x="23" y="52"/>
                    <a:pt x="24" y="53"/>
                    <a:pt x="26" y="54"/>
                  </a:cubicBezTo>
                  <a:cubicBezTo>
                    <a:pt x="28" y="55"/>
                    <a:pt x="29" y="55"/>
                    <a:pt x="29" y="56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28" y="55"/>
                    <a:pt x="28" y="55"/>
                    <a:pt x="26" y="54"/>
                  </a:cubicBezTo>
                  <a:cubicBezTo>
                    <a:pt x="24" y="54"/>
                    <a:pt x="22" y="52"/>
                    <a:pt x="22" y="52"/>
                  </a:cubicBezTo>
                  <a:lnTo>
                    <a:pt x="23" y="52"/>
                  </a:lnTo>
                  <a:close/>
                  <a:moveTo>
                    <a:pt x="41" y="82"/>
                  </a:move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40" y="85"/>
                    <a:pt x="40" y="86"/>
                    <a:pt x="40" y="86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2" y="89"/>
                    <a:pt x="42" y="89"/>
                    <a:pt x="42" y="89"/>
                  </a:cubicBezTo>
                  <a:cubicBezTo>
                    <a:pt x="42" y="90"/>
                    <a:pt x="41" y="91"/>
                    <a:pt x="41" y="92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6"/>
                    <a:pt x="41" y="96"/>
                    <a:pt x="41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2"/>
                    <a:pt x="41" y="92"/>
                    <a:pt x="41" y="92"/>
                  </a:cubicBezTo>
                  <a:cubicBezTo>
                    <a:pt x="41" y="91"/>
                    <a:pt x="41" y="90"/>
                    <a:pt x="41" y="89"/>
                  </a:cubicBezTo>
                  <a:cubicBezTo>
                    <a:pt x="41" y="89"/>
                    <a:pt x="41" y="89"/>
                    <a:pt x="41" y="89"/>
                  </a:cubicBezTo>
                  <a:cubicBezTo>
                    <a:pt x="40" y="87"/>
                    <a:pt x="40" y="87"/>
                    <a:pt x="40" y="87"/>
                  </a:cubicBezTo>
                  <a:cubicBezTo>
                    <a:pt x="39" y="85"/>
                    <a:pt x="39" y="85"/>
                    <a:pt x="39" y="85"/>
                  </a:cubicBezTo>
                  <a:cubicBezTo>
                    <a:pt x="39" y="84"/>
                    <a:pt x="39" y="84"/>
                    <a:pt x="39" y="84"/>
                  </a:cubicBezTo>
                  <a:cubicBezTo>
                    <a:pt x="39" y="83"/>
                    <a:pt x="40" y="83"/>
                    <a:pt x="40" y="82"/>
                  </a:cubicBezTo>
                  <a:lnTo>
                    <a:pt x="41" y="82"/>
                  </a:lnTo>
                  <a:close/>
                  <a:moveTo>
                    <a:pt x="28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2"/>
                    <a:pt x="31" y="32"/>
                    <a:pt x="33" y="32"/>
                  </a:cubicBezTo>
                  <a:cubicBezTo>
                    <a:pt x="34" y="31"/>
                    <a:pt x="34" y="31"/>
                    <a:pt x="34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1"/>
                    <a:pt x="34" y="32"/>
                    <a:pt x="33" y="32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6" y="36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6"/>
                    <a:pt x="27" y="34"/>
                    <a:pt x="28" y="34"/>
                  </a:cubicBezTo>
                  <a:moveTo>
                    <a:pt x="23" y="23"/>
                  </a:moveTo>
                  <a:cubicBezTo>
                    <a:pt x="23" y="20"/>
                    <a:pt x="23" y="20"/>
                    <a:pt x="23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2"/>
                    <a:pt x="23" y="22"/>
                    <a:pt x="23" y="22"/>
                  </a:cubicBezTo>
                  <a:lnTo>
                    <a:pt x="23" y="23"/>
                  </a:lnTo>
                  <a:close/>
                  <a:moveTo>
                    <a:pt x="26" y="73"/>
                  </a:moveTo>
                  <a:cubicBezTo>
                    <a:pt x="26" y="73"/>
                    <a:pt x="26" y="73"/>
                    <a:pt x="26" y="73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23" y="75"/>
                    <a:pt x="23" y="77"/>
                    <a:pt x="22" y="78"/>
                  </a:cubicBezTo>
                  <a:cubicBezTo>
                    <a:pt x="21" y="78"/>
                    <a:pt x="21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1" y="77"/>
                    <a:pt x="21" y="77"/>
                    <a:pt x="21" y="77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3"/>
                    <a:pt x="25" y="73"/>
                    <a:pt x="25" y="73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5" y="72"/>
                    <a:pt x="26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3" name="Freeform 34">
              <a:extLst>
                <a:ext uri="{FF2B5EF4-FFF2-40B4-BE49-F238E27FC236}">
                  <a16:creationId xmlns:a16="http://schemas.microsoft.com/office/drawing/2014/main" id="{E1E78D5B-0E50-4526-A2A1-33B2ECC48A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8700" y="2516188"/>
              <a:ext cx="288925" cy="365125"/>
            </a:xfrm>
            <a:custGeom>
              <a:avLst/>
              <a:gdLst>
                <a:gd name="T0" fmla="*/ 127 w 133"/>
                <a:gd name="T1" fmla="*/ 60 h 169"/>
                <a:gd name="T2" fmla="*/ 60 w 133"/>
                <a:gd name="T3" fmla="*/ 165 h 169"/>
                <a:gd name="T4" fmla="*/ 79 w 133"/>
                <a:gd name="T5" fmla="*/ 158 h 169"/>
                <a:gd name="T6" fmla="*/ 60 w 133"/>
                <a:gd name="T7" fmla="*/ 157 h 169"/>
                <a:gd name="T8" fmla="*/ 79 w 133"/>
                <a:gd name="T9" fmla="*/ 154 h 169"/>
                <a:gd name="T10" fmla="*/ 42 w 133"/>
                <a:gd name="T11" fmla="*/ 151 h 169"/>
                <a:gd name="T12" fmla="*/ 66 w 133"/>
                <a:gd name="T13" fmla="*/ 164 h 169"/>
                <a:gd name="T14" fmla="*/ 123 w 133"/>
                <a:gd name="T15" fmla="*/ 35 h 169"/>
                <a:gd name="T16" fmla="*/ 86 w 133"/>
                <a:gd name="T17" fmla="*/ 152 h 169"/>
                <a:gd name="T18" fmla="*/ 53 w 133"/>
                <a:gd name="T19" fmla="*/ 150 h 169"/>
                <a:gd name="T20" fmla="*/ 85 w 133"/>
                <a:gd name="T21" fmla="*/ 153 h 169"/>
                <a:gd name="T22" fmla="*/ 39 w 133"/>
                <a:gd name="T23" fmla="*/ 62 h 169"/>
                <a:gd name="T24" fmla="*/ 29 w 133"/>
                <a:gd name="T25" fmla="*/ 53 h 169"/>
                <a:gd name="T26" fmla="*/ 32 w 133"/>
                <a:gd name="T27" fmla="*/ 78 h 169"/>
                <a:gd name="T28" fmla="*/ 27 w 133"/>
                <a:gd name="T29" fmla="*/ 79 h 169"/>
                <a:gd name="T30" fmla="*/ 18 w 133"/>
                <a:gd name="T31" fmla="*/ 72 h 169"/>
                <a:gd name="T32" fmla="*/ 17 w 133"/>
                <a:gd name="T33" fmla="*/ 96 h 169"/>
                <a:gd name="T34" fmla="*/ 7 w 133"/>
                <a:gd name="T35" fmla="*/ 83 h 169"/>
                <a:gd name="T36" fmla="*/ 7 w 133"/>
                <a:gd name="T37" fmla="*/ 71 h 169"/>
                <a:gd name="T38" fmla="*/ 6 w 133"/>
                <a:gd name="T39" fmla="*/ 37 h 169"/>
                <a:gd name="T40" fmla="*/ 8 w 133"/>
                <a:gd name="T41" fmla="*/ 35 h 169"/>
                <a:gd name="T42" fmla="*/ 10 w 133"/>
                <a:gd name="T43" fmla="*/ 11 h 169"/>
                <a:gd name="T44" fmla="*/ 21 w 133"/>
                <a:gd name="T45" fmla="*/ 14 h 169"/>
                <a:gd name="T46" fmla="*/ 33 w 133"/>
                <a:gd name="T47" fmla="*/ 16 h 169"/>
                <a:gd name="T48" fmla="*/ 30 w 133"/>
                <a:gd name="T49" fmla="*/ 23 h 169"/>
                <a:gd name="T50" fmla="*/ 41 w 133"/>
                <a:gd name="T51" fmla="*/ 30 h 169"/>
                <a:gd name="T52" fmla="*/ 44 w 133"/>
                <a:gd name="T53" fmla="*/ 12 h 169"/>
                <a:gd name="T54" fmla="*/ 46 w 133"/>
                <a:gd name="T55" fmla="*/ 16 h 169"/>
                <a:gd name="T56" fmla="*/ 47 w 133"/>
                <a:gd name="T57" fmla="*/ 22 h 169"/>
                <a:gd name="T58" fmla="*/ 47 w 133"/>
                <a:gd name="T59" fmla="*/ 27 h 169"/>
                <a:gd name="T60" fmla="*/ 37 w 133"/>
                <a:gd name="T61" fmla="*/ 43 h 169"/>
                <a:gd name="T62" fmla="*/ 40 w 133"/>
                <a:gd name="T63" fmla="*/ 50 h 169"/>
                <a:gd name="T64" fmla="*/ 0 w 133"/>
                <a:gd name="T65" fmla="*/ 82 h 169"/>
                <a:gd name="T66" fmla="*/ 12 w 133"/>
                <a:gd name="T67" fmla="*/ 45 h 169"/>
                <a:gd name="T68" fmla="*/ 12 w 133"/>
                <a:gd name="T69" fmla="*/ 44 h 169"/>
                <a:gd name="T70" fmla="*/ 44 w 133"/>
                <a:gd name="T71" fmla="*/ 50 h 169"/>
                <a:gd name="T72" fmla="*/ 40 w 133"/>
                <a:gd name="T73" fmla="*/ 62 h 169"/>
                <a:gd name="T74" fmla="*/ 132 w 133"/>
                <a:gd name="T75" fmla="*/ 0 h 169"/>
                <a:gd name="T76" fmla="*/ 124 w 133"/>
                <a:gd name="T77" fmla="*/ 38 h 169"/>
                <a:gd name="T78" fmla="*/ 125 w 133"/>
                <a:gd name="T79" fmla="*/ 72 h 169"/>
                <a:gd name="T80" fmla="*/ 125 w 133"/>
                <a:gd name="T81" fmla="*/ 89 h 169"/>
                <a:gd name="T82" fmla="*/ 121 w 133"/>
                <a:gd name="T83" fmla="*/ 97 h 169"/>
                <a:gd name="T84" fmla="*/ 111 w 133"/>
                <a:gd name="T85" fmla="*/ 69 h 169"/>
                <a:gd name="T86" fmla="*/ 103 w 133"/>
                <a:gd name="T87" fmla="*/ 82 h 169"/>
                <a:gd name="T88" fmla="*/ 102 w 133"/>
                <a:gd name="T89" fmla="*/ 78 h 169"/>
                <a:gd name="T90" fmla="*/ 99 w 133"/>
                <a:gd name="T91" fmla="*/ 57 h 169"/>
                <a:gd name="T92" fmla="*/ 92 w 133"/>
                <a:gd name="T93" fmla="*/ 63 h 169"/>
                <a:gd name="T94" fmla="*/ 88 w 133"/>
                <a:gd name="T95" fmla="*/ 47 h 169"/>
                <a:gd name="T96" fmla="*/ 91 w 133"/>
                <a:gd name="T97" fmla="*/ 53 h 169"/>
                <a:gd name="T98" fmla="*/ 92 w 133"/>
                <a:gd name="T99" fmla="*/ 39 h 169"/>
                <a:gd name="T100" fmla="*/ 85 w 133"/>
                <a:gd name="T101" fmla="*/ 29 h 169"/>
                <a:gd name="T102" fmla="*/ 84 w 133"/>
                <a:gd name="T103" fmla="*/ 16 h 169"/>
                <a:gd name="T104" fmla="*/ 87 w 133"/>
                <a:gd name="T105" fmla="*/ 13 h 169"/>
                <a:gd name="T106" fmla="*/ 90 w 133"/>
                <a:gd name="T107" fmla="*/ 14 h 169"/>
                <a:gd name="T108" fmla="*/ 93 w 133"/>
                <a:gd name="T109" fmla="*/ 30 h 169"/>
                <a:gd name="T110" fmla="*/ 97 w 133"/>
                <a:gd name="T111" fmla="*/ 23 h 169"/>
                <a:gd name="T112" fmla="*/ 107 w 133"/>
                <a:gd name="T113" fmla="*/ 14 h 169"/>
                <a:gd name="T114" fmla="*/ 113 w 133"/>
                <a:gd name="T115" fmla="*/ 22 h 169"/>
                <a:gd name="T116" fmla="*/ 129 w 133"/>
                <a:gd name="T117" fmla="*/ 3 h 169"/>
                <a:gd name="T118" fmla="*/ 130 w 133"/>
                <a:gd name="T119" fmla="*/ 4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3" h="169">
                  <a:moveTo>
                    <a:pt x="120" y="44"/>
                  </a:moveTo>
                  <a:cubicBezTo>
                    <a:pt x="118" y="44"/>
                    <a:pt x="117" y="43"/>
                    <a:pt x="117" y="43"/>
                  </a:cubicBezTo>
                  <a:cubicBezTo>
                    <a:pt x="117" y="45"/>
                    <a:pt x="117" y="47"/>
                    <a:pt x="117" y="47"/>
                  </a:cubicBezTo>
                  <a:cubicBezTo>
                    <a:pt x="116" y="47"/>
                    <a:pt x="116" y="47"/>
                    <a:pt x="115" y="47"/>
                  </a:cubicBezTo>
                  <a:cubicBezTo>
                    <a:pt x="115" y="48"/>
                    <a:pt x="115" y="48"/>
                    <a:pt x="115" y="48"/>
                  </a:cubicBezTo>
                  <a:cubicBezTo>
                    <a:pt x="115" y="49"/>
                    <a:pt x="115" y="50"/>
                    <a:pt x="116" y="51"/>
                  </a:cubicBezTo>
                  <a:cubicBezTo>
                    <a:pt x="116" y="53"/>
                    <a:pt x="119" y="55"/>
                    <a:pt x="121" y="56"/>
                  </a:cubicBezTo>
                  <a:cubicBezTo>
                    <a:pt x="122" y="58"/>
                    <a:pt x="123" y="59"/>
                    <a:pt x="123" y="61"/>
                  </a:cubicBezTo>
                  <a:cubicBezTo>
                    <a:pt x="124" y="62"/>
                    <a:pt x="123" y="63"/>
                    <a:pt x="125" y="63"/>
                  </a:cubicBezTo>
                  <a:cubicBezTo>
                    <a:pt x="127" y="62"/>
                    <a:pt x="127" y="60"/>
                    <a:pt x="127" y="60"/>
                  </a:cubicBezTo>
                  <a:cubicBezTo>
                    <a:pt x="128" y="54"/>
                    <a:pt x="122" y="53"/>
                    <a:pt x="120" y="45"/>
                  </a:cubicBezTo>
                  <a:lnTo>
                    <a:pt x="120" y="44"/>
                  </a:lnTo>
                  <a:close/>
                  <a:moveTo>
                    <a:pt x="112" y="26"/>
                  </a:moveTo>
                  <a:cubicBezTo>
                    <a:pt x="113" y="24"/>
                    <a:pt x="113" y="24"/>
                    <a:pt x="113" y="24"/>
                  </a:cubicBezTo>
                  <a:lnTo>
                    <a:pt x="112" y="26"/>
                  </a:lnTo>
                  <a:close/>
                  <a:moveTo>
                    <a:pt x="67" y="169"/>
                  </a:moveTo>
                  <a:cubicBezTo>
                    <a:pt x="67" y="169"/>
                    <a:pt x="72" y="167"/>
                    <a:pt x="79" y="163"/>
                  </a:cubicBezTo>
                  <a:cubicBezTo>
                    <a:pt x="76" y="163"/>
                    <a:pt x="76" y="165"/>
                    <a:pt x="73" y="165"/>
                  </a:cubicBezTo>
                  <a:cubicBezTo>
                    <a:pt x="70" y="165"/>
                    <a:pt x="69" y="163"/>
                    <a:pt x="66" y="163"/>
                  </a:cubicBezTo>
                  <a:cubicBezTo>
                    <a:pt x="62" y="163"/>
                    <a:pt x="62" y="165"/>
                    <a:pt x="60" y="165"/>
                  </a:cubicBezTo>
                  <a:cubicBezTo>
                    <a:pt x="57" y="165"/>
                    <a:pt x="56" y="164"/>
                    <a:pt x="55" y="163"/>
                  </a:cubicBezTo>
                  <a:cubicBezTo>
                    <a:pt x="49" y="160"/>
                    <a:pt x="49" y="160"/>
                    <a:pt x="49" y="160"/>
                  </a:cubicBezTo>
                  <a:cubicBezTo>
                    <a:pt x="50" y="160"/>
                    <a:pt x="51" y="159"/>
                    <a:pt x="53" y="159"/>
                  </a:cubicBezTo>
                  <a:cubicBezTo>
                    <a:pt x="56" y="159"/>
                    <a:pt x="57" y="161"/>
                    <a:pt x="60" y="161"/>
                  </a:cubicBezTo>
                  <a:cubicBezTo>
                    <a:pt x="62" y="161"/>
                    <a:pt x="62" y="159"/>
                    <a:pt x="66" y="159"/>
                  </a:cubicBezTo>
                  <a:cubicBezTo>
                    <a:pt x="69" y="159"/>
                    <a:pt x="70" y="161"/>
                    <a:pt x="73" y="161"/>
                  </a:cubicBezTo>
                  <a:cubicBezTo>
                    <a:pt x="76" y="161"/>
                    <a:pt x="76" y="159"/>
                    <a:pt x="79" y="159"/>
                  </a:cubicBezTo>
                  <a:cubicBezTo>
                    <a:pt x="82" y="159"/>
                    <a:pt x="82" y="160"/>
                    <a:pt x="84" y="161"/>
                  </a:cubicBezTo>
                  <a:cubicBezTo>
                    <a:pt x="85" y="160"/>
                    <a:pt x="85" y="160"/>
                    <a:pt x="85" y="160"/>
                  </a:cubicBezTo>
                  <a:cubicBezTo>
                    <a:pt x="83" y="160"/>
                    <a:pt x="82" y="158"/>
                    <a:pt x="79" y="158"/>
                  </a:cubicBezTo>
                  <a:cubicBezTo>
                    <a:pt x="76" y="158"/>
                    <a:pt x="76" y="160"/>
                    <a:pt x="73" y="160"/>
                  </a:cubicBezTo>
                  <a:cubicBezTo>
                    <a:pt x="70" y="160"/>
                    <a:pt x="69" y="158"/>
                    <a:pt x="66" y="158"/>
                  </a:cubicBezTo>
                  <a:cubicBezTo>
                    <a:pt x="62" y="158"/>
                    <a:pt x="62" y="160"/>
                    <a:pt x="60" y="160"/>
                  </a:cubicBezTo>
                  <a:cubicBezTo>
                    <a:pt x="57" y="160"/>
                    <a:pt x="56" y="158"/>
                    <a:pt x="53" y="158"/>
                  </a:cubicBezTo>
                  <a:cubicBezTo>
                    <a:pt x="50" y="158"/>
                    <a:pt x="50" y="159"/>
                    <a:pt x="48" y="160"/>
                  </a:cubicBezTo>
                  <a:cubicBezTo>
                    <a:pt x="41" y="155"/>
                    <a:pt x="41" y="155"/>
                    <a:pt x="41" y="155"/>
                  </a:cubicBezTo>
                  <a:cubicBezTo>
                    <a:pt x="42" y="155"/>
                    <a:pt x="42" y="155"/>
                    <a:pt x="42" y="155"/>
                  </a:cubicBezTo>
                  <a:cubicBezTo>
                    <a:pt x="46" y="155"/>
                    <a:pt x="47" y="157"/>
                    <a:pt x="47" y="157"/>
                  </a:cubicBezTo>
                  <a:cubicBezTo>
                    <a:pt x="50" y="157"/>
                    <a:pt x="50" y="155"/>
                    <a:pt x="53" y="155"/>
                  </a:cubicBezTo>
                  <a:cubicBezTo>
                    <a:pt x="56" y="155"/>
                    <a:pt x="57" y="157"/>
                    <a:pt x="60" y="157"/>
                  </a:cubicBezTo>
                  <a:cubicBezTo>
                    <a:pt x="62" y="157"/>
                    <a:pt x="62" y="155"/>
                    <a:pt x="66" y="155"/>
                  </a:cubicBezTo>
                  <a:cubicBezTo>
                    <a:pt x="69" y="155"/>
                    <a:pt x="70" y="157"/>
                    <a:pt x="73" y="157"/>
                  </a:cubicBezTo>
                  <a:cubicBezTo>
                    <a:pt x="76" y="156"/>
                    <a:pt x="76" y="155"/>
                    <a:pt x="79" y="155"/>
                  </a:cubicBezTo>
                  <a:cubicBezTo>
                    <a:pt x="82" y="155"/>
                    <a:pt x="83" y="157"/>
                    <a:pt x="85" y="157"/>
                  </a:cubicBezTo>
                  <a:cubicBezTo>
                    <a:pt x="88" y="157"/>
                    <a:pt x="88" y="155"/>
                    <a:pt x="92" y="155"/>
                  </a:cubicBezTo>
                  <a:cubicBezTo>
                    <a:pt x="92" y="155"/>
                    <a:pt x="92" y="155"/>
                    <a:pt x="92" y="155"/>
                  </a:cubicBezTo>
                  <a:cubicBezTo>
                    <a:pt x="94" y="154"/>
                    <a:pt x="94" y="154"/>
                    <a:pt x="94" y="154"/>
                  </a:cubicBezTo>
                  <a:cubicBezTo>
                    <a:pt x="93" y="154"/>
                    <a:pt x="93" y="154"/>
                    <a:pt x="92" y="154"/>
                  </a:cubicBezTo>
                  <a:cubicBezTo>
                    <a:pt x="88" y="154"/>
                    <a:pt x="88" y="156"/>
                    <a:pt x="85" y="156"/>
                  </a:cubicBezTo>
                  <a:cubicBezTo>
                    <a:pt x="83" y="156"/>
                    <a:pt x="82" y="154"/>
                    <a:pt x="79" y="154"/>
                  </a:cubicBezTo>
                  <a:cubicBezTo>
                    <a:pt x="76" y="154"/>
                    <a:pt x="76" y="156"/>
                    <a:pt x="73" y="156"/>
                  </a:cubicBezTo>
                  <a:cubicBezTo>
                    <a:pt x="70" y="156"/>
                    <a:pt x="69" y="154"/>
                    <a:pt x="66" y="154"/>
                  </a:cubicBezTo>
                  <a:cubicBezTo>
                    <a:pt x="62" y="154"/>
                    <a:pt x="62" y="156"/>
                    <a:pt x="60" y="156"/>
                  </a:cubicBezTo>
                  <a:cubicBezTo>
                    <a:pt x="57" y="156"/>
                    <a:pt x="56" y="154"/>
                    <a:pt x="53" y="154"/>
                  </a:cubicBezTo>
                  <a:cubicBezTo>
                    <a:pt x="50" y="154"/>
                    <a:pt x="50" y="155"/>
                    <a:pt x="47" y="156"/>
                  </a:cubicBezTo>
                  <a:cubicBezTo>
                    <a:pt x="47" y="156"/>
                    <a:pt x="46" y="154"/>
                    <a:pt x="42" y="154"/>
                  </a:cubicBezTo>
                  <a:cubicBezTo>
                    <a:pt x="41" y="154"/>
                    <a:pt x="40" y="154"/>
                    <a:pt x="40" y="154"/>
                  </a:cubicBezTo>
                  <a:cubicBezTo>
                    <a:pt x="37" y="152"/>
                    <a:pt x="37" y="152"/>
                    <a:pt x="37" y="152"/>
                  </a:cubicBezTo>
                  <a:cubicBezTo>
                    <a:pt x="39" y="152"/>
                    <a:pt x="39" y="151"/>
                    <a:pt x="42" y="151"/>
                  </a:cubicBezTo>
                  <a:cubicBezTo>
                    <a:pt x="42" y="151"/>
                    <a:pt x="42" y="151"/>
                    <a:pt x="42" y="151"/>
                  </a:cubicBezTo>
                  <a:cubicBezTo>
                    <a:pt x="41" y="150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2" y="147"/>
                    <a:pt x="44" y="146"/>
                  </a:cubicBezTo>
                  <a:cubicBezTo>
                    <a:pt x="45" y="145"/>
                    <a:pt x="45" y="144"/>
                    <a:pt x="46" y="144"/>
                  </a:cubicBezTo>
                  <a:cubicBezTo>
                    <a:pt x="48" y="142"/>
                    <a:pt x="48" y="142"/>
                    <a:pt x="48" y="142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19" y="135"/>
                    <a:pt x="19" y="135"/>
                    <a:pt x="19" y="135"/>
                  </a:cubicBezTo>
                  <a:cubicBezTo>
                    <a:pt x="39" y="160"/>
                    <a:pt x="67" y="169"/>
                    <a:pt x="67" y="169"/>
                  </a:cubicBezTo>
                  <a:moveTo>
                    <a:pt x="66" y="164"/>
                  </a:moveTo>
                  <a:cubicBezTo>
                    <a:pt x="69" y="164"/>
                    <a:pt x="70" y="166"/>
                    <a:pt x="73" y="166"/>
                  </a:cubicBezTo>
                  <a:cubicBezTo>
                    <a:pt x="67" y="169"/>
                    <a:pt x="67" y="169"/>
                    <a:pt x="67" y="16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2" y="166"/>
                    <a:pt x="62" y="164"/>
                    <a:pt x="66" y="164"/>
                  </a:cubicBezTo>
                  <a:moveTo>
                    <a:pt x="59" y="0"/>
                  </a:moveTo>
                  <a:cubicBezTo>
                    <a:pt x="72" y="0"/>
                    <a:pt x="72" y="0"/>
                    <a:pt x="7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59" y="0"/>
                    <a:pt x="59" y="0"/>
                    <a:pt x="59" y="0"/>
                  </a:cubicBezTo>
                  <a:close/>
                  <a:moveTo>
                    <a:pt x="123" y="35"/>
                  </a:moveTo>
                  <a:cubicBezTo>
                    <a:pt x="123" y="35"/>
                    <a:pt x="123" y="35"/>
                    <a:pt x="123" y="35"/>
                  </a:cubicBezTo>
                  <a:cubicBezTo>
                    <a:pt x="123" y="35"/>
                    <a:pt x="123" y="35"/>
                    <a:pt x="123" y="35"/>
                  </a:cubicBezTo>
                  <a:close/>
                  <a:moveTo>
                    <a:pt x="85" y="142"/>
                  </a:moveTo>
                  <a:cubicBezTo>
                    <a:pt x="85" y="143"/>
                    <a:pt x="85" y="143"/>
                    <a:pt x="85" y="143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8" y="146"/>
                    <a:pt x="88" y="146"/>
                    <a:pt x="88" y="146"/>
                  </a:cubicBezTo>
                  <a:cubicBezTo>
                    <a:pt x="91" y="150"/>
                    <a:pt x="91" y="150"/>
                    <a:pt x="91" y="150"/>
                  </a:cubicBezTo>
                  <a:cubicBezTo>
                    <a:pt x="92" y="150"/>
                    <a:pt x="92" y="150"/>
                    <a:pt x="92" y="150"/>
                  </a:cubicBezTo>
                  <a:cubicBezTo>
                    <a:pt x="91" y="151"/>
                    <a:pt x="91" y="151"/>
                    <a:pt x="91" y="151"/>
                  </a:cubicBezTo>
                  <a:cubicBezTo>
                    <a:pt x="91" y="151"/>
                    <a:pt x="89" y="151"/>
                    <a:pt x="87" y="151"/>
                  </a:cubicBezTo>
                  <a:cubicBezTo>
                    <a:pt x="86" y="152"/>
                    <a:pt x="86" y="152"/>
                    <a:pt x="86" y="152"/>
                  </a:cubicBezTo>
                  <a:cubicBezTo>
                    <a:pt x="85" y="152"/>
                    <a:pt x="84" y="151"/>
                    <a:pt x="83" y="151"/>
                  </a:cubicBezTo>
                  <a:cubicBezTo>
                    <a:pt x="81" y="151"/>
                    <a:pt x="80" y="150"/>
                    <a:pt x="78" y="150"/>
                  </a:cubicBezTo>
                  <a:cubicBezTo>
                    <a:pt x="76" y="150"/>
                    <a:pt x="75" y="151"/>
                    <a:pt x="73" y="152"/>
                  </a:cubicBezTo>
                  <a:cubicBezTo>
                    <a:pt x="72" y="152"/>
                    <a:pt x="72" y="152"/>
                    <a:pt x="72" y="152"/>
                  </a:cubicBezTo>
                  <a:cubicBezTo>
                    <a:pt x="70" y="152"/>
                    <a:pt x="67" y="150"/>
                    <a:pt x="66" y="150"/>
                  </a:cubicBezTo>
                  <a:cubicBezTo>
                    <a:pt x="66" y="150"/>
                    <a:pt x="66" y="150"/>
                    <a:pt x="66" y="150"/>
                  </a:cubicBezTo>
                  <a:cubicBezTo>
                    <a:pt x="64" y="150"/>
                    <a:pt x="61" y="152"/>
                    <a:pt x="60" y="152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59" y="152"/>
                    <a:pt x="58" y="152"/>
                    <a:pt x="57" y="151"/>
                  </a:cubicBezTo>
                  <a:cubicBezTo>
                    <a:pt x="56" y="151"/>
                    <a:pt x="54" y="150"/>
                    <a:pt x="53" y="150"/>
                  </a:cubicBezTo>
                  <a:cubicBezTo>
                    <a:pt x="53" y="150"/>
                    <a:pt x="53" y="150"/>
                    <a:pt x="53" y="150"/>
                  </a:cubicBezTo>
                  <a:cubicBezTo>
                    <a:pt x="52" y="150"/>
                    <a:pt x="50" y="151"/>
                    <a:pt x="49" y="152"/>
                  </a:cubicBezTo>
                  <a:cubicBezTo>
                    <a:pt x="49" y="152"/>
                    <a:pt x="48" y="152"/>
                    <a:pt x="47" y="152"/>
                  </a:cubicBezTo>
                  <a:cubicBezTo>
                    <a:pt x="47" y="153"/>
                    <a:pt x="47" y="153"/>
                    <a:pt x="47" y="153"/>
                  </a:cubicBezTo>
                  <a:cubicBezTo>
                    <a:pt x="50" y="152"/>
                    <a:pt x="50" y="151"/>
                    <a:pt x="53" y="151"/>
                  </a:cubicBezTo>
                  <a:cubicBezTo>
                    <a:pt x="56" y="151"/>
                    <a:pt x="57" y="153"/>
                    <a:pt x="60" y="153"/>
                  </a:cubicBezTo>
                  <a:cubicBezTo>
                    <a:pt x="62" y="153"/>
                    <a:pt x="62" y="151"/>
                    <a:pt x="66" y="151"/>
                  </a:cubicBezTo>
                  <a:cubicBezTo>
                    <a:pt x="69" y="151"/>
                    <a:pt x="70" y="153"/>
                    <a:pt x="73" y="153"/>
                  </a:cubicBezTo>
                  <a:cubicBezTo>
                    <a:pt x="76" y="153"/>
                    <a:pt x="76" y="151"/>
                    <a:pt x="79" y="151"/>
                  </a:cubicBezTo>
                  <a:cubicBezTo>
                    <a:pt x="82" y="151"/>
                    <a:pt x="83" y="153"/>
                    <a:pt x="85" y="153"/>
                  </a:cubicBezTo>
                  <a:cubicBezTo>
                    <a:pt x="88" y="153"/>
                    <a:pt x="88" y="151"/>
                    <a:pt x="92" y="151"/>
                  </a:cubicBezTo>
                  <a:cubicBezTo>
                    <a:pt x="95" y="151"/>
                    <a:pt x="94" y="152"/>
                    <a:pt x="96" y="152"/>
                  </a:cubicBezTo>
                  <a:cubicBezTo>
                    <a:pt x="102" y="148"/>
                    <a:pt x="108" y="142"/>
                    <a:pt x="113" y="136"/>
                  </a:cubicBezTo>
                  <a:cubicBezTo>
                    <a:pt x="84" y="136"/>
                    <a:pt x="84" y="136"/>
                    <a:pt x="84" y="136"/>
                  </a:cubicBezTo>
                  <a:lnTo>
                    <a:pt x="85" y="142"/>
                  </a:lnTo>
                  <a:close/>
                  <a:moveTo>
                    <a:pt x="0" y="82"/>
                  </a:moveTo>
                  <a:cubicBezTo>
                    <a:pt x="0" y="105"/>
                    <a:pt x="9" y="122"/>
                    <a:pt x="19" y="135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0" y="57"/>
                    <a:pt x="40" y="57"/>
                    <a:pt x="40" y="57"/>
                  </a:cubicBezTo>
                  <a:cubicBezTo>
                    <a:pt x="40" y="56"/>
                    <a:pt x="40" y="56"/>
                    <a:pt x="39" y="55"/>
                  </a:cubicBezTo>
                  <a:cubicBezTo>
                    <a:pt x="38" y="55"/>
                    <a:pt x="37" y="54"/>
                    <a:pt x="37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5"/>
                    <a:pt x="34" y="56"/>
                    <a:pt x="34" y="57"/>
                  </a:cubicBezTo>
                  <a:cubicBezTo>
                    <a:pt x="34" y="57"/>
                    <a:pt x="32" y="53"/>
                    <a:pt x="30" y="52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30" y="54"/>
                    <a:pt x="27" y="55"/>
                    <a:pt x="26" y="56"/>
                  </a:cubicBezTo>
                  <a:cubicBezTo>
                    <a:pt x="25" y="57"/>
                    <a:pt x="25" y="58"/>
                    <a:pt x="25" y="58"/>
                  </a:cubicBezTo>
                  <a:cubicBezTo>
                    <a:pt x="26" y="58"/>
                    <a:pt x="32" y="56"/>
                    <a:pt x="32" y="62"/>
                  </a:cubicBezTo>
                  <a:cubicBezTo>
                    <a:pt x="32" y="62"/>
                    <a:pt x="32" y="64"/>
                    <a:pt x="31" y="64"/>
                  </a:cubicBezTo>
                  <a:cubicBezTo>
                    <a:pt x="31" y="64"/>
                    <a:pt x="32" y="65"/>
                    <a:pt x="31" y="66"/>
                  </a:cubicBezTo>
                  <a:cubicBezTo>
                    <a:pt x="30" y="67"/>
                    <a:pt x="28" y="69"/>
                    <a:pt x="27" y="70"/>
                  </a:cubicBezTo>
                  <a:cubicBezTo>
                    <a:pt x="25" y="72"/>
                    <a:pt x="27" y="73"/>
                    <a:pt x="28" y="74"/>
                  </a:cubicBezTo>
                  <a:cubicBezTo>
                    <a:pt x="28" y="75"/>
                    <a:pt x="30" y="77"/>
                    <a:pt x="30" y="78"/>
                  </a:cubicBezTo>
                  <a:cubicBezTo>
                    <a:pt x="32" y="79"/>
                    <a:pt x="32" y="79"/>
                    <a:pt x="32" y="79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6" y="73"/>
                    <a:pt x="36" y="73"/>
                    <a:pt x="36" y="73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6" y="76"/>
                    <a:pt x="36" y="79"/>
                    <a:pt x="35" y="80"/>
                  </a:cubicBezTo>
                  <a:cubicBezTo>
                    <a:pt x="34" y="81"/>
                    <a:pt x="33" y="83"/>
                    <a:pt x="32" y="83"/>
                  </a:cubicBezTo>
                  <a:cubicBezTo>
                    <a:pt x="30" y="83"/>
                    <a:pt x="30" y="83"/>
                    <a:pt x="29" y="82"/>
                  </a:cubicBezTo>
                  <a:cubicBezTo>
                    <a:pt x="29" y="81"/>
                    <a:pt x="28" y="79"/>
                    <a:pt x="28" y="79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3" y="68"/>
                    <a:pt x="22" y="69"/>
                    <a:pt x="21" y="69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8" y="72"/>
                    <a:pt x="18" y="74"/>
                    <a:pt x="18" y="75"/>
                  </a:cubicBezTo>
                  <a:cubicBezTo>
                    <a:pt x="17" y="75"/>
                    <a:pt x="16" y="78"/>
                    <a:pt x="15" y="79"/>
                  </a:cubicBezTo>
                  <a:cubicBezTo>
                    <a:pt x="14" y="80"/>
                    <a:pt x="13" y="81"/>
                    <a:pt x="13" y="82"/>
                  </a:cubicBezTo>
                  <a:cubicBezTo>
                    <a:pt x="13" y="83"/>
                    <a:pt x="13" y="84"/>
                    <a:pt x="13" y="85"/>
                  </a:cubicBezTo>
                  <a:cubicBezTo>
                    <a:pt x="12" y="86"/>
                    <a:pt x="12" y="86"/>
                    <a:pt x="12" y="87"/>
                  </a:cubicBezTo>
                  <a:cubicBezTo>
                    <a:pt x="12" y="88"/>
                    <a:pt x="12" y="89"/>
                    <a:pt x="11" y="91"/>
                  </a:cubicBezTo>
                  <a:cubicBezTo>
                    <a:pt x="10" y="92"/>
                    <a:pt x="10" y="93"/>
                    <a:pt x="10" y="94"/>
                  </a:cubicBezTo>
                  <a:cubicBezTo>
                    <a:pt x="11" y="95"/>
                    <a:pt x="11" y="97"/>
                    <a:pt x="12" y="97"/>
                  </a:cubicBezTo>
                  <a:cubicBezTo>
                    <a:pt x="13" y="97"/>
                    <a:pt x="14" y="96"/>
                    <a:pt x="15" y="96"/>
                  </a:cubicBezTo>
                  <a:cubicBezTo>
                    <a:pt x="16" y="96"/>
                    <a:pt x="17" y="96"/>
                    <a:pt x="17" y="96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9" y="99"/>
                    <a:pt x="19" y="98"/>
                    <a:pt x="18" y="99"/>
                  </a:cubicBezTo>
                  <a:cubicBezTo>
                    <a:pt x="17" y="100"/>
                    <a:pt x="16" y="101"/>
                    <a:pt x="14" y="101"/>
                  </a:cubicBezTo>
                  <a:cubicBezTo>
                    <a:pt x="13" y="101"/>
                    <a:pt x="11" y="101"/>
                    <a:pt x="10" y="101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7" y="96"/>
                    <a:pt x="7" y="96"/>
                    <a:pt x="7" y="96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8" y="89"/>
                    <a:pt x="8" y="88"/>
                    <a:pt x="8" y="87"/>
                  </a:cubicBezTo>
                  <a:cubicBezTo>
                    <a:pt x="8" y="85"/>
                    <a:pt x="7" y="84"/>
                    <a:pt x="7" y="83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7" y="67"/>
                    <a:pt x="3" y="64"/>
                    <a:pt x="3" y="60"/>
                  </a:cubicBezTo>
                  <a:cubicBezTo>
                    <a:pt x="3" y="55"/>
                    <a:pt x="10" y="49"/>
                    <a:pt x="10" y="42"/>
                  </a:cubicBezTo>
                  <a:cubicBezTo>
                    <a:pt x="10" y="41"/>
                    <a:pt x="10" y="39"/>
                    <a:pt x="10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6"/>
                    <a:pt x="6" y="37"/>
                    <a:pt x="6" y="37"/>
                  </a:cubicBezTo>
                  <a:cubicBezTo>
                    <a:pt x="6" y="36"/>
                    <a:pt x="4" y="37"/>
                    <a:pt x="4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4" y="40"/>
                    <a:pt x="8" y="41"/>
                    <a:pt x="7" y="44"/>
                  </a:cubicBezTo>
                  <a:cubicBezTo>
                    <a:pt x="6" y="46"/>
                    <a:pt x="4" y="48"/>
                    <a:pt x="4" y="49"/>
                  </a:cubicBezTo>
                  <a:cubicBezTo>
                    <a:pt x="4" y="50"/>
                    <a:pt x="5" y="52"/>
                    <a:pt x="5" y="52"/>
                  </a:cubicBezTo>
                  <a:cubicBezTo>
                    <a:pt x="6" y="52"/>
                    <a:pt x="1" y="53"/>
                    <a:pt x="2" y="49"/>
                  </a:cubicBezTo>
                  <a:cubicBezTo>
                    <a:pt x="2" y="45"/>
                    <a:pt x="3" y="45"/>
                    <a:pt x="3" y="44"/>
                  </a:cubicBezTo>
                  <a:cubicBezTo>
                    <a:pt x="3" y="43"/>
                    <a:pt x="1" y="42"/>
                    <a:pt x="1" y="39"/>
                  </a:cubicBezTo>
                  <a:cubicBezTo>
                    <a:pt x="2" y="36"/>
                    <a:pt x="4" y="35"/>
                    <a:pt x="6" y="34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7" y="34"/>
                    <a:pt x="5" y="33"/>
                    <a:pt x="4" y="30"/>
                  </a:cubicBezTo>
                  <a:cubicBezTo>
                    <a:pt x="4" y="30"/>
                    <a:pt x="5" y="29"/>
                    <a:pt x="7" y="29"/>
                  </a:cubicBezTo>
                  <a:cubicBezTo>
                    <a:pt x="6" y="29"/>
                    <a:pt x="2" y="24"/>
                    <a:pt x="3" y="22"/>
                  </a:cubicBezTo>
                  <a:cubicBezTo>
                    <a:pt x="3" y="22"/>
                    <a:pt x="6" y="22"/>
                    <a:pt x="7" y="23"/>
                  </a:cubicBezTo>
                  <a:cubicBezTo>
                    <a:pt x="7" y="23"/>
                    <a:pt x="1" y="18"/>
                    <a:pt x="2" y="14"/>
                  </a:cubicBezTo>
                  <a:cubicBezTo>
                    <a:pt x="2" y="14"/>
                    <a:pt x="6" y="17"/>
                    <a:pt x="7" y="17"/>
                  </a:cubicBezTo>
                  <a:cubicBezTo>
                    <a:pt x="7" y="17"/>
                    <a:pt x="0" y="7"/>
                    <a:pt x="4" y="3"/>
                  </a:cubicBezTo>
                  <a:cubicBezTo>
                    <a:pt x="4" y="3"/>
                    <a:pt x="8" y="12"/>
                    <a:pt x="9" y="13"/>
                  </a:cubicBezTo>
                  <a:cubicBezTo>
                    <a:pt x="9" y="13"/>
                    <a:pt x="10" y="12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8"/>
                    <a:pt x="12" y="2"/>
                    <a:pt x="14" y="1"/>
                  </a:cubicBezTo>
                  <a:cubicBezTo>
                    <a:pt x="14" y="1"/>
                    <a:pt x="13" y="11"/>
                    <a:pt x="15" y="13"/>
                  </a:cubicBezTo>
                  <a:cubicBezTo>
                    <a:pt x="15" y="13"/>
                    <a:pt x="15" y="12"/>
                    <a:pt x="16" y="12"/>
                  </a:cubicBezTo>
                  <a:cubicBezTo>
                    <a:pt x="16" y="12"/>
                    <a:pt x="16" y="17"/>
                    <a:pt x="17" y="18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20"/>
                    <a:pt x="20" y="21"/>
                  </a:cubicBezTo>
                  <a:cubicBezTo>
                    <a:pt x="20" y="21"/>
                    <a:pt x="20" y="21"/>
                    <a:pt x="20" y="22"/>
                  </a:cubicBezTo>
                  <a:cubicBezTo>
                    <a:pt x="20" y="19"/>
                    <a:pt x="21" y="18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4"/>
                    <a:pt x="28" y="14"/>
                  </a:cubicBezTo>
                  <a:cubicBezTo>
                    <a:pt x="30" y="14"/>
                    <a:pt x="30" y="16"/>
                    <a:pt x="30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6" y="16"/>
                    <a:pt x="36" y="19"/>
                    <a:pt x="36" y="1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4" y="24"/>
                    <a:pt x="33" y="24"/>
                  </a:cubicBezTo>
                  <a:cubicBezTo>
                    <a:pt x="32" y="24"/>
                    <a:pt x="31" y="23"/>
                    <a:pt x="30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5"/>
                    <a:pt x="29" y="26"/>
                    <a:pt x="30" y="27"/>
                  </a:cubicBezTo>
                  <a:cubicBezTo>
                    <a:pt x="32" y="28"/>
                    <a:pt x="34" y="30"/>
                    <a:pt x="35" y="31"/>
                  </a:cubicBezTo>
                  <a:cubicBezTo>
                    <a:pt x="36" y="32"/>
                    <a:pt x="36" y="34"/>
                    <a:pt x="37" y="35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1"/>
                    <a:pt x="39" y="31"/>
                    <a:pt x="39" y="30"/>
                  </a:cubicBezTo>
                  <a:cubicBezTo>
                    <a:pt x="39" y="29"/>
                    <a:pt x="40" y="27"/>
                    <a:pt x="40" y="27"/>
                  </a:cubicBezTo>
                  <a:cubicBezTo>
                    <a:pt x="40" y="27"/>
                    <a:pt x="42" y="28"/>
                    <a:pt x="41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4" y="25"/>
                    <a:pt x="44" y="23"/>
                    <a:pt x="44" y="21"/>
                  </a:cubicBezTo>
                  <a:cubicBezTo>
                    <a:pt x="44" y="20"/>
                    <a:pt x="44" y="19"/>
                    <a:pt x="43" y="18"/>
                  </a:cubicBezTo>
                  <a:cubicBezTo>
                    <a:pt x="43" y="17"/>
                    <a:pt x="42" y="16"/>
                    <a:pt x="42" y="16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1"/>
                    <a:pt x="46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6" y="11"/>
                    <a:pt x="45" y="12"/>
                    <a:pt x="45" y="1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7" y="12"/>
                    <a:pt x="50" y="13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6"/>
                    <a:pt x="45" y="27"/>
                  </a:cubicBezTo>
                  <a:cubicBezTo>
                    <a:pt x="45" y="28"/>
                    <a:pt x="44" y="29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4" y="31"/>
                    <a:pt x="46" y="31"/>
                    <a:pt x="46" y="35"/>
                  </a:cubicBezTo>
                  <a:cubicBezTo>
                    <a:pt x="46" y="35"/>
                    <a:pt x="45" y="32"/>
                    <a:pt x="43" y="33"/>
                  </a:cubicBezTo>
                  <a:cubicBezTo>
                    <a:pt x="41" y="35"/>
                    <a:pt x="42" y="39"/>
                    <a:pt x="41" y="39"/>
                  </a:cubicBezTo>
                  <a:cubicBezTo>
                    <a:pt x="40" y="39"/>
                    <a:pt x="38" y="40"/>
                    <a:pt x="38" y="41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5" y="46"/>
                    <a:pt x="34" y="48"/>
                    <a:pt x="33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9"/>
                    <a:pt x="35" y="48"/>
                    <a:pt x="37" y="48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7" y="52"/>
                    <a:pt x="38" y="53"/>
                    <a:pt x="39" y="53"/>
                  </a:cubicBezTo>
                  <a:cubicBezTo>
                    <a:pt x="40" y="54"/>
                    <a:pt x="40" y="54"/>
                    <a:pt x="40" y="54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2"/>
                  </a:lnTo>
                  <a:close/>
                  <a:moveTo>
                    <a:pt x="115" y="29"/>
                  </a:moveTo>
                  <a:cubicBezTo>
                    <a:pt x="113" y="29"/>
                    <a:pt x="113" y="27"/>
                    <a:pt x="112" y="27"/>
                  </a:cubicBezTo>
                  <a:cubicBezTo>
                    <a:pt x="112" y="29"/>
                    <a:pt x="111" y="31"/>
                    <a:pt x="111" y="31"/>
                  </a:cubicBezTo>
                  <a:cubicBezTo>
                    <a:pt x="111" y="33"/>
                    <a:pt x="112" y="33"/>
                    <a:pt x="112" y="34"/>
                  </a:cubicBezTo>
                  <a:cubicBezTo>
                    <a:pt x="116" y="33"/>
                    <a:pt x="115" y="29"/>
                    <a:pt x="115" y="29"/>
                  </a:cubicBezTo>
                  <a:moveTo>
                    <a:pt x="20" y="26"/>
                  </a:moveTo>
                  <a:cubicBezTo>
                    <a:pt x="20" y="24"/>
                    <a:pt x="20" y="24"/>
                    <a:pt x="20" y="24"/>
                  </a:cubicBezTo>
                  <a:lnTo>
                    <a:pt x="20" y="26"/>
                  </a:lnTo>
                  <a:close/>
                  <a:moveTo>
                    <a:pt x="12" y="44"/>
                  </a:moveTo>
                  <a:cubicBezTo>
                    <a:pt x="12" y="45"/>
                    <a:pt x="12" y="45"/>
                    <a:pt x="12" y="45"/>
                  </a:cubicBezTo>
                  <a:cubicBezTo>
                    <a:pt x="10" y="53"/>
                    <a:pt x="5" y="54"/>
                    <a:pt x="5" y="60"/>
                  </a:cubicBezTo>
                  <a:cubicBezTo>
                    <a:pt x="5" y="60"/>
                    <a:pt x="6" y="62"/>
                    <a:pt x="7" y="63"/>
                  </a:cubicBezTo>
                  <a:cubicBezTo>
                    <a:pt x="9" y="63"/>
                    <a:pt x="8" y="62"/>
                    <a:pt x="9" y="61"/>
                  </a:cubicBezTo>
                  <a:cubicBezTo>
                    <a:pt x="10" y="59"/>
                    <a:pt x="10" y="58"/>
                    <a:pt x="12" y="56"/>
                  </a:cubicBezTo>
                  <a:cubicBezTo>
                    <a:pt x="14" y="55"/>
                    <a:pt x="16" y="53"/>
                    <a:pt x="17" y="51"/>
                  </a:cubicBezTo>
                  <a:cubicBezTo>
                    <a:pt x="17" y="50"/>
                    <a:pt x="18" y="49"/>
                    <a:pt x="18" y="48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7" y="47"/>
                    <a:pt x="16" y="47"/>
                    <a:pt x="15" y="47"/>
                  </a:cubicBezTo>
                  <a:cubicBezTo>
                    <a:pt x="15" y="47"/>
                    <a:pt x="15" y="45"/>
                    <a:pt x="16" y="43"/>
                  </a:cubicBezTo>
                  <a:cubicBezTo>
                    <a:pt x="16" y="43"/>
                    <a:pt x="15" y="44"/>
                    <a:pt x="12" y="44"/>
                  </a:cubicBezTo>
                  <a:moveTo>
                    <a:pt x="21" y="34"/>
                  </a:moveTo>
                  <a:cubicBezTo>
                    <a:pt x="21" y="33"/>
                    <a:pt x="21" y="33"/>
                    <a:pt x="21" y="31"/>
                  </a:cubicBezTo>
                  <a:cubicBezTo>
                    <a:pt x="21" y="31"/>
                    <a:pt x="21" y="29"/>
                    <a:pt x="20" y="27"/>
                  </a:cubicBezTo>
                  <a:cubicBezTo>
                    <a:pt x="20" y="27"/>
                    <a:pt x="19" y="29"/>
                    <a:pt x="18" y="29"/>
                  </a:cubicBezTo>
                  <a:cubicBezTo>
                    <a:pt x="18" y="29"/>
                    <a:pt x="16" y="33"/>
                    <a:pt x="21" y="34"/>
                  </a:cubicBezTo>
                  <a:moveTo>
                    <a:pt x="9" y="35"/>
                  </a:moveTo>
                  <a:cubicBezTo>
                    <a:pt x="9" y="35"/>
                    <a:pt x="9" y="35"/>
                    <a:pt x="9" y="35"/>
                  </a:cubicBezTo>
                  <a:cubicBezTo>
                    <a:pt x="9" y="35"/>
                    <a:pt x="9" y="35"/>
                    <a:pt x="9" y="35"/>
                  </a:cubicBez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3" y="52"/>
                    <a:pt x="43" y="52"/>
                    <a:pt x="43" y="52"/>
                  </a:cubicBezTo>
                  <a:lnTo>
                    <a:pt x="44" y="50"/>
                  </a:lnTo>
                  <a:close/>
                  <a:moveTo>
                    <a:pt x="45" y="47"/>
                  </a:moveTo>
                  <a:cubicBezTo>
                    <a:pt x="45" y="47"/>
                    <a:pt x="45" y="47"/>
                    <a:pt x="45" y="47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7"/>
                  </a:lnTo>
                  <a:close/>
                  <a:moveTo>
                    <a:pt x="40" y="61"/>
                  </a:moveTo>
                  <a:cubicBezTo>
                    <a:pt x="40" y="62"/>
                    <a:pt x="40" y="62"/>
                    <a:pt x="40" y="62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7"/>
                    <a:pt x="41" y="58"/>
                    <a:pt x="41" y="59"/>
                  </a:cubicBezTo>
                  <a:lnTo>
                    <a:pt x="40" y="61"/>
                  </a:lnTo>
                  <a:close/>
                  <a:moveTo>
                    <a:pt x="72" y="0"/>
                  </a:moveTo>
                  <a:cubicBezTo>
                    <a:pt x="113" y="136"/>
                    <a:pt x="113" y="136"/>
                    <a:pt x="113" y="136"/>
                  </a:cubicBezTo>
                  <a:cubicBezTo>
                    <a:pt x="124" y="123"/>
                    <a:pt x="132" y="105"/>
                    <a:pt x="132" y="82"/>
                  </a:cubicBezTo>
                  <a:cubicBezTo>
                    <a:pt x="132" y="0"/>
                    <a:pt x="132" y="0"/>
                    <a:pt x="132" y="0"/>
                  </a:cubicBezTo>
                  <a:lnTo>
                    <a:pt x="72" y="0"/>
                  </a:lnTo>
                  <a:close/>
                  <a:moveTo>
                    <a:pt x="131" y="49"/>
                  </a:moveTo>
                  <a:cubicBezTo>
                    <a:pt x="132" y="53"/>
                    <a:pt x="127" y="52"/>
                    <a:pt x="127" y="52"/>
                  </a:cubicBezTo>
                  <a:cubicBezTo>
                    <a:pt x="128" y="52"/>
                    <a:pt x="129" y="50"/>
                    <a:pt x="129" y="49"/>
                  </a:cubicBezTo>
                  <a:cubicBezTo>
                    <a:pt x="129" y="48"/>
                    <a:pt x="127" y="46"/>
                    <a:pt x="126" y="44"/>
                  </a:cubicBezTo>
                  <a:cubicBezTo>
                    <a:pt x="125" y="41"/>
                    <a:pt x="128" y="40"/>
                    <a:pt x="128" y="40"/>
                  </a:cubicBezTo>
                  <a:cubicBezTo>
                    <a:pt x="129" y="39"/>
                    <a:pt x="129" y="39"/>
                    <a:pt x="129" y="39"/>
                  </a:cubicBezTo>
                  <a:cubicBezTo>
                    <a:pt x="129" y="37"/>
                    <a:pt x="127" y="36"/>
                    <a:pt x="126" y="37"/>
                  </a:cubicBezTo>
                  <a:cubicBezTo>
                    <a:pt x="126" y="37"/>
                    <a:pt x="125" y="36"/>
                    <a:pt x="124" y="37"/>
                  </a:cubicBezTo>
                  <a:cubicBezTo>
                    <a:pt x="124" y="38"/>
                    <a:pt x="124" y="38"/>
                    <a:pt x="124" y="38"/>
                  </a:cubicBezTo>
                  <a:cubicBezTo>
                    <a:pt x="123" y="39"/>
                    <a:pt x="123" y="39"/>
                    <a:pt x="123" y="39"/>
                  </a:cubicBezTo>
                  <a:cubicBezTo>
                    <a:pt x="123" y="39"/>
                    <a:pt x="123" y="41"/>
                    <a:pt x="123" y="42"/>
                  </a:cubicBezTo>
                  <a:cubicBezTo>
                    <a:pt x="123" y="49"/>
                    <a:pt x="130" y="55"/>
                    <a:pt x="130" y="60"/>
                  </a:cubicBezTo>
                  <a:cubicBezTo>
                    <a:pt x="130" y="64"/>
                    <a:pt x="126" y="67"/>
                    <a:pt x="126" y="67"/>
                  </a:cubicBezTo>
                  <a:cubicBezTo>
                    <a:pt x="127" y="69"/>
                    <a:pt x="127" y="69"/>
                    <a:pt x="127" y="69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5" y="71"/>
                    <a:pt x="125" y="71"/>
                    <a:pt x="125" y="71"/>
                  </a:cubicBezTo>
                  <a:cubicBezTo>
                    <a:pt x="126" y="72"/>
                    <a:pt x="126" y="72"/>
                    <a:pt x="126" y="72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5" y="74"/>
                    <a:pt x="125" y="74"/>
                    <a:pt x="125" y="74"/>
                  </a:cubicBezTo>
                  <a:cubicBezTo>
                    <a:pt x="124" y="74"/>
                    <a:pt x="124" y="74"/>
                    <a:pt x="124" y="74"/>
                  </a:cubicBezTo>
                  <a:cubicBezTo>
                    <a:pt x="125" y="75"/>
                    <a:pt x="125" y="75"/>
                    <a:pt x="125" y="75"/>
                  </a:cubicBezTo>
                  <a:cubicBezTo>
                    <a:pt x="123" y="75"/>
                    <a:pt x="123" y="75"/>
                    <a:pt x="123" y="75"/>
                  </a:cubicBezTo>
                  <a:cubicBezTo>
                    <a:pt x="124" y="78"/>
                    <a:pt x="124" y="78"/>
                    <a:pt x="124" y="78"/>
                  </a:cubicBezTo>
                  <a:cubicBezTo>
                    <a:pt x="123" y="78"/>
                    <a:pt x="123" y="78"/>
                    <a:pt x="123" y="78"/>
                  </a:cubicBezTo>
                  <a:cubicBezTo>
                    <a:pt x="124" y="80"/>
                    <a:pt x="124" y="80"/>
                    <a:pt x="124" y="80"/>
                  </a:cubicBezTo>
                  <a:cubicBezTo>
                    <a:pt x="125" y="83"/>
                    <a:pt x="125" y="83"/>
                    <a:pt x="125" y="83"/>
                  </a:cubicBezTo>
                  <a:cubicBezTo>
                    <a:pt x="125" y="84"/>
                    <a:pt x="125" y="85"/>
                    <a:pt x="125" y="87"/>
                  </a:cubicBezTo>
                  <a:cubicBezTo>
                    <a:pt x="125" y="88"/>
                    <a:pt x="125" y="89"/>
                    <a:pt x="125" y="89"/>
                  </a:cubicBezTo>
                  <a:cubicBezTo>
                    <a:pt x="126" y="94"/>
                    <a:pt x="126" y="94"/>
                    <a:pt x="126" y="94"/>
                  </a:cubicBezTo>
                  <a:cubicBezTo>
                    <a:pt x="125" y="96"/>
                    <a:pt x="125" y="96"/>
                    <a:pt x="125" y="96"/>
                  </a:cubicBezTo>
                  <a:cubicBezTo>
                    <a:pt x="125" y="100"/>
                    <a:pt x="125" y="100"/>
                    <a:pt x="125" y="100"/>
                  </a:cubicBezTo>
                  <a:cubicBezTo>
                    <a:pt x="123" y="101"/>
                    <a:pt x="123" y="101"/>
                    <a:pt x="123" y="101"/>
                  </a:cubicBezTo>
                  <a:cubicBezTo>
                    <a:pt x="122" y="101"/>
                    <a:pt x="120" y="101"/>
                    <a:pt x="118" y="101"/>
                  </a:cubicBezTo>
                  <a:cubicBezTo>
                    <a:pt x="117" y="101"/>
                    <a:pt x="116" y="100"/>
                    <a:pt x="114" y="99"/>
                  </a:cubicBezTo>
                  <a:cubicBezTo>
                    <a:pt x="113" y="98"/>
                    <a:pt x="113" y="99"/>
                    <a:pt x="113" y="98"/>
                  </a:cubicBezTo>
                  <a:cubicBezTo>
                    <a:pt x="115" y="96"/>
                    <a:pt x="115" y="96"/>
                    <a:pt x="115" y="96"/>
                  </a:cubicBezTo>
                  <a:cubicBezTo>
                    <a:pt x="116" y="96"/>
                    <a:pt x="117" y="96"/>
                    <a:pt x="118" y="96"/>
                  </a:cubicBezTo>
                  <a:cubicBezTo>
                    <a:pt x="119" y="96"/>
                    <a:pt x="119" y="97"/>
                    <a:pt x="121" y="97"/>
                  </a:cubicBezTo>
                  <a:cubicBezTo>
                    <a:pt x="122" y="97"/>
                    <a:pt x="122" y="95"/>
                    <a:pt x="122" y="94"/>
                  </a:cubicBezTo>
                  <a:cubicBezTo>
                    <a:pt x="122" y="93"/>
                    <a:pt x="123" y="92"/>
                    <a:pt x="122" y="91"/>
                  </a:cubicBezTo>
                  <a:cubicBezTo>
                    <a:pt x="121" y="89"/>
                    <a:pt x="121" y="88"/>
                    <a:pt x="121" y="87"/>
                  </a:cubicBezTo>
                  <a:cubicBezTo>
                    <a:pt x="121" y="86"/>
                    <a:pt x="121" y="86"/>
                    <a:pt x="120" y="85"/>
                  </a:cubicBezTo>
                  <a:cubicBezTo>
                    <a:pt x="119" y="84"/>
                    <a:pt x="119" y="83"/>
                    <a:pt x="119" y="82"/>
                  </a:cubicBezTo>
                  <a:cubicBezTo>
                    <a:pt x="119" y="81"/>
                    <a:pt x="119" y="80"/>
                    <a:pt x="118" y="79"/>
                  </a:cubicBezTo>
                  <a:cubicBezTo>
                    <a:pt x="117" y="78"/>
                    <a:pt x="116" y="75"/>
                    <a:pt x="115" y="75"/>
                  </a:cubicBezTo>
                  <a:cubicBezTo>
                    <a:pt x="115" y="74"/>
                    <a:pt x="114" y="72"/>
                    <a:pt x="114" y="72"/>
                  </a:cubicBezTo>
                  <a:cubicBezTo>
                    <a:pt x="113" y="70"/>
                    <a:pt x="113" y="70"/>
                    <a:pt x="113" y="70"/>
                  </a:cubicBezTo>
                  <a:cubicBezTo>
                    <a:pt x="111" y="69"/>
                    <a:pt x="111" y="69"/>
                    <a:pt x="111" y="69"/>
                  </a:cubicBezTo>
                  <a:cubicBezTo>
                    <a:pt x="110" y="68"/>
                    <a:pt x="110" y="68"/>
                    <a:pt x="110" y="68"/>
                  </a:cubicBezTo>
                  <a:cubicBezTo>
                    <a:pt x="110" y="69"/>
                    <a:pt x="110" y="69"/>
                    <a:pt x="110" y="69"/>
                  </a:cubicBezTo>
                  <a:cubicBezTo>
                    <a:pt x="110" y="70"/>
                    <a:pt x="110" y="70"/>
                    <a:pt x="110" y="70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11" y="74"/>
                    <a:pt x="111" y="74"/>
                    <a:pt x="111" y="74"/>
                  </a:cubicBezTo>
                  <a:cubicBezTo>
                    <a:pt x="109" y="75"/>
                    <a:pt x="109" y="75"/>
                    <a:pt x="109" y="75"/>
                  </a:cubicBezTo>
                  <a:cubicBezTo>
                    <a:pt x="107" y="77"/>
                    <a:pt x="107" y="77"/>
                    <a:pt x="107" y="77"/>
                  </a:cubicBezTo>
                  <a:cubicBezTo>
                    <a:pt x="106" y="79"/>
                    <a:pt x="106" y="79"/>
                    <a:pt x="106" y="79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105" y="79"/>
                    <a:pt x="104" y="81"/>
                    <a:pt x="103" y="82"/>
                  </a:cubicBezTo>
                  <a:cubicBezTo>
                    <a:pt x="103" y="83"/>
                    <a:pt x="102" y="83"/>
                    <a:pt x="101" y="83"/>
                  </a:cubicBezTo>
                  <a:cubicBezTo>
                    <a:pt x="100" y="83"/>
                    <a:pt x="98" y="81"/>
                    <a:pt x="98" y="80"/>
                  </a:cubicBezTo>
                  <a:cubicBezTo>
                    <a:pt x="97" y="79"/>
                    <a:pt x="96" y="76"/>
                    <a:pt x="96" y="76"/>
                  </a:cubicBezTo>
                  <a:cubicBezTo>
                    <a:pt x="96" y="73"/>
                    <a:pt x="96" y="73"/>
                    <a:pt x="96" y="73"/>
                  </a:cubicBezTo>
                  <a:cubicBezTo>
                    <a:pt x="98" y="74"/>
                    <a:pt x="98" y="74"/>
                    <a:pt x="98" y="74"/>
                  </a:cubicBezTo>
                  <a:cubicBezTo>
                    <a:pt x="99" y="75"/>
                    <a:pt x="99" y="75"/>
                    <a:pt x="99" y="75"/>
                  </a:cubicBezTo>
                  <a:cubicBezTo>
                    <a:pt x="100" y="76"/>
                    <a:pt x="100" y="76"/>
                    <a:pt x="100" y="76"/>
                  </a:cubicBezTo>
                  <a:cubicBezTo>
                    <a:pt x="100" y="78"/>
                    <a:pt x="100" y="78"/>
                    <a:pt x="100" y="78"/>
                  </a:cubicBezTo>
                  <a:cubicBezTo>
                    <a:pt x="101" y="79"/>
                    <a:pt x="101" y="79"/>
                    <a:pt x="101" y="79"/>
                  </a:cubicBezTo>
                  <a:cubicBezTo>
                    <a:pt x="101" y="78"/>
                    <a:pt x="101" y="78"/>
                    <a:pt x="102" y="78"/>
                  </a:cubicBezTo>
                  <a:cubicBezTo>
                    <a:pt x="103" y="77"/>
                    <a:pt x="105" y="75"/>
                    <a:pt x="105" y="74"/>
                  </a:cubicBezTo>
                  <a:cubicBezTo>
                    <a:pt x="106" y="73"/>
                    <a:pt x="107" y="72"/>
                    <a:pt x="106" y="70"/>
                  </a:cubicBezTo>
                  <a:cubicBezTo>
                    <a:pt x="105" y="69"/>
                    <a:pt x="103" y="67"/>
                    <a:pt x="102" y="66"/>
                  </a:cubicBezTo>
                  <a:cubicBezTo>
                    <a:pt x="100" y="65"/>
                    <a:pt x="102" y="64"/>
                    <a:pt x="102" y="64"/>
                  </a:cubicBezTo>
                  <a:cubicBezTo>
                    <a:pt x="100" y="64"/>
                    <a:pt x="100" y="62"/>
                    <a:pt x="100" y="62"/>
                  </a:cubicBezTo>
                  <a:cubicBezTo>
                    <a:pt x="101" y="56"/>
                    <a:pt x="107" y="58"/>
                    <a:pt x="108" y="58"/>
                  </a:cubicBezTo>
                  <a:cubicBezTo>
                    <a:pt x="108" y="58"/>
                    <a:pt x="107" y="57"/>
                    <a:pt x="107" y="56"/>
                  </a:cubicBezTo>
                  <a:cubicBezTo>
                    <a:pt x="106" y="55"/>
                    <a:pt x="103" y="54"/>
                    <a:pt x="103" y="53"/>
                  </a:cubicBezTo>
                  <a:cubicBezTo>
                    <a:pt x="103" y="52"/>
                    <a:pt x="103" y="52"/>
                    <a:pt x="103" y="52"/>
                  </a:cubicBezTo>
                  <a:cubicBezTo>
                    <a:pt x="100" y="53"/>
                    <a:pt x="99" y="57"/>
                    <a:pt x="99" y="57"/>
                  </a:cubicBezTo>
                  <a:cubicBezTo>
                    <a:pt x="98" y="56"/>
                    <a:pt x="98" y="55"/>
                    <a:pt x="98" y="54"/>
                  </a:cubicBezTo>
                  <a:cubicBezTo>
                    <a:pt x="96" y="54"/>
                    <a:pt x="96" y="54"/>
                    <a:pt x="96" y="54"/>
                  </a:cubicBezTo>
                  <a:cubicBezTo>
                    <a:pt x="95" y="54"/>
                    <a:pt x="95" y="55"/>
                    <a:pt x="94" y="55"/>
                  </a:cubicBezTo>
                  <a:cubicBezTo>
                    <a:pt x="93" y="56"/>
                    <a:pt x="93" y="56"/>
                    <a:pt x="92" y="57"/>
                  </a:cubicBezTo>
                  <a:cubicBezTo>
                    <a:pt x="93" y="58"/>
                    <a:pt x="93" y="58"/>
                    <a:pt x="93" y="58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61"/>
                    <a:pt x="94" y="61"/>
                    <a:pt x="94" y="6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93" y="63"/>
                    <a:pt x="93" y="63"/>
                    <a:pt x="93" y="63"/>
                  </a:cubicBezTo>
                  <a:cubicBezTo>
                    <a:pt x="93" y="62"/>
                    <a:pt x="93" y="62"/>
                    <a:pt x="93" y="62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91" y="59"/>
                    <a:pt x="91" y="59"/>
                    <a:pt x="91" y="59"/>
                  </a:cubicBezTo>
                  <a:cubicBezTo>
                    <a:pt x="91" y="58"/>
                    <a:pt x="91" y="57"/>
                    <a:pt x="90" y="56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9" y="46"/>
                    <a:pt x="89" y="46"/>
                    <a:pt x="89" y="46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1" y="53"/>
                    <a:pt x="91" y="53"/>
                    <a:pt x="91" y="53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94" y="53"/>
                    <a:pt x="94" y="53"/>
                    <a:pt x="94" y="53"/>
                  </a:cubicBezTo>
                  <a:cubicBezTo>
                    <a:pt x="94" y="53"/>
                    <a:pt x="96" y="52"/>
                    <a:pt x="97" y="51"/>
                  </a:cubicBezTo>
                  <a:cubicBezTo>
                    <a:pt x="97" y="50"/>
                    <a:pt x="97" y="50"/>
                    <a:pt x="97" y="50"/>
                  </a:cubicBezTo>
                  <a:cubicBezTo>
                    <a:pt x="95" y="48"/>
                    <a:pt x="95" y="48"/>
                    <a:pt x="95" y="48"/>
                  </a:cubicBezTo>
                  <a:cubicBezTo>
                    <a:pt x="98" y="48"/>
                    <a:pt x="99" y="49"/>
                    <a:pt x="99" y="49"/>
                  </a:cubicBezTo>
                  <a:cubicBezTo>
                    <a:pt x="99" y="49"/>
                    <a:pt x="99" y="49"/>
                    <a:pt x="99" y="49"/>
                  </a:cubicBezTo>
                  <a:cubicBezTo>
                    <a:pt x="99" y="48"/>
                    <a:pt x="97" y="46"/>
                    <a:pt x="95" y="43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2" y="39"/>
                    <a:pt x="92" y="39"/>
                  </a:cubicBezTo>
                  <a:cubicBezTo>
                    <a:pt x="91" y="39"/>
                    <a:pt x="92" y="35"/>
                    <a:pt x="90" y="33"/>
                  </a:cubicBezTo>
                  <a:cubicBezTo>
                    <a:pt x="87" y="32"/>
                    <a:pt x="87" y="35"/>
                    <a:pt x="87" y="35"/>
                  </a:cubicBezTo>
                  <a:cubicBezTo>
                    <a:pt x="87" y="31"/>
                    <a:pt x="88" y="31"/>
                    <a:pt x="89" y="31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7" y="26"/>
                    <a:pt x="86" y="25"/>
                    <a:pt x="86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6" y="29"/>
                    <a:pt x="86" y="29"/>
                    <a:pt x="86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5" y="26"/>
                    <a:pt x="85" y="26"/>
                    <a:pt x="85" y="26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85" y="19"/>
                    <a:pt x="85" y="19"/>
                    <a:pt x="85" y="19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5" y="12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8" y="12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8" y="11"/>
                    <a:pt x="88" y="13"/>
                    <a:pt x="88" y="13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90" y="13"/>
                    <a:pt x="90" y="14"/>
                    <a:pt x="90" y="14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1" y="16"/>
                    <a:pt x="90" y="17"/>
                    <a:pt x="89" y="18"/>
                  </a:cubicBezTo>
                  <a:cubicBezTo>
                    <a:pt x="89" y="19"/>
                    <a:pt x="89" y="20"/>
                    <a:pt x="88" y="21"/>
                  </a:cubicBezTo>
                  <a:cubicBezTo>
                    <a:pt x="88" y="23"/>
                    <a:pt x="89" y="25"/>
                    <a:pt x="90" y="27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1" y="30"/>
                    <a:pt x="91" y="30"/>
                    <a:pt x="91" y="30"/>
                  </a:cubicBezTo>
                  <a:cubicBezTo>
                    <a:pt x="91" y="28"/>
                    <a:pt x="93" y="27"/>
                    <a:pt x="93" y="27"/>
                  </a:cubicBezTo>
                  <a:cubicBezTo>
                    <a:pt x="93" y="27"/>
                    <a:pt x="93" y="29"/>
                    <a:pt x="93" y="30"/>
                  </a:cubicBezTo>
                  <a:cubicBezTo>
                    <a:pt x="94" y="31"/>
                    <a:pt x="94" y="31"/>
                    <a:pt x="94" y="32"/>
                  </a:cubicBezTo>
                  <a:cubicBezTo>
                    <a:pt x="96" y="35"/>
                    <a:pt x="96" y="35"/>
                    <a:pt x="96" y="35"/>
                  </a:cubicBezTo>
                  <a:cubicBezTo>
                    <a:pt x="96" y="34"/>
                    <a:pt x="97" y="32"/>
                    <a:pt x="98" y="31"/>
                  </a:cubicBezTo>
                  <a:cubicBezTo>
                    <a:pt x="99" y="30"/>
                    <a:pt x="101" y="28"/>
                    <a:pt x="102" y="27"/>
                  </a:cubicBezTo>
                  <a:cubicBezTo>
                    <a:pt x="103" y="26"/>
                    <a:pt x="105" y="25"/>
                    <a:pt x="105" y="24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2" y="23"/>
                    <a:pt x="102" y="23"/>
                    <a:pt x="102" y="23"/>
                  </a:cubicBezTo>
                  <a:cubicBezTo>
                    <a:pt x="102" y="23"/>
                    <a:pt x="101" y="24"/>
                    <a:pt x="100" y="24"/>
                  </a:cubicBezTo>
                  <a:cubicBezTo>
                    <a:pt x="98" y="24"/>
                    <a:pt x="98" y="23"/>
                    <a:pt x="97" y="23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0" y="21"/>
                    <a:pt x="100" y="21"/>
                    <a:pt x="100" y="21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7" y="19"/>
                    <a:pt x="97" y="19"/>
                    <a:pt x="97" y="19"/>
                  </a:cubicBezTo>
                  <a:cubicBezTo>
                    <a:pt x="97" y="19"/>
                    <a:pt x="97" y="16"/>
                    <a:pt x="99" y="16"/>
                  </a:cubicBezTo>
                  <a:cubicBezTo>
                    <a:pt x="102" y="16"/>
                    <a:pt x="102" y="16"/>
                    <a:pt x="102" y="16"/>
                  </a:cubicBezTo>
                  <a:cubicBezTo>
                    <a:pt x="102" y="16"/>
                    <a:pt x="103" y="14"/>
                    <a:pt x="104" y="14"/>
                  </a:cubicBezTo>
                  <a:cubicBezTo>
                    <a:pt x="105" y="14"/>
                    <a:pt x="106" y="14"/>
                    <a:pt x="107" y="14"/>
                  </a:cubicBezTo>
                  <a:cubicBezTo>
                    <a:pt x="108" y="15"/>
                    <a:pt x="108" y="15"/>
                    <a:pt x="108" y="15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9" y="14"/>
                    <a:pt x="109" y="14"/>
                    <a:pt x="109" y="14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09" y="15"/>
                    <a:pt x="109" y="15"/>
                    <a:pt x="109" y="15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2" y="17"/>
                    <a:pt x="112" y="17"/>
                    <a:pt x="112" y="17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1" y="18"/>
                    <a:pt x="113" y="19"/>
                    <a:pt x="113" y="22"/>
                  </a:cubicBezTo>
                  <a:cubicBezTo>
                    <a:pt x="113" y="21"/>
                    <a:pt x="113" y="21"/>
                    <a:pt x="113" y="21"/>
                  </a:cubicBezTo>
                  <a:cubicBezTo>
                    <a:pt x="114" y="20"/>
                    <a:pt x="115" y="17"/>
                    <a:pt x="115" y="17"/>
                  </a:cubicBezTo>
                  <a:cubicBezTo>
                    <a:pt x="116" y="18"/>
                    <a:pt x="116" y="18"/>
                    <a:pt x="116" y="18"/>
                  </a:cubicBezTo>
                  <a:cubicBezTo>
                    <a:pt x="116" y="17"/>
                    <a:pt x="117" y="12"/>
                    <a:pt x="117" y="12"/>
                  </a:cubicBezTo>
                  <a:cubicBezTo>
                    <a:pt x="118" y="12"/>
                    <a:pt x="118" y="13"/>
                    <a:pt x="118" y="13"/>
                  </a:cubicBezTo>
                  <a:cubicBezTo>
                    <a:pt x="119" y="11"/>
                    <a:pt x="118" y="1"/>
                    <a:pt x="118" y="1"/>
                  </a:cubicBezTo>
                  <a:cubicBezTo>
                    <a:pt x="121" y="2"/>
                    <a:pt x="123" y="8"/>
                    <a:pt x="122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3" y="12"/>
                    <a:pt x="123" y="13"/>
                    <a:pt x="123" y="13"/>
                  </a:cubicBezTo>
                  <a:cubicBezTo>
                    <a:pt x="125" y="12"/>
                    <a:pt x="129" y="3"/>
                    <a:pt x="129" y="3"/>
                  </a:cubicBezTo>
                  <a:cubicBezTo>
                    <a:pt x="133" y="7"/>
                    <a:pt x="126" y="17"/>
                    <a:pt x="126" y="17"/>
                  </a:cubicBezTo>
                  <a:cubicBezTo>
                    <a:pt x="127" y="17"/>
                    <a:pt x="130" y="14"/>
                    <a:pt x="130" y="14"/>
                  </a:cubicBezTo>
                  <a:cubicBezTo>
                    <a:pt x="132" y="18"/>
                    <a:pt x="125" y="23"/>
                    <a:pt x="125" y="23"/>
                  </a:cubicBezTo>
                  <a:cubicBezTo>
                    <a:pt x="127" y="22"/>
                    <a:pt x="130" y="22"/>
                    <a:pt x="130" y="22"/>
                  </a:cubicBezTo>
                  <a:cubicBezTo>
                    <a:pt x="130" y="24"/>
                    <a:pt x="126" y="29"/>
                    <a:pt x="125" y="29"/>
                  </a:cubicBezTo>
                  <a:cubicBezTo>
                    <a:pt x="128" y="29"/>
                    <a:pt x="129" y="30"/>
                    <a:pt x="129" y="30"/>
                  </a:cubicBezTo>
                  <a:cubicBezTo>
                    <a:pt x="128" y="33"/>
                    <a:pt x="126" y="34"/>
                    <a:pt x="124" y="35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9" y="35"/>
                    <a:pt x="131" y="36"/>
                    <a:pt x="131" y="39"/>
                  </a:cubicBezTo>
                  <a:cubicBezTo>
                    <a:pt x="131" y="42"/>
                    <a:pt x="130" y="43"/>
                    <a:pt x="130" y="44"/>
                  </a:cubicBezTo>
                  <a:cubicBezTo>
                    <a:pt x="130" y="45"/>
                    <a:pt x="130" y="45"/>
                    <a:pt x="131" y="4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4" name="Freeform 35">
              <a:extLst>
                <a:ext uri="{FF2B5EF4-FFF2-40B4-BE49-F238E27FC236}">
                  <a16:creationId xmlns:a16="http://schemas.microsoft.com/office/drawing/2014/main" id="{2C0295A8-B144-4B10-AB50-0DE7F6A5E4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0775" y="2614613"/>
              <a:ext cx="103188" cy="122238"/>
            </a:xfrm>
            <a:custGeom>
              <a:avLst/>
              <a:gdLst>
                <a:gd name="T0" fmla="*/ 21 w 48"/>
                <a:gd name="T1" fmla="*/ 19 h 56"/>
                <a:gd name="T2" fmla="*/ 23 w 48"/>
                <a:gd name="T3" fmla="*/ 4 h 56"/>
                <a:gd name="T4" fmla="*/ 19 w 48"/>
                <a:gd name="T5" fmla="*/ 21 h 56"/>
                <a:gd name="T6" fmla="*/ 7 w 48"/>
                <a:gd name="T7" fmla="*/ 22 h 56"/>
                <a:gd name="T8" fmla="*/ 25 w 48"/>
                <a:gd name="T9" fmla="*/ 24 h 56"/>
                <a:gd name="T10" fmla="*/ 42 w 48"/>
                <a:gd name="T11" fmla="*/ 23 h 56"/>
                <a:gd name="T12" fmla="*/ 43 w 48"/>
                <a:gd name="T13" fmla="*/ 23 h 56"/>
                <a:gd name="T14" fmla="*/ 25 w 48"/>
                <a:gd name="T15" fmla="*/ 23 h 56"/>
                <a:gd name="T16" fmla="*/ 31 w 48"/>
                <a:gd name="T17" fmla="*/ 17 h 56"/>
                <a:gd name="T18" fmla="*/ 24 w 48"/>
                <a:gd name="T19" fmla="*/ 22 h 56"/>
                <a:gd name="T20" fmla="*/ 24 w 48"/>
                <a:gd name="T21" fmla="*/ 4 h 56"/>
                <a:gd name="T22" fmla="*/ 24 w 48"/>
                <a:gd name="T23" fmla="*/ 4 h 56"/>
                <a:gd name="T24" fmla="*/ 24 w 48"/>
                <a:gd name="T25" fmla="*/ 22 h 56"/>
                <a:gd name="T26" fmla="*/ 17 w 48"/>
                <a:gd name="T27" fmla="*/ 17 h 56"/>
                <a:gd name="T28" fmla="*/ 23 w 48"/>
                <a:gd name="T29" fmla="*/ 23 h 56"/>
                <a:gd name="T30" fmla="*/ 7 w 48"/>
                <a:gd name="T31" fmla="*/ 23 h 56"/>
                <a:gd name="T32" fmla="*/ 5 w 48"/>
                <a:gd name="T33" fmla="*/ 23 h 56"/>
                <a:gd name="T34" fmla="*/ 6 w 48"/>
                <a:gd name="T35" fmla="*/ 23 h 56"/>
                <a:gd name="T36" fmla="*/ 18 w 48"/>
                <a:gd name="T37" fmla="*/ 28 h 56"/>
                <a:gd name="T38" fmla="*/ 19 w 48"/>
                <a:gd name="T39" fmla="*/ 29 h 56"/>
                <a:gd name="T40" fmla="*/ 24 w 48"/>
                <a:gd name="T41" fmla="*/ 49 h 56"/>
                <a:gd name="T42" fmla="*/ 24 w 48"/>
                <a:gd name="T43" fmla="*/ 50 h 56"/>
                <a:gd name="T44" fmla="*/ 24 w 48"/>
                <a:gd name="T45" fmla="*/ 25 h 56"/>
                <a:gd name="T46" fmla="*/ 29 w 48"/>
                <a:gd name="T47" fmla="*/ 29 h 56"/>
                <a:gd name="T48" fmla="*/ 30 w 48"/>
                <a:gd name="T49" fmla="*/ 28 h 56"/>
                <a:gd name="T50" fmla="*/ 44 w 48"/>
                <a:gd name="T51" fmla="*/ 23 h 56"/>
                <a:gd name="T52" fmla="*/ 26 w 48"/>
                <a:gd name="T53" fmla="*/ 24 h 56"/>
                <a:gd name="T54" fmla="*/ 48 w 48"/>
                <a:gd name="T55" fmla="*/ 23 h 56"/>
                <a:gd name="T56" fmla="*/ 43 w 48"/>
                <a:gd name="T57" fmla="*/ 22 h 56"/>
                <a:gd name="T58" fmla="*/ 44 w 48"/>
                <a:gd name="T59" fmla="*/ 23 h 56"/>
                <a:gd name="T60" fmla="*/ 24 w 48"/>
                <a:gd name="T61" fmla="*/ 50 h 56"/>
                <a:gd name="T62" fmla="*/ 23 w 48"/>
                <a:gd name="T63" fmla="*/ 25 h 56"/>
                <a:gd name="T64" fmla="*/ 24 w 48"/>
                <a:gd name="T65" fmla="*/ 56 h 56"/>
                <a:gd name="T66" fmla="*/ 28 w 48"/>
                <a:gd name="T67" fmla="*/ 29 h 56"/>
                <a:gd name="T68" fmla="*/ 25 w 48"/>
                <a:gd name="T69" fmla="*/ 49 h 56"/>
                <a:gd name="T70" fmla="*/ 6 w 48"/>
                <a:gd name="T71" fmla="*/ 24 h 56"/>
                <a:gd name="T72" fmla="*/ 6 w 48"/>
                <a:gd name="T73" fmla="*/ 22 h 56"/>
                <a:gd name="T74" fmla="*/ 0 w 48"/>
                <a:gd name="T75" fmla="*/ 23 h 56"/>
                <a:gd name="T76" fmla="*/ 22 w 48"/>
                <a:gd name="T77" fmla="*/ 24 h 56"/>
                <a:gd name="T78" fmla="*/ 43 w 48"/>
                <a:gd name="T79" fmla="*/ 22 h 56"/>
                <a:gd name="T80" fmla="*/ 26 w 48"/>
                <a:gd name="T81" fmla="*/ 22 h 56"/>
                <a:gd name="T82" fmla="*/ 25 w 48"/>
                <a:gd name="T83" fmla="*/ 4 h 56"/>
                <a:gd name="T84" fmla="*/ 25 w 48"/>
                <a:gd name="T85" fmla="*/ 21 h 56"/>
                <a:gd name="T86" fmla="*/ 24 w 48"/>
                <a:gd name="T87" fmla="*/ 0 h 56"/>
                <a:gd name="T88" fmla="*/ 23 w 48"/>
                <a:gd name="T89" fmla="*/ 4 h 56"/>
                <a:gd name="T90" fmla="*/ 24 w 48"/>
                <a:gd name="T91" fmla="*/ 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8" h="56">
                  <a:moveTo>
                    <a:pt x="23" y="4"/>
                  </a:moveTo>
                  <a:cubicBezTo>
                    <a:pt x="21" y="19"/>
                    <a:pt x="21" y="19"/>
                    <a:pt x="21" y="19"/>
                  </a:cubicBezTo>
                  <a:cubicBezTo>
                    <a:pt x="23" y="21"/>
                    <a:pt x="23" y="21"/>
                    <a:pt x="23" y="21"/>
                  </a:cubicBezTo>
                  <a:lnTo>
                    <a:pt x="23" y="4"/>
                  </a:lnTo>
                  <a:close/>
                  <a:moveTo>
                    <a:pt x="22" y="22"/>
                  </a:moveTo>
                  <a:cubicBezTo>
                    <a:pt x="19" y="21"/>
                    <a:pt x="19" y="21"/>
                    <a:pt x="19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10" y="22"/>
                    <a:pt x="19" y="22"/>
                    <a:pt x="22" y="22"/>
                  </a:cubicBezTo>
                  <a:moveTo>
                    <a:pt x="25" y="24"/>
                  </a:moveTo>
                  <a:cubicBezTo>
                    <a:pt x="26" y="24"/>
                    <a:pt x="26" y="24"/>
                    <a:pt x="26" y="24"/>
                  </a:cubicBezTo>
                  <a:cubicBezTo>
                    <a:pt x="26" y="24"/>
                    <a:pt x="40" y="23"/>
                    <a:pt x="42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10" y="23"/>
                    <a:pt x="7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8"/>
                    <a:pt x="30" y="28"/>
                    <a:pt x="30" y="28"/>
                  </a:cubicBezTo>
                  <a:lnTo>
                    <a:pt x="25" y="24"/>
                  </a:lnTo>
                  <a:close/>
                  <a:moveTo>
                    <a:pt x="44" y="23"/>
                  </a:moveTo>
                  <a:cubicBezTo>
                    <a:pt x="42" y="24"/>
                    <a:pt x="42" y="24"/>
                    <a:pt x="42" y="24"/>
                  </a:cubicBezTo>
                  <a:cubicBezTo>
                    <a:pt x="41" y="24"/>
                    <a:pt x="29" y="24"/>
                    <a:pt x="26" y="24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3" y="22"/>
                    <a:pt x="43" y="22"/>
                    <a:pt x="43" y="22"/>
                  </a:cubicBezTo>
                  <a:lnTo>
                    <a:pt x="44" y="23"/>
                  </a:lnTo>
                  <a:close/>
                  <a:moveTo>
                    <a:pt x="25" y="49"/>
                  </a:moveTo>
                  <a:cubicBezTo>
                    <a:pt x="25" y="50"/>
                    <a:pt x="25" y="50"/>
                    <a:pt x="24" y="50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5" y="25"/>
                    <a:pt x="25" y="25"/>
                    <a:pt x="25" y="25"/>
                  </a:cubicBezTo>
                  <a:lnTo>
                    <a:pt x="25" y="49"/>
                  </a:lnTo>
                  <a:close/>
                  <a:moveTo>
                    <a:pt x="22" y="24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5" y="24"/>
                    <a:pt x="5" y="2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9" y="26"/>
                    <a:pt x="19" y="26"/>
                    <a:pt x="19" y="26"/>
                  </a:cubicBezTo>
                  <a:lnTo>
                    <a:pt x="22" y="24"/>
                  </a:lnTo>
                  <a:close/>
                  <a:moveTo>
                    <a:pt x="26" y="22"/>
                  </a:moveTo>
                  <a:cubicBezTo>
                    <a:pt x="43" y="22"/>
                    <a:pt x="43" y="22"/>
                    <a:pt x="43" y="22"/>
                  </a:cubicBezTo>
                  <a:cubicBezTo>
                    <a:pt x="28" y="20"/>
                    <a:pt x="28" y="20"/>
                    <a:pt x="28" y="20"/>
                  </a:cubicBezTo>
                  <a:lnTo>
                    <a:pt x="26" y="22"/>
                  </a:lnTo>
                  <a:close/>
                  <a:moveTo>
                    <a:pt x="24" y="4"/>
                  </a:moveTo>
                  <a:cubicBezTo>
                    <a:pt x="25" y="4"/>
                    <a:pt x="25" y="4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lnTo>
                    <a:pt x="2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5" name="Freeform 36">
              <a:extLst>
                <a:ext uri="{FF2B5EF4-FFF2-40B4-BE49-F238E27FC236}">
                  <a16:creationId xmlns:a16="http://schemas.microsoft.com/office/drawing/2014/main" id="{126859A5-ECD7-4CFC-96D9-47C9C9F393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97600" y="2746375"/>
              <a:ext cx="107950" cy="98425"/>
            </a:xfrm>
            <a:custGeom>
              <a:avLst/>
              <a:gdLst>
                <a:gd name="T0" fmla="*/ 14 w 50"/>
                <a:gd name="T1" fmla="*/ 20 h 45"/>
                <a:gd name="T2" fmla="*/ 15 w 50"/>
                <a:gd name="T3" fmla="*/ 11 h 45"/>
                <a:gd name="T4" fmla="*/ 13 w 50"/>
                <a:gd name="T5" fmla="*/ 27 h 45"/>
                <a:gd name="T6" fmla="*/ 22 w 50"/>
                <a:gd name="T7" fmla="*/ 14 h 45"/>
                <a:gd name="T8" fmla="*/ 37 w 50"/>
                <a:gd name="T9" fmla="*/ 24 h 45"/>
                <a:gd name="T10" fmla="*/ 25 w 50"/>
                <a:gd name="T11" fmla="*/ 24 h 45"/>
                <a:gd name="T12" fmla="*/ 43 w 50"/>
                <a:gd name="T13" fmla="*/ 31 h 45"/>
                <a:gd name="T14" fmla="*/ 25 w 50"/>
                <a:gd name="T15" fmla="*/ 22 h 45"/>
                <a:gd name="T16" fmla="*/ 38 w 50"/>
                <a:gd name="T17" fmla="*/ 3 h 45"/>
                <a:gd name="T18" fmla="*/ 19 w 50"/>
                <a:gd name="T19" fmla="*/ 3 h 45"/>
                <a:gd name="T20" fmla="*/ 40 w 50"/>
                <a:gd name="T21" fmla="*/ 0 h 45"/>
                <a:gd name="T22" fmla="*/ 43 w 50"/>
                <a:gd name="T23" fmla="*/ 39 h 45"/>
                <a:gd name="T24" fmla="*/ 46 w 50"/>
                <a:gd name="T25" fmla="*/ 41 h 45"/>
                <a:gd name="T26" fmla="*/ 47 w 50"/>
                <a:gd name="T27" fmla="*/ 44 h 45"/>
                <a:gd name="T28" fmla="*/ 7 w 50"/>
                <a:gd name="T29" fmla="*/ 39 h 45"/>
                <a:gd name="T30" fmla="*/ 10 w 50"/>
                <a:gd name="T31" fmla="*/ 41 h 45"/>
                <a:gd name="T32" fmla="*/ 14 w 50"/>
                <a:gd name="T33" fmla="*/ 41 h 45"/>
                <a:gd name="T34" fmla="*/ 17 w 50"/>
                <a:gd name="T35" fmla="*/ 43 h 45"/>
                <a:gd name="T36" fmla="*/ 20 w 50"/>
                <a:gd name="T37" fmla="*/ 42 h 45"/>
                <a:gd name="T38" fmla="*/ 18 w 50"/>
                <a:gd name="T39" fmla="*/ 38 h 45"/>
                <a:gd name="T40" fmla="*/ 10 w 50"/>
                <a:gd name="T41" fmla="*/ 38 h 45"/>
                <a:gd name="T42" fmla="*/ 5 w 50"/>
                <a:gd name="T43" fmla="*/ 37 h 45"/>
                <a:gd name="T44" fmla="*/ 32 w 50"/>
                <a:gd name="T45" fmla="*/ 10 h 45"/>
                <a:gd name="T46" fmla="*/ 26 w 50"/>
                <a:gd name="T47" fmla="*/ 17 h 45"/>
                <a:gd name="T48" fmla="*/ 37 w 50"/>
                <a:gd name="T49" fmla="*/ 17 h 45"/>
                <a:gd name="T50" fmla="*/ 33 w 50"/>
                <a:gd name="T51" fmla="*/ 21 h 45"/>
                <a:gd name="T52" fmla="*/ 42 w 50"/>
                <a:gd name="T53" fmla="*/ 43 h 45"/>
                <a:gd name="T54" fmla="*/ 42 w 50"/>
                <a:gd name="T55" fmla="*/ 42 h 45"/>
                <a:gd name="T56" fmla="*/ 38 w 50"/>
                <a:gd name="T57" fmla="*/ 27 h 45"/>
                <a:gd name="T58" fmla="*/ 12 w 50"/>
                <a:gd name="T59" fmla="*/ 24 h 45"/>
                <a:gd name="T60" fmla="*/ 10 w 50"/>
                <a:gd name="T61" fmla="*/ 37 h 45"/>
                <a:gd name="T62" fmla="*/ 18 w 50"/>
                <a:gd name="T63" fmla="*/ 38 h 45"/>
                <a:gd name="T64" fmla="*/ 32 w 50"/>
                <a:gd name="T65" fmla="*/ 38 h 45"/>
                <a:gd name="T66" fmla="*/ 45 w 50"/>
                <a:gd name="T67" fmla="*/ 38 h 45"/>
                <a:gd name="T68" fmla="*/ 43 w 50"/>
                <a:gd name="T69" fmla="*/ 40 h 45"/>
                <a:gd name="T70" fmla="*/ 38 w 50"/>
                <a:gd name="T71" fmla="*/ 39 h 45"/>
                <a:gd name="T72" fmla="*/ 40 w 50"/>
                <a:gd name="T73" fmla="*/ 42 h 45"/>
                <a:gd name="T74" fmla="*/ 42 w 50"/>
                <a:gd name="T75" fmla="*/ 41 h 45"/>
                <a:gd name="T76" fmla="*/ 31 w 50"/>
                <a:gd name="T77" fmla="*/ 40 h 45"/>
                <a:gd name="T78" fmla="*/ 28 w 50"/>
                <a:gd name="T79" fmla="*/ 39 h 45"/>
                <a:gd name="T80" fmla="*/ 23 w 50"/>
                <a:gd name="T81" fmla="*/ 40 h 45"/>
                <a:gd name="T82" fmla="*/ 20 w 50"/>
                <a:gd name="T83" fmla="*/ 41 h 45"/>
                <a:gd name="T84" fmla="*/ 44 w 50"/>
                <a:gd name="T85" fmla="*/ 42 h 45"/>
                <a:gd name="T86" fmla="*/ 41 w 50"/>
                <a:gd name="T87" fmla="*/ 43 h 45"/>
                <a:gd name="T88" fmla="*/ 34 w 50"/>
                <a:gd name="T89" fmla="*/ 43 h 45"/>
                <a:gd name="T90" fmla="*/ 27 w 50"/>
                <a:gd name="T91" fmla="*/ 43 h 45"/>
                <a:gd name="T92" fmla="*/ 46 w 50"/>
                <a:gd name="T93" fmla="*/ 44 h 45"/>
                <a:gd name="T94" fmla="*/ 18 w 50"/>
                <a:gd name="T95" fmla="*/ 44 h 45"/>
                <a:gd name="T96" fmla="*/ 14 w 50"/>
                <a:gd name="T97" fmla="*/ 42 h 45"/>
                <a:gd name="T98" fmla="*/ 11 w 50"/>
                <a:gd name="T99" fmla="*/ 42 h 45"/>
                <a:gd name="T100" fmla="*/ 1 w 50"/>
                <a:gd name="T101" fmla="*/ 44 h 45"/>
                <a:gd name="T102" fmla="*/ 19 w 50"/>
                <a:gd name="T103" fmla="*/ 45 h 45"/>
                <a:gd name="T104" fmla="*/ 38 w 50"/>
                <a:gd name="T105" fmla="*/ 40 h 45"/>
                <a:gd name="T106" fmla="*/ 35 w 50"/>
                <a:gd name="T107" fmla="*/ 40 h 45"/>
                <a:gd name="T108" fmla="*/ 17 w 50"/>
                <a:gd name="T109" fmla="*/ 24 h 45"/>
                <a:gd name="T110" fmla="*/ 36 w 50"/>
                <a:gd name="T111" fmla="*/ 11 h 45"/>
                <a:gd name="T112" fmla="*/ 41 w 50"/>
                <a:gd name="T113" fmla="*/ 24 h 45"/>
                <a:gd name="T114" fmla="*/ 13 w 50"/>
                <a:gd name="T115" fmla="*/ 17 h 45"/>
                <a:gd name="T116" fmla="*/ 11 w 50"/>
                <a:gd name="T117" fmla="*/ 14 h 45"/>
                <a:gd name="T118" fmla="*/ 38 w 50"/>
                <a:gd name="T119" fmla="*/ 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" h="45">
                  <a:moveTo>
                    <a:pt x="20" y="24"/>
                  </a:moveTo>
                  <a:cubicBezTo>
                    <a:pt x="21" y="23"/>
                    <a:pt x="22" y="22"/>
                    <a:pt x="25" y="22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20" y="24"/>
                    <a:pt x="20" y="24"/>
                    <a:pt x="20" y="24"/>
                  </a:cubicBezTo>
                  <a:close/>
                  <a:moveTo>
                    <a:pt x="21" y="17"/>
                  </a:moveTo>
                  <a:cubicBezTo>
                    <a:pt x="14" y="17"/>
                    <a:pt x="14" y="17"/>
                    <a:pt x="14" y="17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21" y="20"/>
                    <a:pt x="21" y="20"/>
                    <a:pt x="21" y="20"/>
                  </a:cubicBezTo>
                  <a:lnTo>
                    <a:pt x="21" y="17"/>
                  </a:lnTo>
                  <a:close/>
                  <a:moveTo>
                    <a:pt x="25" y="15"/>
                  </a:moveTo>
                  <a:cubicBezTo>
                    <a:pt x="18" y="15"/>
                    <a:pt x="18" y="15"/>
                    <a:pt x="18" y="15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25" y="17"/>
                    <a:pt x="25" y="17"/>
                    <a:pt x="25" y="17"/>
                  </a:cubicBezTo>
                  <a:lnTo>
                    <a:pt x="25" y="15"/>
                  </a:lnTo>
                  <a:close/>
                  <a:moveTo>
                    <a:pt x="21" y="11"/>
                  </a:moveTo>
                  <a:cubicBezTo>
                    <a:pt x="15" y="11"/>
                    <a:pt x="15" y="11"/>
                    <a:pt x="15" y="11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21" y="14"/>
                    <a:pt x="21" y="14"/>
                    <a:pt x="21" y="14"/>
                  </a:cubicBezTo>
                  <a:lnTo>
                    <a:pt x="21" y="11"/>
                  </a:lnTo>
                  <a:close/>
                  <a:moveTo>
                    <a:pt x="13" y="27"/>
                  </a:moveTo>
                  <a:cubicBezTo>
                    <a:pt x="19" y="27"/>
                    <a:pt x="19" y="27"/>
                    <a:pt x="19" y="27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13" y="24"/>
                    <a:pt x="13" y="24"/>
                    <a:pt x="13" y="24"/>
                  </a:cubicBezTo>
                  <a:lnTo>
                    <a:pt x="13" y="27"/>
                  </a:lnTo>
                  <a:close/>
                  <a:moveTo>
                    <a:pt x="30" y="30"/>
                  </a:moveTo>
                  <a:cubicBezTo>
                    <a:pt x="34" y="30"/>
                    <a:pt x="34" y="30"/>
                    <a:pt x="34" y="30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0" y="29"/>
                    <a:pt x="30" y="29"/>
                    <a:pt x="30" y="29"/>
                  </a:cubicBezTo>
                  <a:lnTo>
                    <a:pt x="30" y="30"/>
                  </a:lnTo>
                  <a:close/>
                  <a:moveTo>
                    <a:pt x="22" y="14"/>
                  </a:moveTo>
                  <a:cubicBezTo>
                    <a:pt x="28" y="14"/>
                    <a:pt x="28" y="14"/>
                    <a:pt x="28" y="14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2" y="11"/>
                    <a:pt x="22" y="11"/>
                    <a:pt x="22" y="11"/>
                  </a:cubicBezTo>
                  <a:lnTo>
                    <a:pt x="22" y="14"/>
                  </a:lnTo>
                  <a:close/>
                  <a:moveTo>
                    <a:pt x="37" y="24"/>
                  </a:moveTo>
                  <a:cubicBezTo>
                    <a:pt x="31" y="24"/>
                    <a:pt x="31" y="24"/>
                    <a:pt x="31" y="24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7" y="27"/>
                    <a:pt x="37" y="27"/>
                    <a:pt x="37" y="27"/>
                  </a:cubicBezTo>
                  <a:lnTo>
                    <a:pt x="37" y="24"/>
                  </a:lnTo>
                  <a:close/>
                  <a:moveTo>
                    <a:pt x="20" y="29"/>
                  </a:move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20" y="30"/>
                    <a:pt x="20" y="30"/>
                    <a:pt x="20" y="30"/>
                  </a:cubicBezTo>
                  <a:lnTo>
                    <a:pt x="20" y="29"/>
                  </a:lnTo>
                  <a:close/>
                  <a:moveTo>
                    <a:pt x="25" y="24"/>
                  </a:moveTo>
                  <a:cubicBezTo>
                    <a:pt x="21" y="24"/>
                    <a:pt x="21" y="27"/>
                    <a:pt x="21" y="29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0" y="28"/>
                    <a:pt x="29" y="24"/>
                    <a:pt x="25" y="24"/>
                  </a:cubicBezTo>
                  <a:moveTo>
                    <a:pt x="30" y="35"/>
                  </a:moveTo>
                  <a:cubicBezTo>
                    <a:pt x="32" y="35"/>
                    <a:pt x="32" y="35"/>
                    <a:pt x="32" y="35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30" y="31"/>
                    <a:pt x="30" y="31"/>
                    <a:pt x="30" y="31"/>
                  </a:cubicBezTo>
                  <a:lnTo>
                    <a:pt x="30" y="35"/>
                  </a:lnTo>
                  <a:close/>
                  <a:moveTo>
                    <a:pt x="34" y="30"/>
                  </a:moveTo>
                  <a:cubicBezTo>
                    <a:pt x="43" y="30"/>
                    <a:pt x="43" y="30"/>
                    <a:pt x="43" y="30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34" y="27"/>
                    <a:pt x="34" y="27"/>
                    <a:pt x="34" y="27"/>
                  </a:cubicBezTo>
                  <a:lnTo>
                    <a:pt x="34" y="30"/>
                  </a:lnTo>
                  <a:close/>
                  <a:moveTo>
                    <a:pt x="32" y="28"/>
                  </a:moveTo>
                  <a:cubicBezTo>
                    <a:pt x="32" y="27"/>
                    <a:pt x="31" y="22"/>
                    <a:pt x="25" y="22"/>
                  </a:cubicBezTo>
                  <a:cubicBezTo>
                    <a:pt x="20" y="22"/>
                    <a:pt x="19" y="27"/>
                    <a:pt x="19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7"/>
                    <a:pt x="21" y="26"/>
                    <a:pt x="21" y="25"/>
                  </a:cubicBezTo>
                  <a:cubicBezTo>
                    <a:pt x="22" y="24"/>
                    <a:pt x="23" y="23"/>
                    <a:pt x="25" y="23"/>
                  </a:cubicBezTo>
                  <a:cubicBezTo>
                    <a:pt x="30" y="23"/>
                    <a:pt x="30" y="27"/>
                    <a:pt x="30" y="29"/>
                  </a:cubicBezTo>
                  <a:lnTo>
                    <a:pt x="32" y="28"/>
                  </a:lnTo>
                  <a:close/>
                  <a:moveTo>
                    <a:pt x="4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40" y="5"/>
                    <a:pt x="40" y="5"/>
                    <a:pt x="40" y="5"/>
                  </a:cubicBezTo>
                  <a:lnTo>
                    <a:pt x="40" y="0"/>
                  </a:lnTo>
                  <a:close/>
                  <a:moveTo>
                    <a:pt x="47" y="39"/>
                  </a:move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8" y="44"/>
                    <a:pt x="49" y="43"/>
                    <a:pt x="50" y="43"/>
                  </a:cubicBezTo>
                  <a:cubicBezTo>
                    <a:pt x="49" y="42"/>
                    <a:pt x="47" y="39"/>
                    <a:pt x="47" y="39"/>
                  </a:cubicBezTo>
                  <a:moveTo>
                    <a:pt x="6" y="39"/>
                  </a:move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7" y="39"/>
                    <a:pt x="16" y="39"/>
                    <a:pt x="15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8"/>
                    <a:pt x="12" y="38"/>
                    <a:pt x="11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9" y="38"/>
                    <a:pt x="8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4" y="38"/>
                    <a:pt x="3" y="39"/>
                  </a:cubicBezTo>
                  <a:cubicBezTo>
                    <a:pt x="2" y="40"/>
                    <a:pt x="1" y="42"/>
                    <a:pt x="0" y="42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2" y="43"/>
                    <a:pt x="3" y="42"/>
                    <a:pt x="4" y="41"/>
                  </a:cubicBezTo>
                  <a:lnTo>
                    <a:pt x="6" y="39"/>
                  </a:lnTo>
                  <a:close/>
                  <a:moveTo>
                    <a:pt x="26" y="10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26" y="9"/>
                    <a:pt x="26" y="9"/>
                    <a:pt x="26" y="9"/>
                  </a:cubicBezTo>
                  <a:lnTo>
                    <a:pt x="26" y="10"/>
                  </a:lnTo>
                  <a:close/>
                  <a:moveTo>
                    <a:pt x="29" y="14"/>
                  </a:moveTo>
                  <a:cubicBezTo>
                    <a:pt x="36" y="14"/>
                    <a:pt x="36" y="14"/>
                    <a:pt x="36" y="14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29" y="11"/>
                    <a:pt x="29" y="11"/>
                    <a:pt x="29" y="11"/>
                  </a:cubicBezTo>
                  <a:lnTo>
                    <a:pt x="29" y="14"/>
                  </a:lnTo>
                  <a:close/>
                  <a:moveTo>
                    <a:pt x="26" y="17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26" y="15"/>
                    <a:pt x="26" y="15"/>
                    <a:pt x="26" y="15"/>
                  </a:cubicBezTo>
                  <a:lnTo>
                    <a:pt x="26" y="17"/>
                  </a:lnTo>
                  <a:close/>
                  <a:moveTo>
                    <a:pt x="37" y="17"/>
                  </a:moveTo>
                  <a:cubicBezTo>
                    <a:pt x="29" y="17"/>
                    <a:pt x="29" y="17"/>
                    <a:pt x="29" y="17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7" y="20"/>
                    <a:pt x="37" y="20"/>
                    <a:pt x="37" y="20"/>
                  </a:cubicBezTo>
                  <a:lnTo>
                    <a:pt x="37" y="17"/>
                  </a:lnTo>
                  <a:close/>
                  <a:moveTo>
                    <a:pt x="29" y="17"/>
                  </a:moveTo>
                  <a:cubicBezTo>
                    <a:pt x="22" y="17"/>
                    <a:pt x="22" y="17"/>
                    <a:pt x="22" y="17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9" y="20"/>
                    <a:pt x="29" y="20"/>
                    <a:pt x="29" y="20"/>
                  </a:cubicBezTo>
                  <a:lnTo>
                    <a:pt x="29" y="17"/>
                  </a:lnTo>
                  <a:close/>
                  <a:moveTo>
                    <a:pt x="26" y="22"/>
                  </a:moveTo>
                  <a:cubicBezTo>
                    <a:pt x="28" y="22"/>
                    <a:pt x="29" y="23"/>
                    <a:pt x="30" y="24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26" y="21"/>
                    <a:pt x="26" y="21"/>
                    <a:pt x="26" y="21"/>
                  </a:cubicBezTo>
                  <a:lnTo>
                    <a:pt x="26" y="22"/>
                  </a:lnTo>
                  <a:close/>
                  <a:moveTo>
                    <a:pt x="19" y="10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19" y="9"/>
                    <a:pt x="19" y="9"/>
                    <a:pt x="19" y="9"/>
                  </a:cubicBezTo>
                  <a:lnTo>
                    <a:pt x="19" y="10"/>
                  </a:lnTo>
                  <a:close/>
                  <a:moveTo>
                    <a:pt x="42" y="43"/>
                  </a:move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3"/>
                    <a:pt x="42" y="43"/>
                    <a:pt x="42" y="43"/>
                  </a:cubicBezTo>
                  <a:close/>
                  <a:moveTo>
                    <a:pt x="20" y="31"/>
                  </a:moveTo>
                  <a:cubicBezTo>
                    <a:pt x="8" y="31"/>
                    <a:pt x="8" y="31"/>
                    <a:pt x="8" y="31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31"/>
                  </a:lnTo>
                  <a:close/>
                  <a:moveTo>
                    <a:pt x="38" y="27"/>
                  </a:moveTo>
                  <a:cubicBezTo>
                    <a:pt x="42" y="27"/>
                    <a:pt x="42" y="27"/>
                    <a:pt x="42" y="27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38" y="24"/>
                    <a:pt x="38" y="24"/>
                    <a:pt x="38" y="24"/>
                  </a:cubicBezTo>
                  <a:lnTo>
                    <a:pt x="38" y="27"/>
                  </a:lnTo>
                  <a:close/>
                  <a:moveTo>
                    <a:pt x="12" y="24"/>
                  </a:moveTo>
                  <a:cubicBezTo>
                    <a:pt x="9" y="24"/>
                    <a:pt x="9" y="24"/>
                    <a:pt x="9" y="24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12" y="27"/>
                    <a:pt x="12" y="27"/>
                    <a:pt x="12" y="27"/>
                  </a:cubicBezTo>
                  <a:lnTo>
                    <a:pt x="12" y="24"/>
                  </a:lnTo>
                  <a:close/>
                  <a:moveTo>
                    <a:pt x="16" y="27"/>
                  </a:moveTo>
                  <a:cubicBezTo>
                    <a:pt x="9" y="27"/>
                    <a:pt x="9" y="27"/>
                    <a:pt x="9" y="27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16" y="30"/>
                    <a:pt x="16" y="30"/>
                    <a:pt x="16" y="30"/>
                  </a:cubicBezTo>
                  <a:lnTo>
                    <a:pt x="16" y="27"/>
                  </a:lnTo>
                  <a:close/>
                  <a:moveTo>
                    <a:pt x="7" y="37"/>
                  </a:move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8" y="37"/>
                    <a:pt x="9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3" y="38"/>
                    <a:pt x="14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6" y="38"/>
                    <a:pt x="17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2" y="38"/>
                    <a:pt x="24" y="38"/>
                    <a:pt x="27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9" y="38"/>
                    <a:pt x="30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lnTo>
                    <a:pt x="7" y="37"/>
                  </a:lnTo>
                  <a:close/>
                  <a:moveTo>
                    <a:pt x="43" y="40"/>
                  </a:moveTo>
                  <a:cubicBezTo>
                    <a:pt x="42" y="39"/>
                    <a:pt x="42" y="39"/>
                    <a:pt x="42" y="39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0"/>
                    <a:pt x="43" y="40"/>
                    <a:pt x="43" y="40"/>
                  </a:cubicBezTo>
                  <a:close/>
                  <a:moveTo>
                    <a:pt x="29" y="40"/>
                  </a:move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1"/>
                    <a:pt x="33" y="43"/>
                    <a:pt x="34" y="43"/>
                  </a:cubicBezTo>
                  <a:cubicBezTo>
                    <a:pt x="34" y="42"/>
                    <a:pt x="34" y="41"/>
                    <a:pt x="34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0" y="39"/>
                    <a:pt x="29" y="39"/>
                    <a:pt x="28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3" y="38"/>
                    <a:pt x="22" y="38"/>
                    <a:pt x="21" y="38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4" y="42"/>
                    <a:pt x="26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42"/>
                    <a:pt x="28" y="41"/>
                    <a:pt x="29" y="40"/>
                  </a:cubicBezTo>
                  <a:moveTo>
                    <a:pt x="46" y="42"/>
                  </a:moveTo>
                  <a:cubicBezTo>
                    <a:pt x="46" y="42"/>
                    <a:pt x="46" y="42"/>
                    <a:pt x="46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2"/>
                    <a:pt x="43" y="43"/>
                    <a:pt x="43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1"/>
                    <a:pt x="35" y="42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2" y="43"/>
                    <a:pt x="31" y="41"/>
                    <a:pt x="31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7" y="43"/>
                    <a:pt x="30" y="44"/>
                    <a:pt x="31" y="44"/>
                  </a:cubicBezTo>
                  <a:cubicBezTo>
                    <a:pt x="34" y="44"/>
                    <a:pt x="35" y="43"/>
                    <a:pt x="37" y="43"/>
                  </a:cubicBezTo>
                  <a:cubicBezTo>
                    <a:pt x="39" y="43"/>
                    <a:pt x="40" y="43"/>
                    <a:pt x="42" y="44"/>
                  </a:cubicBezTo>
                  <a:cubicBezTo>
                    <a:pt x="43" y="44"/>
                    <a:pt x="44" y="44"/>
                    <a:pt x="45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lnTo>
                    <a:pt x="46" y="42"/>
                  </a:lnTo>
                  <a:close/>
                  <a:moveTo>
                    <a:pt x="22" y="42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5" y="43"/>
                    <a:pt x="5" y="43"/>
                    <a:pt x="4" y="42"/>
                  </a:cubicBezTo>
                  <a:cubicBezTo>
                    <a:pt x="4" y="42"/>
                    <a:pt x="3" y="43"/>
                    <a:pt x="1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3" y="44"/>
                    <a:pt x="3" y="44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7" y="45"/>
                    <a:pt x="8" y="44"/>
                    <a:pt x="8" y="44"/>
                  </a:cubicBezTo>
                  <a:cubicBezTo>
                    <a:pt x="9" y="44"/>
                    <a:pt x="11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5" y="43"/>
                    <a:pt x="16" y="44"/>
                  </a:cubicBezTo>
                  <a:cubicBezTo>
                    <a:pt x="17" y="44"/>
                    <a:pt x="18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0" y="45"/>
                    <a:pt x="22" y="43"/>
                    <a:pt x="24" y="43"/>
                  </a:cubicBezTo>
                  <a:lnTo>
                    <a:pt x="22" y="42"/>
                  </a:lnTo>
                  <a:close/>
                  <a:moveTo>
                    <a:pt x="37" y="42"/>
                  </a:move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7" y="42"/>
                  </a:lnTo>
                  <a:close/>
                  <a:moveTo>
                    <a:pt x="17" y="21"/>
                  </a:moveTo>
                  <a:cubicBezTo>
                    <a:pt x="10" y="21"/>
                    <a:pt x="10" y="21"/>
                    <a:pt x="10" y="21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7" y="24"/>
                    <a:pt x="17" y="24"/>
                    <a:pt x="17" y="24"/>
                  </a:cubicBezTo>
                  <a:lnTo>
                    <a:pt x="17" y="21"/>
                  </a:lnTo>
                  <a:close/>
                  <a:moveTo>
                    <a:pt x="32" y="9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8" y="9"/>
                    <a:pt x="38" y="9"/>
                    <a:pt x="38" y="9"/>
                  </a:cubicBezTo>
                  <a:lnTo>
                    <a:pt x="32" y="9"/>
                  </a:lnTo>
                  <a:close/>
                  <a:moveTo>
                    <a:pt x="39" y="14"/>
                  </a:moveTo>
                  <a:cubicBezTo>
                    <a:pt x="39" y="11"/>
                    <a:pt x="39" y="11"/>
                    <a:pt x="39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4"/>
                    <a:pt x="36" y="14"/>
                    <a:pt x="36" y="14"/>
                  </a:cubicBezTo>
                  <a:lnTo>
                    <a:pt x="39" y="14"/>
                  </a:lnTo>
                  <a:close/>
                  <a:moveTo>
                    <a:pt x="40" y="15"/>
                  </a:moveTo>
                  <a:cubicBezTo>
                    <a:pt x="33" y="15"/>
                    <a:pt x="33" y="15"/>
                    <a:pt x="33" y="15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40" y="15"/>
                  </a:lnTo>
                  <a:close/>
                  <a:moveTo>
                    <a:pt x="34" y="24"/>
                  </a:moveTo>
                  <a:cubicBezTo>
                    <a:pt x="41" y="24"/>
                    <a:pt x="41" y="24"/>
                    <a:pt x="41" y="24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34" y="21"/>
                    <a:pt x="34" y="21"/>
                    <a:pt x="34" y="21"/>
                  </a:cubicBezTo>
                  <a:lnTo>
                    <a:pt x="34" y="24"/>
                  </a:lnTo>
                  <a:close/>
                  <a:moveTo>
                    <a:pt x="37" y="17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41" y="20"/>
                    <a:pt x="41" y="20"/>
                    <a:pt x="41" y="20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37" y="17"/>
                  </a:lnTo>
                  <a:close/>
                  <a:moveTo>
                    <a:pt x="13" y="17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3" y="20"/>
                    <a:pt x="13" y="20"/>
                    <a:pt x="13" y="20"/>
                  </a:cubicBezTo>
                  <a:lnTo>
                    <a:pt x="13" y="17"/>
                  </a:lnTo>
                  <a:close/>
                  <a:moveTo>
                    <a:pt x="11" y="14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2" y="11"/>
                    <a:pt x="12" y="11"/>
                    <a:pt x="12" y="11"/>
                  </a:cubicBezTo>
                  <a:lnTo>
                    <a:pt x="11" y="14"/>
                  </a:lnTo>
                  <a:close/>
                  <a:moveTo>
                    <a:pt x="18" y="15"/>
                  </a:moveTo>
                  <a:cubicBezTo>
                    <a:pt x="11" y="15"/>
                    <a:pt x="11" y="15"/>
                    <a:pt x="11" y="15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8" y="15"/>
                  </a:lnTo>
                  <a:close/>
                  <a:moveTo>
                    <a:pt x="10" y="6"/>
                  </a:moveTo>
                  <a:cubicBezTo>
                    <a:pt x="12" y="8"/>
                    <a:pt x="12" y="8"/>
                    <a:pt x="12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0" y="6"/>
                    <a:pt x="40" y="6"/>
                    <a:pt x="40" y="6"/>
                  </a:cubicBezTo>
                  <a:lnTo>
                    <a:pt x="10" y="6"/>
                  </a:lnTo>
                  <a:close/>
                  <a:moveTo>
                    <a:pt x="18" y="9"/>
                  </a:moveTo>
                  <a:cubicBezTo>
                    <a:pt x="12" y="9"/>
                    <a:pt x="12" y="9"/>
                    <a:pt x="12" y="9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8" y="10"/>
                    <a:pt x="18" y="10"/>
                    <a:pt x="18" y="10"/>
                  </a:cubicBezTo>
                  <a:lnTo>
                    <a:pt x="1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36" name="Grupo 135">
            <a:extLst>
              <a:ext uri="{FF2B5EF4-FFF2-40B4-BE49-F238E27FC236}">
                <a16:creationId xmlns:a16="http://schemas.microsoft.com/office/drawing/2014/main" id="{947265B8-5B32-4D49-A74F-51EBC6841500}"/>
              </a:ext>
            </a:extLst>
          </p:cNvPr>
          <p:cNvGrpSpPr/>
          <p:nvPr userDrawn="1"/>
        </p:nvGrpSpPr>
        <p:grpSpPr>
          <a:xfrm>
            <a:off x="9269672" y="352811"/>
            <a:ext cx="1108652" cy="538385"/>
            <a:chOff x="3838575" y="2246313"/>
            <a:chExt cx="1931988" cy="938213"/>
          </a:xfrm>
        </p:grpSpPr>
        <p:sp>
          <p:nvSpPr>
            <p:cNvPr id="137" name="Rectangle 5">
              <a:extLst>
                <a:ext uri="{FF2B5EF4-FFF2-40B4-BE49-F238E27FC236}">
                  <a16:creationId xmlns:a16="http://schemas.microsoft.com/office/drawing/2014/main" id="{02E920ED-FF17-4757-A98D-1F7CAD7384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575" y="2246313"/>
              <a:ext cx="1931988" cy="938213"/>
            </a:xfrm>
            <a:prstGeom prst="rect">
              <a:avLst/>
            </a:prstGeom>
            <a:solidFill>
              <a:srgbClr val="00B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8" name="Freeform 37">
              <a:extLst>
                <a:ext uri="{FF2B5EF4-FFF2-40B4-BE49-F238E27FC236}">
                  <a16:creationId xmlns:a16="http://schemas.microsoft.com/office/drawing/2014/main" id="{BC1CB73D-9D60-4103-8D2B-B2BFF24157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727325"/>
              <a:ext cx="1668463" cy="123825"/>
            </a:xfrm>
            <a:custGeom>
              <a:avLst/>
              <a:gdLst>
                <a:gd name="T0" fmla="*/ 768 w 770"/>
                <a:gd name="T1" fmla="*/ 17 h 57"/>
                <a:gd name="T2" fmla="*/ 743 w 770"/>
                <a:gd name="T3" fmla="*/ 44 h 57"/>
                <a:gd name="T4" fmla="*/ 715 w 770"/>
                <a:gd name="T5" fmla="*/ 22 h 57"/>
                <a:gd name="T6" fmla="*/ 720 w 770"/>
                <a:gd name="T7" fmla="*/ 17 h 57"/>
                <a:gd name="T8" fmla="*/ 704 w 770"/>
                <a:gd name="T9" fmla="*/ 51 h 57"/>
                <a:gd name="T10" fmla="*/ 689 w 770"/>
                <a:gd name="T11" fmla="*/ 56 h 57"/>
                <a:gd name="T12" fmla="*/ 669 w 770"/>
                <a:gd name="T13" fmla="*/ 20 h 57"/>
                <a:gd name="T14" fmla="*/ 662 w 770"/>
                <a:gd name="T15" fmla="*/ 48 h 57"/>
                <a:gd name="T16" fmla="*/ 662 w 770"/>
                <a:gd name="T17" fmla="*/ 17 h 57"/>
                <a:gd name="T18" fmla="*/ 607 w 770"/>
                <a:gd name="T19" fmla="*/ 17 h 57"/>
                <a:gd name="T20" fmla="*/ 593 w 770"/>
                <a:gd name="T21" fmla="*/ 17 h 57"/>
                <a:gd name="T22" fmla="*/ 597 w 770"/>
                <a:gd name="T23" fmla="*/ 56 h 57"/>
                <a:gd name="T24" fmla="*/ 610 w 770"/>
                <a:gd name="T25" fmla="*/ 56 h 57"/>
                <a:gd name="T26" fmla="*/ 563 w 770"/>
                <a:gd name="T27" fmla="*/ 51 h 57"/>
                <a:gd name="T28" fmla="*/ 560 w 770"/>
                <a:gd name="T29" fmla="*/ 29 h 57"/>
                <a:gd name="T30" fmla="*/ 568 w 770"/>
                <a:gd name="T31" fmla="*/ 17 h 57"/>
                <a:gd name="T32" fmla="*/ 569 w 770"/>
                <a:gd name="T33" fmla="*/ 56 h 57"/>
                <a:gd name="T34" fmla="*/ 511 w 770"/>
                <a:gd name="T35" fmla="*/ 17 h 57"/>
                <a:gd name="T36" fmla="*/ 504 w 770"/>
                <a:gd name="T37" fmla="*/ 54 h 57"/>
                <a:gd name="T38" fmla="*/ 504 w 770"/>
                <a:gd name="T39" fmla="*/ 29 h 57"/>
                <a:gd name="T40" fmla="*/ 453 w 770"/>
                <a:gd name="T41" fmla="*/ 17 h 57"/>
                <a:gd name="T42" fmla="*/ 430 w 770"/>
                <a:gd name="T43" fmla="*/ 17 h 57"/>
                <a:gd name="T44" fmla="*/ 422 w 770"/>
                <a:gd name="T45" fmla="*/ 56 h 57"/>
                <a:gd name="T46" fmla="*/ 379 w 770"/>
                <a:gd name="T47" fmla="*/ 41 h 57"/>
                <a:gd name="T48" fmla="*/ 395 w 770"/>
                <a:gd name="T49" fmla="*/ 56 h 57"/>
                <a:gd name="T50" fmla="*/ 350 w 770"/>
                <a:gd name="T51" fmla="*/ 56 h 57"/>
                <a:gd name="T52" fmla="*/ 377 w 770"/>
                <a:gd name="T53" fmla="*/ 52 h 57"/>
                <a:gd name="T54" fmla="*/ 347 w 770"/>
                <a:gd name="T55" fmla="*/ 20 h 57"/>
                <a:gd name="T56" fmla="*/ 327 w 770"/>
                <a:gd name="T57" fmla="*/ 56 h 57"/>
                <a:gd name="T58" fmla="*/ 310 w 770"/>
                <a:gd name="T59" fmla="*/ 28 h 57"/>
                <a:gd name="T60" fmla="*/ 320 w 770"/>
                <a:gd name="T61" fmla="*/ 52 h 57"/>
                <a:gd name="T62" fmla="*/ 284 w 770"/>
                <a:gd name="T63" fmla="*/ 17 h 57"/>
                <a:gd name="T64" fmla="*/ 303 w 770"/>
                <a:gd name="T65" fmla="*/ 52 h 57"/>
                <a:gd name="T66" fmla="*/ 275 w 770"/>
                <a:gd name="T67" fmla="*/ 45 h 57"/>
                <a:gd name="T68" fmla="*/ 271 w 770"/>
                <a:gd name="T69" fmla="*/ 42 h 57"/>
                <a:gd name="T70" fmla="*/ 270 w 770"/>
                <a:gd name="T71" fmla="*/ 27 h 57"/>
                <a:gd name="T72" fmla="*/ 245 w 770"/>
                <a:gd name="T73" fmla="*/ 52 h 57"/>
                <a:gd name="T74" fmla="*/ 238 w 770"/>
                <a:gd name="T75" fmla="*/ 20 h 57"/>
                <a:gd name="T76" fmla="*/ 218 w 770"/>
                <a:gd name="T77" fmla="*/ 56 h 57"/>
                <a:gd name="T78" fmla="*/ 199 w 770"/>
                <a:gd name="T79" fmla="*/ 35 h 57"/>
                <a:gd name="T80" fmla="*/ 171 w 770"/>
                <a:gd name="T81" fmla="*/ 21 h 57"/>
                <a:gd name="T82" fmla="*/ 177 w 770"/>
                <a:gd name="T83" fmla="*/ 34 h 57"/>
                <a:gd name="T84" fmla="*/ 211 w 770"/>
                <a:gd name="T85" fmla="*/ 20 h 57"/>
                <a:gd name="T86" fmla="*/ 145 w 770"/>
                <a:gd name="T87" fmla="*/ 38 h 57"/>
                <a:gd name="T88" fmla="*/ 138 w 770"/>
                <a:gd name="T89" fmla="*/ 21 h 57"/>
                <a:gd name="T90" fmla="*/ 131 w 770"/>
                <a:gd name="T91" fmla="*/ 21 h 57"/>
                <a:gd name="T92" fmla="*/ 102 w 770"/>
                <a:gd name="T93" fmla="*/ 35 h 57"/>
                <a:gd name="T94" fmla="*/ 108 w 770"/>
                <a:gd name="T95" fmla="*/ 22 h 57"/>
                <a:gd name="T96" fmla="*/ 115 w 770"/>
                <a:gd name="T97" fmla="*/ 54 h 57"/>
                <a:gd name="T98" fmla="*/ 62 w 770"/>
                <a:gd name="T99" fmla="*/ 21 h 57"/>
                <a:gd name="T100" fmla="*/ 27 w 770"/>
                <a:gd name="T101" fmla="*/ 20 h 57"/>
                <a:gd name="T102" fmla="*/ 40 w 770"/>
                <a:gd name="T103" fmla="*/ 51 h 57"/>
                <a:gd name="T104" fmla="*/ 69 w 770"/>
                <a:gd name="T105" fmla="*/ 21 h 57"/>
                <a:gd name="T106" fmla="*/ 20 w 770"/>
                <a:gd name="T107" fmla="*/ 17 h 57"/>
                <a:gd name="T108" fmla="*/ 20 w 770"/>
                <a:gd name="T109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70" h="57">
                  <a:moveTo>
                    <a:pt x="770" y="44"/>
                  </a:moveTo>
                  <a:cubicBezTo>
                    <a:pt x="770" y="31"/>
                    <a:pt x="750" y="35"/>
                    <a:pt x="750" y="27"/>
                  </a:cubicBezTo>
                  <a:cubicBezTo>
                    <a:pt x="750" y="23"/>
                    <a:pt x="752" y="21"/>
                    <a:pt x="758" y="21"/>
                  </a:cubicBezTo>
                  <a:cubicBezTo>
                    <a:pt x="759" y="21"/>
                    <a:pt x="761" y="21"/>
                    <a:pt x="762" y="21"/>
                  </a:cubicBezTo>
                  <a:cubicBezTo>
                    <a:pt x="763" y="23"/>
                    <a:pt x="763" y="25"/>
                    <a:pt x="763" y="28"/>
                  </a:cubicBezTo>
                  <a:cubicBezTo>
                    <a:pt x="768" y="28"/>
                    <a:pt x="768" y="28"/>
                    <a:pt x="768" y="28"/>
                  </a:cubicBezTo>
                  <a:cubicBezTo>
                    <a:pt x="768" y="17"/>
                    <a:pt x="768" y="17"/>
                    <a:pt x="768" y="17"/>
                  </a:cubicBezTo>
                  <a:cubicBezTo>
                    <a:pt x="765" y="16"/>
                    <a:pt x="761" y="16"/>
                    <a:pt x="758" y="16"/>
                  </a:cubicBezTo>
                  <a:cubicBezTo>
                    <a:pt x="748" y="16"/>
                    <a:pt x="742" y="21"/>
                    <a:pt x="742" y="28"/>
                  </a:cubicBezTo>
                  <a:cubicBezTo>
                    <a:pt x="742" y="40"/>
                    <a:pt x="763" y="36"/>
                    <a:pt x="763" y="45"/>
                  </a:cubicBezTo>
                  <a:cubicBezTo>
                    <a:pt x="763" y="50"/>
                    <a:pt x="758" y="51"/>
                    <a:pt x="754" y="51"/>
                  </a:cubicBezTo>
                  <a:cubicBezTo>
                    <a:pt x="752" y="51"/>
                    <a:pt x="750" y="51"/>
                    <a:pt x="749" y="51"/>
                  </a:cubicBezTo>
                  <a:cubicBezTo>
                    <a:pt x="748" y="49"/>
                    <a:pt x="748" y="47"/>
                    <a:pt x="748" y="44"/>
                  </a:cubicBezTo>
                  <a:cubicBezTo>
                    <a:pt x="743" y="44"/>
                    <a:pt x="743" y="44"/>
                    <a:pt x="743" y="44"/>
                  </a:cubicBezTo>
                  <a:cubicBezTo>
                    <a:pt x="743" y="55"/>
                    <a:pt x="743" y="55"/>
                    <a:pt x="743" y="55"/>
                  </a:cubicBezTo>
                  <a:cubicBezTo>
                    <a:pt x="746" y="56"/>
                    <a:pt x="750" y="57"/>
                    <a:pt x="753" y="57"/>
                  </a:cubicBezTo>
                  <a:cubicBezTo>
                    <a:pt x="763" y="57"/>
                    <a:pt x="770" y="52"/>
                    <a:pt x="770" y="44"/>
                  </a:cubicBezTo>
                  <a:moveTo>
                    <a:pt x="722" y="41"/>
                  </a:moveTo>
                  <a:cubicBezTo>
                    <a:pt x="708" y="41"/>
                    <a:pt x="708" y="41"/>
                    <a:pt x="708" y="41"/>
                  </a:cubicBezTo>
                  <a:cubicBezTo>
                    <a:pt x="713" y="29"/>
                    <a:pt x="713" y="29"/>
                    <a:pt x="713" y="29"/>
                  </a:cubicBezTo>
                  <a:cubicBezTo>
                    <a:pt x="713" y="27"/>
                    <a:pt x="714" y="24"/>
                    <a:pt x="715" y="22"/>
                  </a:cubicBezTo>
                  <a:cubicBezTo>
                    <a:pt x="715" y="22"/>
                    <a:pt x="715" y="22"/>
                    <a:pt x="715" y="22"/>
                  </a:cubicBezTo>
                  <a:cubicBezTo>
                    <a:pt x="715" y="24"/>
                    <a:pt x="716" y="27"/>
                    <a:pt x="717" y="29"/>
                  </a:cubicBezTo>
                  <a:lnTo>
                    <a:pt x="722" y="41"/>
                  </a:lnTo>
                  <a:close/>
                  <a:moveTo>
                    <a:pt x="737" y="56"/>
                  </a:moveTo>
                  <a:cubicBezTo>
                    <a:pt x="737" y="52"/>
                    <a:pt x="737" y="52"/>
                    <a:pt x="737" y="52"/>
                  </a:cubicBezTo>
                  <a:cubicBezTo>
                    <a:pt x="736" y="52"/>
                    <a:pt x="734" y="51"/>
                    <a:pt x="733" y="51"/>
                  </a:cubicBezTo>
                  <a:cubicBezTo>
                    <a:pt x="720" y="17"/>
                    <a:pt x="720" y="17"/>
                    <a:pt x="720" y="17"/>
                  </a:cubicBezTo>
                  <a:cubicBezTo>
                    <a:pt x="711" y="17"/>
                    <a:pt x="711" y="17"/>
                    <a:pt x="711" y="17"/>
                  </a:cubicBezTo>
                  <a:cubicBezTo>
                    <a:pt x="697" y="51"/>
                    <a:pt x="697" y="51"/>
                    <a:pt x="697" y="51"/>
                  </a:cubicBezTo>
                  <a:cubicBezTo>
                    <a:pt x="696" y="51"/>
                    <a:pt x="694" y="52"/>
                    <a:pt x="693" y="52"/>
                  </a:cubicBezTo>
                  <a:cubicBezTo>
                    <a:pt x="693" y="56"/>
                    <a:pt x="693" y="56"/>
                    <a:pt x="693" y="56"/>
                  </a:cubicBezTo>
                  <a:cubicBezTo>
                    <a:pt x="710" y="56"/>
                    <a:pt x="710" y="56"/>
                    <a:pt x="710" y="56"/>
                  </a:cubicBezTo>
                  <a:cubicBezTo>
                    <a:pt x="710" y="52"/>
                    <a:pt x="710" y="52"/>
                    <a:pt x="710" y="52"/>
                  </a:cubicBezTo>
                  <a:cubicBezTo>
                    <a:pt x="708" y="52"/>
                    <a:pt x="706" y="51"/>
                    <a:pt x="704" y="51"/>
                  </a:cubicBezTo>
                  <a:cubicBezTo>
                    <a:pt x="706" y="46"/>
                    <a:pt x="706" y="46"/>
                    <a:pt x="706" y="46"/>
                  </a:cubicBezTo>
                  <a:cubicBezTo>
                    <a:pt x="723" y="46"/>
                    <a:pt x="723" y="46"/>
                    <a:pt x="723" y="46"/>
                  </a:cubicBezTo>
                  <a:cubicBezTo>
                    <a:pt x="725" y="51"/>
                    <a:pt x="725" y="51"/>
                    <a:pt x="725" y="51"/>
                  </a:cubicBezTo>
                  <a:cubicBezTo>
                    <a:pt x="723" y="51"/>
                    <a:pt x="721" y="52"/>
                    <a:pt x="719" y="52"/>
                  </a:cubicBezTo>
                  <a:cubicBezTo>
                    <a:pt x="719" y="56"/>
                    <a:pt x="719" y="56"/>
                    <a:pt x="719" y="56"/>
                  </a:cubicBezTo>
                  <a:lnTo>
                    <a:pt x="737" y="56"/>
                  </a:lnTo>
                  <a:close/>
                  <a:moveTo>
                    <a:pt x="689" y="56"/>
                  </a:moveTo>
                  <a:cubicBezTo>
                    <a:pt x="689" y="52"/>
                    <a:pt x="689" y="52"/>
                    <a:pt x="689" y="52"/>
                  </a:cubicBezTo>
                  <a:cubicBezTo>
                    <a:pt x="687" y="52"/>
                    <a:pt x="685" y="51"/>
                    <a:pt x="683" y="51"/>
                  </a:cubicBezTo>
                  <a:cubicBezTo>
                    <a:pt x="683" y="21"/>
                    <a:pt x="683" y="21"/>
                    <a:pt x="683" y="21"/>
                  </a:cubicBezTo>
                  <a:cubicBezTo>
                    <a:pt x="685" y="21"/>
                    <a:pt x="687" y="21"/>
                    <a:pt x="689" y="20"/>
                  </a:cubicBezTo>
                  <a:cubicBezTo>
                    <a:pt x="689" y="17"/>
                    <a:pt x="689" y="17"/>
                    <a:pt x="689" y="17"/>
                  </a:cubicBezTo>
                  <a:cubicBezTo>
                    <a:pt x="669" y="17"/>
                    <a:pt x="669" y="17"/>
                    <a:pt x="669" y="17"/>
                  </a:cubicBezTo>
                  <a:cubicBezTo>
                    <a:pt x="669" y="20"/>
                    <a:pt x="669" y="20"/>
                    <a:pt x="669" y="20"/>
                  </a:cubicBezTo>
                  <a:cubicBezTo>
                    <a:pt x="671" y="21"/>
                    <a:pt x="674" y="21"/>
                    <a:pt x="676" y="21"/>
                  </a:cubicBezTo>
                  <a:cubicBezTo>
                    <a:pt x="676" y="51"/>
                    <a:pt x="676" y="51"/>
                    <a:pt x="676" y="51"/>
                  </a:cubicBezTo>
                  <a:cubicBezTo>
                    <a:pt x="674" y="51"/>
                    <a:pt x="671" y="52"/>
                    <a:pt x="669" y="52"/>
                  </a:cubicBezTo>
                  <a:cubicBezTo>
                    <a:pt x="669" y="56"/>
                    <a:pt x="669" y="56"/>
                    <a:pt x="669" y="56"/>
                  </a:cubicBezTo>
                  <a:lnTo>
                    <a:pt x="689" y="56"/>
                  </a:lnTo>
                  <a:close/>
                  <a:moveTo>
                    <a:pt x="662" y="54"/>
                  </a:moveTo>
                  <a:cubicBezTo>
                    <a:pt x="662" y="48"/>
                    <a:pt x="662" y="48"/>
                    <a:pt x="662" y="48"/>
                  </a:cubicBezTo>
                  <a:cubicBezTo>
                    <a:pt x="659" y="49"/>
                    <a:pt x="655" y="50"/>
                    <a:pt x="652" y="50"/>
                  </a:cubicBezTo>
                  <a:cubicBezTo>
                    <a:pt x="643" y="50"/>
                    <a:pt x="638" y="45"/>
                    <a:pt x="638" y="36"/>
                  </a:cubicBezTo>
                  <a:cubicBezTo>
                    <a:pt x="638" y="28"/>
                    <a:pt x="643" y="22"/>
                    <a:pt x="651" y="22"/>
                  </a:cubicBezTo>
                  <a:cubicBezTo>
                    <a:pt x="653" y="22"/>
                    <a:pt x="654" y="22"/>
                    <a:pt x="656" y="23"/>
                  </a:cubicBezTo>
                  <a:cubicBezTo>
                    <a:pt x="656" y="25"/>
                    <a:pt x="656" y="27"/>
                    <a:pt x="657" y="29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62" y="17"/>
                    <a:pt x="662" y="17"/>
                    <a:pt x="662" y="17"/>
                  </a:cubicBezTo>
                  <a:cubicBezTo>
                    <a:pt x="659" y="17"/>
                    <a:pt x="655" y="16"/>
                    <a:pt x="652" y="16"/>
                  </a:cubicBezTo>
                  <a:cubicBezTo>
                    <a:pt x="638" y="16"/>
                    <a:pt x="631" y="26"/>
                    <a:pt x="631" y="37"/>
                  </a:cubicBezTo>
                  <a:cubicBezTo>
                    <a:pt x="631" y="49"/>
                    <a:pt x="638" y="56"/>
                    <a:pt x="651" y="56"/>
                  </a:cubicBezTo>
                  <a:cubicBezTo>
                    <a:pt x="655" y="56"/>
                    <a:pt x="659" y="56"/>
                    <a:pt x="662" y="54"/>
                  </a:cubicBezTo>
                  <a:moveTo>
                    <a:pt x="625" y="20"/>
                  </a:moveTo>
                  <a:cubicBezTo>
                    <a:pt x="625" y="17"/>
                    <a:pt x="625" y="17"/>
                    <a:pt x="625" y="17"/>
                  </a:cubicBezTo>
                  <a:cubicBezTo>
                    <a:pt x="607" y="17"/>
                    <a:pt x="607" y="17"/>
                    <a:pt x="607" y="17"/>
                  </a:cubicBezTo>
                  <a:cubicBezTo>
                    <a:pt x="607" y="20"/>
                    <a:pt x="607" y="20"/>
                    <a:pt x="607" y="20"/>
                  </a:cubicBezTo>
                  <a:cubicBezTo>
                    <a:pt x="608" y="21"/>
                    <a:pt x="611" y="21"/>
                    <a:pt x="613" y="21"/>
                  </a:cubicBezTo>
                  <a:cubicBezTo>
                    <a:pt x="613" y="35"/>
                    <a:pt x="613" y="35"/>
                    <a:pt x="613" y="35"/>
                  </a:cubicBezTo>
                  <a:cubicBezTo>
                    <a:pt x="613" y="41"/>
                    <a:pt x="613" y="45"/>
                    <a:pt x="613" y="48"/>
                  </a:cubicBezTo>
                  <a:cubicBezTo>
                    <a:pt x="613" y="48"/>
                    <a:pt x="613" y="48"/>
                    <a:pt x="613" y="48"/>
                  </a:cubicBezTo>
                  <a:cubicBezTo>
                    <a:pt x="612" y="45"/>
                    <a:pt x="610" y="42"/>
                    <a:pt x="608" y="40"/>
                  </a:cubicBezTo>
                  <a:cubicBezTo>
                    <a:pt x="593" y="17"/>
                    <a:pt x="593" y="17"/>
                    <a:pt x="593" y="17"/>
                  </a:cubicBezTo>
                  <a:cubicBezTo>
                    <a:pt x="577" y="17"/>
                    <a:pt x="577" y="17"/>
                    <a:pt x="577" y="17"/>
                  </a:cubicBezTo>
                  <a:cubicBezTo>
                    <a:pt x="577" y="20"/>
                    <a:pt x="577" y="20"/>
                    <a:pt x="577" y="20"/>
                  </a:cubicBezTo>
                  <a:cubicBezTo>
                    <a:pt x="579" y="21"/>
                    <a:pt x="582" y="21"/>
                    <a:pt x="584" y="21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2" y="51"/>
                    <a:pt x="579" y="52"/>
                    <a:pt x="577" y="52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97" y="56"/>
                    <a:pt x="597" y="56"/>
                    <a:pt x="597" y="56"/>
                  </a:cubicBezTo>
                  <a:cubicBezTo>
                    <a:pt x="597" y="52"/>
                    <a:pt x="597" y="52"/>
                    <a:pt x="597" y="52"/>
                  </a:cubicBezTo>
                  <a:cubicBezTo>
                    <a:pt x="595" y="52"/>
                    <a:pt x="593" y="51"/>
                    <a:pt x="591" y="51"/>
                  </a:cubicBezTo>
                  <a:cubicBezTo>
                    <a:pt x="591" y="34"/>
                    <a:pt x="591" y="34"/>
                    <a:pt x="591" y="34"/>
                  </a:cubicBezTo>
                  <a:cubicBezTo>
                    <a:pt x="591" y="30"/>
                    <a:pt x="590" y="27"/>
                    <a:pt x="590" y="25"/>
                  </a:cubicBezTo>
                  <a:cubicBezTo>
                    <a:pt x="590" y="25"/>
                    <a:pt x="590" y="25"/>
                    <a:pt x="590" y="25"/>
                  </a:cubicBezTo>
                  <a:cubicBezTo>
                    <a:pt x="592" y="27"/>
                    <a:pt x="593" y="30"/>
                    <a:pt x="595" y="32"/>
                  </a:cubicBezTo>
                  <a:cubicBezTo>
                    <a:pt x="610" y="56"/>
                    <a:pt x="610" y="56"/>
                    <a:pt x="610" y="56"/>
                  </a:cubicBezTo>
                  <a:cubicBezTo>
                    <a:pt x="619" y="56"/>
                    <a:pt x="619" y="56"/>
                    <a:pt x="619" y="56"/>
                  </a:cubicBezTo>
                  <a:cubicBezTo>
                    <a:pt x="619" y="21"/>
                    <a:pt x="619" y="21"/>
                    <a:pt x="619" y="21"/>
                  </a:cubicBezTo>
                  <a:cubicBezTo>
                    <a:pt x="621" y="21"/>
                    <a:pt x="623" y="21"/>
                    <a:pt x="625" y="20"/>
                  </a:cubicBezTo>
                  <a:moveTo>
                    <a:pt x="569" y="56"/>
                  </a:moveTo>
                  <a:cubicBezTo>
                    <a:pt x="569" y="45"/>
                    <a:pt x="569" y="45"/>
                    <a:pt x="569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3" y="47"/>
                    <a:pt x="563" y="49"/>
                    <a:pt x="563" y="51"/>
                  </a:cubicBezTo>
                  <a:cubicBezTo>
                    <a:pt x="552" y="51"/>
                    <a:pt x="552" y="51"/>
                    <a:pt x="552" y="51"/>
                  </a:cubicBezTo>
                  <a:cubicBezTo>
                    <a:pt x="552" y="38"/>
                    <a:pt x="552" y="38"/>
                    <a:pt x="552" y="38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559" y="40"/>
                    <a:pt x="559" y="41"/>
                    <a:pt x="560" y="42"/>
                  </a:cubicBezTo>
                  <a:cubicBezTo>
                    <a:pt x="564" y="42"/>
                    <a:pt x="564" y="42"/>
                    <a:pt x="564" y="42"/>
                  </a:cubicBezTo>
                  <a:cubicBezTo>
                    <a:pt x="564" y="29"/>
                    <a:pt x="564" y="29"/>
                    <a:pt x="564" y="29"/>
                  </a:cubicBezTo>
                  <a:cubicBezTo>
                    <a:pt x="560" y="29"/>
                    <a:pt x="560" y="29"/>
                    <a:pt x="560" y="29"/>
                  </a:cubicBezTo>
                  <a:cubicBezTo>
                    <a:pt x="559" y="30"/>
                    <a:pt x="559" y="32"/>
                    <a:pt x="55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21"/>
                    <a:pt x="552" y="21"/>
                    <a:pt x="552" y="21"/>
                  </a:cubicBezTo>
                  <a:cubicBezTo>
                    <a:pt x="563" y="21"/>
                    <a:pt x="563" y="21"/>
                    <a:pt x="563" y="21"/>
                  </a:cubicBezTo>
                  <a:cubicBezTo>
                    <a:pt x="563" y="23"/>
                    <a:pt x="563" y="25"/>
                    <a:pt x="564" y="27"/>
                  </a:cubicBezTo>
                  <a:cubicBezTo>
                    <a:pt x="568" y="27"/>
                    <a:pt x="568" y="27"/>
                    <a:pt x="568" y="27"/>
                  </a:cubicBezTo>
                  <a:cubicBezTo>
                    <a:pt x="568" y="17"/>
                    <a:pt x="568" y="17"/>
                    <a:pt x="568" y="17"/>
                  </a:cubicBezTo>
                  <a:cubicBezTo>
                    <a:pt x="538" y="17"/>
                    <a:pt x="538" y="17"/>
                    <a:pt x="538" y="17"/>
                  </a:cubicBezTo>
                  <a:cubicBezTo>
                    <a:pt x="538" y="20"/>
                    <a:pt x="538" y="20"/>
                    <a:pt x="538" y="20"/>
                  </a:cubicBezTo>
                  <a:cubicBezTo>
                    <a:pt x="540" y="21"/>
                    <a:pt x="543" y="21"/>
                    <a:pt x="545" y="21"/>
                  </a:cubicBezTo>
                  <a:cubicBezTo>
                    <a:pt x="545" y="51"/>
                    <a:pt x="545" y="51"/>
                    <a:pt x="545" y="51"/>
                  </a:cubicBezTo>
                  <a:cubicBezTo>
                    <a:pt x="543" y="51"/>
                    <a:pt x="540" y="52"/>
                    <a:pt x="538" y="52"/>
                  </a:cubicBezTo>
                  <a:cubicBezTo>
                    <a:pt x="538" y="56"/>
                    <a:pt x="538" y="56"/>
                    <a:pt x="538" y="56"/>
                  </a:cubicBezTo>
                  <a:lnTo>
                    <a:pt x="569" y="56"/>
                  </a:lnTo>
                  <a:close/>
                  <a:moveTo>
                    <a:pt x="531" y="56"/>
                  </a:moveTo>
                  <a:cubicBezTo>
                    <a:pt x="531" y="52"/>
                    <a:pt x="531" y="52"/>
                    <a:pt x="531" y="52"/>
                  </a:cubicBezTo>
                  <a:cubicBezTo>
                    <a:pt x="529" y="52"/>
                    <a:pt x="527" y="51"/>
                    <a:pt x="525" y="51"/>
                  </a:cubicBezTo>
                  <a:cubicBezTo>
                    <a:pt x="525" y="21"/>
                    <a:pt x="525" y="21"/>
                    <a:pt x="525" y="21"/>
                  </a:cubicBezTo>
                  <a:cubicBezTo>
                    <a:pt x="527" y="21"/>
                    <a:pt x="529" y="21"/>
                    <a:pt x="531" y="20"/>
                  </a:cubicBezTo>
                  <a:cubicBezTo>
                    <a:pt x="531" y="17"/>
                    <a:pt x="531" y="17"/>
                    <a:pt x="531" y="17"/>
                  </a:cubicBezTo>
                  <a:cubicBezTo>
                    <a:pt x="511" y="17"/>
                    <a:pt x="511" y="17"/>
                    <a:pt x="511" y="17"/>
                  </a:cubicBezTo>
                  <a:cubicBezTo>
                    <a:pt x="511" y="20"/>
                    <a:pt x="511" y="20"/>
                    <a:pt x="511" y="20"/>
                  </a:cubicBezTo>
                  <a:cubicBezTo>
                    <a:pt x="513" y="21"/>
                    <a:pt x="516" y="21"/>
                    <a:pt x="518" y="21"/>
                  </a:cubicBezTo>
                  <a:cubicBezTo>
                    <a:pt x="518" y="51"/>
                    <a:pt x="518" y="51"/>
                    <a:pt x="518" y="51"/>
                  </a:cubicBezTo>
                  <a:cubicBezTo>
                    <a:pt x="516" y="51"/>
                    <a:pt x="513" y="52"/>
                    <a:pt x="511" y="52"/>
                  </a:cubicBezTo>
                  <a:cubicBezTo>
                    <a:pt x="511" y="56"/>
                    <a:pt x="511" y="56"/>
                    <a:pt x="511" y="56"/>
                  </a:cubicBezTo>
                  <a:lnTo>
                    <a:pt x="531" y="56"/>
                  </a:lnTo>
                  <a:close/>
                  <a:moveTo>
                    <a:pt x="504" y="54"/>
                  </a:moveTo>
                  <a:cubicBezTo>
                    <a:pt x="504" y="48"/>
                    <a:pt x="504" y="48"/>
                    <a:pt x="504" y="48"/>
                  </a:cubicBezTo>
                  <a:cubicBezTo>
                    <a:pt x="501" y="49"/>
                    <a:pt x="497" y="50"/>
                    <a:pt x="494" y="50"/>
                  </a:cubicBezTo>
                  <a:cubicBezTo>
                    <a:pt x="485" y="50"/>
                    <a:pt x="481" y="45"/>
                    <a:pt x="481" y="36"/>
                  </a:cubicBezTo>
                  <a:cubicBezTo>
                    <a:pt x="481" y="28"/>
                    <a:pt x="485" y="22"/>
                    <a:pt x="493" y="22"/>
                  </a:cubicBezTo>
                  <a:cubicBezTo>
                    <a:pt x="495" y="22"/>
                    <a:pt x="496" y="22"/>
                    <a:pt x="498" y="23"/>
                  </a:cubicBezTo>
                  <a:cubicBezTo>
                    <a:pt x="498" y="25"/>
                    <a:pt x="499" y="27"/>
                    <a:pt x="499" y="29"/>
                  </a:cubicBezTo>
                  <a:cubicBezTo>
                    <a:pt x="504" y="29"/>
                    <a:pt x="504" y="29"/>
                    <a:pt x="504" y="29"/>
                  </a:cubicBezTo>
                  <a:cubicBezTo>
                    <a:pt x="504" y="17"/>
                    <a:pt x="504" y="17"/>
                    <a:pt x="504" y="17"/>
                  </a:cubicBezTo>
                  <a:cubicBezTo>
                    <a:pt x="501" y="17"/>
                    <a:pt x="497" y="16"/>
                    <a:pt x="494" y="16"/>
                  </a:cubicBezTo>
                  <a:cubicBezTo>
                    <a:pt x="480" y="16"/>
                    <a:pt x="473" y="26"/>
                    <a:pt x="473" y="37"/>
                  </a:cubicBezTo>
                  <a:cubicBezTo>
                    <a:pt x="473" y="49"/>
                    <a:pt x="480" y="56"/>
                    <a:pt x="493" y="56"/>
                  </a:cubicBezTo>
                  <a:cubicBezTo>
                    <a:pt x="497" y="56"/>
                    <a:pt x="501" y="56"/>
                    <a:pt x="504" y="54"/>
                  </a:cubicBezTo>
                  <a:moveTo>
                    <a:pt x="453" y="20"/>
                  </a:moveTo>
                  <a:cubicBezTo>
                    <a:pt x="453" y="17"/>
                    <a:pt x="453" y="17"/>
                    <a:pt x="453" y="17"/>
                  </a:cubicBezTo>
                  <a:cubicBezTo>
                    <a:pt x="436" y="17"/>
                    <a:pt x="436" y="17"/>
                    <a:pt x="436" y="17"/>
                  </a:cubicBezTo>
                  <a:cubicBezTo>
                    <a:pt x="436" y="20"/>
                    <a:pt x="436" y="20"/>
                    <a:pt x="436" y="20"/>
                  </a:cubicBezTo>
                  <a:cubicBezTo>
                    <a:pt x="437" y="21"/>
                    <a:pt x="439" y="21"/>
                    <a:pt x="440" y="21"/>
                  </a:cubicBezTo>
                  <a:cubicBezTo>
                    <a:pt x="433" y="36"/>
                    <a:pt x="433" y="36"/>
                    <a:pt x="433" y="36"/>
                  </a:cubicBezTo>
                  <a:cubicBezTo>
                    <a:pt x="425" y="21"/>
                    <a:pt x="425" y="21"/>
                    <a:pt x="425" y="21"/>
                  </a:cubicBezTo>
                  <a:cubicBezTo>
                    <a:pt x="426" y="21"/>
                    <a:pt x="428" y="21"/>
                    <a:pt x="430" y="20"/>
                  </a:cubicBezTo>
                  <a:cubicBezTo>
                    <a:pt x="430" y="17"/>
                    <a:pt x="430" y="17"/>
                    <a:pt x="430" y="17"/>
                  </a:cubicBezTo>
                  <a:cubicBezTo>
                    <a:pt x="412" y="17"/>
                    <a:pt x="412" y="17"/>
                    <a:pt x="412" y="17"/>
                  </a:cubicBezTo>
                  <a:cubicBezTo>
                    <a:pt x="412" y="20"/>
                    <a:pt x="412" y="20"/>
                    <a:pt x="412" y="20"/>
                  </a:cubicBezTo>
                  <a:cubicBezTo>
                    <a:pt x="414" y="21"/>
                    <a:pt x="415" y="21"/>
                    <a:pt x="417" y="21"/>
                  </a:cubicBezTo>
                  <a:cubicBezTo>
                    <a:pt x="429" y="42"/>
                    <a:pt x="429" y="42"/>
                    <a:pt x="429" y="42"/>
                  </a:cubicBezTo>
                  <a:cubicBezTo>
                    <a:pt x="429" y="51"/>
                    <a:pt x="429" y="51"/>
                    <a:pt x="429" y="51"/>
                  </a:cubicBezTo>
                  <a:cubicBezTo>
                    <a:pt x="427" y="51"/>
                    <a:pt x="424" y="52"/>
                    <a:pt x="422" y="52"/>
                  </a:cubicBezTo>
                  <a:cubicBezTo>
                    <a:pt x="422" y="56"/>
                    <a:pt x="422" y="56"/>
                    <a:pt x="422" y="56"/>
                  </a:cubicBezTo>
                  <a:cubicBezTo>
                    <a:pt x="442" y="56"/>
                    <a:pt x="442" y="56"/>
                    <a:pt x="442" y="56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0" y="52"/>
                    <a:pt x="438" y="51"/>
                    <a:pt x="436" y="51"/>
                  </a:cubicBezTo>
                  <a:cubicBezTo>
                    <a:pt x="436" y="42"/>
                    <a:pt x="436" y="42"/>
                    <a:pt x="436" y="42"/>
                  </a:cubicBezTo>
                  <a:cubicBezTo>
                    <a:pt x="448" y="21"/>
                    <a:pt x="448" y="21"/>
                    <a:pt x="448" y="21"/>
                  </a:cubicBezTo>
                  <a:cubicBezTo>
                    <a:pt x="449" y="21"/>
                    <a:pt x="451" y="21"/>
                    <a:pt x="453" y="20"/>
                  </a:cubicBezTo>
                  <a:moveTo>
                    <a:pt x="379" y="41"/>
                  </a:moveTo>
                  <a:cubicBezTo>
                    <a:pt x="365" y="41"/>
                    <a:pt x="365" y="41"/>
                    <a:pt x="365" y="41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71" y="27"/>
                    <a:pt x="372" y="24"/>
                    <a:pt x="372" y="22"/>
                  </a:cubicBezTo>
                  <a:cubicBezTo>
                    <a:pt x="372" y="22"/>
                    <a:pt x="372" y="22"/>
                    <a:pt x="372" y="22"/>
                  </a:cubicBezTo>
                  <a:cubicBezTo>
                    <a:pt x="373" y="24"/>
                    <a:pt x="373" y="27"/>
                    <a:pt x="374" y="29"/>
                  </a:cubicBezTo>
                  <a:lnTo>
                    <a:pt x="379" y="41"/>
                  </a:lnTo>
                  <a:close/>
                  <a:moveTo>
                    <a:pt x="395" y="56"/>
                  </a:moveTo>
                  <a:cubicBezTo>
                    <a:pt x="395" y="52"/>
                    <a:pt x="395" y="52"/>
                    <a:pt x="395" y="52"/>
                  </a:cubicBezTo>
                  <a:cubicBezTo>
                    <a:pt x="393" y="52"/>
                    <a:pt x="392" y="51"/>
                    <a:pt x="390" y="51"/>
                  </a:cubicBezTo>
                  <a:cubicBezTo>
                    <a:pt x="377" y="17"/>
                    <a:pt x="377" y="17"/>
                    <a:pt x="377" y="17"/>
                  </a:cubicBezTo>
                  <a:cubicBezTo>
                    <a:pt x="368" y="17"/>
                    <a:pt x="368" y="17"/>
                    <a:pt x="368" y="17"/>
                  </a:cubicBezTo>
                  <a:cubicBezTo>
                    <a:pt x="355" y="51"/>
                    <a:pt x="355" y="51"/>
                    <a:pt x="355" y="51"/>
                  </a:cubicBezTo>
                  <a:cubicBezTo>
                    <a:pt x="353" y="51"/>
                    <a:pt x="351" y="52"/>
                    <a:pt x="350" y="52"/>
                  </a:cubicBezTo>
                  <a:cubicBezTo>
                    <a:pt x="350" y="56"/>
                    <a:pt x="350" y="56"/>
                    <a:pt x="350" y="56"/>
                  </a:cubicBezTo>
                  <a:cubicBezTo>
                    <a:pt x="367" y="56"/>
                    <a:pt x="367" y="56"/>
                    <a:pt x="367" y="56"/>
                  </a:cubicBezTo>
                  <a:cubicBezTo>
                    <a:pt x="367" y="52"/>
                    <a:pt x="367" y="52"/>
                    <a:pt x="367" y="52"/>
                  </a:cubicBezTo>
                  <a:cubicBezTo>
                    <a:pt x="366" y="52"/>
                    <a:pt x="363" y="51"/>
                    <a:pt x="362" y="51"/>
                  </a:cubicBezTo>
                  <a:cubicBezTo>
                    <a:pt x="364" y="46"/>
                    <a:pt x="364" y="46"/>
                    <a:pt x="364" y="46"/>
                  </a:cubicBezTo>
                  <a:cubicBezTo>
                    <a:pt x="381" y="46"/>
                    <a:pt x="381" y="46"/>
                    <a:pt x="381" y="46"/>
                  </a:cubicBezTo>
                  <a:cubicBezTo>
                    <a:pt x="383" y="51"/>
                    <a:pt x="383" y="51"/>
                    <a:pt x="383" y="51"/>
                  </a:cubicBezTo>
                  <a:cubicBezTo>
                    <a:pt x="381" y="51"/>
                    <a:pt x="379" y="52"/>
                    <a:pt x="377" y="52"/>
                  </a:cubicBezTo>
                  <a:cubicBezTo>
                    <a:pt x="377" y="56"/>
                    <a:pt x="377" y="56"/>
                    <a:pt x="377" y="56"/>
                  </a:cubicBezTo>
                  <a:lnTo>
                    <a:pt x="395" y="56"/>
                  </a:lnTo>
                  <a:close/>
                  <a:moveTo>
                    <a:pt x="347" y="56"/>
                  </a:moveTo>
                  <a:cubicBezTo>
                    <a:pt x="347" y="52"/>
                    <a:pt x="347" y="52"/>
                    <a:pt x="347" y="52"/>
                  </a:cubicBezTo>
                  <a:cubicBezTo>
                    <a:pt x="345" y="52"/>
                    <a:pt x="342" y="51"/>
                    <a:pt x="340" y="5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2" y="21"/>
                    <a:pt x="345" y="21"/>
                    <a:pt x="347" y="20"/>
                  </a:cubicBezTo>
                  <a:cubicBezTo>
                    <a:pt x="347" y="17"/>
                    <a:pt x="347" y="17"/>
                    <a:pt x="347" y="17"/>
                  </a:cubicBezTo>
                  <a:cubicBezTo>
                    <a:pt x="327" y="17"/>
                    <a:pt x="327" y="17"/>
                    <a:pt x="327" y="17"/>
                  </a:cubicBezTo>
                  <a:cubicBezTo>
                    <a:pt x="327" y="20"/>
                    <a:pt x="327" y="20"/>
                    <a:pt x="327" y="20"/>
                  </a:cubicBezTo>
                  <a:cubicBezTo>
                    <a:pt x="329" y="21"/>
                    <a:pt x="331" y="21"/>
                    <a:pt x="333" y="21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1" y="51"/>
                    <a:pt x="329" y="52"/>
                    <a:pt x="327" y="52"/>
                  </a:cubicBezTo>
                  <a:cubicBezTo>
                    <a:pt x="327" y="56"/>
                    <a:pt x="327" y="56"/>
                    <a:pt x="327" y="56"/>
                  </a:cubicBezTo>
                  <a:lnTo>
                    <a:pt x="347" y="56"/>
                  </a:lnTo>
                  <a:close/>
                  <a:moveTo>
                    <a:pt x="346" y="5"/>
                  </a:moveTo>
                  <a:cubicBezTo>
                    <a:pt x="343" y="0"/>
                    <a:pt x="343" y="0"/>
                    <a:pt x="343" y="0"/>
                  </a:cubicBezTo>
                  <a:cubicBezTo>
                    <a:pt x="332" y="9"/>
                    <a:pt x="332" y="9"/>
                    <a:pt x="332" y="9"/>
                  </a:cubicBezTo>
                  <a:cubicBezTo>
                    <a:pt x="335" y="12"/>
                    <a:pt x="335" y="12"/>
                    <a:pt x="335" y="12"/>
                  </a:cubicBezTo>
                  <a:lnTo>
                    <a:pt x="346" y="5"/>
                  </a:lnTo>
                  <a:close/>
                  <a:moveTo>
                    <a:pt x="310" y="28"/>
                  </a:moveTo>
                  <a:cubicBezTo>
                    <a:pt x="310" y="32"/>
                    <a:pt x="307" y="34"/>
                    <a:pt x="302" y="34"/>
                  </a:cubicBezTo>
                  <a:cubicBezTo>
                    <a:pt x="300" y="34"/>
                    <a:pt x="299" y="34"/>
                    <a:pt x="298" y="34"/>
                  </a:cubicBezTo>
                  <a:cubicBezTo>
                    <a:pt x="298" y="22"/>
                    <a:pt x="298" y="22"/>
                    <a:pt x="298" y="22"/>
                  </a:cubicBezTo>
                  <a:cubicBezTo>
                    <a:pt x="299" y="22"/>
                    <a:pt x="300" y="21"/>
                    <a:pt x="302" y="21"/>
                  </a:cubicBezTo>
                  <a:cubicBezTo>
                    <a:pt x="307" y="21"/>
                    <a:pt x="310" y="23"/>
                    <a:pt x="310" y="28"/>
                  </a:cubicBezTo>
                  <a:moveTo>
                    <a:pt x="320" y="56"/>
                  </a:moveTo>
                  <a:cubicBezTo>
                    <a:pt x="320" y="52"/>
                    <a:pt x="320" y="52"/>
                    <a:pt x="320" y="52"/>
                  </a:cubicBezTo>
                  <a:cubicBezTo>
                    <a:pt x="319" y="52"/>
                    <a:pt x="317" y="51"/>
                    <a:pt x="315" y="51"/>
                  </a:cubicBezTo>
                  <a:cubicBezTo>
                    <a:pt x="309" y="42"/>
                    <a:pt x="309" y="42"/>
                    <a:pt x="309" y="42"/>
                  </a:cubicBezTo>
                  <a:cubicBezTo>
                    <a:pt x="308" y="40"/>
                    <a:pt x="307" y="39"/>
                    <a:pt x="306" y="38"/>
                  </a:cubicBezTo>
                  <a:cubicBezTo>
                    <a:pt x="313" y="37"/>
                    <a:pt x="317" y="33"/>
                    <a:pt x="317" y="27"/>
                  </a:cubicBezTo>
                  <a:cubicBezTo>
                    <a:pt x="317" y="20"/>
                    <a:pt x="312" y="16"/>
                    <a:pt x="303" y="16"/>
                  </a:cubicBezTo>
                  <a:cubicBezTo>
                    <a:pt x="298" y="16"/>
                    <a:pt x="293" y="17"/>
                    <a:pt x="290" y="17"/>
                  </a:cubicBezTo>
                  <a:cubicBezTo>
                    <a:pt x="284" y="17"/>
                    <a:pt x="284" y="17"/>
                    <a:pt x="284" y="17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6" y="21"/>
                    <a:pt x="288" y="21"/>
                    <a:pt x="291" y="2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88" y="51"/>
                    <a:pt x="286" y="52"/>
                    <a:pt x="284" y="52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303" y="56"/>
                    <a:pt x="303" y="56"/>
                    <a:pt x="303" y="56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299" y="51"/>
                    <a:pt x="298" y="51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310" y="56"/>
                    <a:pt x="310" y="56"/>
                    <a:pt x="310" y="56"/>
                  </a:cubicBezTo>
                  <a:lnTo>
                    <a:pt x="320" y="56"/>
                  </a:lnTo>
                  <a:close/>
                  <a:moveTo>
                    <a:pt x="275" y="56"/>
                  </a:moveTo>
                  <a:cubicBezTo>
                    <a:pt x="275" y="45"/>
                    <a:pt x="275" y="45"/>
                    <a:pt x="275" y="45"/>
                  </a:cubicBezTo>
                  <a:cubicBezTo>
                    <a:pt x="270" y="45"/>
                    <a:pt x="270" y="45"/>
                    <a:pt x="270" y="45"/>
                  </a:cubicBezTo>
                  <a:cubicBezTo>
                    <a:pt x="270" y="47"/>
                    <a:pt x="270" y="49"/>
                    <a:pt x="269" y="51"/>
                  </a:cubicBezTo>
                  <a:cubicBezTo>
                    <a:pt x="258" y="51"/>
                    <a:pt x="258" y="51"/>
                    <a:pt x="258" y="51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40"/>
                    <a:pt x="266" y="41"/>
                    <a:pt x="266" y="42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1" y="29"/>
                    <a:pt x="271" y="29"/>
                    <a:pt x="271" y="29"/>
                  </a:cubicBezTo>
                  <a:cubicBezTo>
                    <a:pt x="266" y="29"/>
                    <a:pt x="266" y="29"/>
                    <a:pt x="266" y="29"/>
                  </a:cubicBezTo>
                  <a:cubicBezTo>
                    <a:pt x="266" y="30"/>
                    <a:pt x="266" y="32"/>
                    <a:pt x="266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8" y="21"/>
                    <a:pt x="258" y="21"/>
                    <a:pt x="258" y="21"/>
                  </a:cubicBezTo>
                  <a:cubicBezTo>
                    <a:pt x="269" y="21"/>
                    <a:pt x="269" y="21"/>
                    <a:pt x="269" y="21"/>
                  </a:cubicBezTo>
                  <a:cubicBezTo>
                    <a:pt x="269" y="23"/>
                    <a:pt x="270" y="25"/>
                    <a:pt x="270" y="27"/>
                  </a:cubicBezTo>
                  <a:cubicBezTo>
                    <a:pt x="275" y="27"/>
                    <a:pt x="275" y="27"/>
                    <a:pt x="275" y="27"/>
                  </a:cubicBezTo>
                  <a:cubicBezTo>
                    <a:pt x="275" y="17"/>
                    <a:pt x="275" y="17"/>
                    <a:pt x="275" y="17"/>
                  </a:cubicBezTo>
                  <a:cubicBezTo>
                    <a:pt x="245" y="17"/>
                    <a:pt x="245" y="17"/>
                    <a:pt x="245" y="1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7" y="21"/>
                    <a:pt x="249" y="21"/>
                    <a:pt x="252" y="21"/>
                  </a:cubicBezTo>
                  <a:cubicBezTo>
                    <a:pt x="252" y="51"/>
                    <a:pt x="252" y="51"/>
                    <a:pt x="252" y="51"/>
                  </a:cubicBezTo>
                  <a:cubicBezTo>
                    <a:pt x="249" y="51"/>
                    <a:pt x="247" y="52"/>
                    <a:pt x="245" y="52"/>
                  </a:cubicBezTo>
                  <a:cubicBezTo>
                    <a:pt x="245" y="56"/>
                    <a:pt x="245" y="56"/>
                    <a:pt x="245" y="56"/>
                  </a:cubicBezTo>
                  <a:lnTo>
                    <a:pt x="275" y="56"/>
                  </a:lnTo>
                  <a:close/>
                  <a:moveTo>
                    <a:pt x="238" y="56"/>
                  </a:moveTo>
                  <a:cubicBezTo>
                    <a:pt x="238" y="52"/>
                    <a:pt x="238" y="52"/>
                    <a:pt x="238" y="52"/>
                  </a:cubicBezTo>
                  <a:cubicBezTo>
                    <a:pt x="236" y="52"/>
                    <a:pt x="234" y="51"/>
                    <a:pt x="232" y="51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4" y="21"/>
                    <a:pt x="236" y="21"/>
                    <a:pt x="238" y="20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18" y="17"/>
                    <a:pt x="218" y="17"/>
                    <a:pt x="218" y="17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20" y="21"/>
                    <a:pt x="222" y="21"/>
                    <a:pt x="225" y="21"/>
                  </a:cubicBezTo>
                  <a:cubicBezTo>
                    <a:pt x="225" y="51"/>
                    <a:pt x="225" y="51"/>
                    <a:pt x="225" y="51"/>
                  </a:cubicBezTo>
                  <a:cubicBezTo>
                    <a:pt x="222" y="51"/>
                    <a:pt x="220" y="52"/>
                    <a:pt x="218" y="52"/>
                  </a:cubicBezTo>
                  <a:cubicBezTo>
                    <a:pt x="218" y="56"/>
                    <a:pt x="218" y="56"/>
                    <a:pt x="218" y="56"/>
                  </a:cubicBezTo>
                  <a:lnTo>
                    <a:pt x="238" y="56"/>
                  </a:lnTo>
                  <a:close/>
                  <a:moveTo>
                    <a:pt x="211" y="20"/>
                  </a:moveTo>
                  <a:cubicBezTo>
                    <a:pt x="211" y="17"/>
                    <a:pt x="211" y="17"/>
                    <a:pt x="211" y="17"/>
                  </a:cubicBezTo>
                  <a:cubicBezTo>
                    <a:pt x="193" y="17"/>
                    <a:pt x="193" y="17"/>
                    <a:pt x="193" y="17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5" y="21"/>
                    <a:pt x="197" y="21"/>
                    <a:pt x="199" y="21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9" y="41"/>
                    <a:pt x="199" y="45"/>
                    <a:pt x="200" y="48"/>
                  </a:cubicBezTo>
                  <a:cubicBezTo>
                    <a:pt x="199" y="48"/>
                    <a:pt x="199" y="48"/>
                    <a:pt x="199" y="48"/>
                  </a:cubicBezTo>
                  <a:cubicBezTo>
                    <a:pt x="198" y="45"/>
                    <a:pt x="196" y="42"/>
                    <a:pt x="195" y="40"/>
                  </a:cubicBezTo>
                  <a:cubicBezTo>
                    <a:pt x="180" y="17"/>
                    <a:pt x="180" y="17"/>
                    <a:pt x="180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4" y="20"/>
                    <a:pt x="164" y="20"/>
                    <a:pt x="164" y="20"/>
                  </a:cubicBezTo>
                  <a:cubicBezTo>
                    <a:pt x="166" y="21"/>
                    <a:pt x="168" y="21"/>
                    <a:pt x="171" y="21"/>
                  </a:cubicBezTo>
                  <a:cubicBezTo>
                    <a:pt x="171" y="51"/>
                    <a:pt x="171" y="51"/>
                    <a:pt x="171" y="51"/>
                  </a:cubicBezTo>
                  <a:cubicBezTo>
                    <a:pt x="168" y="51"/>
                    <a:pt x="166" y="52"/>
                    <a:pt x="164" y="52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83" y="56"/>
                    <a:pt x="183" y="56"/>
                    <a:pt x="183" y="56"/>
                  </a:cubicBezTo>
                  <a:cubicBezTo>
                    <a:pt x="183" y="52"/>
                    <a:pt x="183" y="52"/>
                    <a:pt x="183" y="52"/>
                  </a:cubicBezTo>
                  <a:cubicBezTo>
                    <a:pt x="182" y="52"/>
                    <a:pt x="179" y="51"/>
                    <a:pt x="177" y="51"/>
                  </a:cubicBezTo>
                  <a:cubicBezTo>
                    <a:pt x="177" y="34"/>
                    <a:pt x="177" y="34"/>
                    <a:pt x="177" y="34"/>
                  </a:cubicBezTo>
                  <a:cubicBezTo>
                    <a:pt x="177" y="30"/>
                    <a:pt x="177" y="27"/>
                    <a:pt x="177" y="25"/>
                  </a:cubicBezTo>
                  <a:cubicBezTo>
                    <a:pt x="177" y="25"/>
                    <a:pt x="177" y="25"/>
                    <a:pt x="177" y="25"/>
                  </a:cubicBezTo>
                  <a:cubicBezTo>
                    <a:pt x="178" y="27"/>
                    <a:pt x="180" y="30"/>
                    <a:pt x="181" y="32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8" y="21"/>
                    <a:pt x="210" y="21"/>
                    <a:pt x="211" y="20"/>
                  </a:cubicBezTo>
                  <a:moveTo>
                    <a:pt x="155" y="56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0" y="47"/>
                    <a:pt x="149" y="49"/>
                    <a:pt x="149" y="51"/>
                  </a:cubicBezTo>
                  <a:cubicBezTo>
                    <a:pt x="138" y="51"/>
                    <a:pt x="138" y="51"/>
                    <a:pt x="138" y="51"/>
                  </a:cubicBezTo>
                  <a:cubicBezTo>
                    <a:pt x="138" y="38"/>
                    <a:pt x="138" y="38"/>
                    <a:pt x="138" y="38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5" y="40"/>
                    <a:pt x="146" y="41"/>
                    <a:pt x="146" y="42"/>
                  </a:cubicBezTo>
                  <a:cubicBezTo>
                    <a:pt x="151" y="42"/>
                    <a:pt x="151" y="42"/>
                    <a:pt x="151" y="42"/>
                  </a:cubicBezTo>
                  <a:cubicBezTo>
                    <a:pt x="151" y="29"/>
                    <a:pt x="151" y="29"/>
                    <a:pt x="151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30"/>
                    <a:pt x="146" y="32"/>
                    <a:pt x="145" y="33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49" y="23"/>
                    <a:pt x="150" y="25"/>
                    <a:pt x="150" y="27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25" y="17"/>
                    <a:pt x="125" y="17"/>
                    <a:pt x="125" y="17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7" y="21"/>
                    <a:pt x="129" y="21"/>
                    <a:pt x="131" y="21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29" y="51"/>
                    <a:pt x="127" y="52"/>
                    <a:pt x="125" y="52"/>
                  </a:cubicBezTo>
                  <a:cubicBezTo>
                    <a:pt x="125" y="56"/>
                    <a:pt x="125" y="56"/>
                    <a:pt x="125" y="56"/>
                  </a:cubicBezTo>
                  <a:lnTo>
                    <a:pt x="155" y="56"/>
                  </a:lnTo>
                  <a:close/>
                  <a:moveTo>
                    <a:pt x="120" y="39"/>
                  </a:moveTo>
                  <a:cubicBezTo>
                    <a:pt x="120" y="35"/>
                    <a:pt x="120" y="35"/>
                    <a:pt x="12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104" y="40"/>
                    <a:pt x="106" y="40"/>
                    <a:pt x="108" y="40"/>
                  </a:cubicBezTo>
                  <a:cubicBezTo>
                    <a:pt x="108" y="50"/>
                    <a:pt x="108" y="50"/>
                    <a:pt x="108" y="50"/>
                  </a:cubicBezTo>
                  <a:cubicBezTo>
                    <a:pt x="106" y="50"/>
                    <a:pt x="104" y="51"/>
                    <a:pt x="102" y="51"/>
                  </a:cubicBezTo>
                  <a:cubicBezTo>
                    <a:pt x="93" y="51"/>
                    <a:pt x="88" y="46"/>
                    <a:pt x="88" y="36"/>
                  </a:cubicBezTo>
                  <a:cubicBezTo>
                    <a:pt x="88" y="27"/>
                    <a:pt x="94" y="22"/>
                    <a:pt x="102" y="22"/>
                  </a:cubicBezTo>
                  <a:cubicBezTo>
                    <a:pt x="104" y="22"/>
                    <a:pt x="106" y="22"/>
                    <a:pt x="108" y="22"/>
                  </a:cubicBezTo>
                  <a:cubicBezTo>
                    <a:pt x="108" y="24"/>
                    <a:pt x="109" y="26"/>
                    <a:pt x="109" y="29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0" y="16"/>
                    <a:pt x="106" y="16"/>
                    <a:pt x="102" y="16"/>
                  </a:cubicBezTo>
                  <a:cubicBezTo>
                    <a:pt x="88" y="16"/>
                    <a:pt x="80" y="25"/>
                    <a:pt x="80" y="37"/>
                  </a:cubicBezTo>
                  <a:cubicBezTo>
                    <a:pt x="80" y="50"/>
                    <a:pt x="89" y="56"/>
                    <a:pt x="101" y="56"/>
                  </a:cubicBezTo>
                  <a:cubicBezTo>
                    <a:pt x="106" y="56"/>
                    <a:pt x="111" y="56"/>
                    <a:pt x="115" y="54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8" y="40"/>
                    <a:pt x="120" y="39"/>
                  </a:cubicBezTo>
                  <a:moveTo>
                    <a:pt x="74" y="20"/>
                  </a:moveTo>
                  <a:cubicBezTo>
                    <a:pt x="74" y="17"/>
                    <a:pt x="74" y="17"/>
                    <a:pt x="74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8" y="21"/>
                    <a:pt x="60" y="21"/>
                    <a:pt x="62" y="21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41"/>
                    <a:pt x="62" y="45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1" y="45"/>
                    <a:pt x="59" y="42"/>
                    <a:pt x="58" y="40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1"/>
                    <a:pt x="31" y="21"/>
                    <a:pt x="34" y="2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1" y="51"/>
                    <a:pt x="29" y="52"/>
                    <a:pt x="27" y="52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4" y="52"/>
                    <a:pt x="42" y="51"/>
                    <a:pt x="40" y="51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0"/>
                    <a:pt x="40" y="27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1" y="27"/>
                    <a:pt x="43" y="30"/>
                    <a:pt x="44" y="32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1" y="21"/>
                    <a:pt x="73" y="21"/>
                    <a:pt x="74" y="20"/>
                  </a:cubicBezTo>
                  <a:moveTo>
                    <a:pt x="20" y="56"/>
                  </a:moveTo>
                  <a:cubicBezTo>
                    <a:pt x="20" y="52"/>
                    <a:pt x="20" y="52"/>
                    <a:pt x="20" y="52"/>
                  </a:cubicBezTo>
                  <a:cubicBezTo>
                    <a:pt x="18" y="52"/>
                    <a:pt x="16" y="51"/>
                    <a:pt x="13" y="5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21"/>
                    <a:pt x="18" y="21"/>
                    <a:pt x="20" y="20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21"/>
                    <a:pt x="4" y="21"/>
                    <a:pt x="7" y="2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4" y="51"/>
                    <a:pt x="2" y="52"/>
                    <a:pt x="0" y="52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9" name="Freeform 38">
              <a:extLst>
                <a:ext uri="{FF2B5EF4-FFF2-40B4-BE49-F238E27FC236}">
                  <a16:creationId xmlns:a16="http://schemas.microsoft.com/office/drawing/2014/main" id="{3D1D2339-F4DB-4CBA-99A6-DCC5CD0CC1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597150"/>
              <a:ext cx="908050" cy="88900"/>
            </a:xfrm>
            <a:custGeom>
              <a:avLst/>
              <a:gdLst>
                <a:gd name="T0" fmla="*/ 413 w 419"/>
                <a:gd name="T1" fmla="*/ 35 h 41"/>
                <a:gd name="T2" fmla="*/ 410 w 419"/>
                <a:gd name="T3" fmla="*/ 27 h 41"/>
                <a:gd name="T4" fmla="*/ 410 w 419"/>
                <a:gd name="T5" fmla="*/ 18 h 41"/>
                <a:gd name="T6" fmla="*/ 414 w 419"/>
                <a:gd name="T7" fmla="*/ 12 h 41"/>
                <a:gd name="T8" fmla="*/ 389 w 419"/>
                <a:gd name="T9" fmla="*/ 5 h 41"/>
                <a:gd name="T10" fmla="*/ 389 w 419"/>
                <a:gd name="T11" fmla="*/ 40 h 41"/>
                <a:gd name="T12" fmla="*/ 355 w 419"/>
                <a:gd name="T13" fmla="*/ 35 h 41"/>
                <a:gd name="T14" fmla="*/ 383 w 419"/>
                <a:gd name="T15" fmla="*/ 20 h 41"/>
                <a:gd name="T16" fmla="*/ 342 w 419"/>
                <a:gd name="T17" fmla="*/ 5 h 41"/>
                <a:gd name="T18" fmla="*/ 342 w 419"/>
                <a:gd name="T19" fmla="*/ 40 h 41"/>
                <a:gd name="T20" fmla="*/ 312 w 419"/>
                <a:gd name="T21" fmla="*/ 20 h 41"/>
                <a:gd name="T22" fmla="*/ 297 w 419"/>
                <a:gd name="T23" fmla="*/ 6 h 41"/>
                <a:gd name="T24" fmla="*/ 285 w 419"/>
                <a:gd name="T25" fmla="*/ 1 h 41"/>
                <a:gd name="T26" fmla="*/ 285 w 419"/>
                <a:gd name="T27" fmla="*/ 35 h 41"/>
                <a:gd name="T28" fmla="*/ 296 w 419"/>
                <a:gd name="T29" fmla="*/ 41 h 41"/>
                <a:gd name="T30" fmla="*/ 250 w 419"/>
                <a:gd name="T31" fmla="*/ 13 h 41"/>
                <a:gd name="T32" fmla="*/ 259 w 419"/>
                <a:gd name="T33" fmla="*/ 25 h 41"/>
                <a:gd name="T34" fmla="*/ 257 w 419"/>
                <a:gd name="T35" fmla="*/ 1 h 41"/>
                <a:gd name="T36" fmla="*/ 230 w 419"/>
                <a:gd name="T37" fmla="*/ 40 h 41"/>
                <a:gd name="T38" fmla="*/ 243 w 419"/>
                <a:gd name="T39" fmla="*/ 30 h 41"/>
                <a:gd name="T40" fmla="*/ 257 w 419"/>
                <a:gd name="T41" fmla="*/ 40 h 41"/>
                <a:gd name="T42" fmla="*/ 195 w 419"/>
                <a:gd name="T43" fmla="*/ 1 h 41"/>
                <a:gd name="T44" fmla="*/ 209 w 419"/>
                <a:gd name="T45" fmla="*/ 6 h 41"/>
                <a:gd name="T46" fmla="*/ 223 w 419"/>
                <a:gd name="T47" fmla="*/ 40 h 41"/>
                <a:gd name="T48" fmla="*/ 225 w 419"/>
                <a:gd name="T49" fmla="*/ 6 h 41"/>
                <a:gd name="T50" fmla="*/ 194 w 419"/>
                <a:gd name="T51" fmla="*/ 28 h 41"/>
                <a:gd name="T52" fmla="*/ 178 w 419"/>
                <a:gd name="T53" fmla="*/ 6 h 41"/>
                <a:gd name="T54" fmla="*/ 164 w 419"/>
                <a:gd name="T55" fmla="*/ 5 h 41"/>
                <a:gd name="T56" fmla="*/ 164 w 419"/>
                <a:gd name="T57" fmla="*/ 40 h 41"/>
                <a:gd name="T58" fmla="*/ 140 w 419"/>
                <a:gd name="T59" fmla="*/ 1 h 41"/>
                <a:gd name="T60" fmla="*/ 136 w 419"/>
                <a:gd name="T61" fmla="*/ 35 h 41"/>
                <a:gd name="T62" fmla="*/ 132 w 419"/>
                <a:gd name="T63" fmla="*/ 1 h 41"/>
                <a:gd name="T64" fmla="*/ 119 w 419"/>
                <a:gd name="T65" fmla="*/ 27 h 41"/>
                <a:gd name="T66" fmla="*/ 158 w 419"/>
                <a:gd name="T67" fmla="*/ 5 h 41"/>
                <a:gd name="T68" fmla="*/ 84 w 419"/>
                <a:gd name="T69" fmla="*/ 21 h 41"/>
                <a:gd name="T70" fmla="*/ 107 w 419"/>
                <a:gd name="T71" fmla="*/ 13 h 41"/>
                <a:gd name="T72" fmla="*/ 96 w 419"/>
                <a:gd name="T73" fmla="*/ 41 h 41"/>
                <a:gd name="T74" fmla="*/ 49 w 419"/>
                <a:gd name="T75" fmla="*/ 13 h 41"/>
                <a:gd name="T76" fmla="*/ 58 w 419"/>
                <a:gd name="T77" fmla="*/ 25 h 41"/>
                <a:gd name="T78" fmla="*/ 56 w 419"/>
                <a:gd name="T79" fmla="*/ 1 h 41"/>
                <a:gd name="T80" fmla="*/ 29 w 419"/>
                <a:gd name="T81" fmla="*/ 40 h 41"/>
                <a:gd name="T82" fmla="*/ 43 w 419"/>
                <a:gd name="T83" fmla="*/ 30 h 41"/>
                <a:gd name="T84" fmla="*/ 56 w 419"/>
                <a:gd name="T85" fmla="*/ 40 h 41"/>
                <a:gd name="T86" fmla="*/ 0 w 419"/>
                <a:gd name="T87" fmla="*/ 1 h 41"/>
                <a:gd name="T88" fmla="*/ 0 w 419"/>
                <a:gd name="T89" fmla="*/ 36 h 41"/>
                <a:gd name="T90" fmla="*/ 13 w 419"/>
                <a:gd name="T91" fmla="*/ 35 h 41"/>
                <a:gd name="T92" fmla="*/ 26 w 419"/>
                <a:gd name="T93" fmla="*/ 27 h 41"/>
                <a:gd name="T94" fmla="*/ 13 w 419"/>
                <a:gd name="T95" fmla="*/ 18 h 41"/>
                <a:gd name="T96" fmla="*/ 30 w 419"/>
                <a:gd name="T97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9" h="41">
                  <a:moveTo>
                    <a:pt x="419" y="40"/>
                  </a:moveTo>
                  <a:cubicBezTo>
                    <a:pt x="419" y="29"/>
                    <a:pt x="419" y="29"/>
                    <a:pt x="419" y="29"/>
                  </a:cubicBezTo>
                  <a:cubicBezTo>
                    <a:pt x="414" y="29"/>
                    <a:pt x="414" y="29"/>
                    <a:pt x="414" y="29"/>
                  </a:cubicBezTo>
                  <a:cubicBezTo>
                    <a:pt x="414" y="31"/>
                    <a:pt x="414" y="34"/>
                    <a:pt x="413" y="35"/>
                  </a:cubicBezTo>
                  <a:cubicBezTo>
                    <a:pt x="402" y="35"/>
                    <a:pt x="402" y="35"/>
                    <a:pt x="402" y="35"/>
                  </a:cubicBezTo>
                  <a:cubicBezTo>
                    <a:pt x="402" y="22"/>
                    <a:pt x="402" y="22"/>
                    <a:pt x="402" y="22"/>
                  </a:cubicBezTo>
                  <a:cubicBezTo>
                    <a:pt x="410" y="22"/>
                    <a:pt x="410" y="22"/>
                    <a:pt x="410" y="22"/>
                  </a:cubicBezTo>
                  <a:cubicBezTo>
                    <a:pt x="410" y="24"/>
                    <a:pt x="410" y="25"/>
                    <a:pt x="410" y="27"/>
                  </a:cubicBezTo>
                  <a:cubicBezTo>
                    <a:pt x="415" y="27"/>
                    <a:pt x="415" y="27"/>
                    <a:pt x="415" y="27"/>
                  </a:cubicBezTo>
                  <a:cubicBezTo>
                    <a:pt x="415" y="14"/>
                    <a:pt x="415" y="14"/>
                    <a:pt x="415" y="14"/>
                  </a:cubicBezTo>
                  <a:cubicBezTo>
                    <a:pt x="410" y="14"/>
                    <a:pt x="410" y="14"/>
                    <a:pt x="410" y="14"/>
                  </a:cubicBezTo>
                  <a:cubicBezTo>
                    <a:pt x="410" y="15"/>
                    <a:pt x="410" y="16"/>
                    <a:pt x="410" y="18"/>
                  </a:cubicBezTo>
                  <a:cubicBezTo>
                    <a:pt x="402" y="18"/>
                    <a:pt x="402" y="18"/>
                    <a:pt x="402" y="18"/>
                  </a:cubicBezTo>
                  <a:cubicBezTo>
                    <a:pt x="402" y="6"/>
                    <a:pt x="402" y="6"/>
                    <a:pt x="402" y="6"/>
                  </a:cubicBezTo>
                  <a:cubicBezTo>
                    <a:pt x="413" y="6"/>
                    <a:pt x="413" y="6"/>
                    <a:pt x="413" y="6"/>
                  </a:cubicBezTo>
                  <a:cubicBezTo>
                    <a:pt x="413" y="7"/>
                    <a:pt x="414" y="10"/>
                    <a:pt x="414" y="12"/>
                  </a:cubicBezTo>
                  <a:cubicBezTo>
                    <a:pt x="419" y="12"/>
                    <a:pt x="419" y="12"/>
                    <a:pt x="419" y="12"/>
                  </a:cubicBezTo>
                  <a:cubicBezTo>
                    <a:pt x="419" y="1"/>
                    <a:pt x="419" y="1"/>
                    <a:pt x="419" y="1"/>
                  </a:cubicBezTo>
                  <a:cubicBezTo>
                    <a:pt x="389" y="1"/>
                    <a:pt x="389" y="1"/>
                    <a:pt x="389" y="1"/>
                  </a:cubicBezTo>
                  <a:cubicBezTo>
                    <a:pt x="389" y="5"/>
                    <a:pt x="389" y="5"/>
                    <a:pt x="389" y="5"/>
                  </a:cubicBezTo>
                  <a:cubicBezTo>
                    <a:pt x="391" y="5"/>
                    <a:pt x="393" y="6"/>
                    <a:pt x="396" y="6"/>
                  </a:cubicBezTo>
                  <a:cubicBezTo>
                    <a:pt x="396" y="35"/>
                    <a:pt x="396" y="35"/>
                    <a:pt x="396" y="35"/>
                  </a:cubicBezTo>
                  <a:cubicBezTo>
                    <a:pt x="393" y="36"/>
                    <a:pt x="391" y="36"/>
                    <a:pt x="389" y="36"/>
                  </a:cubicBezTo>
                  <a:cubicBezTo>
                    <a:pt x="389" y="40"/>
                    <a:pt x="389" y="40"/>
                    <a:pt x="389" y="40"/>
                  </a:cubicBezTo>
                  <a:lnTo>
                    <a:pt x="419" y="40"/>
                  </a:lnTo>
                  <a:close/>
                  <a:moveTo>
                    <a:pt x="376" y="20"/>
                  </a:moveTo>
                  <a:cubicBezTo>
                    <a:pt x="376" y="30"/>
                    <a:pt x="369" y="35"/>
                    <a:pt x="360" y="35"/>
                  </a:cubicBezTo>
                  <a:cubicBezTo>
                    <a:pt x="359" y="35"/>
                    <a:pt x="356" y="35"/>
                    <a:pt x="355" y="35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7" y="6"/>
                    <a:pt x="359" y="6"/>
                    <a:pt x="361" y="6"/>
                  </a:cubicBezTo>
                  <a:cubicBezTo>
                    <a:pt x="371" y="6"/>
                    <a:pt x="376" y="11"/>
                    <a:pt x="376" y="20"/>
                  </a:cubicBezTo>
                  <a:moveTo>
                    <a:pt x="383" y="20"/>
                  </a:moveTo>
                  <a:cubicBezTo>
                    <a:pt x="383" y="6"/>
                    <a:pt x="375" y="1"/>
                    <a:pt x="362" y="1"/>
                  </a:cubicBezTo>
                  <a:cubicBezTo>
                    <a:pt x="357" y="1"/>
                    <a:pt x="352" y="1"/>
                    <a:pt x="348" y="1"/>
                  </a:cubicBezTo>
                  <a:cubicBezTo>
                    <a:pt x="342" y="1"/>
                    <a:pt x="342" y="1"/>
                    <a:pt x="342" y="1"/>
                  </a:cubicBezTo>
                  <a:cubicBezTo>
                    <a:pt x="342" y="5"/>
                    <a:pt x="342" y="5"/>
                    <a:pt x="342" y="5"/>
                  </a:cubicBezTo>
                  <a:cubicBezTo>
                    <a:pt x="344" y="5"/>
                    <a:pt x="346" y="6"/>
                    <a:pt x="348" y="6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46" y="36"/>
                    <a:pt x="344" y="36"/>
                    <a:pt x="342" y="36"/>
                  </a:cubicBezTo>
                  <a:cubicBezTo>
                    <a:pt x="342" y="40"/>
                    <a:pt x="342" y="40"/>
                    <a:pt x="342" y="40"/>
                  </a:cubicBezTo>
                  <a:cubicBezTo>
                    <a:pt x="348" y="40"/>
                    <a:pt x="348" y="40"/>
                    <a:pt x="348" y="40"/>
                  </a:cubicBezTo>
                  <a:cubicBezTo>
                    <a:pt x="352" y="40"/>
                    <a:pt x="355" y="41"/>
                    <a:pt x="360" y="41"/>
                  </a:cubicBezTo>
                  <a:cubicBezTo>
                    <a:pt x="373" y="41"/>
                    <a:pt x="383" y="34"/>
                    <a:pt x="383" y="20"/>
                  </a:cubicBezTo>
                  <a:moveTo>
                    <a:pt x="312" y="20"/>
                  </a:moveTo>
                  <a:cubicBezTo>
                    <a:pt x="312" y="30"/>
                    <a:pt x="306" y="35"/>
                    <a:pt x="297" y="35"/>
                  </a:cubicBezTo>
                  <a:cubicBezTo>
                    <a:pt x="295" y="35"/>
                    <a:pt x="293" y="35"/>
                    <a:pt x="291" y="35"/>
                  </a:cubicBezTo>
                  <a:cubicBezTo>
                    <a:pt x="291" y="6"/>
                    <a:pt x="291" y="6"/>
                    <a:pt x="291" y="6"/>
                  </a:cubicBezTo>
                  <a:cubicBezTo>
                    <a:pt x="293" y="6"/>
                    <a:pt x="295" y="6"/>
                    <a:pt x="297" y="6"/>
                  </a:cubicBezTo>
                  <a:cubicBezTo>
                    <a:pt x="307" y="6"/>
                    <a:pt x="312" y="11"/>
                    <a:pt x="312" y="20"/>
                  </a:cubicBezTo>
                  <a:moveTo>
                    <a:pt x="319" y="20"/>
                  </a:moveTo>
                  <a:cubicBezTo>
                    <a:pt x="319" y="6"/>
                    <a:pt x="311" y="1"/>
                    <a:pt x="298" y="1"/>
                  </a:cubicBezTo>
                  <a:cubicBezTo>
                    <a:pt x="294" y="1"/>
                    <a:pt x="288" y="1"/>
                    <a:pt x="285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5"/>
                    <a:pt x="278" y="5"/>
                    <a:pt x="278" y="5"/>
                  </a:cubicBezTo>
                  <a:cubicBezTo>
                    <a:pt x="280" y="5"/>
                    <a:pt x="282" y="6"/>
                    <a:pt x="285" y="6"/>
                  </a:cubicBezTo>
                  <a:cubicBezTo>
                    <a:pt x="285" y="35"/>
                    <a:pt x="285" y="35"/>
                    <a:pt x="285" y="35"/>
                  </a:cubicBezTo>
                  <a:cubicBezTo>
                    <a:pt x="282" y="36"/>
                    <a:pt x="280" y="36"/>
                    <a:pt x="278" y="36"/>
                  </a:cubicBezTo>
                  <a:cubicBezTo>
                    <a:pt x="278" y="40"/>
                    <a:pt x="278" y="40"/>
                    <a:pt x="278" y="40"/>
                  </a:cubicBezTo>
                  <a:cubicBezTo>
                    <a:pt x="285" y="40"/>
                    <a:pt x="285" y="40"/>
                    <a:pt x="285" y="40"/>
                  </a:cubicBezTo>
                  <a:cubicBezTo>
                    <a:pt x="288" y="40"/>
                    <a:pt x="291" y="41"/>
                    <a:pt x="296" y="41"/>
                  </a:cubicBezTo>
                  <a:cubicBezTo>
                    <a:pt x="309" y="41"/>
                    <a:pt x="319" y="34"/>
                    <a:pt x="319" y="20"/>
                  </a:cubicBezTo>
                  <a:moveTo>
                    <a:pt x="259" y="25"/>
                  </a:moveTo>
                  <a:cubicBezTo>
                    <a:pt x="245" y="25"/>
                    <a:pt x="245" y="25"/>
                    <a:pt x="245" y="25"/>
                  </a:cubicBezTo>
                  <a:cubicBezTo>
                    <a:pt x="250" y="13"/>
                    <a:pt x="250" y="13"/>
                    <a:pt x="250" y="13"/>
                  </a:cubicBezTo>
                  <a:cubicBezTo>
                    <a:pt x="251" y="11"/>
                    <a:pt x="251" y="9"/>
                    <a:pt x="252" y="7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3" y="9"/>
                    <a:pt x="253" y="11"/>
                    <a:pt x="254" y="13"/>
                  </a:cubicBezTo>
                  <a:lnTo>
                    <a:pt x="259" y="25"/>
                  </a:lnTo>
                  <a:close/>
                  <a:moveTo>
                    <a:pt x="275" y="40"/>
                  </a:moveTo>
                  <a:cubicBezTo>
                    <a:pt x="275" y="36"/>
                    <a:pt x="275" y="36"/>
                    <a:pt x="275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57" y="1"/>
                    <a:pt x="257" y="1"/>
                    <a:pt x="257" y="1"/>
                  </a:cubicBezTo>
                  <a:cubicBezTo>
                    <a:pt x="248" y="1"/>
                    <a:pt x="248" y="1"/>
                    <a:pt x="248" y="1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3" y="36"/>
                    <a:pt x="231" y="36"/>
                    <a:pt x="230" y="36"/>
                  </a:cubicBezTo>
                  <a:cubicBezTo>
                    <a:pt x="230" y="40"/>
                    <a:pt x="230" y="40"/>
                    <a:pt x="230" y="40"/>
                  </a:cubicBezTo>
                  <a:cubicBezTo>
                    <a:pt x="247" y="40"/>
                    <a:pt x="247" y="40"/>
                    <a:pt x="247" y="40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6" y="36"/>
                    <a:pt x="243" y="36"/>
                    <a:pt x="241" y="36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61" y="30"/>
                    <a:pt x="261" y="30"/>
                    <a:pt x="261" y="30"/>
                  </a:cubicBezTo>
                  <a:cubicBezTo>
                    <a:pt x="262" y="36"/>
                    <a:pt x="262" y="36"/>
                    <a:pt x="262" y="36"/>
                  </a:cubicBezTo>
                  <a:cubicBezTo>
                    <a:pt x="261" y="36"/>
                    <a:pt x="258" y="36"/>
                    <a:pt x="257" y="36"/>
                  </a:cubicBezTo>
                  <a:cubicBezTo>
                    <a:pt x="257" y="40"/>
                    <a:pt x="257" y="40"/>
                    <a:pt x="257" y="40"/>
                  </a:cubicBezTo>
                  <a:lnTo>
                    <a:pt x="275" y="40"/>
                  </a:lnTo>
                  <a:close/>
                  <a:moveTo>
                    <a:pt x="231" y="14"/>
                  </a:moveTo>
                  <a:cubicBezTo>
                    <a:pt x="231" y="1"/>
                    <a:pt x="231" y="1"/>
                    <a:pt x="231" y="1"/>
                  </a:cubicBezTo>
                  <a:cubicBezTo>
                    <a:pt x="195" y="1"/>
                    <a:pt x="195" y="1"/>
                    <a:pt x="195" y="1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9" y="14"/>
                    <a:pt x="199" y="14"/>
                    <a:pt x="199" y="14"/>
                  </a:cubicBezTo>
                  <a:cubicBezTo>
                    <a:pt x="200" y="11"/>
                    <a:pt x="200" y="8"/>
                    <a:pt x="200" y="6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7" y="36"/>
                    <a:pt x="205" y="36"/>
                    <a:pt x="203" y="36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23" y="40"/>
                    <a:pt x="223" y="40"/>
                    <a:pt x="223" y="40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1" y="36"/>
                    <a:pt x="218" y="36"/>
                    <a:pt x="216" y="35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225" y="6"/>
                    <a:pt x="225" y="6"/>
                    <a:pt x="225" y="6"/>
                  </a:cubicBezTo>
                  <a:cubicBezTo>
                    <a:pt x="225" y="8"/>
                    <a:pt x="226" y="11"/>
                    <a:pt x="226" y="14"/>
                  </a:cubicBezTo>
                  <a:lnTo>
                    <a:pt x="231" y="14"/>
                  </a:lnTo>
                  <a:close/>
                  <a:moveTo>
                    <a:pt x="194" y="40"/>
                  </a:moveTo>
                  <a:cubicBezTo>
                    <a:pt x="194" y="28"/>
                    <a:pt x="194" y="28"/>
                    <a:pt x="194" y="28"/>
                  </a:cubicBezTo>
                  <a:cubicBezTo>
                    <a:pt x="189" y="28"/>
                    <a:pt x="189" y="28"/>
                    <a:pt x="189" y="28"/>
                  </a:cubicBezTo>
                  <a:cubicBezTo>
                    <a:pt x="189" y="30"/>
                    <a:pt x="189" y="33"/>
                    <a:pt x="188" y="35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80" y="6"/>
                    <a:pt x="182" y="5"/>
                    <a:pt x="184" y="5"/>
                  </a:cubicBezTo>
                  <a:cubicBezTo>
                    <a:pt x="184" y="1"/>
                    <a:pt x="184" y="1"/>
                    <a:pt x="184" y="1"/>
                  </a:cubicBezTo>
                  <a:cubicBezTo>
                    <a:pt x="164" y="1"/>
                    <a:pt x="164" y="1"/>
                    <a:pt x="164" y="1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6" y="5"/>
                    <a:pt x="169" y="6"/>
                    <a:pt x="171" y="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69" y="36"/>
                    <a:pt x="166" y="36"/>
                    <a:pt x="164" y="36"/>
                  </a:cubicBezTo>
                  <a:cubicBezTo>
                    <a:pt x="164" y="40"/>
                    <a:pt x="164" y="40"/>
                    <a:pt x="164" y="40"/>
                  </a:cubicBezTo>
                  <a:lnTo>
                    <a:pt x="194" y="40"/>
                  </a:lnTo>
                  <a:close/>
                  <a:moveTo>
                    <a:pt x="158" y="5"/>
                  </a:moveTo>
                  <a:cubicBezTo>
                    <a:pt x="158" y="1"/>
                    <a:pt x="158" y="1"/>
                    <a:pt x="158" y="1"/>
                  </a:cubicBezTo>
                  <a:cubicBezTo>
                    <a:pt x="140" y="1"/>
                    <a:pt x="140" y="1"/>
                    <a:pt x="140" y="1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2" y="5"/>
                    <a:pt x="144" y="6"/>
                    <a:pt x="146" y="6"/>
                  </a:cubicBezTo>
                  <a:cubicBezTo>
                    <a:pt x="146" y="25"/>
                    <a:pt x="146" y="25"/>
                    <a:pt x="146" y="25"/>
                  </a:cubicBezTo>
                  <a:cubicBezTo>
                    <a:pt x="146" y="31"/>
                    <a:pt x="143" y="35"/>
                    <a:pt x="136" y="35"/>
                  </a:cubicBezTo>
                  <a:cubicBezTo>
                    <a:pt x="129" y="35"/>
                    <a:pt x="126" y="32"/>
                    <a:pt x="126" y="25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8" y="6"/>
                    <a:pt x="130" y="5"/>
                    <a:pt x="132" y="5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5" y="5"/>
                    <a:pt x="117" y="6"/>
                    <a:pt x="119" y="6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36"/>
                    <a:pt x="125" y="41"/>
                    <a:pt x="135" y="41"/>
                  </a:cubicBezTo>
                  <a:cubicBezTo>
                    <a:pt x="148" y="41"/>
                    <a:pt x="153" y="34"/>
                    <a:pt x="153" y="25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5" y="6"/>
                    <a:pt x="157" y="5"/>
                    <a:pt x="158" y="5"/>
                  </a:cubicBezTo>
                  <a:moveTo>
                    <a:pt x="107" y="39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4" y="34"/>
                    <a:pt x="101" y="35"/>
                    <a:pt x="97" y="35"/>
                  </a:cubicBezTo>
                  <a:cubicBezTo>
                    <a:pt x="88" y="35"/>
                    <a:pt x="84" y="30"/>
                    <a:pt x="84" y="21"/>
                  </a:cubicBezTo>
                  <a:cubicBezTo>
                    <a:pt x="84" y="13"/>
                    <a:pt x="88" y="6"/>
                    <a:pt x="96" y="6"/>
                  </a:cubicBezTo>
                  <a:cubicBezTo>
                    <a:pt x="98" y="6"/>
                    <a:pt x="99" y="7"/>
                    <a:pt x="101" y="7"/>
                  </a:cubicBezTo>
                  <a:cubicBezTo>
                    <a:pt x="101" y="9"/>
                    <a:pt x="102" y="11"/>
                    <a:pt x="102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2"/>
                    <a:pt x="107" y="2"/>
                    <a:pt x="107" y="2"/>
                  </a:cubicBezTo>
                  <a:cubicBezTo>
                    <a:pt x="104" y="1"/>
                    <a:pt x="100" y="0"/>
                    <a:pt x="97" y="0"/>
                  </a:cubicBezTo>
                  <a:cubicBezTo>
                    <a:pt x="83" y="0"/>
                    <a:pt x="76" y="10"/>
                    <a:pt x="76" y="21"/>
                  </a:cubicBezTo>
                  <a:cubicBezTo>
                    <a:pt x="76" y="33"/>
                    <a:pt x="83" y="41"/>
                    <a:pt x="96" y="41"/>
                  </a:cubicBezTo>
                  <a:cubicBezTo>
                    <a:pt x="100" y="41"/>
                    <a:pt x="104" y="40"/>
                    <a:pt x="107" y="39"/>
                  </a:cubicBezTo>
                  <a:moveTo>
                    <a:pt x="58" y="25"/>
                  </a:moveTo>
                  <a:cubicBezTo>
                    <a:pt x="45" y="25"/>
                    <a:pt x="45" y="25"/>
                    <a:pt x="45" y="25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0" y="11"/>
                    <a:pt x="51" y="9"/>
                    <a:pt x="51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9"/>
                    <a:pt x="53" y="11"/>
                    <a:pt x="54" y="13"/>
                  </a:cubicBezTo>
                  <a:lnTo>
                    <a:pt x="58" y="25"/>
                  </a:lnTo>
                  <a:close/>
                  <a:moveTo>
                    <a:pt x="74" y="40"/>
                  </a:moveTo>
                  <a:cubicBezTo>
                    <a:pt x="74" y="36"/>
                    <a:pt x="74" y="36"/>
                    <a:pt x="74" y="36"/>
                  </a:cubicBezTo>
                  <a:cubicBezTo>
                    <a:pt x="73" y="36"/>
                    <a:pt x="71" y="36"/>
                    <a:pt x="69" y="36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1" y="36"/>
                    <a:pt x="29" y="36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5" y="36"/>
                    <a:pt x="43" y="36"/>
                    <a:pt x="41" y="36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0" y="36"/>
                    <a:pt x="58" y="36"/>
                    <a:pt x="56" y="36"/>
                  </a:cubicBezTo>
                  <a:cubicBezTo>
                    <a:pt x="56" y="40"/>
                    <a:pt x="56" y="40"/>
                    <a:pt x="56" y="40"/>
                  </a:cubicBezTo>
                  <a:lnTo>
                    <a:pt x="74" y="40"/>
                  </a:lnTo>
                  <a:close/>
                  <a:moveTo>
                    <a:pt x="30" y="12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6"/>
                    <a:pt x="7" y="6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4" y="36"/>
                    <a:pt x="2" y="36"/>
                    <a:pt x="0" y="3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8" y="36"/>
                    <a:pt x="16" y="36"/>
                    <a:pt x="13" y="35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6"/>
                    <a:pt x="22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7"/>
                    <a:pt x="21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10"/>
                    <a:pt x="25" y="12"/>
                  </a:cubicBezTo>
                  <a:lnTo>
                    <a:pt x="3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70" name="Marcador de texto 2">
            <a:extLst>
              <a:ext uri="{FF2B5EF4-FFF2-40B4-BE49-F238E27FC236}">
                <a16:creationId xmlns:a16="http://schemas.microsoft.com/office/drawing/2014/main" id="{347277CF-7CE2-46E9-8BAB-9BB99B5CE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71" name="Marcador de texto 2">
            <a:extLst>
              <a:ext uri="{FF2B5EF4-FFF2-40B4-BE49-F238E27FC236}">
                <a16:creationId xmlns:a16="http://schemas.microsoft.com/office/drawing/2014/main" id="{0BAB15C9-8FA6-4B01-9A53-5B559AE968B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72" name="Conector recto 171">
            <a:extLst>
              <a:ext uri="{FF2B5EF4-FFF2-40B4-BE49-F238E27FC236}">
                <a16:creationId xmlns:a16="http://schemas.microsoft.com/office/drawing/2014/main" id="{63AF6657-0F11-4C32-9E54-545EF1FD7BCA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9045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4201" userDrawn="1">
          <p15:clr>
            <a:srgbClr val="FBAE40"/>
          </p15:clr>
        </p15:guide>
        <p15:guide id="3" orient="horz" pos="96" userDrawn="1">
          <p15:clr>
            <a:srgbClr val="FBAE40"/>
          </p15:clr>
        </p15:guide>
        <p15:guide id="4" pos="3840" userDrawn="1">
          <p15:clr>
            <a:srgbClr val="FBAE40"/>
          </p15:clr>
        </p15:guide>
        <p15:guide id="5" pos="166" userDrawn="1">
          <p15:clr>
            <a:srgbClr val="FBAE40"/>
          </p15:clr>
        </p15:guide>
        <p15:guide id="6" pos="7469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 Imagen y títul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FB1315A8-50D5-452C-93E2-03879234E5E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8" name="Marcador de texto 2">
            <a:extLst>
              <a:ext uri="{FF2B5EF4-FFF2-40B4-BE49-F238E27FC236}">
                <a16:creationId xmlns:a16="http://schemas.microsoft.com/office/drawing/2014/main" id="{5452253E-D9FB-497C-99F2-CA2D44C640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D6CBC86C-8C7B-4162-AB8A-F49CBFC77597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Marcador de número de diapositiva 70">
            <a:extLst>
              <a:ext uri="{FF2B5EF4-FFF2-40B4-BE49-F238E27FC236}">
                <a16:creationId xmlns:a16="http://schemas.microsoft.com/office/drawing/2014/main" id="{C05AADE7-4F3F-4C94-9A80-9CA76A4580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  <p:sp>
        <p:nvSpPr>
          <p:cNvPr id="21" name="Marcador de texto 2">
            <a:extLst>
              <a:ext uri="{FF2B5EF4-FFF2-40B4-BE49-F238E27FC236}">
                <a16:creationId xmlns:a16="http://schemas.microsoft.com/office/drawing/2014/main" id="{2370F6BE-EDC9-48A1-B566-E4E8F64EF79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-947059" y="4430107"/>
            <a:ext cx="4200014" cy="276265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4000" b="0" u="none" strike="noStrike" spc="0" baseline="0">
                <a:solidFill>
                  <a:schemeClr val="tx2">
                    <a:lumMod val="20000"/>
                    <a:lumOff val="80000"/>
                    <a:alpha val="5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 Semibold" panose="020B07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56" name="Rectangle 10">
            <a:extLst>
              <a:ext uri="{FF2B5EF4-FFF2-40B4-BE49-F238E27FC236}">
                <a16:creationId xmlns:a16="http://schemas.microsoft.com/office/drawing/2014/main" id="{E52877B5-F746-4BF9-8B29-A4FA0AA3338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448963" y="1375544"/>
            <a:ext cx="5924919" cy="4909868"/>
          </a:xfrm>
          <a:prstGeom prst="rect">
            <a:avLst/>
          </a:prstGeom>
          <a:solidFill>
            <a:srgbClr val="ECECE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>
              <a:latin typeface="+mj-lt"/>
            </a:endParaRPr>
          </a:p>
        </p:txBody>
      </p:sp>
      <p:sp>
        <p:nvSpPr>
          <p:cNvPr id="83" name="Marcador de texto 2">
            <a:extLst>
              <a:ext uri="{FF2B5EF4-FFF2-40B4-BE49-F238E27FC236}">
                <a16:creationId xmlns:a16="http://schemas.microsoft.com/office/drawing/2014/main" id="{B01517FF-8F20-46CA-951D-D9D0C1264E7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371636" y="1188204"/>
            <a:ext cx="2077379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 algn="ctr">
              <a:lnSpc>
                <a:spcPct val="100000"/>
              </a:lnSpc>
              <a:buNone/>
              <a:defRPr sz="2000" b="0" u="none" strike="noStrike" spc="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84" name="Marcador de texto 2">
            <a:extLst>
              <a:ext uri="{FF2B5EF4-FFF2-40B4-BE49-F238E27FC236}">
                <a16:creationId xmlns:a16="http://schemas.microsoft.com/office/drawing/2014/main" id="{07E66279-0CD4-45C5-8748-23186AFBCDB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 rot="16200000">
            <a:off x="1758640" y="3987161"/>
            <a:ext cx="2077379" cy="391824"/>
          </a:xfrm>
          <a:prstGeom prst="rect">
            <a:avLst/>
          </a:prstGeom>
          <a:solidFill>
            <a:schemeClr val="bg2"/>
          </a:solidFill>
        </p:spPr>
        <p:txBody>
          <a:bodyPr lIns="72000" tIns="720000" rIns="0" bIns="720000" anchor="ctr"/>
          <a:lstStyle>
            <a:lvl1pPr marL="0" indent="0" algn="ctr">
              <a:lnSpc>
                <a:spcPct val="100000"/>
              </a:lnSpc>
              <a:buNone/>
              <a:defRPr sz="2000" b="0" u="none" strike="noStrike" spc="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85" name="Marcador de texto 2">
            <a:extLst>
              <a:ext uri="{FF2B5EF4-FFF2-40B4-BE49-F238E27FC236}">
                <a16:creationId xmlns:a16="http://schemas.microsoft.com/office/drawing/2014/main" id="{269DDBA9-C6F6-4F32-B366-8F8E9B23062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71636" y="6117043"/>
            <a:ext cx="2077379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 algn="ctr">
              <a:lnSpc>
                <a:spcPct val="100000"/>
              </a:lnSpc>
              <a:buNone/>
              <a:defRPr sz="2000" b="0" u="none" strike="noStrike" spc="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94" name="Marcador de posición de imagen 26">
            <a:extLst>
              <a:ext uri="{FF2B5EF4-FFF2-40B4-BE49-F238E27FC236}">
                <a16:creationId xmlns:a16="http://schemas.microsoft.com/office/drawing/2014/main" id="{8927B421-1BB7-4777-A444-0D2812CB425E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219450" y="1638996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95" name="Marcador de texto 2">
            <a:extLst>
              <a:ext uri="{FF2B5EF4-FFF2-40B4-BE49-F238E27FC236}">
                <a16:creationId xmlns:a16="http://schemas.microsoft.com/office/drawing/2014/main" id="{92E83A9E-5266-4BC5-A75A-F5E85A12FA0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19450" y="2486722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96" name="Marcador de posición de imagen 26">
            <a:extLst>
              <a:ext uri="{FF2B5EF4-FFF2-40B4-BE49-F238E27FC236}">
                <a16:creationId xmlns:a16="http://schemas.microsoft.com/office/drawing/2014/main" id="{041D723F-C65E-4264-9AB9-0E7EA39E1AB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5371635" y="1638996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97" name="Marcador de texto 2">
            <a:extLst>
              <a:ext uri="{FF2B5EF4-FFF2-40B4-BE49-F238E27FC236}">
                <a16:creationId xmlns:a16="http://schemas.microsoft.com/office/drawing/2014/main" id="{85346EEA-DB3A-4A35-9162-3A015D411C6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371635" y="2486722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98" name="Marcador de posición de imagen 26">
            <a:extLst>
              <a:ext uri="{FF2B5EF4-FFF2-40B4-BE49-F238E27FC236}">
                <a16:creationId xmlns:a16="http://schemas.microsoft.com/office/drawing/2014/main" id="{F8493F9F-AD30-449D-B086-4AEE004A6F40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512669" y="1638996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99" name="Marcador de texto 2">
            <a:extLst>
              <a:ext uri="{FF2B5EF4-FFF2-40B4-BE49-F238E27FC236}">
                <a16:creationId xmlns:a16="http://schemas.microsoft.com/office/drawing/2014/main" id="{120FDCAD-FE11-44FA-B557-E62517A8ACE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512669" y="2486722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100" name="Marcador de posición de imagen 26">
            <a:extLst>
              <a:ext uri="{FF2B5EF4-FFF2-40B4-BE49-F238E27FC236}">
                <a16:creationId xmlns:a16="http://schemas.microsoft.com/office/drawing/2014/main" id="{B541220A-C78A-483A-B3B4-D11A9638E8AE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3219450" y="3099806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101" name="Marcador de texto 2">
            <a:extLst>
              <a:ext uri="{FF2B5EF4-FFF2-40B4-BE49-F238E27FC236}">
                <a16:creationId xmlns:a16="http://schemas.microsoft.com/office/drawing/2014/main" id="{2F86F35F-B4D9-4BD2-882D-D53DF927005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219450" y="3947532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102" name="Marcador de posición de imagen 26">
            <a:extLst>
              <a:ext uri="{FF2B5EF4-FFF2-40B4-BE49-F238E27FC236}">
                <a16:creationId xmlns:a16="http://schemas.microsoft.com/office/drawing/2014/main" id="{E507EC5E-7668-4DD0-AEAA-F0498C193865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5371635" y="3099806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103" name="Marcador de texto 2">
            <a:extLst>
              <a:ext uri="{FF2B5EF4-FFF2-40B4-BE49-F238E27FC236}">
                <a16:creationId xmlns:a16="http://schemas.microsoft.com/office/drawing/2014/main" id="{CB8F330C-43EE-453F-BA65-1F0A2CE4A93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371635" y="3947532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104" name="Marcador de posición de imagen 26">
            <a:extLst>
              <a:ext uri="{FF2B5EF4-FFF2-40B4-BE49-F238E27FC236}">
                <a16:creationId xmlns:a16="http://schemas.microsoft.com/office/drawing/2014/main" id="{3122E983-DA62-4108-B9B2-45A815131AA5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7512669" y="3099806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105" name="Marcador de texto 2">
            <a:extLst>
              <a:ext uri="{FF2B5EF4-FFF2-40B4-BE49-F238E27FC236}">
                <a16:creationId xmlns:a16="http://schemas.microsoft.com/office/drawing/2014/main" id="{A1895702-A453-40D2-80B4-44D5BC5FCF0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512669" y="3947532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106" name="Marcador de posición de imagen 26">
            <a:extLst>
              <a:ext uri="{FF2B5EF4-FFF2-40B4-BE49-F238E27FC236}">
                <a16:creationId xmlns:a16="http://schemas.microsoft.com/office/drawing/2014/main" id="{DB5AA1A6-9122-403F-806E-93C39732C110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3219450" y="4582918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107" name="Marcador de texto 2">
            <a:extLst>
              <a:ext uri="{FF2B5EF4-FFF2-40B4-BE49-F238E27FC236}">
                <a16:creationId xmlns:a16="http://schemas.microsoft.com/office/drawing/2014/main" id="{56FEB054-799D-4761-AF93-EAD4060A309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219450" y="5430644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108" name="Marcador de posición de imagen 26">
            <a:extLst>
              <a:ext uri="{FF2B5EF4-FFF2-40B4-BE49-F238E27FC236}">
                <a16:creationId xmlns:a16="http://schemas.microsoft.com/office/drawing/2014/main" id="{EB316407-CC44-4AF4-8D25-76E4DDCDB7E4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5371635" y="4582918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109" name="Marcador de texto 2">
            <a:extLst>
              <a:ext uri="{FF2B5EF4-FFF2-40B4-BE49-F238E27FC236}">
                <a16:creationId xmlns:a16="http://schemas.microsoft.com/office/drawing/2014/main" id="{7038C025-CA67-4179-980C-E1C54C815A04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371635" y="5430644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110" name="Marcador de posición de imagen 26">
            <a:extLst>
              <a:ext uri="{FF2B5EF4-FFF2-40B4-BE49-F238E27FC236}">
                <a16:creationId xmlns:a16="http://schemas.microsoft.com/office/drawing/2014/main" id="{17B887AE-E033-4784-8DE5-7A237032B1D0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7512669" y="4582918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111" name="Marcador de texto 2">
            <a:extLst>
              <a:ext uri="{FF2B5EF4-FFF2-40B4-BE49-F238E27FC236}">
                <a16:creationId xmlns:a16="http://schemas.microsoft.com/office/drawing/2014/main" id="{2B2BF6A3-DA20-4722-8286-3EB33588B3A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12669" y="5430644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197984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 Imagenes línea de tiem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arcador de posición de imagen 17">
            <a:extLst>
              <a:ext uri="{FF2B5EF4-FFF2-40B4-BE49-F238E27FC236}">
                <a16:creationId xmlns:a16="http://schemas.microsoft.com/office/drawing/2014/main" id="{EF03A10A-1292-4FCC-94DD-282E5CD112F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72085" y="3719853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22" name="Marcador de posición de imagen 17">
            <a:extLst>
              <a:ext uri="{FF2B5EF4-FFF2-40B4-BE49-F238E27FC236}">
                <a16:creationId xmlns:a16="http://schemas.microsoft.com/office/drawing/2014/main" id="{BC7F34C3-BF52-4597-B510-8F304A6244C6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900562" y="3719853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23" name="Marcador de posición de imagen 17">
            <a:extLst>
              <a:ext uri="{FF2B5EF4-FFF2-40B4-BE49-F238E27FC236}">
                <a16:creationId xmlns:a16="http://schemas.microsoft.com/office/drawing/2014/main" id="{06B8C140-9E49-478D-BB6D-2DB9A6CB5324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967567" y="3719853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24" name="Marcador de posición de imagen 17">
            <a:extLst>
              <a:ext uri="{FF2B5EF4-FFF2-40B4-BE49-F238E27FC236}">
                <a16:creationId xmlns:a16="http://schemas.microsoft.com/office/drawing/2014/main" id="{C4C7509B-4C7B-4538-905F-D0599FB8D3CA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7072992" y="3719853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25" name="Marcador de posición de imagen 17">
            <a:extLst>
              <a:ext uri="{FF2B5EF4-FFF2-40B4-BE49-F238E27FC236}">
                <a16:creationId xmlns:a16="http://schemas.microsoft.com/office/drawing/2014/main" id="{E91CF2ED-3A0A-49C2-9A43-88400738CD3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9132313" y="3719853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31" name="Marcador de posición de imagen 17">
            <a:extLst>
              <a:ext uri="{FF2B5EF4-FFF2-40B4-BE49-F238E27FC236}">
                <a16:creationId xmlns:a16="http://schemas.microsoft.com/office/drawing/2014/main" id="{95B17790-9B65-4658-9785-FC5DA7ED58AA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1824798" y="2705561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32" name="Marcador de posición de imagen 17">
            <a:extLst>
              <a:ext uri="{FF2B5EF4-FFF2-40B4-BE49-F238E27FC236}">
                <a16:creationId xmlns:a16="http://schemas.microsoft.com/office/drawing/2014/main" id="{03D07B1F-81F8-4312-B440-27B16521610B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3953275" y="2705561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33" name="Marcador de posición de imagen 17">
            <a:extLst>
              <a:ext uri="{FF2B5EF4-FFF2-40B4-BE49-F238E27FC236}">
                <a16:creationId xmlns:a16="http://schemas.microsoft.com/office/drawing/2014/main" id="{BC563EAF-C5A2-4B3E-A63B-638BB214D9D5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020280" y="2705561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34" name="Marcador de posición de imagen 17">
            <a:extLst>
              <a:ext uri="{FF2B5EF4-FFF2-40B4-BE49-F238E27FC236}">
                <a16:creationId xmlns:a16="http://schemas.microsoft.com/office/drawing/2014/main" id="{4FCC1657-3D8C-4870-A74F-B4051A608007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8125705" y="2705561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35" name="Marcador de posición de imagen 17">
            <a:extLst>
              <a:ext uri="{FF2B5EF4-FFF2-40B4-BE49-F238E27FC236}">
                <a16:creationId xmlns:a16="http://schemas.microsoft.com/office/drawing/2014/main" id="{5ED22089-CFC2-40BA-A99D-65EB66397D7A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0185026" y="2705561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18" name="Marcador de texto 2">
            <a:extLst>
              <a:ext uri="{FF2B5EF4-FFF2-40B4-BE49-F238E27FC236}">
                <a16:creationId xmlns:a16="http://schemas.microsoft.com/office/drawing/2014/main" id="{BD3B6F47-3B97-413C-ADDB-28F79D2DA3D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9" name="Marcador de texto 2">
            <a:extLst>
              <a:ext uri="{FF2B5EF4-FFF2-40B4-BE49-F238E27FC236}">
                <a16:creationId xmlns:a16="http://schemas.microsoft.com/office/drawing/2014/main" id="{6BF33A91-37E5-4C50-8C8D-CFAED0042B0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AC59AB3F-B80A-48E9-8B0B-C3A516D250B7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bg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Marcador de número de diapositiva 70">
            <a:extLst>
              <a:ext uri="{FF2B5EF4-FFF2-40B4-BE49-F238E27FC236}">
                <a16:creationId xmlns:a16="http://schemas.microsoft.com/office/drawing/2014/main" id="{F45BB82A-CBF5-4FB5-BA3B-29ADBCDA7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974142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Organigra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352021C2-5757-4012-B973-BAAC99A473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21" b="14194"/>
          <a:stretch/>
        </p:blipFill>
        <p:spPr>
          <a:xfrm>
            <a:off x="0" y="0"/>
            <a:ext cx="11936627" cy="6858000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5704384E-39B3-4992-8BFC-7D554A7FC571}"/>
              </a:ext>
            </a:extLst>
          </p:cNvPr>
          <p:cNvSpPr/>
          <p:nvPr userDrawn="1"/>
        </p:nvSpPr>
        <p:spPr>
          <a:xfrm>
            <a:off x="0" y="0"/>
            <a:ext cx="11936627" cy="6858000"/>
          </a:xfrm>
          <a:prstGeom prst="rect">
            <a:avLst/>
          </a:prstGeom>
          <a:solidFill>
            <a:schemeClr val="tx1"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8" name="Marcador de texto 2">
            <a:extLst>
              <a:ext uri="{FF2B5EF4-FFF2-40B4-BE49-F238E27FC236}">
                <a16:creationId xmlns:a16="http://schemas.microsoft.com/office/drawing/2014/main" id="{BD3B6F47-3B97-413C-ADDB-28F79D2DA3D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9" name="Marcador de texto 2">
            <a:extLst>
              <a:ext uri="{FF2B5EF4-FFF2-40B4-BE49-F238E27FC236}">
                <a16:creationId xmlns:a16="http://schemas.microsoft.com/office/drawing/2014/main" id="{6BF33A91-37E5-4C50-8C8D-CFAED0042B0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AC59AB3F-B80A-48E9-8B0B-C3A516D250B7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bg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Marcador de número de diapositiva 70">
            <a:extLst>
              <a:ext uri="{FF2B5EF4-FFF2-40B4-BE49-F238E27FC236}">
                <a16:creationId xmlns:a16="http://schemas.microsoft.com/office/drawing/2014/main" id="{F45BB82A-CBF5-4FB5-BA3B-29ADBCDA7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87EF725B-621C-49FD-BF7E-2BB5B72C6A2E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2" name="Freeform 109">
              <a:extLst>
                <a:ext uri="{FF2B5EF4-FFF2-40B4-BE49-F238E27FC236}">
                  <a16:creationId xmlns:a16="http://schemas.microsoft.com/office/drawing/2014/main" id="{4900CD4A-59EC-4448-873A-1CD30B98320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" name="Freeform 110">
              <a:extLst>
                <a:ext uri="{FF2B5EF4-FFF2-40B4-BE49-F238E27FC236}">
                  <a16:creationId xmlns:a16="http://schemas.microsoft.com/office/drawing/2014/main" id="{0FB75E46-7EF3-4C0E-81B4-7CE25591F8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4" name="Grupo 13">
              <a:extLst>
                <a:ext uri="{FF2B5EF4-FFF2-40B4-BE49-F238E27FC236}">
                  <a16:creationId xmlns:a16="http://schemas.microsoft.com/office/drawing/2014/main" id="{C70C842D-128F-44BE-95B3-DFFCDC2B74E0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29" name="Freeform 111">
                <a:extLst>
                  <a:ext uri="{FF2B5EF4-FFF2-40B4-BE49-F238E27FC236}">
                    <a16:creationId xmlns:a16="http://schemas.microsoft.com/office/drawing/2014/main" id="{E2C8266F-CE1B-4623-BCD7-3934CA87B7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0" name="Freeform 112">
                <a:extLst>
                  <a:ext uri="{FF2B5EF4-FFF2-40B4-BE49-F238E27FC236}">
                    <a16:creationId xmlns:a16="http://schemas.microsoft.com/office/drawing/2014/main" id="{7B9FBBDE-24DB-48F3-80CC-E15F8EB103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1" name="Freeform 113">
                <a:extLst>
                  <a:ext uri="{FF2B5EF4-FFF2-40B4-BE49-F238E27FC236}">
                    <a16:creationId xmlns:a16="http://schemas.microsoft.com/office/drawing/2014/main" id="{57D6BF2A-6DBD-4CE4-9292-E299BA8F4B3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2" name="Freeform 114">
                <a:extLst>
                  <a:ext uri="{FF2B5EF4-FFF2-40B4-BE49-F238E27FC236}">
                    <a16:creationId xmlns:a16="http://schemas.microsoft.com/office/drawing/2014/main" id="{ED1F6813-4282-4CD7-ACB3-9620ECF5202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3" name="Freeform 115">
                <a:extLst>
                  <a:ext uri="{FF2B5EF4-FFF2-40B4-BE49-F238E27FC236}">
                    <a16:creationId xmlns:a16="http://schemas.microsoft.com/office/drawing/2014/main" id="{F47396CF-4F47-457E-9D6E-03295F4747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4" name="Freeform 116">
                <a:extLst>
                  <a:ext uri="{FF2B5EF4-FFF2-40B4-BE49-F238E27FC236}">
                    <a16:creationId xmlns:a16="http://schemas.microsoft.com/office/drawing/2014/main" id="{8D51139F-EEE7-4994-8197-BF98AFC736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5" name="Freeform 117">
                <a:extLst>
                  <a:ext uri="{FF2B5EF4-FFF2-40B4-BE49-F238E27FC236}">
                    <a16:creationId xmlns:a16="http://schemas.microsoft.com/office/drawing/2014/main" id="{257421F4-38A2-4CDD-ABAC-F5E334D455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6" name="Freeform 118">
                <a:extLst>
                  <a:ext uri="{FF2B5EF4-FFF2-40B4-BE49-F238E27FC236}">
                    <a16:creationId xmlns:a16="http://schemas.microsoft.com/office/drawing/2014/main" id="{0E544450-14B7-4BCC-8F3E-03EEC92721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7" name="Freeform 119">
                <a:extLst>
                  <a:ext uri="{FF2B5EF4-FFF2-40B4-BE49-F238E27FC236}">
                    <a16:creationId xmlns:a16="http://schemas.microsoft.com/office/drawing/2014/main" id="{639D9F9E-F1AF-4FB4-B676-2F4724F13E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8" name="Freeform 120">
                <a:extLst>
                  <a:ext uri="{FF2B5EF4-FFF2-40B4-BE49-F238E27FC236}">
                    <a16:creationId xmlns:a16="http://schemas.microsoft.com/office/drawing/2014/main" id="{0EDEF020-1987-4242-A613-AD5BA2CE864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9" name="Freeform 121">
                <a:extLst>
                  <a:ext uri="{FF2B5EF4-FFF2-40B4-BE49-F238E27FC236}">
                    <a16:creationId xmlns:a16="http://schemas.microsoft.com/office/drawing/2014/main" id="{D3DE75A3-8EAB-410D-96D0-396F89E02D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0" name="Freeform 122">
                <a:extLst>
                  <a:ext uri="{FF2B5EF4-FFF2-40B4-BE49-F238E27FC236}">
                    <a16:creationId xmlns:a16="http://schemas.microsoft.com/office/drawing/2014/main" id="{47F7BE9A-4AAC-43F0-86D5-D3FC282DB4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1" name="Freeform 123">
                <a:extLst>
                  <a:ext uri="{FF2B5EF4-FFF2-40B4-BE49-F238E27FC236}">
                    <a16:creationId xmlns:a16="http://schemas.microsoft.com/office/drawing/2014/main" id="{B64129A5-A1EC-44C1-944E-2A66A742F4E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2" name="Freeform 124">
                <a:extLst>
                  <a:ext uri="{FF2B5EF4-FFF2-40B4-BE49-F238E27FC236}">
                    <a16:creationId xmlns:a16="http://schemas.microsoft.com/office/drawing/2014/main" id="{54820D47-3502-4E98-BDFE-6B42BAF4877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3" name="Freeform 125">
                <a:extLst>
                  <a:ext uri="{FF2B5EF4-FFF2-40B4-BE49-F238E27FC236}">
                    <a16:creationId xmlns:a16="http://schemas.microsoft.com/office/drawing/2014/main" id="{2C899EAF-0062-4226-BCCC-E29950F55E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4" name="Freeform 126">
                <a:extLst>
                  <a:ext uri="{FF2B5EF4-FFF2-40B4-BE49-F238E27FC236}">
                    <a16:creationId xmlns:a16="http://schemas.microsoft.com/office/drawing/2014/main" id="{0106E619-D496-462C-A74B-94F0EDA1AF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5" name="Freeform 127">
                <a:extLst>
                  <a:ext uri="{FF2B5EF4-FFF2-40B4-BE49-F238E27FC236}">
                    <a16:creationId xmlns:a16="http://schemas.microsoft.com/office/drawing/2014/main" id="{E2C029DE-5726-4B9D-847C-819F8FDA33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5" name="Freeform 128">
              <a:extLst>
                <a:ext uri="{FF2B5EF4-FFF2-40B4-BE49-F238E27FC236}">
                  <a16:creationId xmlns:a16="http://schemas.microsoft.com/office/drawing/2014/main" id="{28DFAD69-0305-43F0-AB6A-F9F22398E9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" name="Freeform 129">
              <a:extLst>
                <a:ext uri="{FF2B5EF4-FFF2-40B4-BE49-F238E27FC236}">
                  <a16:creationId xmlns:a16="http://schemas.microsoft.com/office/drawing/2014/main" id="{28955766-29A0-40CF-A972-C43B01FEBAC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" name="Freeform 130">
              <a:extLst>
                <a:ext uri="{FF2B5EF4-FFF2-40B4-BE49-F238E27FC236}">
                  <a16:creationId xmlns:a16="http://schemas.microsoft.com/office/drawing/2014/main" id="{F7F6A1D1-5501-4880-905B-213EC9C4A3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1" name="Freeform 131">
              <a:extLst>
                <a:ext uri="{FF2B5EF4-FFF2-40B4-BE49-F238E27FC236}">
                  <a16:creationId xmlns:a16="http://schemas.microsoft.com/office/drawing/2014/main" id="{74552335-738F-4CBB-8FBE-8313995DFC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2" name="Freeform 132">
              <a:extLst>
                <a:ext uri="{FF2B5EF4-FFF2-40B4-BE49-F238E27FC236}">
                  <a16:creationId xmlns:a16="http://schemas.microsoft.com/office/drawing/2014/main" id="{F74639BB-E9DD-492C-818D-149913EC0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3" name="Freeform 133">
              <a:extLst>
                <a:ext uri="{FF2B5EF4-FFF2-40B4-BE49-F238E27FC236}">
                  <a16:creationId xmlns:a16="http://schemas.microsoft.com/office/drawing/2014/main" id="{6A6E3E53-A6A2-4A0B-9A80-F3968394F0F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4" name="Freeform 134">
              <a:extLst>
                <a:ext uri="{FF2B5EF4-FFF2-40B4-BE49-F238E27FC236}">
                  <a16:creationId xmlns:a16="http://schemas.microsoft.com/office/drawing/2014/main" id="{60A08F07-9F70-486C-9F84-68121CFD43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5" name="Freeform 135">
              <a:extLst>
                <a:ext uri="{FF2B5EF4-FFF2-40B4-BE49-F238E27FC236}">
                  <a16:creationId xmlns:a16="http://schemas.microsoft.com/office/drawing/2014/main" id="{F8CCCF53-1BC5-4A0C-9E25-91C1ABB5A2F2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6" name="Freeform 136">
              <a:extLst>
                <a:ext uri="{FF2B5EF4-FFF2-40B4-BE49-F238E27FC236}">
                  <a16:creationId xmlns:a16="http://schemas.microsoft.com/office/drawing/2014/main" id="{E7D8A1AF-0E94-4CC3-9747-B5A79F108847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8" name="Freeform 137">
              <a:extLst>
                <a:ext uri="{FF2B5EF4-FFF2-40B4-BE49-F238E27FC236}">
                  <a16:creationId xmlns:a16="http://schemas.microsoft.com/office/drawing/2014/main" id="{65BA17D8-961A-4AD1-B38A-D6252908C7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E7976C84-092F-49FA-AB9D-023ADC111096}"/>
              </a:ext>
            </a:extLst>
          </p:cNvPr>
          <p:cNvGrpSpPr/>
          <p:nvPr userDrawn="1"/>
        </p:nvGrpSpPr>
        <p:grpSpPr>
          <a:xfrm>
            <a:off x="10580559" y="518761"/>
            <a:ext cx="1147824" cy="235942"/>
            <a:chOff x="6094413" y="2516188"/>
            <a:chExt cx="2000250" cy="411162"/>
          </a:xfrm>
          <a:solidFill>
            <a:schemeClr val="bg2"/>
          </a:solidFill>
        </p:grpSpPr>
        <p:sp>
          <p:nvSpPr>
            <p:cNvPr id="47" name="Freeform 7">
              <a:extLst>
                <a:ext uri="{FF2B5EF4-FFF2-40B4-BE49-F238E27FC236}">
                  <a16:creationId xmlns:a16="http://schemas.microsoft.com/office/drawing/2014/main" id="{8585EF89-1FC3-4A0F-AE8F-8105A1B295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4463" y="2516188"/>
              <a:ext cx="1600200" cy="265113"/>
            </a:xfrm>
            <a:custGeom>
              <a:avLst/>
              <a:gdLst>
                <a:gd name="T0" fmla="*/ 644 w 1008"/>
                <a:gd name="T1" fmla="*/ 90 h 167"/>
                <a:gd name="T2" fmla="*/ 644 w 1008"/>
                <a:gd name="T3" fmla="*/ 39 h 167"/>
                <a:gd name="T4" fmla="*/ 363 w 1008"/>
                <a:gd name="T5" fmla="*/ 39 h 167"/>
                <a:gd name="T6" fmla="*/ 363 w 1008"/>
                <a:gd name="T7" fmla="*/ 90 h 167"/>
                <a:gd name="T8" fmla="*/ 644 w 1008"/>
                <a:gd name="T9" fmla="*/ 90 h 167"/>
                <a:gd name="T10" fmla="*/ 40 w 1008"/>
                <a:gd name="T11" fmla="*/ 0 h 167"/>
                <a:gd name="T12" fmla="*/ 40 w 1008"/>
                <a:gd name="T13" fmla="*/ 128 h 167"/>
                <a:gd name="T14" fmla="*/ 323 w 1008"/>
                <a:gd name="T15" fmla="*/ 128 h 167"/>
                <a:gd name="T16" fmla="*/ 323 w 1008"/>
                <a:gd name="T17" fmla="*/ 0 h 167"/>
                <a:gd name="T18" fmla="*/ 685 w 1008"/>
                <a:gd name="T19" fmla="*/ 0 h 167"/>
                <a:gd name="T20" fmla="*/ 685 w 1008"/>
                <a:gd name="T21" fmla="*/ 129 h 167"/>
                <a:gd name="T22" fmla="*/ 967 w 1008"/>
                <a:gd name="T23" fmla="*/ 129 h 167"/>
                <a:gd name="T24" fmla="*/ 967 w 1008"/>
                <a:gd name="T25" fmla="*/ 58 h 167"/>
                <a:gd name="T26" fmla="*/ 1008 w 1008"/>
                <a:gd name="T27" fmla="*/ 58 h 167"/>
                <a:gd name="T28" fmla="*/ 1008 w 1008"/>
                <a:gd name="T29" fmla="*/ 167 h 167"/>
                <a:gd name="T30" fmla="*/ 644 w 1008"/>
                <a:gd name="T31" fmla="*/ 167 h 167"/>
                <a:gd name="T32" fmla="*/ 644 w 1008"/>
                <a:gd name="T33" fmla="*/ 130 h 167"/>
                <a:gd name="T34" fmla="*/ 363 w 1008"/>
                <a:gd name="T35" fmla="*/ 130 h 167"/>
                <a:gd name="T36" fmla="*/ 363 w 1008"/>
                <a:gd name="T37" fmla="*/ 167 h 167"/>
                <a:gd name="T38" fmla="*/ 0 w 1008"/>
                <a:gd name="T39" fmla="*/ 167 h 167"/>
                <a:gd name="T40" fmla="*/ 0 w 1008"/>
                <a:gd name="T41" fmla="*/ 0 h 167"/>
                <a:gd name="T42" fmla="*/ 40 w 1008"/>
                <a:gd name="T43" fmla="*/ 0 h 167"/>
                <a:gd name="T44" fmla="*/ 967 w 1008"/>
                <a:gd name="T45" fmla="*/ 0 h 167"/>
                <a:gd name="T46" fmla="*/ 1007 w 1008"/>
                <a:gd name="T47" fmla="*/ 0 h 167"/>
                <a:gd name="T48" fmla="*/ 1007 w 1008"/>
                <a:gd name="T49" fmla="*/ 38 h 167"/>
                <a:gd name="T50" fmla="*/ 967 w 1008"/>
                <a:gd name="T51" fmla="*/ 38 h 167"/>
                <a:gd name="T52" fmla="*/ 967 w 1008"/>
                <a:gd name="T5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008" h="167">
                  <a:moveTo>
                    <a:pt x="644" y="90"/>
                  </a:moveTo>
                  <a:lnTo>
                    <a:pt x="644" y="39"/>
                  </a:lnTo>
                  <a:lnTo>
                    <a:pt x="363" y="39"/>
                  </a:lnTo>
                  <a:lnTo>
                    <a:pt x="363" y="90"/>
                  </a:lnTo>
                  <a:lnTo>
                    <a:pt x="644" y="90"/>
                  </a:lnTo>
                  <a:close/>
                  <a:moveTo>
                    <a:pt x="40" y="0"/>
                  </a:moveTo>
                  <a:lnTo>
                    <a:pt x="40" y="128"/>
                  </a:lnTo>
                  <a:lnTo>
                    <a:pt x="323" y="128"/>
                  </a:lnTo>
                  <a:lnTo>
                    <a:pt x="323" y="0"/>
                  </a:lnTo>
                  <a:lnTo>
                    <a:pt x="685" y="0"/>
                  </a:lnTo>
                  <a:lnTo>
                    <a:pt x="685" y="129"/>
                  </a:lnTo>
                  <a:lnTo>
                    <a:pt x="967" y="129"/>
                  </a:lnTo>
                  <a:lnTo>
                    <a:pt x="967" y="58"/>
                  </a:lnTo>
                  <a:lnTo>
                    <a:pt x="1008" y="58"/>
                  </a:lnTo>
                  <a:lnTo>
                    <a:pt x="1008" y="167"/>
                  </a:lnTo>
                  <a:lnTo>
                    <a:pt x="644" y="167"/>
                  </a:lnTo>
                  <a:lnTo>
                    <a:pt x="644" y="130"/>
                  </a:lnTo>
                  <a:lnTo>
                    <a:pt x="363" y="130"/>
                  </a:lnTo>
                  <a:lnTo>
                    <a:pt x="363" y="167"/>
                  </a:lnTo>
                  <a:lnTo>
                    <a:pt x="0" y="167"/>
                  </a:lnTo>
                  <a:lnTo>
                    <a:pt x="0" y="0"/>
                  </a:lnTo>
                  <a:lnTo>
                    <a:pt x="40" y="0"/>
                  </a:lnTo>
                  <a:close/>
                  <a:moveTo>
                    <a:pt x="967" y="0"/>
                  </a:moveTo>
                  <a:lnTo>
                    <a:pt x="1007" y="0"/>
                  </a:lnTo>
                  <a:lnTo>
                    <a:pt x="1007" y="38"/>
                  </a:lnTo>
                  <a:lnTo>
                    <a:pt x="967" y="38"/>
                  </a:lnTo>
                  <a:lnTo>
                    <a:pt x="96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48" name="Freeform 8">
              <a:extLst>
                <a:ext uri="{FF2B5EF4-FFF2-40B4-BE49-F238E27FC236}">
                  <a16:creationId xmlns:a16="http://schemas.microsoft.com/office/drawing/2014/main" id="{4FF43B98-8C59-4F27-B314-DE609415701D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4463" y="2840038"/>
              <a:ext cx="63500" cy="80963"/>
            </a:xfrm>
            <a:custGeom>
              <a:avLst/>
              <a:gdLst>
                <a:gd name="T0" fmla="*/ 29 w 29"/>
                <a:gd name="T1" fmla="*/ 0 h 37"/>
                <a:gd name="T2" fmla="*/ 22 w 29"/>
                <a:gd name="T3" fmla="*/ 0 h 37"/>
                <a:gd name="T4" fmla="*/ 22 w 29"/>
                <a:gd name="T5" fmla="*/ 23 h 37"/>
                <a:gd name="T6" fmla="*/ 21 w 29"/>
                <a:gd name="T7" fmla="*/ 28 h 37"/>
                <a:gd name="T8" fmla="*/ 16 w 29"/>
                <a:gd name="T9" fmla="*/ 30 h 37"/>
                <a:gd name="T10" fmla="*/ 10 w 29"/>
                <a:gd name="T11" fmla="*/ 28 h 37"/>
                <a:gd name="T12" fmla="*/ 9 w 29"/>
                <a:gd name="T13" fmla="*/ 23 h 37"/>
                <a:gd name="T14" fmla="*/ 9 w 29"/>
                <a:gd name="T15" fmla="*/ 0 h 37"/>
                <a:gd name="T16" fmla="*/ 0 w 29"/>
                <a:gd name="T17" fmla="*/ 0 h 37"/>
                <a:gd name="T18" fmla="*/ 0 w 29"/>
                <a:gd name="T19" fmla="*/ 23 h 37"/>
                <a:gd name="T20" fmla="*/ 3 w 29"/>
                <a:gd name="T21" fmla="*/ 33 h 37"/>
                <a:gd name="T22" fmla="*/ 15 w 29"/>
                <a:gd name="T23" fmla="*/ 37 h 37"/>
                <a:gd name="T24" fmla="*/ 26 w 29"/>
                <a:gd name="T25" fmla="*/ 34 h 37"/>
                <a:gd name="T26" fmla="*/ 29 w 29"/>
                <a:gd name="T27" fmla="*/ 23 h 37"/>
                <a:gd name="T28" fmla="*/ 29 w 29"/>
                <a:gd name="T2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" h="37">
                  <a:moveTo>
                    <a:pt x="29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6"/>
                    <a:pt x="22" y="27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cubicBezTo>
                    <a:pt x="13" y="30"/>
                    <a:pt x="11" y="29"/>
                    <a:pt x="10" y="28"/>
                  </a:cubicBezTo>
                  <a:cubicBezTo>
                    <a:pt x="10" y="27"/>
                    <a:pt x="9" y="26"/>
                    <a:pt x="9" y="2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8"/>
                    <a:pt x="1" y="31"/>
                    <a:pt x="3" y="33"/>
                  </a:cubicBezTo>
                  <a:cubicBezTo>
                    <a:pt x="6" y="36"/>
                    <a:pt x="10" y="37"/>
                    <a:pt x="15" y="37"/>
                  </a:cubicBezTo>
                  <a:cubicBezTo>
                    <a:pt x="20" y="37"/>
                    <a:pt x="23" y="36"/>
                    <a:pt x="26" y="34"/>
                  </a:cubicBezTo>
                  <a:cubicBezTo>
                    <a:pt x="28" y="31"/>
                    <a:pt x="29" y="29"/>
                    <a:pt x="29" y="23"/>
                  </a:cubicBez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49" name="Freeform 9">
              <a:extLst>
                <a:ext uri="{FF2B5EF4-FFF2-40B4-BE49-F238E27FC236}">
                  <a16:creationId xmlns:a16="http://schemas.microsoft.com/office/drawing/2014/main" id="{064767E1-9A0C-49BF-9833-90D047DC0C1C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2250" y="2840038"/>
              <a:ext cx="60325" cy="77788"/>
            </a:xfrm>
            <a:custGeom>
              <a:avLst/>
              <a:gdLst>
                <a:gd name="T0" fmla="*/ 28 w 28"/>
                <a:gd name="T1" fmla="*/ 0 h 36"/>
                <a:gd name="T2" fmla="*/ 22 w 28"/>
                <a:gd name="T3" fmla="*/ 0 h 36"/>
                <a:gd name="T4" fmla="*/ 22 w 28"/>
                <a:gd name="T5" fmla="*/ 19 h 36"/>
                <a:gd name="T6" fmla="*/ 22 w 28"/>
                <a:gd name="T7" fmla="*/ 21 h 36"/>
                <a:gd name="T8" fmla="*/ 9 w 28"/>
                <a:gd name="T9" fmla="*/ 0 h 36"/>
                <a:gd name="T10" fmla="*/ 0 w 28"/>
                <a:gd name="T11" fmla="*/ 0 h 36"/>
                <a:gd name="T12" fmla="*/ 0 w 28"/>
                <a:gd name="T13" fmla="*/ 36 h 36"/>
                <a:gd name="T14" fmla="*/ 7 w 28"/>
                <a:gd name="T15" fmla="*/ 36 h 36"/>
                <a:gd name="T16" fmla="*/ 7 w 28"/>
                <a:gd name="T17" fmla="*/ 15 h 36"/>
                <a:gd name="T18" fmla="*/ 7 w 28"/>
                <a:gd name="T19" fmla="*/ 13 h 36"/>
                <a:gd name="T20" fmla="*/ 6 w 28"/>
                <a:gd name="T21" fmla="*/ 12 h 36"/>
                <a:gd name="T22" fmla="*/ 21 w 28"/>
                <a:gd name="T23" fmla="*/ 36 h 36"/>
                <a:gd name="T24" fmla="*/ 28 w 28"/>
                <a:gd name="T25" fmla="*/ 36 h 36"/>
                <a:gd name="T26" fmla="*/ 28 w 28"/>
                <a:gd name="T2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6">
                  <a:moveTo>
                    <a:pt x="28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0" name="Rectangle 10">
              <a:extLst>
                <a:ext uri="{FF2B5EF4-FFF2-40B4-BE49-F238E27FC236}">
                  <a16:creationId xmlns:a16="http://schemas.microsoft.com/office/drawing/2014/main" id="{9069C9AC-05F8-4BA0-887B-24C38A992A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8450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1" name="Freeform 11">
              <a:extLst>
                <a:ext uri="{FF2B5EF4-FFF2-40B4-BE49-F238E27FC236}">
                  <a16:creationId xmlns:a16="http://schemas.microsoft.com/office/drawing/2014/main" id="{859D3FA7-560E-45CA-9764-F22B98ED752B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3850" y="2840038"/>
              <a:ext cx="68263" cy="77788"/>
            </a:xfrm>
            <a:custGeom>
              <a:avLst/>
              <a:gdLst>
                <a:gd name="T0" fmla="*/ 43 w 43"/>
                <a:gd name="T1" fmla="*/ 0 h 49"/>
                <a:gd name="T2" fmla="*/ 33 w 43"/>
                <a:gd name="T3" fmla="*/ 0 h 49"/>
                <a:gd name="T4" fmla="*/ 24 w 43"/>
                <a:gd name="T5" fmla="*/ 36 h 49"/>
                <a:gd name="T6" fmla="*/ 13 w 43"/>
                <a:gd name="T7" fmla="*/ 0 h 49"/>
                <a:gd name="T8" fmla="*/ 0 w 43"/>
                <a:gd name="T9" fmla="*/ 0 h 49"/>
                <a:gd name="T10" fmla="*/ 15 w 43"/>
                <a:gd name="T11" fmla="*/ 49 h 49"/>
                <a:gd name="T12" fmla="*/ 28 w 43"/>
                <a:gd name="T13" fmla="*/ 49 h 49"/>
                <a:gd name="T14" fmla="*/ 43 w 43"/>
                <a:gd name="T15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49">
                  <a:moveTo>
                    <a:pt x="43" y="0"/>
                  </a:moveTo>
                  <a:lnTo>
                    <a:pt x="33" y="0"/>
                  </a:lnTo>
                  <a:lnTo>
                    <a:pt x="24" y="36"/>
                  </a:lnTo>
                  <a:lnTo>
                    <a:pt x="13" y="0"/>
                  </a:lnTo>
                  <a:lnTo>
                    <a:pt x="0" y="0"/>
                  </a:lnTo>
                  <a:lnTo>
                    <a:pt x="15" y="49"/>
                  </a:lnTo>
                  <a:lnTo>
                    <a:pt x="28" y="49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2" name="Freeform 12">
              <a:extLst>
                <a:ext uri="{FF2B5EF4-FFF2-40B4-BE49-F238E27FC236}">
                  <a16:creationId xmlns:a16="http://schemas.microsoft.com/office/drawing/2014/main" id="{0BEE64BD-072A-4A6D-817F-4D030DC7C099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050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36 w 36"/>
                <a:gd name="T9" fmla="*/ 49 h 49"/>
                <a:gd name="T10" fmla="*/ 36 w 36"/>
                <a:gd name="T11" fmla="*/ 40 h 49"/>
                <a:gd name="T12" fmla="*/ 11 w 36"/>
                <a:gd name="T13" fmla="*/ 40 h 49"/>
                <a:gd name="T14" fmla="*/ 11 w 36"/>
                <a:gd name="T15" fmla="*/ 29 h 49"/>
                <a:gd name="T16" fmla="*/ 30 w 36"/>
                <a:gd name="T17" fmla="*/ 29 h 49"/>
                <a:gd name="T18" fmla="*/ 30 w 36"/>
                <a:gd name="T19" fmla="*/ 19 h 49"/>
                <a:gd name="T20" fmla="*/ 11 w 36"/>
                <a:gd name="T21" fmla="*/ 19 h 49"/>
                <a:gd name="T22" fmla="*/ 11 w 36"/>
                <a:gd name="T23" fmla="*/ 10 h 49"/>
                <a:gd name="T24" fmla="*/ 36 w 36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6" y="49"/>
                  </a:lnTo>
                  <a:lnTo>
                    <a:pt x="36" y="40"/>
                  </a:lnTo>
                  <a:lnTo>
                    <a:pt x="11" y="40"/>
                  </a:lnTo>
                  <a:lnTo>
                    <a:pt x="11" y="29"/>
                  </a:lnTo>
                  <a:lnTo>
                    <a:pt x="30" y="29"/>
                  </a:lnTo>
                  <a:lnTo>
                    <a:pt x="30" y="19"/>
                  </a:lnTo>
                  <a:lnTo>
                    <a:pt x="11" y="19"/>
                  </a:lnTo>
                  <a:lnTo>
                    <a:pt x="11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3" name="Freeform 13">
              <a:extLst>
                <a:ext uri="{FF2B5EF4-FFF2-40B4-BE49-F238E27FC236}">
                  <a16:creationId xmlns:a16="http://schemas.microsoft.com/office/drawing/2014/main" id="{43A0B133-31FE-4979-BDB3-95F683F369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16725" y="2840038"/>
              <a:ext cx="65088" cy="77788"/>
            </a:xfrm>
            <a:custGeom>
              <a:avLst/>
              <a:gdLst>
                <a:gd name="T0" fmla="*/ 8 w 30"/>
                <a:gd name="T1" fmla="*/ 22 h 36"/>
                <a:gd name="T2" fmla="*/ 15 w 30"/>
                <a:gd name="T3" fmla="*/ 22 h 36"/>
                <a:gd name="T4" fmla="*/ 20 w 30"/>
                <a:gd name="T5" fmla="*/ 36 h 36"/>
                <a:gd name="T6" fmla="*/ 30 w 30"/>
                <a:gd name="T7" fmla="*/ 36 h 36"/>
                <a:gd name="T8" fmla="*/ 23 w 30"/>
                <a:gd name="T9" fmla="*/ 20 h 36"/>
                <a:gd name="T10" fmla="*/ 26 w 30"/>
                <a:gd name="T11" fmla="*/ 18 h 36"/>
                <a:gd name="T12" fmla="*/ 29 w 30"/>
                <a:gd name="T13" fmla="*/ 11 h 36"/>
                <a:gd name="T14" fmla="*/ 25 w 30"/>
                <a:gd name="T15" fmla="*/ 2 h 36"/>
                <a:gd name="T16" fmla="*/ 16 w 30"/>
                <a:gd name="T17" fmla="*/ 0 h 36"/>
                <a:gd name="T18" fmla="*/ 0 w 30"/>
                <a:gd name="T19" fmla="*/ 0 h 36"/>
                <a:gd name="T20" fmla="*/ 0 w 30"/>
                <a:gd name="T21" fmla="*/ 36 h 36"/>
                <a:gd name="T22" fmla="*/ 8 w 30"/>
                <a:gd name="T23" fmla="*/ 36 h 36"/>
                <a:gd name="T24" fmla="*/ 8 w 30"/>
                <a:gd name="T25" fmla="*/ 22 h 36"/>
                <a:gd name="T26" fmla="*/ 8 w 30"/>
                <a:gd name="T27" fmla="*/ 6 h 36"/>
                <a:gd name="T28" fmla="*/ 13 w 30"/>
                <a:gd name="T29" fmla="*/ 6 h 36"/>
                <a:gd name="T30" fmla="*/ 19 w 30"/>
                <a:gd name="T31" fmla="*/ 7 h 36"/>
                <a:gd name="T32" fmla="*/ 20 w 30"/>
                <a:gd name="T33" fmla="*/ 11 h 36"/>
                <a:gd name="T34" fmla="*/ 18 w 30"/>
                <a:gd name="T35" fmla="*/ 15 h 36"/>
                <a:gd name="T36" fmla="*/ 14 w 30"/>
                <a:gd name="T37" fmla="*/ 16 h 36"/>
                <a:gd name="T38" fmla="*/ 8 w 30"/>
                <a:gd name="T39" fmla="*/ 16 h 36"/>
                <a:gd name="T40" fmla="*/ 8 w 30"/>
                <a:gd name="T4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6">
                  <a:moveTo>
                    <a:pt x="8" y="22"/>
                  </a:moveTo>
                  <a:cubicBezTo>
                    <a:pt x="15" y="22"/>
                    <a:pt x="15" y="22"/>
                    <a:pt x="15" y="2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5" y="19"/>
                    <a:pt x="25" y="19"/>
                    <a:pt x="26" y="18"/>
                  </a:cubicBezTo>
                  <a:cubicBezTo>
                    <a:pt x="28" y="16"/>
                    <a:pt x="29" y="14"/>
                    <a:pt x="29" y="11"/>
                  </a:cubicBezTo>
                  <a:cubicBezTo>
                    <a:pt x="29" y="8"/>
                    <a:pt x="28" y="4"/>
                    <a:pt x="25" y="2"/>
                  </a:cubicBezTo>
                  <a:cubicBezTo>
                    <a:pt x="23" y="1"/>
                    <a:pt x="21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8" y="36"/>
                    <a:pt x="8" y="36"/>
                    <a:pt x="8" y="36"/>
                  </a:cubicBezTo>
                  <a:lnTo>
                    <a:pt x="8" y="22"/>
                  </a:lnTo>
                  <a:close/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7" y="6"/>
                    <a:pt x="18" y="6"/>
                    <a:pt x="19" y="7"/>
                  </a:cubicBezTo>
                  <a:cubicBezTo>
                    <a:pt x="20" y="8"/>
                    <a:pt x="20" y="10"/>
                    <a:pt x="20" y="11"/>
                  </a:cubicBezTo>
                  <a:cubicBezTo>
                    <a:pt x="20" y="12"/>
                    <a:pt x="19" y="14"/>
                    <a:pt x="18" y="15"/>
                  </a:cubicBezTo>
                  <a:cubicBezTo>
                    <a:pt x="17" y="16"/>
                    <a:pt x="17" y="16"/>
                    <a:pt x="14" y="16"/>
                  </a:cubicBezTo>
                  <a:cubicBezTo>
                    <a:pt x="8" y="16"/>
                    <a:pt x="8" y="16"/>
                    <a:pt x="8" y="16"/>
                  </a:cubicBezTo>
                  <a:lnTo>
                    <a:pt x="8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4" name="Freeform 14">
              <a:extLst>
                <a:ext uri="{FF2B5EF4-FFF2-40B4-BE49-F238E27FC236}">
                  <a16:creationId xmlns:a16="http://schemas.microsoft.com/office/drawing/2014/main" id="{AE7BB1F5-C858-4C6C-8EED-EABC73075425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6575" y="2838450"/>
              <a:ext cx="65088" cy="82550"/>
            </a:xfrm>
            <a:custGeom>
              <a:avLst/>
              <a:gdLst>
                <a:gd name="T0" fmla="*/ 29 w 30"/>
                <a:gd name="T1" fmla="*/ 9 h 38"/>
                <a:gd name="T2" fmla="*/ 25 w 30"/>
                <a:gd name="T3" fmla="*/ 3 h 38"/>
                <a:gd name="T4" fmla="*/ 15 w 30"/>
                <a:gd name="T5" fmla="*/ 0 h 38"/>
                <a:gd name="T6" fmla="*/ 6 w 30"/>
                <a:gd name="T7" fmla="*/ 3 h 38"/>
                <a:gd name="T8" fmla="*/ 2 w 30"/>
                <a:gd name="T9" fmla="*/ 12 h 38"/>
                <a:gd name="T10" fmla="*/ 6 w 30"/>
                <a:gd name="T11" fmla="*/ 20 h 38"/>
                <a:gd name="T12" fmla="*/ 15 w 30"/>
                <a:gd name="T13" fmla="*/ 23 h 38"/>
                <a:gd name="T14" fmla="*/ 21 w 30"/>
                <a:gd name="T15" fmla="*/ 27 h 38"/>
                <a:gd name="T16" fmla="*/ 15 w 30"/>
                <a:gd name="T17" fmla="*/ 31 h 38"/>
                <a:gd name="T18" fmla="*/ 8 w 30"/>
                <a:gd name="T19" fmla="*/ 26 h 38"/>
                <a:gd name="T20" fmla="*/ 0 w 30"/>
                <a:gd name="T21" fmla="*/ 28 h 38"/>
                <a:gd name="T22" fmla="*/ 4 w 30"/>
                <a:gd name="T23" fmla="*/ 35 h 38"/>
                <a:gd name="T24" fmla="*/ 15 w 30"/>
                <a:gd name="T25" fmla="*/ 38 h 38"/>
                <a:gd name="T26" fmla="*/ 25 w 30"/>
                <a:gd name="T27" fmla="*/ 36 h 38"/>
                <a:gd name="T28" fmla="*/ 30 w 30"/>
                <a:gd name="T29" fmla="*/ 26 h 38"/>
                <a:gd name="T30" fmla="*/ 25 w 30"/>
                <a:gd name="T31" fmla="*/ 17 h 38"/>
                <a:gd name="T32" fmla="*/ 16 w 30"/>
                <a:gd name="T33" fmla="*/ 14 h 38"/>
                <a:gd name="T34" fmla="*/ 10 w 30"/>
                <a:gd name="T35" fmla="*/ 10 h 38"/>
                <a:gd name="T36" fmla="*/ 15 w 30"/>
                <a:gd name="T37" fmla="*/ 7 h 38"/>
                <a:gd name="T38" fmla="*/ 22 w 30"/>
                <a:gd name="T39" fmla="*/ 11 h 38"/>
                <a:gd name="T40" fmla="*/ 29 w 30"/>
                <a:gd name="T41" fmla="*/ 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8">
                  <a:moveTo>
                    <a:pt x="29" y="9"/>
                  </a:moveTo>
                  <a:cubicBezTo>
                    <a:pt x="28" y="6"/>
                    <a:pt x="27" y="5"/>
                    <a:pt x="25" y="3"/>
                  </a:cubicBezTo>
                  <a:cubicBezTo>
                    <a:pt x="22" y="1"/>
                    <a:pt x="19" y="0"/>
                    <a:pt x="15" y="0"/>
                  </a:cubicBezTo>
                  <a:cubicBezTo>
                    <a:pt x="11" y="0"/>
                    <a:pt x="8" y="1"/>
                    <a:pt x="6" y="3"/>
                  </a:cubicBezTo>
                  <a:cubicBezTo>
                    <a:pt x="3" y="6"/>
                    <a:pt x="2" y="9"/>
                    <a:pt x="2" y="12"/>
                  </a:cubicBezTo>
                  <a:cubicBezTo>
                    <a:pt x="2" y="16"/>
                    <a:pt x="4" y="19"/>
                    <a:pt x="6" y="20"/>
                  </a:cubicBezTo>
                  <a:cubicBezTo>
                    <a:pt x="8" y="21"/>
                    <a:pt x="11" y="22"/>
                    <a:pt x="15" y="23"/>
                  </a:cubicBezTo>
                  <a:cubicBezTo>
                    <a:pt x="20" y="24"/>
                    <a:pt x="21" y="25"/>
                    <a:pt x="21" y="27"/>
                  </a:cubicBezTo>
                  <a:cubicBezTo>
                    <a:pt x="21" y="30"/>
                    <a:pt x="19" y="31"/>
                    <a:pt x="15" y="31"/>
                  </a:cubicBezTo>
                  <a:cubicBezTo>
                    <a:pt x="11" y="31"/>
                    <a:pt x="9" y="30"/>
                    <a:pt x="8" y="2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31"/>
                    <a:pt x="2" y="33"/>
                    <a:pt x="4" y="35"/>
                  </a:cubicBezTo>
                  <a:cubicBezTo>
                    <a:pt x="7" y="37"/>
                    <a:pt x="11" y="38"/>
                    <a:pt x="15" y="38"/>
                  </a:cubicBezTo>
                  <a:cubicBezTo>
                    <a:pt x="19" y="38"/>
                    <a:pt x="22" y="37"/>
                    <a:pt x="25" y="36"/>
                  </a:cubicBezTo>
                  <a:cubicBezTo>
                    <a:pt x="28" y="33"/>
                    <a:pt x="30" y="30"/>
                    <a:pt x="30" y="26"/>
                  </a:cubicBezTo>
                  <a:cubicBezTo>
                    <a:pt x="30" y="22"/>
                    <a:pt x="28" y="19"/>
                    <a:pt x="25" y="17"/>
                  </a:cubicBezTo>
                  <a:cubicBezTo>
                    <a:pt x="24" y="16"/>
                    <a:pt x="21" y="15"/>
                    <a:pt x="16" y="14"/>
                  </a:cubicBezTo>
                  <a:cubicBezTo>
                    <a:pt x="12" y="13"/>
                    <a:pt x="10" y="12"/>
                    <a:pt x="10" y="10"/>
                  </a:cubicBezTo>
                  <a:cubicBezTo>
                    <a:pt x="10" y="8"/>
                    <a:pt x="12" y="7"/>
                    <a:pt x="15" y="7"/>
                  </a:cubicBezTo>
                  <a:cubicBezTo>
                    <a:pt x="19" y="7"/>
                    <a:pt x="20" y="8"/>
                    <a:pt x="22" y="11"/>
                  </a:cubicBezTo>
                  <a:lnTo>
                    <a:pt x="2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5" name="Rectangle 15">
              <a:extLst>
                <a:ext uri="{FF2B5EF4-FFF2-40B4-BE49-F238E27FC236}">
                  <a16:creationId xmlns:a16="http://schemas.microsoft.com/office/drawing/2014/main" id="{E22F4F86-1FC7-4EBE-832A-E852F627E2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4363" y="2840038"/>
              <a:ext cx="17463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6" name="Freeform 16">
              <a:extLst>
                <a:ext uri="{FF2B5EF4-FFF2-40B4-BE49-F238E27FC236}">
                  <a16:creationId xmlns:a16="http://schemas.microsoft.com/office/drawing/2014/main" id="{227D212C-72D6-4E8B-B8F4-6D6E85CEF0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97700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7" name="Freeform 17">
              <a:extLst>
                <a:ext uri="{FF2B5EF4-FFF2-40B4-BE49-F238E27FC236}">
                  <a16:creationId xmlns:a16="http://schemas.microsoft.com/office/drawing/2014/main" id="{189C1DDD-4E40-4523-9466-B1BAD7216C4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5963" y="2840038"/>
              <a:ext cx="71438" cy="77788"/>
            </a:xfrm>
            <a:custGeom>
              <a:avLst/>
              <a:gdLst>
                <a:gd name="T0" fmla="*/ 30 w 45"/>
                <a:gd name="T1" fmla="*/ 0 h 49"/>
                <a:gd name="T2" fmla="*/ 17 w 45"/>
                <a:gd name="T3" fmla="*/ 0 h 49"/>
                <a:gd name="T4" fmla="*/ 0 w 45"/>
                <a:gd name="T5" fmla="*/ 49 h 49"/>
                <a:gd name="T6" fmla="*/ 11 w 45"/>
                <a:gd name="T7" fmla="*/ 49 h 49"/>
                <a:gd name="T8" fmla="*/ 14 w 45"/>
                <a:gd name="T9" fmla="*/ 40 h 49"/>
                <a:gd name="T10" fmla="*/ 30 w 45"/>
                <a:gd name="T11" fmla="*/ 40 h 49"/>
                <a:gd name="T12" fmla="*/ 33 w 45"/>
                <a:gd name="T13" fmla="*/ 49 h 49"/>
                <a:gd name="T14" fmla="*/ 45 w 45"/>
                <a:gd name="T15" fmla="*/ 49 h 49"/>
                <a:gd name="T16" fmla="*/ 30 w 45"/>
                <a:gd name="T17" fmla="*/ 0 h 49"/>
                <a:gd name="T18" fmla="*/ 17 w 45"/>
                <a:gd name="T19" fmla="*/ 30 h 49"/>
                <a:gd name="T20" fmla="*/ 22 w 45"/>
                <a:gd name="T21" fmla="*/ 12 h 49"/>
                <a:gd name="T22" fmla="*/ 28 w 45"/>
                <a:gd name="T23" fmla="*/ 30 h 49"/>
                <a:gd name="T24" fmla="*/ 17 w 45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" h="49">
                  <a:moveTo>
                    <a:pt x="30" y="0"/>
                  </a:moveTo>
                  <a:lnTo>
                    <a:pt x="17" y="0"/>
                  </a:lnTo>
                  <a:lnTo>
                    <a:pt x="0" y="49"/>
                  </a:lnTo>
                  <a:lnTo>
                    <a:pt x="11" y="49"/>
                  </a:lnTo>
                  <a:lnTo>
                    <a:pt x="14" y="40"/>
                  </a:lnTo>
                  <a:lnTo>
                    <a:pt x="30" y="40"/>
                  </a:lnTo>
                  <a:lnTo>
                    <a:pt x="33" y="49"/>
                  </a:lnTo>
                  <a:lnTo>
                    <a:pt x="45" y="49"/>
                  </a:lnTo>
                  <a:lnTo>
                    <a:pt x="30" y="0"/>
                  </a:lnTo>
                  <a:close/>
                  <a:moveTo>
                    <a:pt x="17" y="30"/>
                  </a:moveTo>
                  <a:lnTo>
                    <a:pt x="22" y="12"/>
                  </a:lnTo>
                  <a:lnTo>
                    <a:pt x="28" y="30"/>
                  </a:lnTo>
                  <a:lnTo>
                    <a:pt x="17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8" name="Freeform 18">
              <a:extLst>
                <a:ext uri="{FF2B5EF4-FFF2-40B4-BE49-F238E27FC236}">
                  <a16:creationId xmlns:a16="http://schemas.microsoft.com/office/drawing/2014/main" id="{270B6F89-6F92-44DB-BC11-9D89950CA8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469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5 w 30"/>
                <a:gd name="T7" fmla="*/ 31 h 36"/>
                <a:gd name="T8" fmla="*/ 30 w 30"/>
                <a:gd name="T9" fmla="*/ 18 h 36"/>
                <a:gd name="T10" fmla="*/ 25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8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8 w 30"/>
                <a:gd name="T25" fmla="*/ 27 h 36"/>
                <a:gd name="T26" fmla="*/ 12 w 30"/>
                <a:gd name="T27" fmla="*/ 30 h 36"/>
                <a:gd name="T28" fmla="*/ 8 w 30"/>
                <a:gd name="T29" fmla="*/ 30 h 36"/>
                <a:gd name="T30" fmla="*/ 8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2" y="35"/>
                    <a:pt x="25" y="31"/>
                  </a:cubicBezTo>
                  <a:cubicBezTo>
                    <a:pt x="28" y="28"/>
                    <a:pt x="30" y="23"/>
                    <a:pt x="30" y="18"/>
                  </a:cubicBezTo>
                  <a:cubicBezTo>
                    <a:pt x="30" y="13"/>
                    <a:pt x="28" y="8"/>
                    <a:pt x="25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8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8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8" y="30"/>
                    <a:pt x="8" y="30"/>
                    <a:pt x="8" y="30"/>
                  </a:cubicBezTo>
                  <a:lnTo>
                    <a:pt x="8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9" name="Freeform 19">
              <a:extLst>
                <a:ext uri="{FF2B5EF4-FFF2-40B4-BE49-F238E27FC236}">
                  <a16:creationId xmlns:a16="http://schemas.microsoft.com/office/drawing/2014/main" id="{FE1E4BB7-9458-439F-9CD8-1F0F638D8E1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46938" y="2840038"/>
              <a:ext cx="68263" cy="77788"/>
            </a:xfrm>
            <a:custGeom>
              <a:avLst/>
              <a:gdLst>
                <a:gd name="T0" fmla="*/ 28 w 43"/>
                <a:gd name="T1" fmla="*/ 0 h 49"/>
                <a:gd name="T2" fmla="*/ 15 w 43"/>
                <a:gd name="T3" fmla="*/ 0 h 49"/>
                <a:gd name="T4" fmla="*/ 0 w 43"/>
                <a:gd name="T5" fmla="*/ 49 h 49"/>
                <a:gd name="T6" fmla="*/ 9 w 43"/>
                <a:gd name="T7" fmla="*/ 49 h 49"/>
                <a:gd name="T8" fmla="*/ 12 w 43"/>
                <a:gd name="T9" fmla="*/ 40 h 49"/>
                <a:gd name="T10" fmla="*/ 28 w 43"/>
                <a:gd name="T11" fmla="*/ 40 h 49"/>
                <a:gd name="T12" fmla="*/ 31 w 43"/>
                <a:gd name="T13" fmla="*/ 49 h 49"/>
                <a:gd name="T14" fmla="*/ 43 w 43"/>
                <a:gd name="T15" fmla="*/ 49 h 49"/>
                <a:gd name="T16" fmla="*/ 28 w 43"/>
                <a:gd name="T17" fmla="*/ 0 h 49"/>
                <a:gd name="T18" fmla="*/ 15 w 43"/>
                <a:gd name="T19" fmla="*/ 30 h 49"/>
                <a:gd name="T20" fmla="*/ 20 w 43"/>
                <a:gd name="T21" fmla="*/ 12 h 49"/>
                <a:gd name="T22" fmla="*/ 25 w 43"/>
                <a:gd name="T23" fmla="*/ 30 h 49"/>
                <a:gd name="T24" fmla="*/ 15 w 43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49">
                  <a:moveTo>
                    <a:pt x="28" y="0"/>
                  </a:moveTo>
                  <a:lnTo>
                    <a:pt x="15" y="0"/>
                  </a:lnTo>
                  <a:lnTo>
                    <a:pt x="0" y="49"/>
                  </a:lnTo>
                  <a:lnTo>
                    <a:pt x="9" y="49"/>
                  </a:lnTo>
                  <a:lnTo>
                    <a:pt x="12" y="40"/>
                  </a:lnTo>
                  <a:lnTo>
                    <a:pt x="28" y="40"/>
                  </a:lnTo>
                  <a:lnTo>
                    <a:pt x="31" y="49"/>
                  </a:lnTo>
                  <a:lnTo>
                    <a:pt x="43" y="49"/>
                  </a:lnTo>
                  <a:lnTo>
                    <a:pt x="28" y="0"/>
                  </a:lnTo>
                  <a:close/>
                  <a:moveTo>
                    <a:pt x="15" y="30"/>
                  </a:moveTo>
                  <a:lnTo>
                    <a:pt x="20" y="12"/>
                  </a:lnTo>
                  <a:lnTo>
                    <a:pt x="25" y="30"/>
                  </a:lnTo>
                  <a:lnTo>
                    <a:pt x="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0" name="Freeform 20">
              <a:extLst>
                <a:ext uri="{FF2B5EF4-FFF2-40B4-BE49-F238E27FC236}">
                  <a16:creationId xmlns:a16="http://schemas.microsoft.com/office/drawing/2014/main" id="{41C93360-9667-4CC8-ADC4-226CCF486A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47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2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2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9" y="0"/>
                    <a:pt x="12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1" y="12"/>
                    <a:pt x="22" y="15"/>
                    <a:pt x="22" y="18"/>
                  </a:cubicBezTo>
                  <a:cubicBezTo>
                    <a:pt x="22" y="21"/>
                    <a:pt x="21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1" name="Freeform 21">
              <a:extLst>
                <a:ext uri="{FF2B5EF4-FFF2-40B4-BE49-F238E27FC236}">
                  <a16:creationId xmlns:a16="http://schemas.microsoft.com/office/drawing/2014/main" id="{4483ADA2-C100-47F1-B933-5424148E3B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7750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6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6 w 31"/>
                <a:gd name="T25" fmla="*/ 31 h 38"/>
                <a:gd name="T26" fmla="*/ 9 w 31"/>
                <a:gd name="T27" fmla="*/ 19 h 38"/>
                <a:gd name="T28" fmla="*/ 16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2" y="9"/>
                    <a:pt x="0" y="14"/>
                    <a:pt x="0" y="19"/>
                  </a:cubicBezTo>
                  <a:cubicBezTo>
                    <a:pt x="0" y="24"/>
                    <a:pt x="2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5" y="36"/>
                    <a:pt x="27" y="33"/>
                  </a:cubicBezTo>
                  <a:cubicBezTo>
                    <a:pt x="30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5" y="2"/>
                    <a:pt x="21" y="0"/>
                    <a:pt x="16" y="0"/>
                  </a:cubicBezTo>
                  <a:moveTo>
                    <a:pt x="16" y="7"/>
                  </a:moveTo>
                  <a:cubicBezTo>
                    <a:pt x="18" y="7"/>
                    <a:pt x="20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6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6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2" name="Freeform 22">
              <a:extLst>
                <a:ext uri="{FF2B5EF4-FFF2-40B4-BE49-F238E27FC236}">
                  <a16:creationId xmlns:a16="http://schemas.microsoft.com/office/drawing/2014/main" id="{8B215AAC-6757-4821-8B2D-C97BEB405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8713" y="2840038"/>
              <a:ext cx="49213" cy="77788"/>
            </a:xfrm>
            <a:custGeom>
              <a:avLst/>
              <a:gdLst>
                <a:gd name="T0" fmla="*/ 10 w 31"/>
                <a:gd name="T1" fmla="*/ 40 h 49"/>
                <a:gd name="T2" fmla="*/ 10 w 31"/>
                <a:gd name="T3" fmla="*/ 0 h 49"/>
                <a:gd name="T4" fmla="*/ 0 w 31"/>
                <a:gd name="T5" fmla="*/ 0 h 49"/>
                <a:gd name="T6" fmla="*/ 0 w 31"/>
                <a:gd name="T7" fmla="*/ 49 h 49"/>
                <a:gd name="T8" fmla="*/ 31 w 31"/>
                <a:gd name="T9" fmla="*/ 49 h 49"/>
                <a:gd name="T10" fmla="*/ 31 w 31"/>
                <a:gd name="T11" fmla="*/ 40 h 49"/>
                <a:gd name="T12" fmla="*/ 10 w 31"/>
                <a:gd name="T13" fmla="*/ 4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49">
                  <a:moveTo>
                    <a:pt x="10" y="40"/>
                  </a:moveTo>
                  <a:lnTo>
                    <a:pt x="10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1" y="49"/>
                  </a:lnTo>
                  <a:lnTo>
                    <a:pt x="31" y="40"/>
                  </a:lnTo>
                  <a:lnTo>
                    <a:pt x="1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3" name="Freeform 23">
              <a:extLst>
                <a:ext uri="{FF2B5EF4-FFF2-40B4-BE49-F238E27FC236}">
                  <a16:creationId xmlns:a16="http://schemas.microsoft.com/office/drawing/2014/main" id="{41FB6C86-8DD3-44A6-9AE0-FBADE03FA8FA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5863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13 w 36"/>
                <a:gd name="T9" fmla="*/ 49 h 49"/>
                <a:gd name="T10" fmla="*/ 13 w 36"/>
                <a:gd name="T11" fmla="*/ 30 h 49"/>
                <a:gd name="T12" fmla="*/ 32 w 36"/>
                <a:gd name="T13" fmla="*/ 30 h 49"/>
                <a:gd name="T14" fmla="*/ 32 w 36"/>
                <a:gd name="T15" fmla="*/ 21 h 49"/>
                <a:gd name="T16" fmla="*/ 13 w 36"/>
                <a:gd name="T17" fmla="*/ 21 h 49"/>
                <a:gd name="T18" fmla="*/ 13 w 36"/>
                <a:gd name="T19" fmla="*/ 10 h 49"/>
                <a:gd name="T20" fmla="*/ 36 w 36"/>
                <a:gd name="T21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13" y="49"/>
                  </a:lnTo>
                  <a:lnTo>
                    <a:pt x="13" y="30"/>
                  </a:lnTo>
                  <a:lnTo>
                    <a:pt x="32" y="30"/>
                  </a:lnTo>
                  <a:lnTo>
                    <a:pt x="32" y="21"/>
                  </a:lnTo>
                  <a:lnTo>
                    <a:pt x="13" y="21"/>
                  </a:lnTo>
                  <a:lnTo>
                    <a:pt x="13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4" name="Freeform 24">
              <a:extLst>
                <a:ext uri="{FF2B5EF4-FFF2-40B4-BE49-F238E27FC236}">
                  <a16:creationId xmlns:a16="http://schemas.microsoft.com/office/drawing/2014/main" id="{0B21A84C-12DF-4206-A32D-BB0805E1EA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5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5 w 31"/>
                <a:gd name="T25" fmla="*/ 31 h 38"/>
                <a:gd name="T26" fmla="*/ 9 w 31"/>
                <a:gd name="T27" fmla="*/ 19 h 38"/>
                <a:gd name="T28" fmla="*/ 15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1" y="9"/>
                    <a:pt x="0" y="14"/>
                    <a:pt x="0" y="19"/>
                  </a:cubicBezTo>
                  <a:cubicBezTo>
                    <a:pt x="0" y="24"/>
                    <a:pt x="1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4" y="36"/>
                    <a:pt x="27" y="33"/>
                  </a:cubicBezTo>
                  <a:cubicBezTo>
                    <a:pt x="29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4" y="2"/>
                    <a:pt x="20" y="0"/>
                    <a:pt x="16" y="0"/>
                  </a:cubicBezTo>
                  <a:moveTo>
                    <a:pt x="15" y="7"/>
                  </a:moveTo>
                  <a:cubicBezTo>
                    <a:pt x="18" y="7"/>
                    <a:pt x="19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5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5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5" name="Rectangle 25">
              <a:extLst>
                <a:ext uri="{FF2B5EF4-FFF2-40B4-BE49-F238E27FC236}">
                  <a16:creationId xmlns:a16="http://schemas.microsoft.com/office/drawing/2014/main" id="{43EE92E3-3854-42C5-96DE-FD7F34F7A6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7313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6" name="Freeform 26">
              <a:extLst>
                <a:ext uri="{FF2B5EF4-FFF2-40B4-BE49-F238E27FC236}">
                  <a16:creationId xmlns:a16="http://schemas.microsoft.com/office/drawing/2014/main" id="{47D1B7CE-AAA4-4169-94FC-37906B5A48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42238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7 w 30"/>
                <a:gd name="T5" fmla="*/ 36 h 36"/>
                <a:gd name="T6" fmla="*/ 27 w 30"/>
                <a:gd name="T7" fmla="*/ 34 h 36"/>
                <a:gd name="T8" fmla="*/ 30 w 30"/>
                <a:gd name="T9" fmla="*/ 26 h 36"/>
                <a:gd name="T10" fmla="*/ 27 w 30"/>
                <a:gd name="T11" fmla="*/ 20 h 36"/>
                <a:gd name="T12" fmla="*/ 23 w 30"/>
                <a:gd name="T13" fmla="*/ 17 h 36"/>
                <a:gd name="T14" fmla="*/ 29 w 30"/>
                <a:gd name="T15" fmla="*/ 9 h 36"/>
                <a:gd name="T16" fmla="*/ 26 w 30"/>
                <a:gd name="T17" fmla="*/ 2 h 36"/>
                <a:gd name="T18" fmla="*/ 17 w 30"/>
                <a:gd name="T19" fmla="*/ 0 h 36"/>
                <a:gd name="T20" fmla="*/ 0 w 30"/>
                <a:gd name="T21" fmla="*/ 0 h 36"/>
                <a:gd name="T22" fmla="*/ 9 w 30"/>
                <a:gd name="T23" fmla="*/ 6 h 36"/>
                <a:gd name="T24" fmla="*/ 14 w 30"/>
                <a:gd name="T25" fmla="*/ 6 h 36"/>
                <a:gd name="T26" fmla="*/ 19 w 30"/>
                <a:gd name="T27" fmla="*/ 7 h 36"/>
                <a:gd name="T28" fmla="*/ 20 w 30"/>
                <a:gd name="T29" fmla="*/ 10 h 36"/>
                <a:gd name="T30" fmla="*/ 19 w 30"/>
                <a:gd name="T31" fmla="*/ 13 h 36"/>
                <a:gd name="T32" fmla="*/ 15 w 30"/>
                <a:gd name="T33" fmla="*/ 14 h 36"/>
                <a:gd name="T34" fmla="*/ 9 w 30"/>
                <a:gd name="T35" fmla="*/ 14 h 36"/>
                <a:gd name="T36" fmla="*/ 9 w 30"/>
                <a:gd name="T37" fmla="*/ 6 h 36"/>
                <a:gd name="T38" fmla="*/ 9 w 30"/>
                <a:gd name="T39" fmla="*/ 21 h 36"/>
                <a:gd name="T40" fmla="*/ 16 w 30"/>
                <a:gd name="T41" fmla="*/ 21 h 36"/>
                <a:gd name="T42" fmla="*/ 21 w 30"/>
                <a:gd name="T43" fmla="*/ 25 h 36"/>
                <a:gd name="T44" fmla="*/ 19 w 30"/>
                <a:gd name="T45" fmla="*/ 29 h 36"/>
                <a:gd name="T46" fmla="*/ 15 w 30"/>
                <a:gd name="T47" fmla="*/ 30 h 36"/>
                <a:gd name="T48" fmla="*/ 9 w 30"/>
                <a:gd name="T49" fmla="*/ 30 h 36"/>
                <a:gd name="T50" fmla="*/ 9 w 30"/>
                <a:gd name="T51" fmla="*/ 2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22" y="36"/>
                    <a:pt x="25" y="36"/>
                    <a:pt x="27" y="34"/>
                  </a:cubicBezTo>
                  <a:cubicBezTo>
                    <a:pt x="29" y="32"/>
                    <a:pt x="30" y="29"/>
                    <a:pt x="30" y="26"/>
                  </a:cubicBezTo>
                  <a:cubicBezTo>
                    <a:pt x="30" y="24"/>
                    <a:pt x="29" y="21"/>
                    <a:pt x="27" y="20"/>
                  </a:cubicBezTo>
                  <a:cubicBezTo>
                    <a:pt x="26" y="18"/>
                    <a:pt x="25" y="18"/>
                    <a:pt x="23" y="17"/>
                  </a:cubicBezTo>
                  <a:cubicBezTo>
                    <a:pt x="27" y="16"/>
                    <a:pt x="29" y="13"/>
                    <a:pt x="29" y="9"/>
                  </a:cubicBezTo>
                  <a:cubicBezTo>
                    <a:pt x="29" y="6"/>
                    <a:pt x="28" y="4"/>
                    <a:pt x="26" y="2"/>
                  </a:cubicBezTo>
                  <a:cubicBezTo>
                    <a:pt x="24" y="0"/>
                    <a:pt x="21" y="0"/>
                    <a:pt x="17" y="0"/>
                  </a:cubicBezTo>
                  <a:lnTo>
                    <a:pt x="0" y="0"/>
                  </a:lnTo>
                  <a:close/>
                  <a:moveTo>
                    <a:pt x="9" y="6"/>
                  </a:moveTo>
                  <a:cubicBezTo>
                    <a:pt x="14" y="6"/>
                    <a:pt x="14" y="6"/>
                    <a:pt x="14" y="6"/>
                  </a:cubicBezTo>
                  <a:cubicBezTo>
                    <a:pt x="18" y="6"/>
                    <a:pt x="18" y="6"/>
                    <a:pt x="19" y="7"/>
                  </a:cubicBezTo>
                  <a:cubicBezTo>
                    <a:pt x="20" y="8"/>
                    <a:pt x="20" y="9"/>
                    <a:pt x="20" y="10"/>
                  </a:cubicBezTo>
                  <a:cubicBezTo>
                    <a:pt x="20" y="12"/>
                    <a:pt x="20" y="13"/>
                    <a:pt x="19" y="13"/>
                  </a:cubicBezTo>
                  <a:cubicBezTo>
                    <a:pt x="18" y="14"/>
                    <a:pt x="17" y="14"/>
                    <a:pt x="15" y="14"/>
                  </a:cubicBezTo>
                  <a:cubicBezTo>
                    <a:pt x="9" y="14"/>
                    <a:pt x="9" y="14"/>
                    <a:pt x="9" y="14"/>
                  </a:cubicBezTo>
                  <a:lnTo>
                    <a:pt x="9" y="6"/>
                  </a:lnTo>
                  <a:close/>
                  <a:moveTo>
                    <a:pt x="9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9" y="21"/>
                    <a:pt x="21" y="22"/>
                    <a:pt x="21" y="25"/>
                  </a:cubicBezTo>
                  <a:cubicBezTo>
                    <a:pt x="21" y="27"/>
                    <a:pt x="20" y="28"/>
                    <a:pt x="19" y="29"/>
                  </a:cubicBezTo>
                  <a:cubicBezTo>
                    <a:pt x="18" y="29"/>
                    <a:pt x="17" y="30"/>
                    <a:pt x="15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7" name="Freeform 27">
              <a:extLst>
                <a:ext uri="{FF2B5EF4-FFF2-40B4-BE49-F238E27FC236}">
                  <a16:creationId xmlns:a16="http://schemas.microsoft.com/office/drawing/2014/main" id="{52F63403-67BB-4316-A00C-B7ACB738C6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12088" y="2814638"/>
              <a:ext cx="71438" cy="103188"/>
            </a:xfrm>
            <a:custGeom>
              <a:avLst/>
              <a:gdLst>
                <a:gd name="T0" fmla="*/ 30 w 45"/>
                <a:gd name="T1" fmla="*/ 16 h 65"/>
                <a:gd name="T2" fmla="*/ 16 w 45"/>
                <a:gd name="T3" fmla="*/ 16 h 65"/>
                <a:gd name="T4" fmla="*/ 0 w 45"/>
                <a:gd name="T5" fmla="*/ 65 h 65"/>
                <a:gd name="T6" fmla="*/ 9 w 45"/>
                <a:gd name="T7" fmla="*/ 65 h 65"/>
                <a:gd name="T8" fmla="*/ 13 w 45"/>
                <a:gd name="T9" fmla="*/ 56 h 65"/>
                <a:gd name="T10" fmla="*/ 30 w 45"/>
                <a:gd name="T11" fmla="*/ 56 h 65"/>
                <a:gd name="T12" fmla="*/ 32 w 45"/>
                <a:gd name="T13" fmla="*/ 65 h 65"/>
                <a:gd name="T14" fmla="*/ 45 w 45"/>
                <a:gd name="T15" fmla="*/ 65 h 65"/>
                <a:gd name="T16" fmla="*/ 30 w 45"/>
                <a:gd name="T17" fmla="*/ 16 h 65"/>
                <a:gd name="T18" fmla="*/ 16 w 45"/>
                <a:gd name="T19" fmla="*/ 46 h 65"/>
                <a:gd name="T20" fmla="*/ 21 w 45"/>
                <a:gd name="T21" fmla="*/ 28 h 65"/>
                <a:gd name="T22" fmla="*/ 27 w 45"/>
                <a:gd name="T23" fmla="*/ 46 h 65"/>
                <a:gd name="T24" fmla="*/ 16 w 45"/>
                <a:gd name="T25" fmla="*/ 46 h 65"/>
                <a:gd name="T26" fmla="*/ 32 w 45"/>
                <a:gd name="T27" fmla="*/ 0 h 65"/>
                <a:gd name="T28" fmla="*/ 16 w 45"/>
                <a:gd name="T29" fmla="*/ 8 h 65"/>
                <a:gd name="T30" fmla="*/ 19 w 45"/>
                <a:gd name="T31" fmla="*/ 12 h 65"/>
                <a:gd name="T32" fmla="*/ 35 w 45"/>
                <a:gd name="T33" fmla="*/ 7 h 65"/>
                <a:gd name="T34" fmla="*/ 32 w 45"/>
                <a:gd name="T3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5" h="65">
                  <a:moveTo>
                    <a:pt x="30" y="16"/>
                  </a:moveTo>
                  <a:lnTo>
                    <a:pt x="16" y="16"/>
                  </a:lnTo>
                  <a:lnTo>
                    <a:pt x="0" y="65"/>
                  </a:lnTo>
                  <a:lnTo>
                    <a:pt x="9" y="65"/>
                  </a:lnTo>
                  <a:lnTo>
                    <a:pt x="13" y="56"/>
                  </a:lnTo>
                  <a:lnTo>
                    <a:pt x="30" y="56"/>
                  </a:lnTo>
                  <a:lnTo>
                    <a:pt x="32" y="65"/>
                  </a:lnTo>
                  <a:lnTo>
                    <a:pt x="45" y="65"/>
                  </a:lnTo>
                  <a:lnTo>
                    <a:pt x="30" y="16"/>
                  </a:lnTo>
                  <a:close/>
                  <a:moveTo>
                    <a:pt x="16" y="46"/>
                  </a:moveTo>
                  <a:lnTo>
                    <a:pt x="21" y="28"/>
                  </a:lnTo>
                  <a:lnTo>
                    <a:pt x="27" y="46"/>
                  </a:lnTo>
                  <a:lnTo>
                    <a:pt x="16" y="46"/>
                  </a:lnTo>
                  <a:close/>
                  <a:moveTo>
                    <a:pt x="32" y="0"/>
                  </a:moveTo>
                  <a:lnTo>
                    <a:pt x="16" y="8"/>
                  </a:lnTo>
                  <a:lnTo>
                    <a:pt x="19" y="12"/>
                  </a:lnTo>
                  <a:lnTo>
                    <a:pt x="35" y="7"/>
                  </a:lnTo>
                  <a:lnTo>
                    <a:pt x="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8" name="Freeform 28">
              <a:extLst>
                <a:ext uri="{FF2B5EF4-FFF2-40B4-BE49-F238E27FC236}">
                  <a16:creationId xmlns:a16="http://schemas.microsoft.com/office/drawing/2014/main" id="{B68271DD-9A32-48A2-A257-81BDE204A5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91463" y="2816225"/>
              <a:ext cx="60325" cy="101600"/>
            </a:xfrm>
            <a:custGeom>
              <a:avLst/>
              <a:gdLst>
                <a:gd name="T0" fmla="*/ 28 w 28"/>
                <a:gd name="T1" fmla="*/ 11 h 47"/>
                <a:gd name="T2" fmla="*/ 21 w 28"/>
                <a:gd name="T3" fmla="*/ 11 h 47"/>
                <a:gd name="T4" fmla="*/ 21 w 28"/>
                <a:gd name="T5" fmla="*/ 30 h 47"/>
                <a:gd name="T6" fmla="*/ 22 w 28"/>
                <a:gd name="T7" fmla="*/ 32 h 47"/>
                <a:gd name="T8" fmla="*/ 9 w 28"/>
                <a:gd name="T9" fmla="*/ 11 h 47"/>
                <a:gd name="T10" fmla="*/ 0 w 28"/>
                <a:gd name="T11" fmla="*/ 11 h 47"/>
                <a:gd name="T12" fmla="*/ 0 w 28"/>
                <a:gd name="T13" fmla="*/ 47 h 47"/>
                <a:gd name="T14" fmla="*/ 7 w 28"/>
                <a:gd name="T15" fmla="*/ 47 h 47"/>
                <a:gd name="T16" fmla="*/ 7 w 28"/>
                <a:gd name="T17" fmla="*/ 26 h 47"/>
                <a:gd name="T18" fmla="*/ 6 w 28"/>
                <a:gd name="T19" fmla="*/ 24 h 47"/>
                <a:gd name="T20" fmla="*/ 6 w 28"/>
                <a:gd name="T21" fmla="*/ 23 h 47"/>
                <a:gd name="T22" fmla="*/ 21 w 28"/>
                <a:gd name="T23" fmla="*/ 47 h 47"/>
                <a:gd name="T24" fmla="*/ 28 w 28"/>
                <a:gd name="T25" fmla="*/ 47 h 47"/>
                <a:gd name="T26" fmla="*/ 28 w 28"/>
                <a:gd name="T27" fmla="*/ 11 h 47"/>
                <a:gd name="T28" fmla="*/ 22 w 28"/>
                <a:gd name="T29" fmla="*/ 0 h 47"/>
                <a:gd name="T30" fmla="*/ 18 w 28"/>
                <a:gd name="T31" fmla="*/ 3 h 47"/>
                <a:gd name="T32" fmla="*/ 15 w 28"/>
                <a:gd name="T33" fmla="*/ 2 h 47"/>
                <a:gd name="T34" fmla="*/ 11 w 28"/>
                <a:gd name="T35" fmla="*/ 1 h 47"/>
                <a:gd name="T36" fmla="*/ 5 w 28"/>
                <a:gd name="T37" fmla="*/ 4 h 47"/>
                <a:gd name="T38" fmla="*/ 7 w 28"/>
                <a:gd name="T39" fmla="*/ 7 h 47"/>
                <a:gd name="T40" fmla="*/ 11 w 28"/>
                <a:gd name="T41" fmla="*/ 5 h 47"/>
                <a:gd name="T42" fmla="*/ 13 w 28"/>
                <a:gd name="T43" fmla="*/ 5 h 47"/>
                <a:gd name="T44" fmla="*/ 18 w 28"/>
                <a:gd name="T45" fmla="*/ 7 h 47"/>
                <a:gd name="T46" fmla="*/ 24 w 28"/>
                <a:gd name="T47" fmla="*/ 3 h 47"/>
                <a:gd name="T48" fmla="*/ 22 w 28"/>
                <a:gd name="T49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47">
                  <a:moveTo>
                    <a:pt x="28" y="11"/>
                  </a:moveTo>
                  <a:cubicBezTo>
                    <a:pt x="21" y="11"/>
                    <a:pt x="21" y="11"/>
                    <a:pt x="21" y="1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1"/>
                    <a:pt x="21" y="31"/>
                    <a:pt x="22" y="3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8" y="47"/>
                    <a:pt x="28" y="47"/>
                    <a:pt x="28" y="47"/>
                  </a:cubicBezTo>
                  <a:lnTo>
                    <a:pt x="28" y="11"/>
                  </a:lnTo>
                  <a:close/>
                  <a:moveTo>
                    <a:pt x="22" y="0"/>
                  </a:moveTo>
                  <a:cubicBezTo>
                    <a:pt x="21" y="2"/>
                    <a:pt x="19" y="3"/>
                    <a:pt x="18" y="3"/>
                  </a:cubicBezTo>
                  <a:cubicBezTo>
                    <a:pt x="17" y="3"/>
                    <a:pt x="16" y="2"/>
                    <a:pt x="15" y="2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9" y="1"/>
                    <a:pt x="7" y="2"/>
                    <a:pt x="5" y="4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9" y="5"/>
                    <a:pt x="10" y="5"/>
                    <a:pt x="11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6" y="7"/>
                    <a:pt x="16" y="7"/>
                    <a:pt x="18" y="7"/>
                  </a:cubicBezTo>
                  <a:cubicBezTo>
                    <a:pt x="20" y="7"/>
                    <a:pt x="22" y="6"/>
                    <a:pt x="24" y="3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9" name="Freeform 29">
              <a:extLst>
                <a:ext uri="{FF2B5EF4-FFF2-40B4-BE49-F238E27FC236}">
                  <a16:creationId xmlns:a16="http://schemas.microsoft.com/office/drawing/2014/main" id="{18DC8DBA-D5DC-4838-9DE5-42B5317030D3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7663" y="2840038"/>
              <a:ext cx="55563" cy="77788"/>
            </a:xfrm>
            <a:custGeom>
              <a:avLst/>
              <a:gdLst>
                <a:gd name="T0" fmla="*/ 35 w 35"/>
                <a:gd name="T1" fmla="*/ 10 h 49"/>
                <a:gd name="T2" fmla="*/ 35 w 35"/>
                <a:gd name="T3" fmla="*/ 0 h 49"/>
                <a:gd name="T4" fmla="*/ 0 w 35"/>
                <a:gd name="T5" fmla="*/ 0 h 49"/>
                <a:gd name="T6" fmla="*/ 0 w 35"/>
                <a:gd name="T7" fmla="*/ 49 h 49"/>
                <a:gd name="T8" fmla="*/ 35 w 35"/>
                <a:gd name="T9" fmla="*/ 49 h 49"/>
                <a:gd name="T10" fmla="*/ 35 w 35"/>
                <a:gd name="T11" fmla="*/ 40 h 49"/>
                <a:gd name="T12" fmla="*/ 12 w 35"/>
                <a:gd name="T13" fmla="*/ 40 h 49"/>
                <a:gd name="T14" fmla="*/ 12 w 35"/>
                <a:gd name="T15" fmla="*/ 29 h 49"/>
                <a:gd name="T16" fmla="*/ 31 w 35"/>
                <a:gd name="T17" fmla="*/ 29 h 49"/>
                <a:gd name="T18" fmla="*/ 31 w 35"/>
                <a:gd name="T19" fmla="*/ 19 h 49"/>
                <a:gd name="T20" fmla="*/ 12 w 35"/>
                <a:gd name="T21" fmla="*/ 19 h 49"/>
                <a:gd name="T22" fmla="*/ 12 w 35"/>
                <a:gd name="T23" fmla="*/ 10 h 49"/>
                <a:gd name="T24" fmla="*/ 35 w 35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49">
                  <a:moveTo>
                    <a:pt x="35" y="10"/>
                  </a:moveTo>
                  <a:lnTo>
                    <a:pt x="35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5" y="49"/>
                  </a:lnTo>
                  <a:lnTo>
                    <a:pt x="35" y="40"/>
                  </a:lnTo>
                  <a:lnTo>
                    <a:pt x="12" y="40"/>
                  </a:lnTo>
                  <a:lnTo>
                    <a:pt x="12" y="29"/>
                  </a:lnTo>
                  <a:lnTo>
                    <a:pt x="31" y="29"/>
                  </a:lnTo>
                  <a:lnTo>
                    <a:pt x="31" y="19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35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0" name="Freeform 30">
              <a:extLst>
                <a:ext uri="{FF2B5EF4-FFF2-40B4-BE49-F238E27FC236}">
                  <a16:creationId xmlns:a16="http://schemas.microsoft.com/office/drawing/2014/main" id="{CC02A31F-F826-48BF-8BBD-9FB28360689D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9575" y="2840038"/>
              <a:ext cx="63500" cy="77788"/>
            </a:xfrm>
            <a:custGeom>
              <a:avLst/>
              <a:gdLst>
                <a:gd name="T0" fmla="*/ 40 w 40"/>
                <a:gd name="T1" fmla="*/ 8 h 49"/>
                <a:gd name="T2" fmla="*/ 40 w 40"/>
                <a:gd name="T3" fmla="*/ 0 h 49"/>
                <a:gd name="T4" fmla="*/ 2 w 40"/>
                <a:gd name="T5" fmla="*/ 0 h 49"/>
                <a:gd name="T6" fmla="*/ 2 w 40"/>
                <a:gd name="T7" fmla="*/ 10 h 49"/>
                <a:gd name="T8" fmla="*/ 25 w 40"/>
                <a:gd name="T9" fmla="*/ 10 h 49"/>
                <a:gd name="T10" fmla="*/ 0 w 40"/>
                <a:gd name="T11" fmla="*/ 41 h 49"/>
                <a:gd name="T12" fmla="*/ 0 w 40"/>
                <a:gd name="T13" fmla="*/ 49 h 49"/>
                <a:gd name="T14" fmla="*/ 40 w 40"/>
                <a:gd name="T15" fmla="*/ 49 h 49"/>
                <a:gd name="T16" fmla="*/ 40 w 40"/>
                <a:gd name="T17" fmla="*/ 40 h 49"/>
                <a:gd name="T18" fmla="*/ 14 w 40"/>
                <a:gd name="T19" fmla="*/ 40 h 49"/>
                <a:gd name="T20" fmla="*/ 40 w 40"/>
                <a:gd name="T21" fmla="*/ 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49">
                  <a:moveTo>
                    <a:pt x="40" y="8"/>
                  </a:moveTo>
                  <a:lnTo>
                    <a:pt x="40" y="0"/>
                  </a:lnTo>
                  <a:lnTo>
                    <a:pt x="2" y="0"/>
                  </a:lnTo>
                  <a:lnTo>
                    <a:pt x="2" y="10"/>
                  </a:lnTo>
                  <a:lnTo>
                    <a:pt x="25" y="10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40" y="49"/>
                  </a:lnTo>
                  <a:lnTo>
                    <a:pt x="40" y="40"/>
                  </a:lnTo>
                  <a:lnTo>
                    <a:pt x="14" y="40"/>
                  </a:lnTo>
                  <a:lnTo>
                    <a:pt x="4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1" name="Freeform 31">
              <a:extLst>
                <a:ext uri="{FF2B5EF4-FFF2-40B4-BE49-F238E27FC236}">
                  <a16:creationId xmlns:a16="http://schemas.microsoft.com/office/drawing/2014/main" id="{5EDA3DA2-82D4-460D-BF98-C6C0746E946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413" y="2803525"/>
              <a:ext cx="314325" cy="123825"/>
            </a:xfrm>
            <a:custGeom>
              <a:avLst/>
              <a:gdLst>
                <a:gd name="T0" fmla="*/ 135 w 145"/>
                <a:gd name="T1" fmla="*/ 15 h 57"/>
                <a:gd name="T2" fmla="*/ 24 w 145"/>
                <a:gd name="T3" fmla="*/ 16 h 57"/>
                <a:gd name="T4" fmla="*/ 10 w 145"/>
                <a:gd name="T5" fmla="*/ 13 h 57"/>
                <a:gd name="T6" fmla="*/ 142 w 145"/>
                <a:gd name="T7" fmla="*/ 8 h 57"/>
                <a:gd name="T8" fmla="*/ 120 w 145"/>
                <a:gd name="T9" fmla="*/ 18 h 57"/>
                <a:gd name="T10" fmla="*/ 42 w 145"/>
                <a:gd name="T11" fmla="*/ 47 h 57"/>
                <a:gd name="T12" fmla="*/ 11 w 145"/>
                <a:gd name="T13" fmla="*/ 20 h 57"/>
                <a:gd name="T14" fmla="*/ 127 w 145"/>
                <a:gd name="T15" fmla="*/ 32 h 57"/>
                <a:gd name="T16" fmla="*/ 98 w 145"/>
                <a:gd name="T17" fmla="*/ 49 h 57"/>
                <a:gd name="T18" fmla="*/ 85 w 145"/>
                <a:gd name="T19" fmla="*/ 50 h 57"/>
                <a:gd name="T20" fmla="*/ 70 w 145"/>
                <a:gd name="T21" fmla="*/ 52 h 57"/>
                <a:gd name="T22" fmla="*/ 97 w 145"/>
                <a:gd name="T23" fmla="*/ 47 h 57"/>
                <a:gd name="T24" fmla="*/ 92 w 145"/>
                <a:gd name="T25" fmla="*/ 50 h 57"/>
                <a:gd name="T26" fmla="*/ 0 w 145"/>
                <a:gd name="T27" fmla="*/ 26 h 57"/>
                <a:gd name="T28" fmla="*/ 138 w 145"/>
                <a:gd name="T29" fmla="*/ 17 h 57"/>
                <a:gd name="T30" fmla="*/ 82 w 145"/>
                <a:gd name="T31" fmla="*/ 44 h 57"/>
                <a:gd name="T32" fmla="*/ 64 w 145"/>
                <a:gd name="T33" fmla="*/ 44 h 57"/>
                <a:gd name="T34" fmla="*/ 13 w 145"/>
                <a:gd name="T35" fmla="*/ 27 h 57"/>
                <a:gd name="T36" fmla="*/ 13 w 145"/>
                <a:gd name="T37" fmla="*/ 33 h 57"/>
                <a:gd name="T38" fmla="*/ 17 w 145"/>
                <a:gd name="T39" fmla="*/ 31 h 57"/>
                <a:gd name="T40" fmla="*/ 18 w 145"/>
                <a:gd name="T41" fmla="*/ 31 h 57"/>
                <a:gd name="T42" fmla="*/ 19 w 145"/>
                <a:gd name="T43" fmla="*/ 34 h 57"/>
                <a:gd name="T44" fmla="*/ 18 w 145"/>
                <a:gd name="T45" fmla="*/ 35 h 57"/>
                <a:gd name="T46" fmla="*/ 26 w 145"/>
                <a:gd name="T47" fmla="*/ 43 h 57"/>
                <a:gd name="T48" fmla="*/ 22 w 145"/>
                <a:gd name="T49" fmla="*/ 41 h 57"/>
                <a:gd name="T50" fmla="*/ 28 w 145"/>
                <a:gd name="T51" fmla="*/ 38 h 57"/>
                <a:gd name="T52" fmla="*/ 27 w 145"/>
                <a:gd name="T53" fmla="*/ 44 h 57"/>
                <a:gd name="T54" fmla="*/ 31 w 145"/>
                <a:gd name="T55" fmla="*/ 39 h 57"/>
                <a:gd name="T56" fmla="*/ 35 w 145"/>
                <a:gd name="T57" fmla="*/ 41 h 57"/>
                <a:gd name="T58" fmla="*/ 39 w 145"/>
                <a:gd name="T59" fmla="*/ 42 h 57"/>
                <a:gd name="T60" fmla="*/ 41 w 145"/>
                <a:gd name="T61" fmla="*/ 50 h 57"/>
                <a:gd name="T62" fmla="*/ 39 w 145"/>
                <a:gd name="T63" fmla="*/ 49 h 57"/>
                <a:gd name="T64" fmla="*/ 44 w 145"/>
                <a:gd name="T65" fmla="*/ 50 h 57"/>
                <a:gd name="T66" fmla="*/ 46 w 145"/>
                <a:gd name="T67" fmla="*/ 51 h 57"/>
                <a:gd name="T68" fmla="*/ 49 w 145"/>
                <a:gd name="T69" fmla="*/ 45 h 57"/>
                <a:gd name="T70" fmla="*/ 62 w 145"/>
                <a:gd name="T71" fmla="*/ 54 h 57"/>
                <a:gd name="T72" fmla="*/ 61 w 145"/>
                <a:gd name="T73" fmla="*/ 47 h 57"/>
                <a:gd name="T74" fmla="*/ 66 w 145"/>
                <a:gd name="T75" fmla="*/ 54 h 57"/>
                <a:gd name="T76" fmla="*/ 65 w 145"/>
                <a:gd name="T77" fmla="*/ 48 h 57"/>
                <a:gd name="T78" fmla="*/ 69 w 145"/>
                <a:gd name="T79" fmla="*/ 54 h 57"/>
                <a:gd name="T80" fmla="*/ 74 w 145"/>
                <a:gd name="T81" fmla="*/ 53 h 57"/>
                <a:gd name="T82" fmla="*/ 74 w 145"/>
                <a:gd name="T83" fmla="*/ 48 h 57"/>
                <a:gd name="T84" fmla="*/ 77 w 145"/>
                <a:gd name="T85" fmla="*/ 51 h 57"/>
                <a:gd name="T86" fmla="*/ 77 w 145"/>
                <a:gd name="T87" fmla="*/ 54 h 57"/>
                <a:gd name="T88" fmla="*/ 83 w 145"/>
                <a:gd name="T89" fmla="*/ 52 h 57"/>
                <a:gd name="T90" fmla="*/ 80 w 145"/>
                <a:gd name="T91" fmla="*/ 48 h 57"/>
                <a:gd name="T92" fmla="*/ 87 w 145"/>
                <a:gd name="T93" fmla="*/ 54 h 57"/>
                <a:gd name="T94" fmla="*/ 92 w 145"/>
                <a:gd name="T95" fmla="*/ 51 h 57"/>
                <a:gd name="T96" fmla="*/ 89 w 145"/>
                <a:gd name="T97" fmla="*/ 53 h 57"/>
                <a:gd name="T98" fmla="*/ 97 w 145"/>
                <a:gd name="T99" fmla="*/ 52 h 57"/>
                <a:gd name="T100" fmla="*/ 99 w 145"/>
                <a:gd name="T101" fmla="*/ 48 h 57"/>
                <a:gd name="T102" fmla="*/ 101 w 145"/>
                <a:gd name="T103" fmla="*/ 44 h 57"/>
                <a:gd name="T104" fmla="*/ 111 w 145"/>
                <a:gd name="T105" fmla="*/ 48 h 57"/>
                <a:gd name="T106" fmla="*/ 105 w 145"/>
                <a:gd name="T107" fmla="*/ 44 h 57"/>
                <a:gd name="T108" fmla="*/ 109 w 145"/>
                <a:gd name="T109" fmla="*/ 42 h 57"/>
                <a:gd name="T110" fmla="*/ 115 w 145"/>
                <a:gd name="T111" fmla="*/ 42 h 57"/>
                <a:gd name="T112" fmla="*/ 121 w 145"/>
                <a:gd name="T113" fmla="*/ 43 h 57"/>
                <a:gd name="T114" fmla="*/ 119 w 145"/>
                <a:gd name="T115" fmla="*/ 37 h 57"/>
                <a:gd name="T116" fmla="*/ 124 w 145"/>
                <a:gd name="T117" fmla="*/ 34 h 57"/>
                <a:gd name="T118" fmla="*/ 135 w 145"/>
                <a:gd name="T119" fmla="*/ 34 h 57"/>
                <a:gd name="T120" fmla="*/ 132 w 145"/>
                <a:gd name="T121" fmla="*/ 28 h 57"/>
                <a:gd name="T122" fmla="*/ 137 w 145"/>
                <a:gd name="T123" fmla="*/ 3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5" h="57">
                  <a:moveTo>
                    <a:pt x="135" y="15"/>
                  </a:moveTo>
                  <a:cubicBezTo>
                    <a:pt x="133" y="15"/>
                    <a:pt x="131" y="16"/>
                    <a:pt x="127" y="18"/>
                  </a:cubicBezTo>
                  <a:cubicBezTo>
                    <a:pt x="127" y="18"/>
                    <a:pt x="124" y="20"/>
                    <a:pt x="122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6" y="28"/>
                    <a:pt x="126" y="28"/>
                    <a:pt x="126" y="28"/>
                  </a:cubicBezTo>
                  <a:cubicBezTo>
                    <a:pt x="132" y="24"/>
                    <a:pt x="135" y="21"/>
                    <a:pt x="135" y="21"/>
                  </a:cubicBezTo>
                  <a:cubicBezTo>
                    <a:pt x="135" y="21"/>
                    <a:pt x="137" y="18"/>
                    <a:pt x="137" y="17"/>
                  </a:cubicBezTo>
                  <a:cubicBezTo>
                    <a:pt x="137" y="16"/>
                    <a:pt x="137" y="16"/>
                    <a:pt x="137" y="16"/>
                  </a:cubicBezTo>
                  <a:cubicBezTo>
                    <a:pt x="137" y="15"/>
                    <a:pt x="136" y="15"/>
                    <a:pt x="135" y="15"/>
                  </a:cubicBezTo>
                  <a:moveTo>
                    <a:pt x="7" y="16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9" y="15"/>
                    <a:pt x="10" y="14"/>
                    <a:pt x="11" y="14"/>
                  </a:cubicBezTo>
                  <a:cubicBezTo>
                    <a:pt x="12" y="14"/>
                    <a:pt x="12" y="15"/>
                    <a:pt x="13" y="15"/>
                  </a:cubicBezTo>
                  <a:cubicBezTo>
                    <a:pt x="15" y="15"/>
                    <a:pt x="17" y="17"/>
                    <a:pt x="21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4" y="18"/>
                    <a:pt x="24" y="17"/>
                    <a:pt x="24" y="17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2" y="14"/>
                    <a:pt x="21" y="13"/>
                    <a:pt x="18" y="10"/>
                  </a:cubicBezTo>
                  <a:cubicBezTo>
                    <a:pt x="13" y="6"/>
                    <a:pt x="12" y="2"/>
                    <a:pt x="12" y="0"/>
                  </a:cubicBezTo>
                  <a:cubicBezTo>
                    <a:pt x="11" y="2"/>
                    <a:pt x="10" y="4"/>
                    <a:pt x="10" y="6"/>
                  </a:cubicBezTo>
                  <a:cubicBezTo>
                    <a:pt x="10" y="9"/>
                    <a:pt x="11" y="12"/>
                    <a:pt x="11" y="12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6" y="11"/>
                    <a:pt x="3" y="8"/>
                    <a:pt x="2" y="7"/>
                  </a:cubicBezTo>
                  <a:cubicBezTo>
                    <a:pt x="2" y="12"/>
                    <a:pt x="7" y="16"/>
                    <a:pt x="7" y="16"/>
                  </a:cubicBezTo>
                  <a:moveTo>
                    <a:pt x="122" y="19"/>
                  </a:moveTo>
                  <a:cubicBezTo>
                    <a:pt x="124" y="19"/>
                    <a:pt x="127" y="18"/>
                    <a:pt x="127" y="18"/>
                  </a:cubicBezTo>
                  <a:cubicBezTo>
                    <a:pt x="130" y="15"/>
                    <a:pt x="133" y="14"/>
                    <a:pt x="135" y="14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41" y="14"/>
                    <a:pt x="142" y="10"/>
                    <a:pt x="142" y="8"/>
                  </a:cubicBezTo>
                  <a:cubicBezTo>
                    <a:pt x="140" y="10"/>
                    <a:pt x="135" y="12"/>
                    <a:pt x="135" y="12"/>
                  </a:cubicBezTo>
                  <a:cubicBezTo>
                    <a:pt x="134" y="12"/>
                    <a:pt x="134" y="12"/>
                    <a:pt x="134" y="12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34" y="10"/>
                    <a:pt x="134" y="10"/>
                    <a:pt x="134" y="10"/>
                  </a:cubicBezTo>
                  <a:cubicBezTo>
                    <a:pt x="134" y="5"/>
                    <a:pt x="133" y="3"/>
                    <a:pt x="132" y="1"/>
                  </a:cubicBezTo>
                  <a:cubicBezTo>
                    <a:pt x="132" y="2"/>
                    <a:pt x="132" y="2"/>
                    <a:pt x="132" y="2"/>
                  </a:cubicBezTo>
                  <a:cubicBezTo>
                    <a:pt x="132" y="4"/>
                    <a:pt x="132" y="4"/>
                    <a:pt x="132" y="4"/>
                  </a:cubicBezTo>
                  <a:cubicBezTo>
                    <a:pt x="131" y="6"/>
                    <a:pt x="127" y="10"/>
                    <a:pt x="125" y="12"/>
                  </a:cubicBezTo>
                  <a:cubicBezTo>
                    <a:pt x="124" y="14"/>
                    <a:pt x="120" y="16"/>
                    <a:pt x="120" y="18"/>
                  </a:cubicBezTo>
                  <a:cubicBezTo>
                    <a:pt x="121" y="19"/>
                    <a:pt x="121" y="19"/>
                    <a:pt x="121" y="19"/>
                  </a:cubicBezTo>
                  <a:lnTo>
                    <a:pt x="122" y="19"/>
                  </a:lnTo>
                  <a:close/>
                  <a:moveTo>
                    <a:pt x="42" y="44"/>
                  </a:moveTo>
                  <a:cubicBezTo>
                    <a:pt x="42" y="44"/>
                    <a:pt x="42" y="44"/>
                    <a:pt x="42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lnTo>
                    <a:pt x="42" y="44"/>
                  </a:lnTo>
                  <a:close/>
                  <a:moveTo>
                    <a:pt x="21" y="18"/>
                  </a:moveTo>
                  <a:cubicBezTo>
                    <a:pt x="17" y="17"/>
                    <a:pt x="15" y="16"/>
                    <a:pt x="13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9" y="15"/>
                    <a:pt x="8" y="15"/>
                    <a:pt x="8" y="16"/>
                  </a:cubicBezTo>
                  <a:cubicBezTo>
                    <a:pt x="8" y="17"/>
                    <a:pt x="9" y="17"/>
                    <a:pt x="10" y="1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1"/>
                    <a:pt x="14" y="23"/>
                    <a:pt x="18" y="2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2" y="18"/>
                    <a:pt x="22" y="18"/>
                    <a:pt x="22" y="18"/>
                  </a:cubicBezTo>
                  <a:lnTo>
                    <a:pt x="21" y="18"/>
                  </a:lnTo>
                  <a:close/>
                  <a:moveTo>
                    <a:pt x="127" y="32"/>
                  </a:moveTo>
                  <a:cubicBezTo>
                    <a:pt x="126" y="33"/>
                    <a:pt x="126" y="34"/>
                    <a:pt x="127" y="35"/>
                  </a:cubicBezTo>
                  <a:cubicBezTo>
                    <a:pt x="127" y="37"/>
                    <a:pt x="129" y="38"/>
                    <a:pt x="131" y="37"/>
                  </a:cubicBezTo>
                  <a:cubicBezTo>
                    <a:pt x="132" y="36"/>
                    <a:pt x="132" y="35"/>
                    <a:pt x="131" y="33"/>
                  </a:cubicBezTo>
                  <a:cubicBezTo>
                    <a:pt x="130" y="32"/>
                    <a:pt x="128" y="31"/>
                    <a:pt x="127" y="32"/>
                  </a:cubicBezTo>
                  <a:moveTo>
                    <a:pt x="71" y="51"/>
                  </a:moveTo>
                  <a:cubicBezTo>
                    <a:pt x="71" y="51"/>
                    <a:pt x="71" y="51"/>
                    <a:pt x="71" y="51"/>
                  </a:cubicBezTo>
                  <a:cubicBezTo>
                    <a:pt x="72" y="50"/>
                    <a:pt x="72" y="50"/>
                    <a:pt x="72" y="50"/>
                  </a:cubicBezTo>
                  <a:cubicBezTo>
                    <a:pt x="72" y="49"/>
                    <a:pt x="72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51"/>
                    <a:pt x="70" y="51"/>
                    <a:pt x="70" y="51"/>
                  </a:cubicBezTo>
                  <a:lnTo>
                    <a:pt x="71" y="51"/>
                  </a:lnTo>
                  <a:close/>
                  <a:moveTo>
                    <a:pt x="98" y="48"/>
                  </a:moveTo>
                  <a:cubicBezTo>
                    <a:pt x="98" y="49"/>
                    <a:pt x="98" y="49"/>
                    <a:pt x="98" y="49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51"/>
                    <a:pt x="98" y="52"/>
                    <a:pt x="99" y="51"/>
                  </a:cubicBezTo>
                  <a:cubicBezTo>
                    <a:pt x="100" y="51"/>
                    <a:pt x="101" y="50"/>
                    <a:pt x="100" y="49"/>
                  </a:cubicBezTo>
                  <a:cubicBezTo>
                    <a:pt x="100" y="49"/>
                    <a:pt x="100" y="48"/>
                    <a:pt x="98" y="48"/>
                  </a:cubicBezTo>
                  <a:moveTo>
                    <a:pt x="83" y="48"/>
                  </a:moveTo>
                  <a:cubicBezTo>
                    <a:pt x="82" y="49"/>
                    <a:pt x="82" y="49"/>
                    <a:pt x="82" y="49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5" y="51"/>
                    <a:pt x="85" y="50"/>
                    <a:pt x="85" y="50"/>
                  </a:cubicBezTo>
                  <a:cubicBezTo>
                    <a:pt x="85" y="49"/>
                    <a:pt x="84" y="48"/>
                    <a:pt x="83" y="48"/>
                  </a:cubicBezTo>
                  <a:moveTo>
                    <a:pt x="26" y="38"/>
                  </a:moveTo>
                  <a:cubicBezTo>
                    <a:pt x="26" y="36"/>
                    <a:pt x="26" y="36"/>
                    <a:pt x="26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39"/>
                    <a:pt x="26" y="38"/>
                    <a:pt x="26" y="38"/>
                  </a:cubicBezTo>
                  <a:moveTo>
                    <a:pt x="70" y="52"/>
                  </a:moveTo>
                  <a:cubicBezTo>
                    <a:pt x="70" y="52"/>
                    <a:pt x="70" y="52"/>
                    <a:pt x="70" y="52"/>
                  </a:cubicBez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5"/>
                    <a:pt x="71" y="55"/>
                  </a:cubicBezTo>
                  <a:cubicBezTo>
                    <a:pt x="72" y="55"/>
                    <a:pt x="72" y="54"/>
                    <a:pt x="73" y="53"/>
                  </a:cubicBezTo>
                  <a:cubicBezTo>
                    <a:pt x="73" y="53"/>
                    <a:pt x="72" y="52"/>
                    <a:pt x="70" y="52"/>
                  </a:cubicBezTo>
                  <a:moveTo>
                    <a:pt x="98" y="48"/>
                  </a:moveTo>
                  <a:cubicBezTo>
                    <a:pt x="98" y="48"/>
                    <a:pt x="98" y="48"/>
                    <a:pt x="98" y="48"/>
                  </a:cubicBezTo>
                  <a:cubicBezTo>
                    <a:pt x="99" y="47"/>
                    <a:pt x="99" y="47"/>
                    <a:pt x="99" y="47"/>
                  </a:cubicBezTo>
                  <a:cubicBezTo>
                    <a:pt x="99" y="46"/>
                    <a:pt x="98" y="45"/>
                    <a:pt x="97" y="45"/>
                  </a:cubicBezTo>
                  <a:cubicBezTo>
                    <a:pt x="97" y="47"/>
                    <a:pt x="97" y="47"/>
                    <a:pt x="97" y="47"/>
                  </a:cubicBezTo>
                  <a:cubicBezTo>
                    <a:pt x="97" y="48"/>
                    <a:pt x="97" y="48"/>
                    <a:pt x="97" y="48"/>
                  </a:cubicBezTo>
                  <a:lnTo>
                    <a:pt x="98" y="48"/>
                  </a:lnTo>
                  <a:close/>
                  <a:moveTo>
                    <a:pt x="91" y="48"/>
                  </a:moveTo>
                  <a:cubicBezTo>
                    <a:pt x="91" y="48"/>
                    <a:pt x="91" y="48"/>
                    <a:pt x="91" y="48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90" y="50"/>
                    <a:pt x="90" y="50"/>
                    <a:pt x="90" y="50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lnTo>
                    <a:pt x="91" y="48"/>
                  </a:lnTo>
                  <a:close/>
                  <a:moveTo>
                    <a:pt x="11" y="21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8" y="18"/>
                    <a:pt x="8" y="17"/>
                    <a:pt x="8" y="16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7"/>
                    <a:pt x="5" y="19"/>
                    <a:pt x="2" y="23"/>
                  </a:cubicBezTo>
                  <a:cubicBezTo>
                    <a:pt x="1" y="24"/>
                    <a:pt x="0" y="25"/>
                    <a:pt x="0" y="26"/>
                  </a:cubicBezTo>
                  <a:cubicBezTo>
                    <a:pt x="0" y="28"/>
                    <a:pt x="2" y="30"/>
                    <a:pt x="2" y="30"/>
                  </a:cubicBezTo>
                  <a:cubicBezTo>
                    <a:pt x="2" y="30"/>
                    <a:pt x="10" y="37"/>
                    <a:pt x="23" y="44"/>
                  </a:cubicBezTo>
                  <a:cubicBezTo>
                    <a:pt x="35" y="50"/>
                    <a:pt x="53" y="57"/>
                    <a:pt x="74" y="57"/>
                  </a:cubicBezTo>
                  <a:cubicBezTo>
                    <a:pt x="114" y="57"/>
                    <a:pt x="140" y="33"/>
                    <a:pt x="143" y="30"/>
                  </a:cubicBezTo>
                  <a:cubicBezTo>
                    <a:pt x="145" y="28"/>
                    <a:pt x="145" y="26"/>
                    <a:pt x="145" y="25"/>
                  </a:cubicBezTo>
                  <a:cubicBezTo>
                    <a:pt x="145" y="24"/>
                    <a:pt x="145" y="23"/>
                    <a:pt x="145" y="23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9"/>
                    <a:pt x="135" y="21"/>
                    <a:pt x="135" y="21"/>
                  </a:cubicBezTo>
                  <a:cubicBezTo>
                    <a:pt x="135" y="21"/>
                    <a:pt x="120" y="36"/>
                    <a:pt x="95" y="42"/>
                  </a:cubicBezTo>
                  <a:cubicBezTo>
                    <a:pt x="94" y="42"/>
                    <a:pt x="94" y="42"/>
                    <a:pt x="94" y="42"/>
                  </a:cubicBezTo>
                  <a:cubicBezTo>
                    <a:pt x="93" y="43"/>
                    <a:pt x="92" y="43"/>
                    <a:pt x="91" y="43"/>
                  </a:cubicBezTo>
                  <a:cubicBezTo>
                    <a:pt x="91" y="43"/>
                    <a:pt x="91" y="43"/>
                    <a:pt x="91" y="43"/>
                  </a:cubicBezTo>
                  <a:cubicBezTo>
                    <a:pt x="89" y="44"/>
                    <a:pt x="88" y="44"/>
                    <a:pt x="87" y="44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5" y="44"/>
                    <a:pt x="84" y="44"/>
                    <a:pt x="83" y="44"/>
                  </a:cubicBezTo>
                  <a:cubicBezTo>
                    <a:pt x="82" y="44"/>
                    <a:pt x="82" y="44"/>
                    <a:pt x="82" y="44"/>
                  </a:cubicBezTo>
                  <a:cubicBezTo>
                    <a:pt x="81" y="45"/>
                    <a:pt x="80" y="45"/>
                    <a:pt x="79" y="45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6" y="45"/>
                    <a:pt x="75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3" y="45"/>
                    <a:pt x="73" y="45"/>
                    <a:pt x="73" y="45"/>
                  </a:cubicBezTo>
                  <a:cubicBezTo>
                    <a:pt x="72" y="45"/>
                    <a:pt x="71" y="45"/>
                    <a:pt x="69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7" y="45"/>
                    <a:pt x="66" y="45"/>
                    <a:pt x="65" y="44"/>
                  </a:cubicBezTo>
                  <a:cubicBezTo>
                    <a:pt x="64" y="44"/>
                    <a:pt x="64" y="44"/>
                    <a:pt x="64" y="44"/>
                  </a:cubicBezTo>
                  <a:cubicBezTo>
                    <a:pt x="63" y="44"/>
                    <a:pt x="61" y="44"/>
                    <a:pt x="60" y="44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4"/>
                    <a:pt x="57" y="43"/>
                    <a:pt x="56" y="43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28" y="37"/>
                    <a:pt x="11" y="21"/>
                    <a:pt x="11" y="21"/>
                  </a:cubicBezTo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2" y="34"/>
                    <a:pt x="12" y="34"/>
                    <a:pt x="12" y="34"/>
                  </a:cubicBezTo>
                  <a:lnTo>
                    <a:pt x="11" y="34"/>
                  </a:lnTo>
                  <a:close/>
                  <a:moveTo>
                    <a:pt x="18" y="39"/>
                  </a:moveTo>
                  <a:cubicBezTo>
                    <a:pt x="17" y="38"/>
                    <a:pt x="17" y="38"/>
                    <a:pt x="16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6"/>
                    <a:pt x="16" y="37"/>
                    <a:pt x="16" y="36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20" y="31"/>
                    <a:pt x="21" y="32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4"/>
                    <a:pt x="23" y="34"/>
                    <a:pt x="21" y="33"/>
                  </a:cubicBezTo>
                  <a:cubicBezTo>
                    <a:pt x="20" y="32"/>
                    <a:pt x="20" y="32"/>
                    <a:pt x="20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20" y="39"/>
                    <a:pt x="20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lnTo>
                    <a:pt x="18" y="39"/>
                  </a:lnTo>
                  <a:close/>
                  <a:moveTo>
                    <a:pt x="26" y="42"/>
                  </a:moveTo>
                  <a:cubicBezTo>
                    <a:pt x="26" y="42"/>
                    <a:pt x="26" y="42"/>
                    <a:pt x="26" y="4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2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1" y="40"/>
                    <a:pt x="21" y="40"/>
                    <a:pt x="22" y="39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4"/>
                    <a:pt x="23" y="34"/>
                    <a:pt x="23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8" y="36"/>
                    <a:pt x="28" y="38"/>
                    <a:pt x="28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6" y="39"/>
                    <a:pt x="26" y="41"/>
                    <a:pt x="26" y="42"/>
                  </a:cubicBezTo>
                  <a:moveTo>
                    <a:pt x="31" y="39"/>
                  </a:moveTo>
                  <a:cubicBezTo>
                    <a:pt x="29" y="43"/>
                    <a:pt x="29" y="43"/>
                    <a:pt x="29" y="43"/>
                  </a:cubicBezTo>
                  <a:cubicBezTo>
                    <a:pt x="29" y="44"/>
                    <a:pt x="30" y="45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8"/>
                    <a:pt x="31" y="39"/>
                  </a:cubicBezTo>
                  <a:moveTo>
                    <a:pt x="36" y="41"/>
                  </a:move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5" y="47"/>
                    <a:pt x="35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5"/>
                    <a:pt x="33" y="46"/>
                    <a:pt x="33" y="45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3" y="40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4" y="39"/>
                    <a:pt x="35" y="40"/>
                    <a:pt x="36" y="40"/>
                  </a:cubicBezTo>
                  <a:cubicBezTo>
                    <a:pt x="38" y="41"/>
                    <a:pt x="38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9" y="42"/>
                    <a:pt x="38" y="42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6" y="41"/>
                  </a:ln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50"/>
                    <a:pt x="43" y="50"/>
                    <a:pt x="43" y="50"/>
                  </a:cubicBezTo>
                  <a:lnTo>
                    <a:pt x="44" y="50"/>
                  </a:lnTo>
                  <a:close/>
                  <a:moveTo>
                    <a:pt x="51" y="46"/>
                  </a:move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5"/>
                    <a:pt x="49" y="45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46"/>
                    <a:pt x="48" y="47"/>
                    <a:pt x="49" y="47"/>
                  </a:cubicBezTo>
                  <a:cubicBezTo>
                    <a:pt x="50" y="48"/>
                    <a:pt x="50" y="49"/>
                    <a:pt x="50" y="50"/>
                  </a:cubicBezTo>
                  <a:cubicBezTo>
                    <a:pt x="49" y="51"/>
                    <a:pt x="48" y="52"/>
                    <a:pt x="47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50"/>
                    <a:pt x="46" y="51"/>
                    <a:pt x="47" y="51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9" y="49"/>
                    <a:pt x="49" y="49"/>
                    <a:pt x="47" y="48"/>
                  </a:cubicBezTo>
                  <a:cubicBezTo>
                    <a:pt x="47" y="47"/>
                    <a:pt x="46" y="47"/>
                    <a:pt x="46" y="46"/>
                  </a:cubicBezTo>
                  <a:cubicBezTo>
                    <a:pt x="47" y="45"/>
                    <a:pt x="48" y="44"/>
                    <a:pt x="49" y="45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1" y="45"/>
                    <a:pt x="51" y="45"/>
                    <a:pt x="51" y="45"/>
                  </a:cubicBezTo>
                  <a:lnTo>
                    <a:pt x="51" y="46"/>
                  </a:lnTo>
                  <a:close/>
                  <a:moveTo>
                    <a:pt x="55" y="49"/>
                  </a:moveTo>
                  <a:cubicBezTo>
                    <a:pt x="54" y="50"/>
                    <a:pt x="54" y="50"/>
                    <a:pt x="54" y="50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4" y="48"/>
                    <a:pt x="54" y="48"/>
                    <a:pt x="54" y="48"/>
                  </a:cubicBezTo>
                  <a:lnTo>
                    <a:pt x="55" y="49"/>
                  </a:lnTo>
                  <a:close/>
                  <a:moveTo>
                    <a:pt x="62" y="54"/>
                  </a:moveTo>
                  <a:cubicBezTo>
                    <a:pt x="60" y="54"/>
                    <a:pt x="59" y="54"/>
                    <a:pt x="59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3"/>
                    <a:pt x="58" y="54"/>
                    <a:pt x="58" y="53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8" y="47"/>
                    <a:pt x="58" y="47"/>
                    <a:pt x="58" y="47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60" y="47"/>
                    <a:pt x="60" y="47"/>
                    <a:pt x="60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4"/>
                    <a:pt x="60" y="54"/>
                    <a:pt x="60" y="54"/>
                  </a:cubicBezTo>
                  <a:cubicBezTo>
                    <a:pt x="63" y="54"/>
                    <a:pt x="63" y="53"/>
                    <a:pt x="63" y="53"/>
                  </a:cubicBezTo>
                  <a:cubicBezTo>
                    <a:pt x="63" y="53"/>
                    <a:pt x="63" y="53"/>
                    <a:pt x="63" y="53"/>
                  </a:cubicBezTo>
                  <a:lnTo>
                    <a:pt x="62" y="54"/>
                  </a:lnTo>
                  <a:close/>
                  <a:moveTo>
                    <a:pt x="66" y="49"/>
                  </a:moveTo>
                  <a:cubicBezTo>
                    <a:pt x="66" y="54"/>
                    <a:pt x="66" y="54"/>
                    <a:pt x="66" y="54"/>
                  </a:cubicBezTo>
                  <a:cubicBezTo>
                    <a:pt x="66" y="55"/>
                    <a:pt x="67" y="54"/>
                    <a:pt x="67" y="55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65" y="55"/>
                    <a:pt x="65" y="55"/>
                    <a:pt x="65" y="55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54"/>
                    <a:pt x="64" y="54"/>
                    <a:pt x="64" y="54"/>
                  </a:cubicBezTo>
                  <a:cubicBezTo>
                    <a:pt x="64" y="54"/>
                    <a:pt x="65" y="54"/>
                    <a:pt x="65" y="54"/>
                  </a:cubicBezTo>
                  <a:cubicBezTo>
                    <a:pt x="65" y="49"/>
                    <a:pt x="65" y="49"/>
                    <a:pt x="65" y="49"/>
                  </a:cubicBezTo>
                  <a:cubicBezTo>
                    <a:pt x="65" y="48"/>
                    <a:pt x="64" y="48"/>
                    <a:pt x="64" y="48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6" y="49"/>
                  </a:cubicBezTo>
                  <a:moveTo>
                    <a:pt x="71" y="55"/>
                  </a:moveTo>
                  <a:cubicBezTo>
                    <a:pt x="70" y="55"/>
                    <a:pt x="69" y="55"/>
                    <a:pt x="69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4"/>
                    <a:pt x="69" y="55"/>
                    <a:pt x="69" y="5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9" y="48"/>
                    <a:pt x="68" y="49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3" y="48"/>
                    <a:pt x="73" y="50"/>
                    <a:pt x="73" y="50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3" y="52"/>
                    <a:pt x="74" y="52"/>
                    <a:pt x="74" y="53"/>
                  </a:cubicBezTo>
                  <a:cubicBezTo>
                    <a:pt x="74" y="54"/>
                    <a:pt x="73" y="55"/>
                    <a:pt x="71" y="55"/>
                  </a:cubicBezTo>
                  <a:moveTo>
                    <a:pt x="79" y="55"/>
                  </a:moveTo>
                  <a:cubicBezTo>
                    <a:pt x="77" y="55"/>
                    <a:pt x="77" y="55"/>
                    <a:pt x="76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5" y="48"/>
                    <a:pt x="75" y="48"/>
                    <a:pt x="77" y="48"/>
                  </a:cubicBezTo>
                  <a:cubicBezTo>
                    <a:pt x="78" y="48"/>
                    <a:pt x="78" y="48"/>
                    <a:pt x="79" y="48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9" y="49"/>
                    <a:pt x="79" y="49"/>
                    <a:pt x="79" y="49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80" y="48"/>
                    <a:pt x="78" y="49"/>
                  </a:cubicBezTo>
                  <a:cubicBezTo>
                    <a:pt x="77" y="49"/>
                    <a:pt x="76" y="49"/>
                    <a:pt x="76" y="49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53"/>
                    <a:pt x="79" y="53"/>
                    <a:pt x="79" y="53"/>
                  </a:cubicBezTo>
                  <a:cubicBezTo>
                    <a:pt x="79" y="53"/>
                    <a:pt x="79" y="52"/>
                    <a:pt x="78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4"/>
                    <a:pt x="77" y="54"/>
                    <a:pt x="77" y="54"/>
                  </a:cubicBezTo>
                  <a:cubicBezTo>
                    <a:pt x="77" y="55"/>
                    <a:pt x="77" y="55"/>
                    <a:pt x="77" y="55"/>
                  </a:cubicBezTo>
                  <a:cubicBezTo>
                    <a:pt x="80" y="54"/>
                    <a:pt x="80" y="53"/>
                    <a:pt x="80" y="53"/>
                  </a:cubicBezTo>
                  <a:cubicBezTo>
                    <a:pt x="80" y="53"/>
                    <a:pt x="80" y="53"/>
                    <a:pt x="80" y="53"/>
                  </a:cubicBezTo>
                  <a:lnTo>
                    <a:pt x="79" y="55"/>
                  </a:lnTo>
                  <a:close/>
                  <a:moveTo>
                    <a:pt x="87" y="54"/>
                  </a:moveTo>
                  <a:cubicBezTo>
                    <a:pt x="85" y="53"/>
                    <a:pt x="85" y="53"/>
                    <a:pt x="85" y="53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2"/>
                    <a:pt x="83" y="52"/>
                    <a:pt x="83" y="52"/>
                  </a:cubicBezTo>
                  <a:cubicBezTo>
                    <a:pt x="83" y="54"/>
                    <a:pt x="83" y="54"/>
                    <a:pt x="83" y="54"/>
                  </a:cubicBezTo>
                  <a:cubicBezTo>
                    <a:pt x="83" y="55"/>
                    <a:pt x="84" y="54"/>
                    <a:pt x="84" y="54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4"/>
                    <a:pt x="82" y="55"/>
                    <a:pt x="82" y="53"/>
                  </a:cubicBezTo>
                  <a:cubicBezTo>
                    <a:pt x="81" y="49"/>
                    <a:pt x="81" y="49"/>
                    <a:pt x="81" y="49"/>
                  </a:cubicBezTo>
                  <a:cubicBezTo>
                    <a:pt x="81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83" y="48"/>
                    <a:pt x="83" y="48"/>
                    <a:pt x="83" y="48"/>
                  </a:cubicBezTo>
                  <a:cubicBezTo>
                    <a:pt x="86" y="47"/>
                    <a:pt x="86" y="49"/>
                    <a:pt x="86" y="49"/>
                  </a:cubicBezTo>
                  <a:cubicBezTo>
                    <a:pt x="85" y="50"/>
                    <a:pt x="85" y="50"/>
                    <a:pt x="85" y="50"/>
                  </a:cubicBezTo>
                  <a:cubicBezTo>
                    <a:pt x="85" y="51"/>
                    <a:pt x="85" y="51"/>
                    <a:pt x="85" y="51"/>
                  </a:cubicBezTo>
                  <a:cubicBezTo>
                    <a:pt x="85" y="51"/>
                    <a:pt x="86" y="52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8" y="54"/>
                    <a:pt x="88" y="54"/>
                    <a:pt x="88" y="54"/>
                  </a:cubicBezTo>
                  <a:lnTo>
                    <a:pt x="87" y="54"/>
                  </a:lnTo>
                  <a:close/>
                  <a:moveTo>
                    <a:pt x="95" y="53"/>
                  </a:moveTo>
                  <a:cubicBezTo>
                    <a:pt x="94" y="53"/>
                    <a:pt x="94" y="53"/>
                    <a:pt x="94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6" y="53"/>
                    <a:pt x="96" y="53"/>
                    <a:pt x="96" y="53"/>
                  </a:cubicBezTo>
                  <a:lnTo>
                    <a:pt x="95" y="53"/>
                  </a:lnTo>
                  <a:close/>
                  <a:moveTo>
                    <a:pt x="100" y="52"/>
                  </a:moveTo>
                  <a:cubicBezTo>
                    <a:pt x="98" y="52"/>
                    <a:pt x="98" y="52"/>
                    <a:pt x="97" y="52"/>
                  </a:cubicBezTo>
                  <a:cubicBezTo>
                    <a:pt x="97" y="52"/>
                    <a:pt x="97" y="52"/>
                    <a:pt x="97" y="52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96" y="52"/>
                    <a:pt x="97" y="52"/>
                    <a:pt x="97" y="51"/>
                  </a:cubicBezTo>
                  <a:cubicBezTo>
                    <a:pt x="96" y="47"/>
                    <a:pt x="96" y="47"/>
                    <a:pt x="96" y="47"/>
                  </a:cubicBezTo>
                  <a:cubicBezTo>
                    <a:pt x="95" y="46"/>
                    <a:pt x="94" y="46"/>
                    <a:pt x="94" y="46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6"/>
                    <a:pt x="95" y="46"/>
                    <a:pt x="95" y="46"/>
                  </a:cubicBezTo>
                  <a:cubicBezTo>
                    <a:pt x="97" y="45"/>
                    <a:pt x="97" y="45"/>
                    <a:pt x="97" y="45"/>
                  </a:cubicBezTo>
                  <a:cubicBezTo>
                    <a:pt x="100" y="44"/>
                    <a:pt x="100" y="46"/>
                    <a:pt x="100" y="46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101" y="48"/>
                    <a:pt x="101" y="48"/>
                    <a:pt x="101" y="49"/>
                  </a:cubicBezTo>
                  <a:cubicBezTo>
                    <a:pt x="102" y="50"/>
                    <a:pt x="101" y="51"/>
                    <a:pt x="100" y="52"/>
                  </a:cubicBezTo>
                  <a:moveTo>
                    <a:pt x="106" y="50"/>
                  </a:moveTo>
                  <a:cubicBezTo>
                    <a:pt x="104" y="50"/>
                    <a:pt x="104" y="50"/>
                    <a:pt x="104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6" y="49"/>
                    <a:pt x="106" y="49"/>
                  </a:cubicBezTo>
                  <a:lnTo>
                    <a:pt x="106" y="50"/>
                  </a:lnTo>
                  <a:close/>
                  <a:moveTo>
                    <a:pt x="111" y="48"/>
                  </a:moveTo>
                  <a:cubicBezTo>
                    <a:pt x="110" y="48"/>
                    <a:pt x="110" y="48"/>
                    <a:pt x="110" y="48"/>
                  </a:cubicBezTo>
                  <a:cubicBezTo>
                    <a:pt x="109" y="49"/>
                    <a:pt x="109" y="49"/>
                    <a:pt x="109" y="49"/>
                  </a:cubicBezTo>
                  <a:cubicBezTo>
                    <a:pt x="108" y="49"/>
                    <a:pt x="108" y="49"/>
                    <a:pt x="108" y="49"/>
                  </a:cubicBezTo>
                  <a:cubicBezTo>
                    <a:pt x="108" y="48"/>
                    <a:pt x="109" y="48"/>
                    <a:pt x="109" y="47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5" y="43"/>
                    <a:pt x="105" y="44"/>
                    <a:pt x="105" y="45"/>
                  </a:cubicBezTo>
                  <a:cubicBezTo>
                    <a:pt x="105" y="44"/>
                    <a:pt x="105" y="44"/>
                    <a:pt x="105" y="44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5" y="42"/>
                    <a:pt x="106" y="42"/>
                    <a:pt x="107" y="42"/>
                  </a:cubicBezTo>
                  <a:cubicBezTo>
                    <a:pt x="109" y="41"/>
                    <a:pt x="109" y="41"/>
                    <a:pt x="110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0" y="42"/>
                    <a:pt x="110" y="41"/>
                    <a:pt x="109" y="42"/>
                  </a:cubicBezTo>
                  <a:cubicBezTo>
                    <a:pt x="109" y="42"/>
                    <a:pt x="109" y="42"/>
                    <a:pt x="109" y="42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8"/>
                    <a:pt x="111" y="47"/>
                    <a:pt x="111" y="47"/>
                  </a:cubicBezTo>
                  <a:lnTo>
                    <a:pt x="111" y="48"/>
                  </a:lnTo>
                  <a:close/>
                  <a:moveTo>
                    <a:pt x="115" y="42"/>
                  </a:moveTo>
                  <a:cubicBezTo>
                    <a:pt x="114" y="42"/>
                    <a:pt x="114" y="42"/>
                    <a:pt x="114" y="42"/>
                  </a:cubicBezTo>
                  <a:cubicBezTo>
                    <a:pt x="115" y="41"/>
                    <a:pt x="115" y="41"/>
                    <a:pt x="115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5" y="42"/>
                  </a:lnTo>
                  <a:close/>
                  <a:moveTo>
                    <a:pt x="126" y="40"/>
                  </a:moveTo>
                  <a:cubicBezTo>
                    <a:pt x="126" y="40"/>
                    <a:pt x="126" y="40"/>
                    <a:pt x="126" y="40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2" y="43"/>
                    <a:pt x="122" y="42"/>
                    <a:pt x="123" y="42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0" y="44"/>
                    <a:pt x="120" y="44"/>
                    <a:pt x="120" y="44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37"/>
                    <a:pt x="117" y="38"/>
                    <a:pt x="117" y="38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9" y="37"/>
                    <a:pt x="119" y="37"/>
                    <a:pt x="119" y="37"/>
                  </a:cubicBezTo>
                  <a:cubicBezTo>
                    <a:pt x="124" y="39"/>
                    <a:pt x="124" y="39"/>
                    <a:pt x="124" y="39"/>
                  </a:cubicBezTo>
                  <a:cubicBezTo>
                    <a:pt x="125" y="39"/>
                    <a:pt x="125" y="39"/>
                    <a:pt x="125" y="39"/>
                  </a:cubicBezTo>
                  <a:cubicBezTo>
                    <a:pt x="125" y="38"/>
                    <a:pt x="125" y="38"/>
                    <a:pt x="125" y="38"/>
                  </a:cubicBezTo>
                  <a:cubicBezTo>
                    <a:pt x="123" y="35"/>
                    <a:pt x="123" y="35"/>
                    <a:pt x="123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2" y="34"/>
                    <a:pt x="122" y="34"/>
                    <a:pt x="122" y="34"/>
                  </a:cubicBezTo>
                  <a:cubicBezTo>
                    <a:pt x="123" y="34"/>
                    <a:pt x="123" y="34"/>
                    <a:pt x="123" y="34"/>
                  </a:cubicBezTo>
                  <a:cubicBezTo>
                    <a:pt x="124" y="34"/>
                    <a:pt x="124" y="34"/>
                    <a:pt x="124" y="34"/>
                  </a:cubicBezTo>
                  <a:cubicBezTo>
                    <a:pt x="124" y="34"/>
                    <a:pt x="123" y="34"/>
                    <a:pt x="123" y="35"/>
                  </a:cubicBezTo>
                  <a:cubicBezTo>
                    <a:pt x="126" y="40"/>
                    <a:pt x="126" y="40"/>
                    <a:pt x="126" y="40"/>
                  </a:cubicBezTo>
                  <a:close/>
                  <a:moveTo>
                    <a:pt x="131" y="38"/>
                  </a:moveTo>
                  <a:cubicBezTo>
                    <a:pt x="129" y="39"/>
                    <a:pt x="127" y="38"/>
                    <a:pt x="126" y="37"/>
                  </a:cubicBezTo>
                  <a:cubicBezTo>
                    <a:pt x="125" y="35"/>
                    <a:pt x="125" y="33"/>
                    <a:pt x="127" y="31"/>
                  </a:cubicBezTo>
                  <a:cubicBezTo>
                    <a:pt x="128" y="30"/>
                    <a:pt x="130" y="31"/>
                    <a:pt x="132" y="32"/>
                  </a:cubicBezTo>
                  <a:cubicBezTo>
                    <a:pt x="132" y="33"/>
                    <a:pt x="133" y="36"/>
                    <a:pt x="131" y="38"/>
                  </a:cubicBezTo>
                  <a:moveTo>
                    <a:pt x="136" y="33"/>
                  </a:moveTo>
                  <a:cubicBezTo>
                    <a:pt x="135" y="34"/>
                    <a:pt x="135" y="34"/>
                    <a:pt x="135" y="34"/>
                  </a:cubicBezTo>
                  <a:cubicBezTo>
                    <a:pt x="134" y="34"/>
                    <a:pt x="134" y="34"/>
                    <a:pt x="134" y="34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6" y="33"/>
                    <a:pt x="136" y="33"/>
                    <a:pt x="136" y="33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36" y="30"/>
                    <a:pt x="135" y="31"/>
                    <a:pt x="134" y="31"/>
                  </a:cubicBezTo>
                  <a:cubicBezTo>
                    <a:pt x="132" y="31"/>
                    <a:pt x="132" y="31"/>
                    <a:pt x="132" y="31"/>
                  </a:cubicBezTo>
                  <a:cubicBezTo>
                    <a:pt x="131" y="30"/>
                    <a:pt x="131" y="29"/>
                    <a:pt x="132" y="28"/>
                  </a:cubicBezTo>
                  <a:cubicBezTo>
                    <a:pt x="133" y="27"/>
                    <a:pt x="133" y="27"/>
                    <a:pt x="133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9"/>
                    <a:pt x="133" y="27"/>
                    <a:pt x="132" y="28"/>
                  </a:cubicBezTo>
                  <a:cubicBezTo>
                    <a:pt x="132" y="30"/>
                    <a:pt x="132" y="30"/>
                    <a:pt x="132" y="30"/>
                  </a:cubicBezTo>
                  <a:cubicBezTo>
                    <a:pt x="132" y="30"/>
                    <a:pt x="133" y="30"/>
                    <a:pt x="134" y="30"/>
                  </a:cubicBezTo>
                  <a:cubicBezTo>
                    <a:pt x="135" y="29"/>
                    <a:pt x="136" y="29"/>
                    <a:pt x="137" y="30"/>
                  </a:cubicBezTo>
                  <a:cubicBezTo>
                    <a:pt x="138" y="31"/>
                    <a:pt x="138" y="33"/>
                    <a:pt x="136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2" name="Freeform 32">
              <a:extLst>
                <a:ext uri="{FF2B5EF4-FFF2-40B4-BE49-F238E27FC236}">
                  <a16:creationId xmlns:a16="http://schemas.microsoft.com/office/drawing/2014/main" id="{7981056D-C786-47D3-827C-4AE09DD9A65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1875" y="2517775"/>
              <a:ext cx="104775" cy="215900"/>
            </a:xfrm>
            <a:custGeom>
              <a:avLst/>
              <a:gdLst>
                <a:gd name="T0" fmla="*/ 44 w 49"/>
                <a:gd name="T1" fmla="*/ 10 h 100"/>
                <a:gd name="T2" fmla="*/ 38 w 49"/>
                <a:gd name="T3" fmla="*/ 26 h 100"/>
                <a:gd name="T4" fmla="*/ 33 w 49"/>
                <a:gd name="T5" fmla="*/ 21 h 100"/>
                <a:gd name="T6" fmla="*/ 20 w 49"/>
                <a:gd name="T7" fmla="*/ 15 h 100"/>
                <a:gd name="T8" fmla="*/ 3 w 49"/>
                <a:gd name="T9" fmla="*/ 2 h 100"/>
                <a:gd name="T10" fmla="*/ 2 w 49"/>
                <a:gd name="T11" fmla="*/ 43 h 100"/>
                <a:gd name="T12" fmla="*/ 7 w 49"/>
                <a:gd name="T13" fmla="*/ 38 h 100"/>
                <a:gd name="T14" fmla="*/ 6 w 49"/>
                <a:gd name="T15" fmla="*/ 82 h 100"/>
                <a:gd name="T16" fmla="*/ 11 w 49"/>
                <a:gd name="T17" fmla="*/ 86 h 100"/>
                <a:gd name="T18" fmla="*/ 34 w 49"/>
                <a:gd name="T19" fmla="*/ 79 h 100"/>
                <a:gd name="T20" fmla="*/ 29 w 49"/>
                <a:gd name="T21" fmla="*/ 52 h 100"/>
                <a:gd name="T22" fmla="*/ 40 w 49"/>
                <a:gd name="T23" fmla="*/ 58 h 100"/>
                <a:gd name="T24" fmla="*/ 40 w 49"/>
                <a:gd name="T25" fmla="*/ 50 h 100"/>
                <a:gd name="T26" fmla="*/ 44 w 49"/>
                <a:gd name="T27" fmla="*/ 26 h 100"/>
                <a:gd name="T28" fmla="*/ 35 w 49"/>
                <a:gd name="T29" fmla="*/ 21 h 100"/>
                <a:gd name="T30" fmla="*/ 42 w 49"/>
                <a:gd name="T31" fmla="*/ 14 h 100"/>
                <a:gd name="T32" fmla="*/ 29 w 49"/>
                <a:gd name="T33" fmla="*/ 20 h 100"/>
                <a:gd name="T34" fmla="*/ 29 w 49"/>
                <a:gd name="T35" fmla="*/ 15 h 100"/>
                <a:gd name="T36" fmla="*/ 25 w 49"/>
                <a:gd name="T37" fmla="*/ 15 h 100"/>
                <a:gd name="T38" fmla="*/ 35 w 49"/>
                <a:gd name="T39" fmla="*/ 35 h 100"/>
                <a:gd name="T40" fmla="*/ 20 w 49"/>
                <a:gd name="T41" fmla="*/ 26 h 100"/>
                <a:gd name="T42" fmla="*/ 19 w 49"/>
                <a:gd name="T43" fmla="*/ 24 h 100"/>
                <a:gd name="T44" fmla="*/ 13 w 49"/>
                <a:gd name="T45" fmla="*/ 1 h 100"/>
                <a:gd name="T46" fmla="*/ 25 w 49"/>
                <a:gd name="T47" fmla="*/ 40 h 100"/>
                <a:gd name="T48" fmla="*/ 20 w 49"/>
                <a:gd name="T49" fmla="*/ 44 h 100"/>
                <a:gd name="T50" fmla="*/ 14 w 49"/>
                <a:gd name="T51" fmla="*/ 42 h 100"/>
                <a:gd name="T52" fmla="*/ 18 w 49"/>
                <a:gd name="T53" fmla="*/ 42 h 100"/>
                <a:gd name="T54" fmla="*/ 11 w 49"/>
                <a:gd name="T55" fmla="*/ 36 h 100"/>
                <a:gd name="T56" fmla="*/ 7 w 49"/>
                <a:gd name="T57" fmla="*/ 28 h 100"/>
                <a:gd name="T58" fmla="*/ 3 w 49"/>
                <a:gd name="T59" fmla="*/ 3 h 100"/>
                <a:gd name="T60" fmla="*/ 6 w 49"/>
                <a:gd name="T61" fmla="*/ 22 h 100"/>
                <a:gd name="T62" fmla="*/ 4 w 49"/>
                <a:gd name="T63" fmla="*/ 30 h 100"/>
                <a:gd name="T64" fmla="*/ 2 w 49"/>
                <a:gd name="T65" fmla="*/ 48 h 100"/>
                <a:gd name="T66" fmla="*/ 2 w 49"/>
                <a:gd name="T67" fmla="*/ 50 h 100"/>
                <a:gd name="T68" fmla="*/ 11 w 49"/>
                <a:gd name="T69" fmla="*/ 36 h 100"/>
                <a:gd name="T70" fmla="*/ 32 w 49"/>
                <a:gd name="T71" fmla="*/ 77 h 100"/>
                <a:gd name="T72" fmla="*/ 27 w 49"/>
                <a:gd name="T73" fmla="*/ 78 h 100"/>
                <a:gd name="T74" fmla="*/ 20 w 49"/>
                <a:gd name="T75" fmla="*/ 62 h 100"/>
                <a:gd name="T76" fmla="*/ 18 w 49"/>
                <a:gd name="T77" fmla="*/ 57 h 100"/>
                <a:gd name="T78" fmla="*/ 13 w 49"/>
                <a:gd name="T79" fmla="*/ 96 h 100"/>
                <a:gd name="T80" fmla="*/ 7 w 49"/>
                <a:gd name="T81" fmla="*/ 88 h 100"/>
                <a:gd name="T82" fmla="*/ 9 w 49"/>
                <a:gd name="T83" fmla="*/ 75 h 100"/>
                <a:gd name="T84" fmla="*/ 10 w 49"/>
                <a:gd name="T85" fmla="*/ 43 h 100"/>
                <a:gd name="T86" fmla="*/ 27 w 49"/>
                <a:gd name="T87" fmla="*/ 49 h 100"/>
                <a:gd name="T88" fmla="*/ 41 w 49"/>
                <a:gd name="T89" fmla="*/ 48 h 100"/>
                <a:gd name="T90" fmla="*/ 40 w 49"/>
                <a:gd name="T91" fmla="*/ 52 h 100"/>
                <a:gd name="T92" fmla="*/ 34 w 49"/>
                <a:gd name="T93" fmla="*/ 53 h 100"/>
                <a:gd name="T94" fmla="*/ 27 w 49"/>
                <a:gd name="T95" fmla="*/ 48 h 100"/>
                <a:gd name="T96" fmla="*/ 18 w 49"/>
                <a:gd name="T97" fmla="*/ 38 h 100"/>
                <a:gd name="T98" fmla="*/ 11 w 49"/>
                <a:gd name="T99" fmla="*/ 28 h 100"/>
                <a:gd name="T100" fmla="*/ 13 w 49"/>
                <a:gd name="T101" fmla="*/ 19 h 100"/>
                <a:gd name="T102" fmla="*/ 31 w 49"/>
                <a:gd name="T103" fmla="*/ 39 h 100"/>
                <a:gd name="T104" fmla="*/ 36 w 49"/>
                <a:gd name="T105" fmla="*/ 42 h 100"/>
                <a:gd name="T106" fmla="*/ 42 w 49"/>
                <a:gd name="T107" fmla="*/ 28 h 100"/>
                <a:gd name="T108" fmla="*/ 46 w 49"/>
                <a:gd name="T109" fmla="*/ 26 h 100"/>
                <a:gd name="T110" fmla="*/ 43 w 49"/>
                <a:gd name="T111" fmla="*/ 14 h 100"/>
                <a:gd name="T112" fmla="*/ 48 w 49"/>
                <a:gd name="T113" fmla="*/ 13 h 100"/>
                <a:gd name="T114" fmla="*/ 8 w 49"/>
                <a:gd name="T115" fmla="*/ 83 h 100"/>
                <a:gd name="T116" fmla="*/ 19 w 49"/>
                <a:gd name="T117" fmla="*/ 34 h 100"/>
                <a:gd name="T118" fmla="*/ 14 w 49"/>
                <a:gd name="T119" fmla="*/ 24 h 100"/>
                <a:gd name="T120" fmla="*/ 25 w 49"/>
                <a:gd name="T121" fmla="*/ 2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" h="100">
                  <a:moveTo>
                    <a:pt x="11" y="71"/>
                  </a:moveTo>
                  <a:cubicBezTo>
                    <a:pt x="11" y="72"/>
                    <a:pt x="11" y="72"/>
                    <a:pt x="11" y="72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12" y="73"/>
                    <a:pt x="12" y="73"/>
                    <a:pt x="12" y="73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1"/>
                    <a:pt x="12" y="71"/>
                    <a:pt x="12" y="71"/>
                  </a:cubicBezTo>
                  <a:lnTo>
                    <a:pt x="11" y="71"/>
                  </a:lnTo>
                  <a:close/>
                  <a:moveTo>
                    <a:pt x="49" y="12"/>
                  </a:move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1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43" y="10"/>
                    <a:pt x="43" y="11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6"/>
                    <a:pt x="42" y="17"/>
                    <a:pt x="42" y="17"/>
                  </a:cubicBezTo>
                  <a:cubicBezTo>
                    <a:pt x="43" y="18"/>
                    <a:pt x="43" y="19"/>
                    <a:pt x="43" y="20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43" y="22"/>
                    <a:pt x="42" y="24"/>
                    <a:pt x="42" y="25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0" y="26"/>
                    <a:pt x="39" y="25"/>
                    <a:pt x="39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8" y="28"/>
                    <a:pt x="38" y="29"/>
                  </a:cubicBezTo>
                  <a:cubicBezTo>
                    <a:pt x="38" y="30"/>
                    <a:pt x="38" y="30"/>
                    <a:pt x="37" y="31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5" y="32"/>
                    <a:pt x="35" y="31"/>
                    <a:pt x="34" y="30"/>
                  </a:cubicBezTo>
                  <a:cubicBezTo>
                    <a:pt x="33" y="28"/>
                    <a:pt x="31" y="27"/>
                    <a:pt x="30" y="26"/>
                  </a:cubicBezTo>
                  <a:cubicBezTo>
                    <a:pt x="28" y="25"/>
                    <a:pt x="27" y="24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0" y="22"/>
                    <a:pt x="31" y="23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7"/>
                    <a:pt x="35" y="14"/>
                    <a:pt x="32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14"/>
                    <a:pt x="29" y="13"/>
                    <a:pt x="27" y="13"/>
                  </a:cubicBezTo>
                  <a:cubicBezTo>
                    <a:pt x="26" y="13"/>
                    <a:pt x="26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19" y="17"/>
                    <a:pt x="19" y="19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7" y="17"/>
                    <a:pt x="17" y="16"/>
                    <a:pt x="17" y="16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4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3" y="11"/>
                    <a:pt x="13" y="9"/>
                    <a:pt x="13" y="8"/>
                  </a:cubicBezTo>
                  <a:cubicBezTo>
                    <a:pt x="13" y="4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9" y="6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0"/>
                    <a:pt x="6" y="8"/>
                    <a:pt x="5" y="6"/>
                  </a:cubicBezTo>
                  <a:cubicBezTo>
                    <a:pt x="4" y="4"/>
                    <a:pt x="3" y="2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4" y="13"/>
                    <a:pt x="5" y="15"/>
                  </a:cubicBezTo>
                  <a:cubicBezTo>
                    <a:pt x="4" y="14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7"/>
                    <a:pt x="3" y="20"/>
                    <a:pt x="5" y="21"/>
                  </a:cubicBezTo>
                  <a:cubicBezTo>
                    <a:pt x="3" y="21"/>
                    <a:pt x="2" y="20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4"/>
                    <a:pt x="4" y="27"/>
                    <a:pt x="5" y="28"/>
                  </a:cubicBezTo>
                  <a:cubicBezTo>
                    <a:pt x="4" y="28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1"/>
                    <a:pt x="5" y="32"/>
                    <a:pt x="6" y="33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3" y="33"/>
                    <a:pt x="0" y="35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1"/>
                    <a:pt x="2" y="42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1" y="44"/>
                    <a:pt x="1" y="44"/>
                    <a:pt x="0" y="4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1"/>
                    <a:pt x="2" y="51"/>
                    <a:pt x="3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3" y="49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7"/>
                    <a:pt x="5" y="45"/>
                    <a:pt x="6" y="43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0"/>
                    <a:pt x="4" y="39"/>
                    <a:pt x="3" y="39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9" y="39"/>
                    <a:pt x="9" y="40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8"/>
                    <a:pt x="1" y="54"/>
                    <a:pt x="1" y="59"/>
                  </a:cubicBezTo>
                  <a:cubicBezTo>
                    <a:pt x="1" y="62"/>
                    <a:pt x="4" y="65"/>
                    <a:pt x="5" y="66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5"/>
                    <a:pt x="7" y="75"/>
                    <a:pt x="7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8" y="77"/>
                    <a:pt x="8" y="77"/>
                    <a:pt x="8" y="77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6" y="82"/>
                    <a:pt x="6" y="82"/>
                    <a:pt x="6" y="82"/>
                  </a:cubicBezTo>
                  <a:cubicBezTo>
                    <a:pt x="6" y="83"/>
                    <a:pt x="7" y="84"/>
                    <a:pt x="7" y="86"/>
                  </a:cubicBezTo>
                  <a:cubicBezTo>
                    <a:pt x="7" y="87"/>
                    <a:pt x="6" y="88"/>
                    <a:pt x="6" y="88"/>
                  </a:cubicBezTo>
                  <a:cubicBezTo>
                    <a:pt x="5" y="93"/>
                    <a:pt x="5" y="93"/>
                    <a:pt x="5" y="93"/>
                  </a:cubicBezTo>
                  <a:cubicBezTo>
                    <a:pt x="6" y="95"/>
                    <a:pt x="6" y="95"/>
                    <a:pt x="6" y="95"/>
                  </a:cubicBezTo>
                  <a:cubicBezTo>
                    <a:pt x="6" y="99"/>
                    <a:pt x="6" y="99"/>
                    <a:pt x="6" y="99"/>
                  </a:cubicBezTo>
                  <a:cubicBezTo>
                    <a:pt x="7" y="100"/>
                    <a:pt x="8" y="100"/>
                    <a:pt x="9" y="100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1" y="100"/>
                    <a:pt x="12" y="100"/>
                    <a:pt x="13" y="100"/>
                  </a:cubicBezTo>
                  <a:cubicBezTo>
                    <a:pt x="15" y="100"/>
                    <a:pt x="16" y="99"/>
                    <a:pt x="17" y="98"/>
                  </a:cubicBezTo>
                  <a:cubicBezTo>
                    <a:pt x="19" y="97"/>
                    <a:pt x="19" y="97"/>
                    <a:pt x="19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5"/>
                    <a:pt x="17" y="95"/>
                    <a:pt x="17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3" y="95"/>
                    <a:pt x="12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0" y="96"/>
                    <a:pt x="10" y="94"/>
                    <a:pt x="10" y="93"/>
                  </a:cubicBezTo>
                  <a:cubicBezTo>
                    <a:pt x="10" y="92"/>
                    <a:pt x="10" y="92"/>
                    <a:pt x="10" y="92"/>
                  </a:cubicBezTo>
                  <a:cubicBezTo>
                    <a:pt x="10" y="91"/>
                    <a:pt x="10" y="91"/>
                    <a:pt x="10" y="90"/>
                  </a:cubicBezTo>
                  <a:cubicBezTo>
                    <a:pt x="11" y="89"/>
                    <a:pt x="11" y="88"/>
                    <a:pt x="11" y="87"/>
                  </a:cubicBezTo>
                  <a:cubicBezTo>
                    <a:pt x="11" y="86"/>
                    <a:pt x="11" y="86"/>
                    <a:pt x="11" y="86"/>
                  </a:cubicBezTo>
                  <a:cubicBezTo>
                    <a:pt x="11" y="85"/>
                    <a:pt x="11" y="85"/>
                    <a:pt x="12" y="84"/>
                  </a:cubicBezTo>
                  <a:cubicBezTo>
                    <a:pt x="13" y="83"/>
                    <a:pt x="12" y="82"/>
                    <a:pt x="13" y="81"/>
                  </a:cubicBezTo>
                  <a:cubicBezTo>
                    <a:pt x="13" y="80"/>
                    <a:pt x="13" y="79"/>
                    <a:pt x="14" y="78"/>
                  </a:cubicBezTo>
                  <a:cubicBezTo>
                    <a:pt x="15" y="77"/>
                    <a:pt x="16" y="75"/>
                    <a:pt x="17" y="74"/>
                  </a:cubicBezTo>
                  <a:cubicBezTo>
                    <a:pt x="17" y="72"/>
                    <a:pt x="17" y="72"/>
                    <a:pt x="17" y="72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19" y="69"/>
                    <a:pt x="20" y="69"/>
                    <a:pt x="20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1" y="69"/>
                    <a:pt x="21" y="69"/>
                    <a:pt x="21" y="69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4"/>
                    <a:pt x="20" y="74"/>
                    <a:pt x="20" y="74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5" y="78"/>
                    <a:pt x="25" y="78"/>
                    <a:pt x="25" y="78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8" y="81"/>
                    <a:pt x="28" y="81"/>
                    <a:pt x="28" y="81"/>
                  </a:cubicBezTo>
                  <a:cubicBezTo>
                    <a:pt x="28" y="82"/>
                    <a:pt x="29" y="83"/>
                    <a:pt x="31" y="83"/>
                  </a:cubicBezTo>
                  <a:cubicBezTo>
                    <a:pt x="32" y="83"/>
                    <a:pt x="34" y="80"/>
                    <a:pt x="34" y="79"/>
                  </a:cubicBezTo>
                  <a:cubicBezTo>
                    <a:pt x="35" y="78"/>
                    <a:pt x="36" y="76"/>
                    <a:pt x="36" y="75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1" y="75"/>
                    <a:pt x="31" y="75"/>
                    <a:pt x="31" y="75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0" y="76"/>
                    <a:pt x="30" y="76"/>
                    <a:pt x="30" y="76"/>
                  </a:cubicBezTo>
                  <a:cubicBezTo>
                    <a:pt x="29" y="76"/>
                    <a:pt x="27" y="74"/>
                    <a:pt x="27" y="73"/>
                  </a:cubicBezTo>
                  <a:cubicBezTo>
                    <a:pt x="26" y="72"/>
                    <a:pt x="25" y="71"/>
                    <a:pt x="25" y="70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7" y="68"/>
                    <a:pt x="29" y="66"/>
                    <a:pt x="30" y="65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31" y="62"/>
                    <a:pt x="32" y="61"/>
                    <a:pt x="32" y="61"/>
                  </a:cubicBezTo>
                  <a:cubicBezTo>
                    <a:pt x="31" y="57"/>
                    <a:pt x="29" y="56"/>
                    <a:pt x="27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1" y="52"/>
                    <a:pt x="32" y="56"/>
                    <a:pt x="32" y="56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3" y="55"/>
                    <a:pt x="34" y="54"/>
                    <a:pt x="34" y="53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6" y="54"/>
                    <a:pt x="37" y="54"/>
                    <a:pt x="38" y="55"/>
                  </a:cubicBezTo>
                  <a:cubicBezTo>
                    <a:pt x="39" y="55"/>
                    <a:pt x="39" y="55"/>
                    <a:pt x="39" y="56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40" y="61"/>
                    <a:pt x="40" y="61"/>
                    <a:pt x="40" y="61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2" y="54"/>
                    <a:pt x="43" y="52"/>
                    <a:pt x="43" y="52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4" y="47"/>
                    <a:pt x="44" y="47"/>
                    <a:pt x="44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6" y="51"/>
                    <a:pt x="35" y="50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5" y="47"/>
                    <a:pt x="34" y="47"/>
                    <a:pt x="33" y="47"/>
                  </a:cubicBezTo>
                  <a:cubicBezTo>
                    <a:pt x="34" y="46"/>
                    <a:pt x="35" y="45"/>
                    <a:pt x="36" y="4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1" y="38"/>
                    <a:pt x="41" y="37"/>
                    <a:pt x="41" y="36"/>
                  </a:cubicBezTo>
                  <a:cubicBezTo>
                    <a:pt x="41" y="35"/>
                    <a:pt x="41" y="33"/>
                    <a:pt x="42" y="33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4" y="32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1"/>
                    <a:pt x="44" y="30"/>
                    <a:pt x="43" y="30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8"/>
                    <a:pt x="44" y="27"/>
                    <a:pt x="44" y="26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19"/>
                    <a:pt x="47" y="18"/>
                    <a:pt x="47" y="18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lnTo>
                    <a:pt x="49" y="12"/>
                  </a:lnTo>
                  <a:close/>
                  <a:moveTo>
                    <a:pt x="35" y="21"/>
                  </a:move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lnTo>
                    <a:pt x="35" y="21"/>
                  </a:lnTo>
                  <a:close/>
                  <a:moveTo>
                    <a:pt x="44" y="10"/>
                  </a:moveTo>
                  <a:cubicBezTo>
                    <a:pt x="45" y="10"/>
                    <a:pt x="45" y="10"/>
                    <a:pt x="45" y="10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lnTo>
                    <a:pt x="44" y="10"/>
                  </a:lnTo>
                  <a:close/>
                  <a:moveTo>
                    <a:pt x="42" y="12"/>
                  </a:moveTo>
                  <a:cubicBezTo>
                    <a:pt x="42" y="12"/>
                    <a:pt x="42" y="12"/>
                    <a:pt x="42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3"/>
                    <a:pt x="41" y="13"/>
                    <a:pt x="41" y="13"/>
                  </a:cubicBezTo>
                  <a:lnTo>
                    <a:pt x="42" y="12"/>
                  </a:lnTo>
                  <a:close/>
                  <a:moveTo>
                    <a:pt x="43" y="17"/>
                  </a:moveTo>
                  <a:cubicBezTo>
                    <a:pt x="42" y="16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5"/>
                    <a:pt x="43" y="15"/>
                    <a:pt x="43" y="16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3" y="18"/>
                    <a:pt x="43" y="18"/>
                    <a:pt x="43" y="18"/>
                  </a:cubicBezTo>
                  <a:lnTo>
                    <a:pt x="43" y="17"/>
                  </a:lnTo>
                  <a:close/>
                  <a:moveTo>
                    <a:pt x="29" y="21"/>
                  </a:moveTo>
                  <a:cubicBezTo>
                    <a:pt x="29" y="21"/>
                    <a:pt x="29" y="21"/>
                    <a:pt x="29" y="21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1" y="22"/>
                    <a:pt x="31" y="22"/>
                    <a:pt x="31" y="22"/>
                  </a:cubicBezTo>
                  <a:lnTo>
                    <a:pt x="29" y="21"/>
                  </a:lnTo>
                  <a:close/>
                  <a:moveTo>
                    <a:pt x="27" y="20"/>
                  </a:moveTo>
                  <a:cubicBezTo>
                    <a:pt x="27" y="20"/>
                    <a:pt x="27" y="20"/>
                    <a:pt x="27" y="20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7" y="20"/>
                    <a:pt x="27" y="20"/>
                    <a:pt x="27" y="20"/>
                  </a:cubicBezTo>
                  <a:close/>
                  <a:moveTo>
                    <a:pt x="32" y="21"/>
                  </a:moveTo>
                  <a:cubicBezTo>
                    <a:pt x="34" y="22"/>
                    <a:pt x="34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lnTo>
                    <a:pt x="32" y="21"/>
                  </a:lnTo>
                  <a:close/>
                  <a:moveTo>
                    <a:pt x="32" y="15"/>
                  </a:moveTo>
                  <a:cubicBezTo>
                    <a:pt x="33" y="15"/>
                    <a:pt x="34" y="15"/>
                    <a:pt x="34" y="16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9" y="15"/>
                    <a:pt x="29" y="15"/>
                    <a:pt x="29" y="15"/>
                  </a:cubicBezTo>
                  <a:lnTo>
                    <a:pt x="32" y="15"/>
                  </a:lnTo>
                  <a:close/>
                  <a:moveTo>
                    <a:pt x="28" y="15"/>
                  </a:moveTo>
                  <a:cubicBezTo>
                    <a:pt x="28" y="15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lose/>
                  <a:moveTo>
                    <a:pt x="22" y="13"/>
                  </a:moveTo>
                  <a:cubicBezTo>
                    <a:pt x="23" y="14"/>
                    <a:pt x="23" y="14"/>
                    <a:pt x="23" y="14"/>
                  </a:cubicBezTo>
                  <a:cubicBezTo>
                    <a:pt x="22" y="14"/>
                    <a:pt x="22" y="14"/>
                    <a:pt x="22" y="14"/>
                  </a:cubicBezTo>
                  <a:lnTo>
                    <a:pt x="22" y="13"/>
                  </a:lnTo>
                  <a:close/>
                  <a:moveTo>
                    <a:pt x="21" y="16"/>
                  </a:moveTo>
                  <a:cubicBezTo>
                    <a:pt x="21" y="16"/>
                    <a:pt x="21" y="16"/>
                    <a:pt x="21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6" y="14"/>
                    <a:pt x="26" y="13"/>
                    <a:pt x="27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4"/>
                    <a:pt x="28" y="25"/>
                    <a:pt x="29" y="26"/>
                  </a:cubicBezTo>
                  <a:cubicBezTo>
                    <a:pt x="31" y="27"/>
                    <a:pt x="32" y="29"/>
                    <a:pt x="34" y="30"/>
                  </a:cubicBezTo>
                  <a:cubicBezTo>
                    <a:pt x="35" y="32"/>
                    <a:pt x="35" y="34"/>
                    <a:pt x="36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4" y="34"/>
                    <a:pt x="33" y="34"/>
                    <a:pt x="33" y="34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1" y="32"/>
                    <a:pt x="21" y="3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9"/>
                    <a:pt x="20" y="28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9" y="18"/>
                    <a:pt x="20" y="17"/>
                    <a:pt x="21" y="16"/>
                  </a:cubicBezTo>
                  <a:moveTo>
                    <a:pt x="20" y="31"/>
                  </a:moveTo>
                  <a:cubicBezTo>
                    <a:pt x="20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7" y="32"/>
                    <a:pt x="17" y="31"/>
                    <a:pt x="17" y="29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19" y="27"/>
                    <a:pt x="19" y="27"/>
                  </a:cubicBezTo>
                  <a:cubicBezTo>
                    <a:pt x="20" y="28"/>
                    <a:pt x="20" y="30"/>
                    <a:pt x="20" y="30"/>
                  </a:cubicBezTo>
                  <a:lnTo>
                    <a:pt x="20" y="31"/>
                  </a:lnTo>
                  <a:close/>
                  <a:moveTo>
                    <a:pt x="16" y="18"/>
                  </a:moveTo>
                  <a:cubicBezTo>
                    <a:pt x="16" y="18"/>
                    <a:pt x="16" y="18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9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5" y="20"/>
                    <a:pt x="15" y="20"/>
                    <a:pt x="15" y="20"/>
                  </a:cubicBezTo>
                  <a:lnTo>
                    <a:pt x="16" y="18"/>
                  </a:lnTo>
                  <a:close/>
                  <a:moveTo>
                    <a:pt x="13" y="13"/>
                  </a:move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5" y="12"/>
                    <a:pt x="15" y="16"/>
                    <a:pt x="15" y="17"/>
                  </a:cubicBezTo>
                  <a:cubicBezTo>
                    <a:pt x="15" y="18"/>
                    <a:pt x="15" y="19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5"/>
                    <a:pt x="13" y="14"/>
                    <a:pt x="13" y="13"/>
                  </a:cubicBezTo>
                  <a:moveTo>
                    <a:pt x="13" y="1"/>
                  </a:moveTo>
                  <a:cubicBezTo>
                    <a:pt x="13" y="2"/>
                    <a:pt x="13" y="5"/>
                    <a:pt x="13" y="8"/>
                  </a:cubicBezTo>
                  <a:cubicBezTo>
                    <a:pt x="13" y="9"/>
                    <a:pt x="13" y="11"/>
                    <a:pt x="13" y="12"/>
                  </a:cubicBezTo>
                  <a:cubicBezTo>
                    <a:pt x="13" y="12"/>
                    <a:pt x="13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4"/>
                    <a:pt x="11" y="10"/>
                    <a:pt x="11" y="7"/>
                  </a:cubicBezTo>
                  <a:cubicBezTo>
                    <a:pt x="11" y="5"/>
                    <a:pt x="11" y="3"/>
                    <a:pt x="13" y="1"/>
                  </a:cubicBezTo>
                  <a:moveTo>
                    <a:pt x="12" y="2"/>
                  </a:moveTo>
                  <a:cubicBezTo>
                    <a:pt x="11" y="4"/>
                    <a:pt x="10" y="5"/>
                    <a:pt x="10" y="7"/>
                  </a:cubicBezTo>
                  <a:cubicBezTo>
                    <a:pt x="10" y="11"/>
                    <a:pt x="12" y="15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7"/>
                    <a:pt x="10" y="4"/>
                    <a:pt x="12" y="2"/>
                  </a:cubicBezTo>
                  <a:moveTo>
                    <a:pt x="9" y="12"/>
                  </a:moveTo>
                  <a:cubicBezTo>
                    <a:pt x="9" y="11"/>
                    <a:pt x="9" y="11"/>
                    <a:pt x="9" y="11"/>
                  </a:cubicBezTo>
                  <a:cubicBezTo>
                    <a:pt x="9" y="13"/>
                    <a:pt x="11" y="16"/>
                    <a:pt x="12" y="17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0" y="20"/>
                    <a:pt x="9" y="16"/>
                    <a:pt x="9" y="12"/>
                  </a:cubicBezTo>
                  <a:close/>
                  <a:moveTo>
                    <a:pt x="22" y="44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4" y="43"/>
                    <a:pt x="22" y="44"/>
                  </a:cubicBezTo>
                  <a:moveTo>
                    <a:pt x="22" y="44"/>
                  </a:moveTo>
                  <a:cubicBezTo>
                    <a:pt x="19" y="48"/>
                    <a:pt x="19" y="48"/>
                    <a:pt x="19" y="48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6"/>
                    <a:pt x="20" y="45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1" y="44"/>
                    <a:pt x="21" y="44"/>
                    <a:pt x="21" y="44"/>
                  </a:cubicBezTo>
                  <a:lnTo>
                    <a:pt x="22" y="44"/>
                  </a:lnTo>
                  <a:close/>
                  <a:moveTo>
                    <a:pt x="21" y="44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2" y="41"/>
                    <a:pt x="22" y="41"/>
                    <a:pt x="22" y="41"/>
                  </a:cubicBezTo>
                  <a:lnTo>
                    <a:pt x="21" y="44"/>
                  </a:lnTo>
                  <a:close/>
                  <a:moveTo>
                    <a:pt x="20" y="44"/>
                  </a:move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18" y="45"/>
                    <a:pt x="16" y="45"/>
                  </a:cubicBezTo>
                  <a:cubicBezTo>
                    <a:pt x="18" y="45"/>
                    <a:pt x="18" y="43"/>
                    <a:pt x="18" y="42"/>
                  </a:cubicBezTo>
                  <a:cubicBezTo>
                    <a:pt x="20" y="42"/>
                    <a:pt x="20" y="42"/>
                    <a:pt x="20" y="42"/>
                  </a:cubicBezTo>
                  <a:lnTo>
                    <a:pt x="20" y="44"/>
                  </a:lnTo>
                  <a:close/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lose/>
                  <a:moveTo>
                    <a:pt x="11" y="38"/>
                  </a:moveTo>
                  <a:cubicBezTo>
                    <a:pt x="12" y="39"/>
                    <a:pt x="13" y="39"/>
                    <a:pt x="14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1"/>
                    <a:pt x="11" y="39"/>
                    <a:pt x="11" y="38"/>
                  </a:cubicBezTo>
                  <a:moveTo>
                    <a:pt x="14" y="40"/>
                  </a:moveTo>
                  <a:cubicBezTo>
                    <a:pt x="15" y="41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6" y="42"/>
                    <a:pt x="17" y="42"/>
                    <a:pt x="18" y="42"/>
                  </a:cubicBezTo>
                  <a:cubicBezTo>
                    <a:pt x="18" y="43"/>
                    <a:pt x="17" y="45"/>
                    <a:pt x="15" y="45"/>
                  </a:cubicBezTo>
                  <a:cubicBezTo>
                    <a:pt x="15" y="45"/>
                    <a:pt x="15" y="43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3" y="42"/>
                    <a:pt x="14" y="40"/>
                    <a:pt x="14" y="40"/>
                  </a:cubicBezTo>
                  <a:moveTo>
                    <a:pt x="12" y="44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4" y="43"/>
                    <a:pt x="14" y="43"/>
                    <a:pt x="14" y="43"/>
                  </a:cubicBezTo>
                  <a:cubicBezTo>
                    <a:pt x="14" y="44"/>
                    <a:pt x="14" y="45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6"/>
                    <a:pt x="15" y="46"/>
                    <a:pt x="15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48"/>
                    <a:pt x="16" y="48"/>
                    <a:pt x="15" y="50"/>
                  </a:cubicBezTo>
                  <a:cubicBezTo>
                    <a:pt x="15" y="52"/>
                    <a:pt x="12" y="54"/>
                    <a:pt x="11" y="55"/>
                  </a:cubicBezTo>
                  <a:cubicBezTo>
                    <a:pt x="9" y="57"/>
                    <a:pt x="9" y="58"/>
                    <a:pt x="8" y="60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5" y="61"/>
                    <a:pt x="5" y="59"/>
                    <a:pt x="5" y="59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4"/>
                    <a:pt x="10" y="52"/>
                    <a:pt x="12" y="44"/>
                  </a:cubicBezTo>
                  <a:moveTo>
                    <a:pt x="18" y="42"/>
                  </a:moveTo>
                  <a:cubicBezTo>
                    <a:pt x="16" y="42"/>
                    <a:pt x="16" y="42"/>
                    <a:pt x="16" y="42"/>
                  </a:cubicBezTo>
                  <a:cubicBezTo>
                    <a:pt x="17" y="41"/>
                    <a:pt x="18" y="40"/>
                    <a:pt x="18" y="39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9" y="42"/>
                    <a:pt x="19" y="42"/>
                    <a:pt x="19" y="42"/>
                  </a:cubicBezTo>
                  <a:lnTo>
                    <a:pt x="18" y="42"/>
                  </a:lnTo>
                  <a:close/>
                  <a:moveTo>
                    <a:pt x="15" y="41"/>
                  </a:move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3" y="39"/>
                    <a:pt x="12" y="38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5" y="38"/>
                    <a:pt x="16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41"/>
                    <a:pt x="15" y="41"/>
                  </a:cubicBezTo>
                  <a:moveTo>
                    <a:pt x="14" y="35"/>
                  </a:moveTo>
                  <a:cubicBezTo>
                    <a:pt x="14" y="35"/>
                    <a:pt x="14" y="35"/>
                    <a:pt x="14" y="35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2" y="37"/>
                    <a:pt x="11" y="38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5"/>
                    <a:pt x="14" y="35"/>
                    <a:pt x="14" y="35"/>
                  </a:cubicBezTo>
                  <a:close/>
                  <a:moveTo>
                    <a:pt x="9" y="34"/>
                  </a:moveTo>
                  <a:cubicBezTo>
                    <a:pt x="9" y="32"/>
                    <a:pt x="9" y="32"/>
                    <a:pt x="9" y="32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0" y="29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2" y="32"/>
                    <a:pt x="12" y="32"/>
                    <a:pt x="12" y="32"/>
                  </a:cubicBezTo>
                  <a:lnTo>
                    <a:pt x="9" y="34"/>
                  </a:lnTo>
                  <a:close/>
                  <a:moveTo>
                    <a:pt x="10" y="27"/>
                  </a:moveTo>
                  <a:cubicBezTo>
                    <a:pt x="10" y="27"/>
                    <a:pt x="8" y="27"/>
                    <a:pt x="7" y="28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0" y="27"/>
                    <a:pt x="10" y="27"/>
                    <a:pt x="10" y="27"/>
                  </a:cubicBezTo>
                  <a:close/>
                  <a:moveTo>
                    <a:pt x="9" y="25"/>
                  </a:move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8" y="25"/>
                    <a:pt x="7" y="24"/>
                    <a:pt x="7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9" y="25"/>
                    <a:pt x="9" y="25"/>
                    <a:pt x="9" y="25"/>
                  </a:cubicBezTo>
                  <a:close/>
                  <a:moveTo>
                    <a:pt x="10" y="23"/>
                  </a:moveTo>
                  <a:cubicBezTo>
                    <a:pt x="10" y="22"/>
                    <a:pt x="9" y="22"/>
                    <a:pt x="8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lnTo>
                    <a:pt x="10" y="23"/>
                  </a:lnTo>
                  <a:close/>
                  <a:moveTo>
                    <a:pt x="3" y="3"/>
                  </a:moveTo>
                  <a:cubicBezTo>
                    <a:pt x="4" y="5"/>
                    <a:pt x="7" y="10"/>
                    <a:pt x="8" y="12"/>
                  </a:cubicBezTo>
                  <a:cubicBezTo>
                    <a:pt x="8" y="13"/>
                    <a:pt x="8" y="14"/>
                    <a:pt x="8" y="15"/>
                  </a:cubicBezTo>
                  <a:cubicBezTo>
                    <a:pt x="7" y="13"/>
                    <a:pt x="3" y="7"/>
                    <a:pt x="3" y="3"/>
                  </a:cubicBezTo>
                  <a:close/>
                  <a:moveTo>
                    <a:pt x="2" y="2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2" y="2"/>
                    <a:pt x="2" y="2"/>
                    <a:pt x="2" y="2"/>
                  </a:cubicBezTo>
                  <a:close/>
                  <a:moveTo>
                    <a:pt x="2" y="5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9"/>
                    <a:pt x="9" y="16"/>
                    <a:pt x="9" y="16"/>
                  </a:cubicBezTo>
                  <a:cubicBezTo>
                    <a:pt x="9" y="17"/>
                    <a:pt x="9" y="19"/>
                    <a:pt x="10" y="20"/>
                  </a:cubicBezTo>
                  <a:cubicBezTo>
                    <a:pt x="9" y="19"/>
                    <a:pt x="8" y="18"/>
                    <a:pt x="7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2" y="10"/>
                    <a:pt x="2" y="5"/>
                  </a:cubicBezTo>
                  <a:moveTo>
                    <a:pt x="6" y="16"/>
                  </a:moveTo>
                  <a:cubicBezTo>
                    <a:pt x="7" y="18"/>
                    <a:pt x="9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1"/>
                    <a:pt x="7" y="19"/>
                    <a:pt x="6" y="18"/>
                  </a:cubicBezTo>
                  <a:cubicBezTo>
                    <a:pt x="4" y="17"/>
                    <a:pt x="3" y="15"/>
                    <a:pt x="2" y="13"/>
                  </a:cubicBezTo>
                  <a:cubicBezTo>
                    <a:pt x="3" y="14"/>
                    <a:pt x="5" y="16"/>
                    <a:pt x="6" y="16"/>
                  </a:cubicBezTo>
                  <a:moveTo>
                    <a:pt x="6" y="22"/>
                  </a:move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1" y="18"/>
                    <a:pt x="1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7"/>
                    <a:pt x="7" y="20"/>
                    <a:pt x="8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5"/>
                    <a:pt x="8" y="25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5"/>
                    <a:pt x="6" y="25"/>
                    <a:pt x="5" y="24"/>
                  </a:cubicBezTo>
                  <a:cubicBezTo>
                    <a:pt x="4" y="23"/>
                    <a:pt x="3" y="22"/>
                    <a:pt x="2" y="21"/>
                  </a:cubicBezTo>
                  <a:cubicBezTo>
                    <a:pt x="3" y="21"/>
                    <a:pt x="5" y="21"/>
                    <a:pt x="6" y="22"/>
                  </a:cubicBezTo>
                  <a:moveTo>
                    <a:pt x="4" y="26"/>
                  </a:moveTo>
                  <a:cubicBezTo>
                    <a:pt x="3" y="25"/>
                    <a:pt x="2" y="23"/>
                    <a:pt x="2" y="22"/>
                  </a:cubicBezTo>
                  <a:cubicBezTo>
                    <a:pt x="3" y="24"/>
                    <a:pt x="7" y="26"/>
                    <a:pt x="8" y="26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5" y="27"/>
                    <a:pt x="4" y="26"/>
                  </a:cubicBezTo>
                  <a:moveTo>
                    <a:pt x="4" y="29"/>
                  </a:moveTo>
                  <a:cubicBezTo>
                    <a:pt x="4" y="29"/>
                    <a:pt x="5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5" y="30"/>
                    <a:pt x="4" y="29"/>
                    <a:pt x="4" y="29"/>
                  </a:cubicBezTo>
                  <a:close/>
                  <a:moveTo>
                    <a:pt x="4" y="30"/>
                  </a:moveTo>
                  <a:cubicBezTo>
                    <a:pt x="5" y="31"/>
                    <a:pt x="8" y="31"/>
                    <a:pt x="9" y="31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6" y="33"/>
                    <a:pt x="5" y="32"/>
                    <a:pt x="4" y="30"/>
                  </a:cubicBezTo>
                  <a:moveTo>
                    <a:pt x="6" y="35"/>
                  </a:move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2" y="36"/>
                    <a:pt x="2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6" y="40"/>
                    <a:pt x="6" y="42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5" y="45"/>
                    <a:pt x="3" y="46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9"/>
                    <a:pt x="3" y="50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3" y="51"/>
                    <a:pt x="3" y="50"/>
                    <a:pt x="3" y="49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3" y="45"/>
                    <a:pt x="4" y="44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1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4" y="41"/>
                    <a:pt x="4" y="42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4" y="44"/>
                    <a:pt x="3" y="45"/>
                    <a:pt x="2" y="46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7"/>
                    <a:pt x="3" y="43"/>
                    <a:pt x="3" y="43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2" y="40"/>
                    <a:pt x="2" y="40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2" y="43"/>
                    <a:pt x="1" y="46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2" y="51"/>
                    <a:pt x="1" y="50"/>
                    <a:pt x="1" y="49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44"/>
                    <a:pt x="2" y="44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2"/>
                    <a:pt x="1" y="41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5"/>
                    <a:pt x="3" y="34"/>
                    <a:pt x="5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5"/>
                    <a:pt x="7" y="35"/>
                    <a:pt x="7" y="35"/>
                  </a:cubicBezTo>
                  <a:lnTo>
                    <a:pt x="6" y="35"/>
                  </a:lnTo>
                  <a:close/>
                  <a:moveTo>
                    <a:pt x="9" y="34"/>
                  </a:move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8" y="37"/>
                    <a:pt x="8" y="37"/>
                    <a:pt x="8" y="37"/>
                  </a:cubicBezTo>
                  <a:lnTo>
                    <a:pt x="9" y="34"/>
                  </a:lnTo>
                  <a:close/>
                  <a:moveTo>
                    <a:pt x="8" y="37"/>
                  </a:moveTo>
                  <a:cubicBezTo>
                    <a:pt x="9" y="37"/>
                    <a:pt x="10" y="36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38"/>
                    <a:pt x="9" y="37"/>
                    <a:pt x="8" y="37"/>
                  </a:cubicBezTo>
                  <a:moveTo>
                    <a:pt x="27" y="57"/>
                  </a:moveTo>
                  <a:cubicBezTo>
                    <a:pt x="29" y="57"/>
                    <a:pt x="31" y="57"/>
                    <a:pt x="31" y="61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29" y="66"/>
                    <a:pt x="27" y="68"/>
                    <a:pt x="25" y="69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25" y="71"/>
                    <a:pt x="26" y="72"/>
                    <a:pt x="26" y="73"/>
                  </a:cubicBezTo>
                  <a:cubicBezTo>
                    <a:pt x="27" y="74"/>
                    <a:pt x="28" y="76"/>
                    <a:pt x="29" y="77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2" y="77"/>
                    <a:pt x="32" y="77"/>
                    <a:pt x="32" y="77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6"/>
                    <a:pt x="32" y="76"/>
                    <a:pt x="32" y="76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4" y="79"/>
                    <a:pt x="34" y="79"/>
                    <a:pt x="34" y="79"/>
                  </a:cubicBezTo>
                  <a:cubicBezTo>
                    <a:pt x="33" y="80"/>
                    <a:pt x="31" y="82"/>
                    <a:pt x="31" y="82"/>
                  </a:cubicBezTo>
                  <a:cubicBezTo>
                    <a:pt x="29" y="82"/>
                    <a:pt x="29" y="82"/>
                    <a:pt x="28" y="81"/>
                  </a:cubicBezTo>
                  <a:cubicBezTo>
                    <a:pt x="28" y="80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6" y="78"/>
                    <a:pt x="26" y="78"/>
                    <a:pt x="26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75"/>
                    <a:pt x="23" y="75"/>
                    <a:pt x="22" y="74"/>
                  </a:cubicBezTo>
                  <a:cubicBezTo>
                    <a:pt x="21" y="73"/>
                    <a:pt x="21" y="73"/>
                    <a:pt x="21" y="73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2" y="69"/>
                    <a:pt x="22" y="69"/>
                    <a:pt x="22" y="69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5"/>
                    <a:pt x="23" y="64"/>
                    <a:pt x="23" y="63"/>
                  </a:cubicBezTo>
                  <a:cubicBezTo>
                    <a:pt x="23" y="62"/>
                    <a:pt x="25" y="62"/>
                    <a:pt x="25" y="62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2" y="64"/>
                    <a:pt x="22" y="65"/>
                    <a:pt x="22" y="67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19" y="69"/>
                    <a:pt x="19" y="69"/>
                    <a:pt x="19" y="69"/>
                  </a:cubicBezTo>
                  <a:cubicBezTo>
                    <a:pt x="20" y="67"/>
                    <a:pt x="20" y="65"/>
                    <a:pt x="20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1" y="61"/>
                    <a:pt x="21" y="61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5" y="57"/>
                    <a:pt x="26" y="57"/>
                    <a:pt x="27" y="57"/>
                  </a:cubicBezTo>
                  <a:moveTo>
                    <a:pt x="28" y="52"/>
                  </a:moveTo>
                  <a:cubicBezTo>
                    <a:pt x="28" y="52"/>
                    <a:pt x="28" y="52"/>
                    <a:pt x="28" y="52"/>
                  </a:cubicBezTo>
                  <a:cubicBezTo>
                    <a:pt x="28" y="53"/>
                    <a:pt x="25" y="54"/>
                    <a:pt x="25" y="55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19" y="61"/>
                    <a:pt x="18" y="60"/>
                    <a:pt x="18" y="60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8" y="57"/>
                    <a:pt x="18" y="58"/>
                    <a:pt x="18" y="59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60"/>
                    <a:pt x="19" y="61"/>
                    <a:pt x="19" y="62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6"/>
                    <a:pt x="19" y="68"/>
                    <a:pt x="18" y="70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6" y="74"/>
                    <a:pt x="15" y="77"/>
                    <a:pt x="14" y="78"/>
                  </a:cubicBezTo>
                  <a:cubicBezTo>
                    <a:pt x="12" y="79"/>
                    <a:pt x="12" y="80"/>
                    <a:pt x="12" y="81"/>
                  </a:cubicBezTo>
                  <a:cubicBezTo>
                    <a:pt x="12" y="82"/>
                    <a:pt x="12" y="83"/>
                    <a:pt x="11" y="83"/>
                  </a:cubicBezTo>
                  <a:cubicBezTo>
                    <a:pt x="11" y="85"/>
                    <a:pt x="10" y="85"/>
                    <a:pt x="10" y="86"/>
                  </a:cubicBezTo>
                  <a:cubicBezTo>
                    <a:pt x="10" y="87"/>
                    <a:pt x="10" y="87"/>
                    <a:pt x="10" y="87"/>
                  </a:cubicBezTo>
                  <a:cubicBezTo>
                    <a:pt x="10" y="88"/>
                    <a:pt x="10" y="88"/>
                    <a:pt x="10" y="89"/>
                  </a:cubicBezTo>
                  <a:cubicBezTo>
                    <a:pt x="9" y="90"/>
                    <a:pt x="9" y="91"/>
                    <a:pt x="9" y="92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9" y="94"/>
                    <a:pt x="9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7"/>
                    <a:pt x="15" y="97"/>
                    <a:pt x="15" y="97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6"/>
                    <a:pt x="14" y="96"/>
                    <a:pt x="14" y="96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6"/>
                    <a:pt x="17" y="96"/>
                    <a:pt x="17" y="96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6" y="99"/>
                    <a:pt x="14" y="99"/>
                    <a:pt x="13" y="100"/>
                  </a:cubicBezTo>
                  <a:cubicBezTo>
                    <a:pt x="12" y="100"/>
                    <a:pt x="11" y="100"/>
                    <a:pt x="10" y="100"/>
                  </a:cubicBezTo>
                  <a:cubicBezTo>
                    <a:pt x="9" y="100"/>
                    <a:pt x="9" y="100"/>
                    <a:pt x="9" y="100"/>
                  </a:cubicBezTo>
                  <a:cubicBezTo>
                    <a:pt x="7" y="98"/>
                    <a:pt x="7" y="98"/>
                    <a:pt x="7" y="98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6" y="93"/>
                    <a:pt x="6" y="93"/>
                    <a:pt x="6" y="93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8"/>
                    <a:pt x="7" y="87"/>
                    <a:pt x="7" y="86"/>
                  </a:cubicBezTo>
                  <a:cubicBezTo>
                    <a:pt x="7" y="84"/>
                    <a:pt x="7" y="83"/>
                    <a:pt x="7" y="82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4"/>
                    <a:pt x="10" y="73"/>
                    <a:pt x="9" y="72"/>
                  </a:cubicBezTo>
                  <a:cubicBezTo>
                    <a:pt x="9" y="70"/>
                    <a:pt x="8" y="67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5"/>
                    <a:pt x="9" y="62"/>
                    <a:pt x="9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" y="62"/>
                    <a:pt x="7" y="64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7"/>
                    <a:pt x="8" y="71"/>
                    <a:pt x="9" y="72"/>
                  </a:cubicBezTo>
                  <a:cubicBezTo>
                    <a:pt x="10" y="73"/>
                    <a:pt x="10" y="75"/>
                    <a:pt x="10" y="75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8" y="73"/>
                    <a:pt x="8" y="73"/>
                    <a:pt x="8" y="73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6" y="65"/>
                    <a:pt x="2" y="62"/>
                    <a:pt x="2" y="59"/>
                  </a:cubicBezTo>
                  <a:cubicBezTo>
                    <a:pt x="2" y="55"/>
                    <a:pt x="9" y="48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0"/>
                    <a:pt x="9" y="39"/>
                    <a:pt x="9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40"/>
                    <a:pt x="10" y="42"/>
                    <a:pt x="10" y="42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9" y="51"/>
                    <a:pt x="4" y="53"/>
                    <a:pt x="4" y="58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59"/>
                    <a:pt x="5" y="62"/>
                    <a:pt x="6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9" y="58"/>
                    <a:pt x="10" y="57"/>
                    <a:pt x="11" y="56"/>
                  </a:cubicBezTo>
                  <a:cubicBezTo>
                    <a:pt x="13" y="54"/>
                    <a:pt x="15" y="52"/>
                    <a:pt x="16" y="50"/>
                  </a:cubicBezTo>
                  <a:cubicBezTo>
                    <a:pt x="17" y="49"/>
                    <a:pt x="17" y="48"/>
                    <a:pt x="17" y="47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9" y="45"/>
                    <a:pt x="19" y="45"/>
                  </a:cubicBezTo>
                  <a:cubicBezTo>
                    <a:pt x="19" y="47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22" y="49"/>
                    <a:pt x="24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lnTo>
                    <a:pt x="28" y="52"/>
                  </a:lnTo>
                  <a:close/>
                  <a:moveTo>
                    <a:pt x="39" y="62"/>
                  </a:move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2"/>
                    <a:pt x="39" y="62"/>
                    <a:pt x="39" y="62"/>
                  </a:cubicBezTo>
                  <a:close/>
                  <a:moveTo>
                    <a:pt x="44" y="45"/>
                  </a:move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5"/>
                    <a:pt x="43" y="45"/>
                    <a:pt x="43" y="45"/>
                  </a:cubicBezTo>
                  <a:lnTo>
                    <a:pt x="44" y="45"/>
                  </a:lnTo>
                  <a:close/>
                  <a:moveTo>
                    <a:pt x="40" y="48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lose/>
                  <a:moveTo>
                    <a:pt x="40" y="49"/>
                  </a:moveTo>
                  <a:cubicBezTo>
                    <a:pt x="40" y="49"/>
                    <a:pt x="40" y="49"/>
                    <a:pt x="40" y="49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lnTo>
                    <a:pt x="40" y="49"/>
                  </a:lnTo>
                  <a:close/>
                  <a:moveTo>
                    <a:pt x="36" y="51"/>
                  </a:moveTo>
                  <a:cubicBezTo>
                    <a:pt x="35" y="51"/>
                    <a:pt x="35" y="51"/>
                    <a:pt x="35" y="51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1" y="52"/>
                    <a:pt x="41" y="52"/>
                    <a:pt x="41" y="52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0" y="56"/>
                    <a:pt x="40" y="57"/>
                    <a:pt x="40" y="58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39" y="55"/>
                    <a:pt x="39" y="55"/>
                    <a:pt x="38" y="54"/>
                  </a:cubicBezTo>
                  <a:cubicBezTo>
                    <a:pt x="37" y="54"/>
                    <a:pt x="36" y="53"/>
                    <a:pt x="36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lnTo>
                    <a:pt x="36" y="51"/>
                  </a:lnTo>
                  <a:close/>
                  <a:moveTo>
                    <a:pt x="36" y="47"/>
                  </a:move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3"/>
                    <a:pt x="33" y="54"/>
                    <a:pt x="33" y="55"/>
                  </a:cubicBezTo>
                  <a:cubicBezTo>
                    <a:pt x="32" y="54"/>
                    <a:pt x="31" y="51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2" y="47"/>
                    <a:pt x="20" y="48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5" y="43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19"/>
                    <a:pt x="12" y="18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7"/>
                    <a:pt x="13" y="18"/>
                    <a:pt x="13" y="19"/>
                  </a:cubicBezTo>
                  <a:cubicBezTo>
                    <a:pt x="14" y="20"/>
                    <a:pt x="14" y="21"/>
                    <a:pt x="16" y="22"/>
                  </a:cubicBezTo>
                  <a:cubicBezTo>
                    <a:pt x="17" y="23"/>
                    <a:pt x="18" y="24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8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1"/>
                    <a:pt x="17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2" y="35"/>
                    <a:pt x="23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1"/>
                    <a:pt x="31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6"/>
                    <a:pt x="32" y="48"/>
                    <a:pt x="32" y="48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3" y="48"/>
                    <a:pt x="34" y="48"/>
                    <a:pt x="36" y="47"/>
                  </a:cubicBezTo>
                  <a:moveTo>
                    <a:pt x="11" y="27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lose/>
                  <a:moveTo>
                    <a:pt x="36" y="42"/>
                  </a:moveTo>
                  <a:cubicBezTo>
                    <a:pt x="34" y="45"/>
                    <a:pt x="33" y="47"/>
                    <a:pt x="32" y="48"/>
                  </a:cubicBezTo>
                  <a:cubicBezTo>
                    <a:pt x="32" y="47"/>
                    <a:pt x="31" y="46"/>
                    <a:pt x="31" y="45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3"/>
                    <a:pt x="32" y="41"/>
                    <a:pt x="32" y="39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40"/>
                    <a:pt x="36" y="41"/>
                    <a:pt x="36" y="42"/>
                  </a:cubicBezTo>
                  <a:moveTo>
                    <a:pt x="44" y="32"/>
                  </a:moveTo>
                  <a:cubicBezTo>
                    <a:pt x="43" y="32"/>
                    <a:pt x="43" y="32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1" y="33"/>
                    <a:pt x="40" y="35"/>
                    <a:pt x="40" y="36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8" y="31"/>
                    <a:pt x="38" y="30"/>
                    <a:pt x="38" y="29"/>
                  </a:cubicBezTo>
                  <a:cubicBezTo>
                    <a:pt x="39" y="28"/>
                    <a:pt x="39" y="27"/>
                    <a:pt x="39" y="26"/>
                  </a:cubicBezTo>
                  <a:cubicBezTo>
                    <a:pt x="39" y="27"/>
                    <a:pt x="40" y="28"/>
                    <a:pt x="40" y="29"/>
                  </a:cubicBezTo>
                  <a:cubicBezTo>
                    <a:pt x="40" y="29"/>
                    <a:pt x="40" y="29"/>
                    <a:pt x="40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4" y="31"/>
                    <a:pt x="44" y="32"/>
                  </a:cubicBezTo>
                  <a:moveTo>
                    <a:pt x="48" y="29"/>
                  </a:move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lnTo>
                    <a:pt x="48" y="29"/>
                  </a:lnTo>
                  <a:close/>
                  <a:moveTo>
                    <a:pt x="47" y="15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6" y="18"/>
                    <a:pt x="46" y="19"/>
                    <a:pt x="46" y="20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2"/>
                    <a:pt x="45" y="22"/>
                    <a:pt x="45" y="22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4" y="25"/>
                    <a:pt x="44" y="26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3" y="24"/>
                    <a:pt x="43" y="22"/>
                    <a:pt x="43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5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4"/>
                    <a:pt x="48" y="14"/>
                    <a:pt x="48" y="14"/>
                  </a:cubicBezTo>
                  <a:lnTo>
                    <a:pt x="47" y="15"/>
                  </a:lnTo>
                  <a:close/>
                  <a:moveTo>
                    <a:pt x="48" y="13"/>
                  </a:move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lnTo>
                    <a:pt x="48" y="13"/>
                  </a:lnTo>
                  <a:close/>
                  <a:moveTo>
                    <a:pt x="11" y="78"/>
                  </a:moveTo>
                  <a:cubicBezTo>
                    <a:pt x="11" y="79"/>
                    <a:pt x="11" y="79"/>
                    <a:pt x="11" y="79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11" y="81"/>
                    <a:pt x="11" y="81"/>
                    <a:pt x="11" y="81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78"/>
                    <a:pt x="12" y="78"/>
                    <a:pt x="12" y="78"/>
                  </a:cubicBezTo>
                  <a:lnTo>
                    <a:pt x="11" y="78"/>
                  </a:lnTo>
                  <a:close/>
                  <a:moveTo>
                    <a:pt x="26" y="52"/>
                  </a:moveTo>
                  <a:cubicBezTo>
                    <a:pt x="26" y="52"/>
                    <a:pt x="24" y="53"/>
                    <a:pt x="23" y="54"/>
                  </a:cubicBezTo>
                  <a:cubicBezTo>
                    <a:pt x="21" y="55"/>
                    <a:pt x="20" y="55"/>
                    <a:pt x="20" y="56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0" y="55"/>
                    <a:pt x="21" y="55"/>
                    <a:pt x="23" y="54"/>
                  </a:cubicBezTo>
                  <a:cubicBezTo>
                    <a:pt x="25" y="54"/>
                    <a:pt x="26" y="52"/>
                    <a:pt x="26" y="52"/>
                  </a:cubicBezTo>
                  <a:close/>
                  <a:moveTo>
                    <a:pt x="8" y="82"/>
                  </a:move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8" y="85"/>
                    <a:pt x="9" y="86"/>
                    <a:pt x="8" y="86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7" y="90"/>
                    <a:pt x="7" y="91"/>
                    <a:pt x="7" y="92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91"/>
                    <a:pt x="8" y="90"/>
                    <a:pt x="8" y="89"/>
                  </a:cubicBezTo>
                  <a:cubicBezTo>
                    <a:pt x="8" y="89"/>
                    <a:pt x="8" y="89"/>
                    <a:pt x="8" y="89"/>
                  </a:cubicBezTo>
                  <a:cubicBezTo>
                    <a:pt x="9" y="87"/>
                    <a:pt x="9" y="87"/>
                    <a:pt x="9" y="87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3"/>
                    <a:pt x="8" y="83"/>
                    <a:pt x="8" y="82"/>
                  </a:cubicBezTo>
                  <a:close/>
                  <a:moveTo>
                    <a:pt x="21" y="34"/>
                  </a:moveTo>
                  <a:cubicBezTo>
                    <a:pt x="20" y="34"/>
                    <a:pt x="20" y="34"/>
                    <a:pt x="20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2"/>
                    <a:pt x="17" y="32"/>
                    <a:pt x="16" y="32"/>
                  </a:cubicBezTo>
                  <a:cubicBezTo>
                    <a:pt x="15" y="31"/>
                    <a:pt x="15" y="31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4" y="31"/>
                    <a:pt x="14" y="32"/>
                    <a:pt x="16" y="32"/>
                  </a:cubicBezTo>
                  <a:cubicBezTo>
                    <a:pt x="17" y="33"/>
                    <a:pt x="18" y="33"/>
                    <a:pt x="18" y="33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1" y="35"/>
                    <a:pt x="22" y="36"/>
                    <a:pt x="22" y="37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6"/>
                    <a:pt x="22" y="34"/>
                    <a:pt x="21" y="34"/>
                  </a:cubicBezTo>
                  <a:moveTo>
                    <a:pt x="26" y="23"/>
                  </a:moveTo>
                  <a:cubicBezTo>
                    <a:pt x="26" y="20"/>
                    <a:pt x="26" y="20"/>
                    <a:pt x="26" y="20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2"/>
                    <a:pt x="25" y="22"/>
                    <a:pt x="25" y="22"/>
                  </a:cubicBezTo>
                  <a:lnTo>
                    <a:pt x="26" y="23"/>
                  </a:lnTo>
                  <a:close/>
                  <a:moveTo>
                    <a:pt x="23" y="73"/>
                  </a:moveTo>
                  <a:cubicBezTo>
                    <a:pt x="23" y="73"/>
                    <a:pt x="23" y="73"/>
                    <a:pt x="23" y="73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25" y="75"/>
                    <a:pt x="26" y="77"/>
                    <a:pt x="27" y="78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5" y="72"/>
                    <a:pt x="25" y="72"/>
                    <a:pt x="25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3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3" name="Freeform 33">
              <a:extLst>
                <a:ext uri="{FF2B5EF4-FFF2-40B4-BE49-F238E27FC236}">
                  <a16:creationId xmlns:a16="http://schemas.microsoft.com/office/drawing/2014/main" id="{43BD51B2-D931-4282-9E28-59CA7BA333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8088" y="2517775"/>
              <a:ext cx="104775" cy="215900"/>
            </a:xfrm>
            <a:custGeom>
              <a:avLst/>
              <a:gdLst>
                <a:gd name="T0" fmla="*/ 4 w 48"/>
                <a:gd name="T1" fmla="*/ 10 h 100"/>
                <a:gd name="T2" fmla="*/ 10 w 48"/>
                <a:gd name="T3" fmla="*/ 26 h 100"/>
                <a:gd name="T4" fmla="*/ 14 w 48"/>
                <a:gd name="T5" fmla="*/ 21 h 100"/>
                <a:gd name="T6" fmla="*/ 28 w 48"/>
                <a:gd name="T7" fmla="*/ 13 h 100"/>
                <a:gd name="T8" fmla="*/ 43 w 48"/>
                <a:gd name="T9" fmla="*/ 6 h 100"/>
                <a:gd name="T10" fmla="*/ 47 w 48"/>
                <a:gd name="T11" fmla="*/ 43 h 100"/>
                <a:gd name="T12" fmla="*/ 42 w 48"/>
                <a:gd name="T13" fmla="*/ 38 h 100"/>
                <a:gd name="T14" fmla="*/ 41 w 48"/>
                <a:gd name="T15" fmla="*/ 79 h 100"/>
                <a:gd name="T16" fmla="*/ 38 w 48"/>
                <a:gd name="T17" fmla="*/ 87 h 100"/>
                <a:gd name="T18" fmla="*/ 18 w 48"/>
                <a:gd name="T19" fmla="*/ 83 h 100"/>
                <a:gd name="T20" fmla="*/ 20 w 48"/>
                <a:gd name="T21" fmla="*/ 52 h 100"/>
                <a:gd name="T22" fmla="*/ 10 w 48"/>
                <a:gd name="T23" fmla="*/ 61 h 100"/>
                <a:gd name="T24" fmla="*/ 9 w 48"/>
                <a:gd name="T25" fmla="*/ 49 h 100"/>
                <a:gd name="T26" fmla="*/ 5 w 48"/>
                <a:gd name="T27" fmla="*/ 30 h 100"/>
                <a:gd name="T28" fmla="*/ 0 w 48"/>
                <a:gd name="T29" fmla="*/ 12 h 100"/>
                <a:gd name="T30" fmla="*/ 6 w 48"/>
                <a:gd name="T31" fmla="*/ 13 h 100"/>
                <a:gd name="T32" fmla="*/ 19 w 48"/>
                <a:gd name="T33" fmla="*/ 20 h 100"/>
                <a:gd name="T34" fmla="*/ 21 w 48"/>
                <a:gd name="T35" fmla="*/ 19 h 100"/>
                <a:gd name="T36" fmla="*/ 22 w 48"/>
                <a:gd name="T37" fmla="*/ 14 h 100"/>
                <a:gd name="T38" fmla="*/ 11 w 48"/>
                <a:gd name="T39" fmla="*/ 36 h 100"/>
                <a:gd name="T40" fmla="*/ 29 w 48"/>
                <a:gd name="T41" fmla="*/ 26 h 100"/>
                <a:gd name="T42" fmla="*/ 30 w 48"/>
                <a:gd name="T43" fmla="*/ 22 h 100"/>
                <a:gd name="T44" fmla="*/ 38 w 48"/>
                <a:gd name="T45" fmla="*/ 7 h 100"/>
                <a:gd name="T46" fmla="*/ 26 w 48"/>
                <a:gd name="T47" fmla="*/ 41 h 100"/>
                <a:gd name="T48" fmla="*/ 29 w 48"/>
                <a:gd name="T49" fmla="*/ 42 h 100"/>
                <a:gd name="T50" fmla="*/ 34 w 48"/>
                <a:gd name="T51" fmla="*/ 42 h 100"/>
                <a:gd name="T52" fmla="*/ 37 w 48"/>
                <a:gd name="T53" fmla="*/ 44 h 100"/>
                <a:gd name="T54" fmla="*/ 37 w 48"/>
                <a:gd name="T55" fmla="*/ 38 h 100"/>
                <a:gd name="T56" fmla="*/ 39 w 48"/>
                <a:gd name="T57" fmla="*/ 34 h 100"/>
                <a:gd name="T58" fmla="*/ 38 w 48"/>
                <a:gd name="T59" fmla="*/ 23 h 100"/>
                <a:gd name="T60" fmla="*/ 47 w 48"/>
                <a:gd name="T61" fmla="*/ 14 h 100"/>
                <a:gd name="T62" fmla="*/ 42 w 48"/>
                <a:gd name="T63" fmla="*/ 29 h 100"/>
                <a:gd name="T64" fmla="*/ 45 w 48"/>
                <a:gd name="T65" fmla="*/ 51 h 100"/>
                <a:gd name="T66" fmla="*/ 46 w 48"/>
                <a:gd name="T67" fmla="*/ 43 h 100"/>
                <a:gd name="T68" fmla="*/ 40 w 48"/>
                <a:gd name="T69" fmla="*/ 34 h 100"/>
                <a:gd name="T70" fmla="*/ 18 w 48"/>
                <a:gd name="T71" fmla="*/ 78 h 100"/>
                <a:gd name="T72" fmla="*/ 18 w 48"/>
                <a:gd name="T73" fmla="*/ 82 h 100"/>
                <a:gd name="T74" fmla="*/ 29 w 48"/>
                <a:gd name="T75" fmla="*/ 64 h 100"/>
                <a:gd name="T76" fmla="*/ 30 w 48"/>
                <a:gd name="T77" fmla="*/ 59 h 100"/>
                <a:gd name="T78" fmla="*/ 37 w 48"/>
                <a:gd name="T79" fmla="*/ 96 h 100"/>
                <a:gd name="T80" fmla="*/ 42 w 48"/>
                <a:gd name="T81" fmla="*/ 98 h 100"/>
                <a:gd name="T82" fmla="*/ 40 w 48"/>
                <a:gd name="T83" fmla="*/ 77 h 100"/>
                <a:gd name="T84" fmla="*/ 40 w 48"/>
                <a:gd name="T85" fmla="*/ 38 h 100"/>
                <a:gd name="T86" fmla="*/ 29 w 48"/>
                <a:gd name="T87" fmla="*/ 49 h 100"/>
                <a:gd name="T88" fmla="*/ 8 w 48"/>
                <a:gd name="T89" fmla="*/ 47 h 100"/>
                <a:gd name="T90" fmla="*/ 11 w 48"/>
                <a:gd name="T91" fmla="*/ 52 h 100"/>
                <a:gd name="T92" fmla="*/ 9 w 48"/>
                <a:gd name="T93" fmla="*/ 57 h 100"/>
                <a:gd name="T94" fmla="*/ 20 w 48"/>
                <a:gd name="T95" fmla="*/ 48 h 100"/>
                <a:gd name="T96" fmla="*/ 28 w 48"/>
                <a:gd name="T97" fmla="*/ 41 h 100"/>
                <a:gd name="T98" fmla="*/ 36 w 48"/>
                <a:gd name="T99" fmla="*/ 31 h 100"/>
                <a:gd name="T100" fmla="*/ 36 w 48"/>
                <a:gd name="T101" fmla="*/ 20 h 100"/>
                <a:gd name="T102" fmla="*/ 20 w 48"/>
                <a:gd name="T103" fmla="*/ 34 h 100"/>
                <a:gd name="T104" fmla="*/ 17 w 48"/>
                <a:gd name="T105" fmla="*/ 35 h 100"/>
                <a:gd name="T106" fmla="*/ 10 w 48"/>
                <a:gd name="T107" fmla="*/ 26 h 100"/>
                <a:gd name="T108" fmla="*/ 1 w 48"/>
                <a:gd name="T109" fmla="*/ 27 h 100"/>
                <a:gd name="T110" fmla="*/ 5 w 48"/>
                <a:gd name="T111" fmla="*/ 18 h 100"/>
                <a:gd name="T112" fmla="*/ 2 w 48"/>
                <a:gd name="T113" fmla="*/ 13 h 100"/>
                <a:gd name="T114" fmla="*/ 28 w 48"/>
                <a:gd name="T115" fmla="*/ 56 h 100"/>
                <a:gd name="T116" fmla="*/ 39 w 48"/>
                <a:gd name="T117" fmla="*/ 85 h 100"/>
                <a:gd name="T118" fmla="*/ 33 w 48"/>
                <a:gd name="T119" fmla="*/ 23 h 100"/>
                <a:gd name="T120" fmla="*/ 23 w 48"/>
                <a:gd name="T121" fmla="*/ 23 h 100"/>
                <a:gd name="T122" fmla="*/ 24 w 48"/>
                <a:gd name="T123" fmla="*/ 7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8" h="100">
                  <a:moveTo>
                    <a:pt x="35" y="22"/>
                  </a:moveTo>
                  <a:cubicBezTo>
                    <a:pt x="35" y="22"/>
                    <a:pt x="35" y="22"/>
                    <a:pt x="35" y="22"/>
                  </a:cubicBezTo>
                  <a:close/>
                  <a:moveTo>
                    <a:pt x="37" y="7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2"/>
                    <a:pt x="37" y="72"/>
                    <a:pt x="37" y="72"/>
                  </a:cubicBezTo>
                  <a:cubicBezTo>
                    <a:pt x="37" y="71"/>
                    <a:pt x="37" y="71"/>
                    <a:pt x="37" y="71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1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6"/>
                    <a:pt x="7" y="17"/>
                    <a:pt x="6" y="17"/>
                  </a:cubicBezTo>
                  <a:cubicBezTo>
                    <a:pt x="6" y="18"/>
                    <a:pt x="6" y="19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2"/>
                    <a:pt x="6" y="24"/>
                    <a:pt x="7" y="25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26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7"/>
                    <a:pt x="11" y="28"/>
                    <a:pt x="11" y="29"/>
                  </a:cubicBezTo>
                  <a:cubicBezTo>
                    <a:pt x="11" y="30"/>
                    <a:pt x="11" y="30"/>
                    <a:pt x="12" y="31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2"/>
                    <a:pt x="14" y="31"/>
                    <a:pt x="14" y="30"/>
                  </a:cubicBezTo>
                  <a:cubicBezTo>
                    <a:pt x="16" y="28"/>
                    <a:pt x="18" y="27"/>
                    <a:pt x="19" y="26"/>
                  </a:cubicBezTo>
                  <a:cubicBezTo>
                    <a:pt x="20" y="25"/>
                    <a:pt x="21" y="24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2"/>
                    <a:pt x="18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7"/>
                    <a:pt x="14" y="14"/>
                    <a:pt x="16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20" y="13"/>
                    <a:pt x="21" y="13"/>
                  </a:cubicBezTo>
                  <a:cubicBezTo>
                    <a:pt x="22" y="13"/>
                    <a:pt x="23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9" y="17"/>
                    <a:pt x="30" y="19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7"/>
                    <a:pt x="32" y="16"/>
                    <a:pt x="32" y="16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4"/>
                    <a:pt x="34" y="11"/>
                    <a:pt x="34" y="1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1"/>
                    <a:pt x="35" y="9"/>
                    <a:pt x="35" y="8"/>
                  </a:cubicBezTo>
                  <a:cubicBezTo>
                    <a:pt x="35" y="4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8" y="0"/>
                    <a:pt x="40" y="6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1" y="10"/>
                    <a:pt x="42" y="8"/>
                    <a:pt x="43" y="6"/>
                  </a:cubicBezTo>
                  <a:cubicBezTo>
                    <a:pt x="45" y="4"/>
                    <a:pt x="46" y="2"/>
                    <a:pt x="46" y="2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7" y="3"/>
                    <a:pt x="48" y="4"/>
                    <a:pt x="48" y="5"/>
                  </a:cubicBezTo>
                  <a:cubicBezTo>
                    <a:pt x="47" y="9"/>
                    <a:pt x="45" y="13"/>
                    <a:pt x="44" y="15"/>
                  </a:cubicBezTo>
                  <a:cubicBezTo>
                    <a:pt x="45" y="14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7"/>
                    <a:pt x="45" y="20"/>
                    <a:pt x="44" y="21"/>
                  </a:cubicBezTo>
                  <a:cubicBezTo>
                    <a:pt x="45" y="21"/>
                    <a:pt x="47" y="20"/>
                    <a:pt x="47" y="20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4"/>
                    <a:pt x="44" y="27"/>
                    <a:pt x="43" y="28"/>
                  </a:cubicBezTo>
                  <a:cubicBezTo>
                    <a:pt x="45" y="28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5" y="31"/>
                    <a:pt x="44" y="32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6" y="33"/>
                    <a:pt x="48" y="35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41"/>
                    <a:pt x="47" y="42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8" y="44"/>
                    <a:pt x="48" y="48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51"/>
                    <a:pt x="46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5" y="51"/>
                    <a:pt x="45" y="49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6" y="47"/>
                    <a:pt x="43" y="45"/>
                    <a:pt x="43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0"/>
                    <a:pt x="45" y="39"/>
                    <a:pt x="45" y="39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0" y="39"/>
                    <a:pt x="40" y="40"/>
                    <a:pt x="40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48"/>
                    <a:pt x="47" y="54"/>
                    <a:pt x="47" y="59"/>
                  </a:cubicBezTo>
                  <a:cubicBezTo>
                    <a:pt x="47" y="62"/>
                    <a:pt x="44" y="65"/>
                    <a:pt x="43" y="66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4" y="70"/>
                    <a:pt x="44" y="70"/>
                    <a:pt x="44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2" y="73"/>
                    <a:pt x="42" y="73"/>
                    <a:pt x="42" y="73"/>
                  </a:cubicBezTo>
                  <a:cubicBezTo>
                    <a:pt x="42" y="74"/>
                    <a:pt x="42" y="74"/>
                    <a:pt x="42" y="74"/>
                  </a:cubicBezTo>
                  <a:cubicBezTo>
                    <a:pt x="42" y="75"/>
                    <a:pt x="42" y="75"/>
                    <a:pt x="42" y="75"/>
                  </a:cubicBezTo>
                  <a:cubicBezTo>
                    <a:pt x="41" y="75"/>
                    <a:pt x="41" y="75"/>
                    <a:pt x="41" y="75"/>
                  </a:cubicBezTo>
                  <a:cubicBezTo>
                    <a:pt x="41" y="77"/>
                    <a:pt x="41" y="77"/>
                    <a:pt x="41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9"/>
                    <a:pt x="41" y="79"/>
                    <a:pt x="41" y="79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3" y="83"/>
                    <a:pt x="42" y="84"/>
                    <a:pt x="42" y="86"/>
                  </a:cubicBezTo>
                  <a:cubicBezTo>
                    <a:pt x="42" y="87"/>
                    <a:pt x="42" y="88"/>
                    <a:pt x="42" y="88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3" y="95"/>
                    <a:pt x="43" y="95"/>
                    <a:pt x="43" y="95"/>
                  </a:cubicBezTo>
                  <a:cubicBezTo>
                    <a:pt x="42" y="99"/>
                    <a:pt x="42" y="99"/>
                    <a:pt x="42" y="99"/>
                  </a:cubicBezTo>
                  <a:cubicBezTo>
                    <a:pt x="42" y="100"/>
                    <a:pt x="41" y="100"/>
                    <a:pt x="40" y="100"/>
                  </a:cubicBezTo>
                  <a:cubicBezTo>
                    <a:pt x="39" y="100"/>
                    <a:pt x="39" y="100"/>
                    <a:pt x="39" y="100"/>
                  </a:cubicBezTo>
                  <a:cubicBezTo>
                    <a:pt x="38" y="100"/>
                    <a:pt x="36" y="100"/>
                    <a:pt x="35" y="100"/>
                  </a:cubicBezTo>
                  <a:cubicBezTo>
                    <a:pt x="34" y="100"/>
                    <a:pt x="32" y="99"/>
                    <a:pt x="31" y="98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2" y="95"/>
                    <a:pt x="32" y="95"/>
                    <a:pt x="32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5" y="95"/>
                    <a:pt x="35" y="95"/>
                    <a:pt x="35" y="95"/>
                  </a:cubicBezTo>
                  <a:cubicBezTo>
                    <a:pt x="36" y="95"/>
                    <a:pt x="36" y="96"/>
                    <a:pt x="37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9" y="96"/>
                    <a:pt x="39" y="94"/>
                    <a:pt x="39" y="93"/>
                  </a:cubicBezTo>
                  <a:cubicBezTo>
                    <a:pt x="39" y="92"/>
                    <a:pt x="39" y="92"/>
                    <a:pt x="39" y="92"/>
                  </a:cubicBezTo>
                  <a:cubicBezTo>
                    <a:pt x="39" y="91"/>
                    <a:pt x="39" y="91"/>
                    <a:pt x="38" y="90"/>
                  </a:cubicBezTo>
                  <a:cubicBezTo>
                    <a:pt x="38" y="89"/>
                    <a:pt x="38" y="88"/>
                    <a:pt x="38" y="87"/>
                  </a:cubicBezTo>
                  <a:cubicBezTo>
                    <a:pt x="38" y="86"/>
                    <a:pt x="38" y="86"/>
                    <a:pt x="38" y="86"/>
                  </a:cubicBezTo>
                  <a:cubicBezTo>
                    <a:pt x="38" y="85"/>
                    <a:pt x="38" y="85"/>
                    <a:pt x="37" y="84"/>
                  </a:cubicBezTo>
                  <a:cubicBezTo>
                    <a:pt x="36" y="83"/>
                    <a:pt x="36" y="82"/>
                    <a:pt x="36" y="81"/>
                  </a:cubicBezTo>
                  <a:cubicBezTo>
                    <a:pt x="36" y="80"/>
                    <a:pt x="36" y="79"/>
                    <a:pt x="35" y="78"/>
                  </a:cubicBezTo>
                  <a:cubicBezTo>
                    <a:pt x="33" y="77"/>
                    <a:pt x="32" y="75"/>
                    <a:pt x="32" y="74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29" y="69"/>
                    <a:pt x="29" y="69"/>
                    <a:pt x="28" y="68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71"/>
                    <a:pt x="28" y="71"/>
                    <a:pt x="28" y="71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26" y="75"/>
                    <a:pt x="26" y="75"/>
                    <a:pt x="26" y="75"/>
                  </a:cubicBezTo>
                  <a:cubicBezTo>
                    <a:pt x="25" y="76"/>
                    <a:pt x="25" y="76"/>
                    <a:pt x="25" y="76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1" y="81"/>
                    <a:pt x="21" y="81"/>
                    <a:pt x="21" y="81"/>
                  </a:cubicBezTo>
                  <a:cubicBezTo>
                    <a:pt x="20" y="82"/>
                    <a:pt x="19" y="83"/>
                    <a:pt x="18" y="83"/>
                  </a:cubicBezTo>
                  <a:cubicBezTo>
                    <a:pt x="16" y="83"/>
                    <a:pt x="15" y="80"/>
                    <a:pt x="14" y="79"/>
                  </a:cubicBezTo>
                  <a:cubicBezTo>
                    <a:pt x="14" y="78"/>
                    <a:pt x="13" y="76"/>
                    <a:pt x="13" y="75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5" y="73"/>
                    <a:pt x="15" y="73"/>
                    <a:pt x="15" y="73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9" y="76"/>
                    <a:pt x="19" y="76"/>
                    <a:pt x="19" y="76"/>
                  </a:cubicBezTo>
                  <a:cubicBezTo>
                    <a:pt x="20" y="76"/>
                    <a:pt x="21" y="74"/>
                    <a:pt x="22" y="73"/>
                  </a:cubicBezTo>
                  <a:cubicBezTo>
                    <a:pt x="22" y="72"/>
                    <a:pt x="23" y="71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2" y="68"/>
                    <a:pt x="19" y="66"/>
                    <a:pt x="18" y="65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17" y="62"/>
                    <a:pt x="17" y="61"/>
                    <a:pt x="17" y="61"/>
                  </a:cubicBezTo>
                  <a:cubicBezTo>
                    <a:pt x="17" y="57"/>
                    <a:pt x="20" y="56"/>
                    <a:pt x="22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7" y="52"/>
                    <a:pt x="16" y="56"/>
                    <a:pt x="16" y="56"/>
                  </a:cubicBezTo>
                  <a:cubicBezTo>
                    <a:pt x="16" y="57"/>
                    <a:pt x="16" y="57"/>
                    <a:pt x="16" y="57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5" y="55"/>
                    <a:pt x="15" y="54"/>
                    <a:pt x="15" y="53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2" y="54"/>
                    <a:pt x="12" y="54"/>
                    <a:pt x="11" y="55"/>
                  </a:cubicBezTo>
                  <a:cubicBezTo>
                    <a:pt x="10" y="55"/>
                    <a:pt x="10" y="55"/>
                    <a:pt x="9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6" y="54"/>
                    <a:pt x="6" y="52"/>
                    <a:pt x="6" y="52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1" y="52"/>
                    <a:pt x="13" y="51"/>
                    <a:pt x="14" y="50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46"/>
                    <a:pt x="14" y="45"/>
                    <a:pt x="12" y="43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8"/>
                    <a:pt x="8" y="37"/>
                    <a:pt x="8" y="36"/>
                  </a:cubicBezTo>
                  <a:cubicBezTo>
                    <a:pt x="8" y="35"/>
                    <a:pt x="7" y="33"/>
                    <a:pt x="6" y="33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4" y="32"/>
                    <a:pt x="4" y="34"/>
                    <a:pt x="4" y="34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4" y="31"/>
                    <a:pt x="5" y="30"/>
                    <a:pt x="5" y="30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28"/>
                    <a:pt x="4" y="27"/>
                    <a:pt x="4" y="26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lnTo>
                    <a:pt x="0" y="12"/>
                  </a:lnTo>
                  <a:close/>
                  <a:moveTo>
                    <a:pt x="13" y="21"/>
                  </a:moveTo>
                  <a:cubicBezTo>
                    <a:pt x="13" y="21"/>
                    <a:pt x="13" y="21"/>
                    <a:pt x="13" y="21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13" y="21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lnTo>
                    <a:pt x="4" y="10"/>
                  </a:lnTo>
                  <a:close/>
                  <a:moveTo>
                    <a:pt x="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lnTo>
                    <a:pt x="6" y="12"/>
                  </a:lnTo>
                  <a:close/>
                  <a:moveTo>
                    <a:pt x="6" y="17"/>
                  </a:moveTo>
                  <a:cubicBezTo>
                    <a:pt x="7" y="16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5"/>
                    <a:pt x="6" y="15"/>
                    <a:pt x="5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6" y="17"/>
                  </a:lnTo>
                  <a:close/>
                  <a:moveTo>
                    <a:pt x="19" y="21"/>
                  </a:moveTo>
                  <a:cubicBezTo>
                    <a:pt x="20" y="21"/>
                    <a:pt x="20" y="21"/>
                    <a:pt x="20" y="21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7" y="22"/>
                    <a:pt x="17" y="22"/>
                    <a:pt x="17" y="22"/>
                  </a:cubicBezTo>
                  <a:lnTo>
                    <a:pt x="19" y="21"/>
                  </a:lnTo>
                  <a:close/>
                  <a:moveTo>
                    <a:pt x="21" y="20"/>
                  </a:moveTo>
                  <a:cubicBezTo>
                    <a:pt x="21" y="20"/>
                    <a:pt x="21" y="20"/>
                    <a:pt x="21" y="20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1" y="20"/>
                    <a:pt x="21" y="20"/>
                    <a:pt x="21" y="20"/>
                  </a:cubicBezTo>
                  <a:close/>
                  <a:moveTo>
                    <a:pt x="16" y="21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lnTo>
                    <a:pt x="16" y="21"/>
                  </a:lnTo>
                  <a:close/>
                  <a:moveTo>
                    <a:pt x="16" y="15"/>
                  </a:moveTo>
                  <a:cubicBezTo>
                    <a:pt x="15" y="15"/>
                    <a:pt x="15" y="15"/>
                    <a:pt x="15" y="16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5"/>
                    <a:pt x="19" y="15"/>
                    <a:pt x="19" y="15"/>
                  </a:cubicBezTo>
                  <a:lnTo>
                    <a:pt x="16" y="15"/>
                  </a:lnTo>
                  <a:close/>
                  <a:moveTo>
                    <a:pt x="20" y="15"/>
                  </a:move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lose/>
                  <a:moveTo>
                    <a:pt x="26" y="13"/>
                  </a:move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lnTo>
                    <a:pt x="26" y="13"/>
                  </a:lnTo>
                  <a:close/>
                  <a:moveTo>
                    <a:pt x="28" y="16"/>
                  </a:move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2" y="14"/>
                    <a:pt x="22" y="13"/>
                    <a:pt x="21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4"/>
                    <a:pt x="21" y="25"/>
                    <a:pt x="19" y="26"/>
                  </a:cubicBezTo>
                  <a:cubicBezTo>
                    <a:pt x="18" y="27"/>
                    <a:pt x="16" y="29"/>
                    <a:pt x="15" y="30"/>
                  </a:cubicBezTo>
                  <a:cubicBezTo>
                    <a:pt x="13" y="32"/>
                    <a:pt x="13" y="34"/>
                    <a:pt x="13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2"/>
                    <a:pt x="28" y="32"/>
                    <a:pt x="28" y="31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29"/>
                    <a:pt x="29" y="28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18"/>
                    <a:pt x="28" y="17"/>
                    <a:pt x="28" y="16"/>
                  </a:cubicBezTo>
                  <a:moveTo>
                    <a:pt x="29" y="31"/>
                  </a:move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31" y="32"/>
                    <a:pt x="32" y="31"/>
                    <a:pt x="32" y="29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1" y="28"/>
                    <a:pt x="30" y="27"/>
                    <a:pt x="29" y="27"/>
                  </a:cubicBezTo>
                  <a:cubicBezTo>
                    <a:pt x="29" y="28"/>
                    <a:pt x="29" y="30"/>
                    <a:pt x="29" y="30"/>
                  </a:cubicBezTo>
                  <a:lnTo>
                    <a:pt x="29" y="31"/>
                  </a:lnTo>
                  <a:close/>
                  <a:moveTo>
                    <a:pt x="33" y="18"/>
                  </a:moveTo>
                  <a:cubicBezTo>
                    <a:pt x="33" y="18"/>
                    <a:pt x="33" y="18"/>
                    <a:pt x="33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0"/>
                    <a:pt x="33" y="20"/>
                    <a:pt x="33" y="20"/>
                  </a:cubicBezTo>
                  <a:lnTo>
                    <a:pt x="33" y="18"/>
                  </a:lnTo>
                  <a:close/>
                  <a:moveTo>
                    <a:pt x="35" y="13"/>
                  </a:moveTo>
                  <a:cubicBezTo>
                    <a:pt x="35" y="13"/>
                    <a:pt x="35" y="13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4" y="12"/>
                    <a:pt x="34" y="16"/>
                    <a:pt x="33" y="17"/>
                  </a:cubicBezTo>
                  <a:cubicBezTo>
                    <a:pt x="33" y="18"/>
                    <a:pt x="34" y="19"/>
                    <a:pt x="34" y="20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5"/>
                    <a:pt x="35" y="14"/>
                    <a:pt x="35" y="13"/>
                  </a:cubicBezTo>
                  <a:moveTo>
                    <a:pt x="36" y="1"/>
                  </a:moveTo>
                  <a:cubicBezTo>
                    <a:pt x="36" y="2"/>
                    <a:pt x="36" y="5"/>
                    <a:pt x="36" y="8"/>
                  </a:cubicBezTo>
                  <a:cubicBezTo>
                    <a:pt x="36" y="9"/>
                    <a:pt x="36" y="11"/>
                    <a:pt x="35" y="12"/>
                  </a:cubicBezTo>
                  <a:cubicBezTo>
                    <a:pt x="35" y="12"/>
                    <a:pt x="36" y="13"/>
                    <a:pt x="36" y="14"/>
                  </a:cubicBezTo>
                  <a:cubicBezTo>
                    <a:pt x="36" y="14"/>
                    <a:pt x="38" y="10"/>
                    <a:pt x="38" y="7"/>
                  </a:cubicBezTo>
                  <a:cubicBezTo>
                    <a:pt x="38" y="5"/>
                    <a:pt x="37" y="3"/>
                    <a:pt x="36" y="1"/>
                  </a:cubicBezTo>
                  <a:moveTo>
                    <a:pt x="37" y="2"/>
                  </a:moveTo>
                  <a:cubicBezTo>
                    <a:pt x="38" y="4"/>
                    <a:pt x="38" y="5"/>
                    <a:pt x="38" y="7"/>
                  </a:cubicBezTo>
                  <a:cubicBezTo>
                    <a:pt x="38" y="11"/>
                    <a:pt x="36" y="15"/>
                    <a:pt x="36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5"/>
                    <a:pt x="37" y="15"/>
                    <a:pt x="37" y="15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38" y="4"/>
                    <a:pt x="37" y="2"/>
                  </a:cubicBezTo>
                  <a:moveTo>
                    <a:pt x="40" y="12"/>
                  </a:moveTo>
                  <a:cubicBezTo>
                    <a:pt x="40" y="11"/>
                    <a:pt x="40" y="11"/>
                    <a:pt x="40" y="11"/>
                  </a:cubicBezTo>
                  <a:cubicBezTo>
                    <a:pt x="39" y="13"/>
                    <a:pt x="37" y="16"/>
                    <a:pt x="37" y="17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40" y="16"/>
                    <a:pt x="40" y="12"/>
                  </a:cubicBezTo>
                  <a:close/>
                  <a:moveTo>
                    <a:pt x="27" y="44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5" y="43"/>
                    <a:pt x="27" y="44"/>
                  </a:cubicBezTo>
                  <a:moveTo>
                    <a:pt x="27" y="44"/>
                  </a:moveTo>
                  <a:cubicBezTo>
                    <a:pt x="29" y="48"/>
                    <a:pt x="29" y="48"/>
                    <a:pt x="29" y="48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6"/>
                    <a:pt x="28" y="45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lnTo>
                    <a:pt x="27" y="44"/>
                  </a:lnTo>
                  <a:close/>
                  <a:moveTo>
                    <a:pt x="28" y="44"/>
                  </a:move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7" y="41"/>
                    <a:pt x="27" y="41"/>
                    <a:pt x="27" y="41"/>
                  </a:cubicBezTo>
                  <a:lnTo>
                    <a:pt x="28" y="44"/>
                  </a:lnTo>
                  <a:close/>
                  <a:moveTo>
                    <a:pt x="28" y="44"/>
                  </a:moveTo>
                  <a:cubicBezTo>
                    <a:pt x="28" y="44"/>
                    <a:pt x="28" y="44"/>
                    <a:pt x="28" y="44"/>
                  </a:cubicBezTo>
                  <a:cubicBezTo>
                    <a:pt x="29" y="44"/>
                    <a:pt x="30" y="45"/>
                    <a:pt x="33" y="45"/>
                  </a:cubicBezTo>
                  <a:cubicBezTo>
                    <a:pt x="31" y="45"/>
                    <a:pt x="30" y="43"/>
                    <a:pt x="30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8" y="44"/>
                  </a:lnTo>
                  <a:close/>
                  <a:moveTo>
                    <a:pt x="37" y="34"/>
                  </a:move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lose/>
                  <a:moveTo>
                    <a:pt x="37" y="38"/>
                  </a:moveTo>
                  <a:cubicBezTo>
                    <a:pt x="36" y="39"/>
                    <a:pt x="35" y="39"/>
                    <a:pt x="35" y="3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8" y="41"/>
                    <a:pt x="38" y="39"/>
                    <a:pt x="37" y="38"/>
                  </a:cubicBezTo>
                  <a:moveTo>
                    <a:pt x="34" y="40"/>
                  </a:moveTo>
                  <a:cubicBezTo>
                    <a:pt x="34" y="41"/>
                    <a:pt x="34" y="42"/>
                    <a:pt x="34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2" y="42"/>
                    <a:pt x="31" y="42"/>
                    <a:pt x="31" y="42"/>
                  </a:cubicBezTo>
                  <a:cubicBezTo>
                    <a:pt x="31" y="43"/>
                    <a:pt x="32" y="45"/>
                    <a:pt x="34" y="45"/>
                  </a:cubicBezTo>
                  <a:cubicBezTo>
                    <a:pt x="34" y="45"/>
                    <a:pt x="34" y="43"/>
                    <a:pt x="33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6" y="42"/>
                    <a:pt x="35" y="40"/>
                    <a:pt x="34" y="40"/>
                  </a:cubicBezTo>
                  <a:moveTo>
                    <a:pt x="37" y="44"/>
                  </a:moveTo>
                  <a:cubicBezTo>
                    <a:pt x="37" y="43"/>
                    <a:pt x="37" y="43"/>
                    <a:pt x="37" y="43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4"/>
                    <a:pt x="35" y="45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8"/>
                    <a:pt x="33" y="48"/>
                    <a:pt x="33" y="50"/>
                  </a:cubicBezTo>
                  <a:cubicBezTo>
                    <a:pt x="34" y="52"/>
                    <a:pt x="36" y="54"/>
                    <a:pt x="38" y="55"/>
                  </a:cubicBezTo>
                  <a:cubicBezTo>
                    <a:pt x="39" y="57"/>
                    <a:pt x="40" y="58"/>
                    <a:pt x="41" y="60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3" y="61"/>
                    <a:pt x="44" y="59"/>
                    <a:pt x="44" y="59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4" y="54"/>
                    <a:pt x="39" y="52"/>
                    <a:pt x="37" y="44"/>
                  </a:cubicBezTo>
                  <a:moveTo>
                    <a:pt x="31" y="42"/>
                  </a:moveTo>
                  <a:cubicBezTo>
                    <a:pt x="32" y="42"/>
                    <a:pt x="32" y="42"/>
                    <a:pt x="32" y="42"/>
                  </a:cubicBezTo>
                  <a:cubicBezTo>
                    <a:pt x="31" y="41"/>
                    <a:pt x="31" y="40"/>
                    <a:pt x="31" y="39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31" y="42"/>
                  </a:lnTo>
                  <a:close/>
                  <a:moveTo>
                    <a:pt x="33" y="41"/>
                  </a:move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5" y="39"/>
                    <a:pt x="37" y="38"/>
                  </a:cubicBezTo>
                  <a:cubicBezTo>
                    <a:pt x="36" y="38"/>
                    <a:pt x="35" y="37"/>
                    <a:pt x="35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3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2" y="41"/>
                    <a:pt x="33" y="41"/>
                  </a:cubicBezTo>
                  <a:moveTo>
                    <a:pt x="35" y="35"/>
                  </a:moveTo>
                  <a:cubicBezTo>
                    <a:pt x="35" y="35"/>
                    <a:pt x="35" y="35"/>
                    <a:pt x="35" y="35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7"/>
                    <a:pt x="37" y="38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5" y="35"/>
                    <a:pt x="35" y="35"/>
                    <a:pt x="35" y="35"/>
                  </a:cubicBezTo>
                  <a:close/>
                  <a:moveTo>
                    <a:pt x="39" y="34"/>
                  </a:moveTo>
                  <a:cubicBezTo>
                    <a:pt x="39" y="32"/>
                    <a:pt x="39" y="32"/>
                    <a:pt x="39" y="32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9" y="29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7" y="32"/>
                    <a:pt x="37" y="32"/>
                    <a:pt x="37" y="32"/>
                  </a:cubicBezTo>
                  <a:lnTo>
                    <a:pt x="39" y="34"/>
                  </a:lnTo>
                  <a:close/>
                  <a:moveTo>
                    <a:pt x="38" y="27"/>
                  </a:moveTo>
                  <a:cubicBezTo>
                    <a:pt x="39" y="27"/>
                    <a:pt x="40" y="27"/>
                    <a:pt x="41" y="28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8" y="27"/>
                    <a:pt x="38" y="27"/>
                    <a:pt x="38" y="27"/>
                  </a:cubicBezTo>
                  <a:close/>
                  <a:moveTo>
                    <a:pt x="40" y="25"/>
                  </a:move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1" y="24"/>
                    <a:pt x="41" y="23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9" y="25"/>
                    <a:pt x="39" y="25"/>
                    <a:pt x="39" y="25"/>
                  </a:cubicBezTo>
                  <a:lnTo>
                    <a:pt x="40" y="25"/>
                  </a:lnTo>
                  <a:close/>
                  <a:moveTo>
                    <a:pt x="38" y="23"/>
                  </a:moveTo>
                  <a:cubicBezTo>
                    <a:pt x="39" y="22"/>
                    <a:pt x="40" y="22"/>
                    <a:pt x="41" y="22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lnTo>
                    <a:pt x="38" y="23"/>
                  </a:lnTo>
                  <a:close/>
                  <a:moveTo>
                    <a:pt x="46" y="3"/>
                  </a:moveTo>
                  <a:cubicBezTo>
                    <a:pt x="45" y="5"/>
                    <a:pt x="42" y="10"/>
                    <a:pt x="40" y="12"/>
                  </a:cubicBezTo>
                  <a:cubicBezTo>
                    <a:pt x="40" y="13"/>
                    <a:pt x="40" y="14"/>
                    <a:pt x="40" y="15"/>
                  </a:cubicBezTo>
                  <a:cubicBezTo>
                    <a:pt x="42" y="13"/>
                    <a:pt x="46" y="7"/>
                    <a:pt x="46" y="3"/>
                  </a:cubicBezTo>
                  <a:close/>
                  <a:moveTo>
                    <a:pt x="46" y="2"/>
                  </a:moveTo>
                  <a:cubicBezTo>
                    <a:pt x="46" y="3"/>
                    <a:pt x="46" y="3"/>
                    <a:pt x="46" y="3"/>
                  </a:cubicBezTo>
                  <a:cubicBezTo>
                    <a:pt x="46" y="2"/>
                    <a:pt x="46" y="2"/>
                    <a:pt x="46" y="2"/>
                  </a:cubicBezTo>
                  <a:close/>
                  <a:moveTo>
                    <a:pt x="47" y="5"/>
                  </a:move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9"/>
                    <a:pt x="40" y="16"/>
                    <a:pt x="40" y="16"/>
                  </a:cubicBezTo>
                  <a:cubicBezTo>
                    <a:pt x="40" y="17"/>
                    <a:pt x="39" y="19"/>
                    <a:pt x="39" y="20"/>
                  </a:cubicBezTo>
                  <a:cubicBezTo>
                    <a:pt x="40" y="19"/>
                    <a:pt x="41" y="18"/>
                    <a:pt x="42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16"/>
                    <a:pt x="47" y="10"/>
                    <a:pt x="47" y="5"/>
                  </a:cubicBezTo>
                  <a:moveTo>
                    <a:pt x="43" y="16"/>
                  </a:moveTo>
                  <a:cubicBezTo>
                    <a:pt x="41" y="18"/>
                    <a:pt x="39" y="20"/>
                    <a:pt x="39" y="20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2" y="19"/>
                    <a:pt x="43" y="18"/>
                  </a:cubicBezTo>
                  <a:cubicBezTo>
                    <a:pt x="44" y="17"/>
                    <a:pt x="46" y="15"/>
                    <a:pt x="47" y="13"/>
                  </a:cubicBezTo>
                  <a:cubicBezTo>
                    <a:pt x="46" y="14"/>
                    <a:pt x="44" y="16"/>
                    <a:pt x="43" y="16"/>
                  </a:cubicBezTo>
                  <a:moveTo>
                    <a:pt x="43" y="22"/>
                  </a:move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7" y="18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6" y="17"/>
                    <a:pt x="41" y="20"/>
                    <a:pt x="40" y="21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4"/>
                    <a:pt x="41" y="25"/>
                    <a:pt x="40" y="25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1" y="25"/>
                    <a:pt x="42" y="25"/>
                    <a:pt x="43" y="24"/>
                  </a:cubicBezTo>
                  <a:cubicBezTo>
                    <a:pt x="45" y="23"/>
                    <a:pt x="46" y="22"/>
                    <a:pt x="46" y="21"/>
                  </a:cubicBezTo>
                  <a:cubicBezTo>
                    <a:pt x="45" y="21"/>
                    <a:pt x="44" y="21"/>
                    <a:pt x="43" y="22"/>
                  </a:cubicBezTo>
                  <a:moveTo>
                    <a:pt x="44" y="26"/>
                  </a:moveTo>
                  <a:cubicBezTo>
                    <a:pt x="45" y="25"/>
                    <a:pt x="46" y="23"/>
                    <a:pt x="47" y="22"/>
                  </a:cubicBezTo>
                  <a:cubicBezTo>
                    <a:pt x="45" y="24"/>
                    <a:pt x="42" y="26"/>
                    <a:pt x="41" y="26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4" y="27"/>
                    <a:pt x="44" y="26"/>
                  </a:cubicBezTo>
                  <a:moveTo>
                    <a:pt x="45" y="29"/>
                  </a:moveTo>
                  <a:cubicBezTo>
                    <a:pt x="44" y="29"/>
                    <a:pt x="44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0"/>
                    <a:pt x="45" y="29"/>
                    <a:pt x="45" y="29"/>
                  </a:cubicBezTo>
                  <a:close/>
                  <a:moveTo>
                    <a:pt x="45" y="30"/>
                  </a:moveTo>
                  <a:cubicBezTo>
                    <a:pt x="43" y="31"/>
                    <a:pt x="41" y="31"/>
                    <a:pt x="40" y="31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2" y="33"/>
                    <a:pt x="44" y="32"/>
                    <a:pt x="45" y="30"/>
                  </a:cubicBezTo>
                  <a:moveTo>
                    <a:pt x="43" y="35"/>
                  </a:moveTo>
                  <a:cubicBezTo>
                    <a:pt x="43" y="35"/>
                    <a:pt x="43" y="35"/>
                    <a:pt x="43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35"/>
                    <a:pt x="46" y="36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40"/>
                    <a:pt x="43" y="40"/>
                    <a:pt x="43" y="42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5"/>
                    <a:pt x="46" y="46"/>
                    <a:pt x="46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5" y="50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6" y="50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5" y="45"/>
                    <a:pt x="44" y="44"/>
                    <a:pt x="44" y="43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1"/>
                    <a:pt x="46" y="40"/>
                    <a:pt x="46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5" y="41"/>
                    <a:pt x="45" y="42"/>
                  </a:cubicBezTo>
                  <a:cubicBezTo>
                    <a:pt x="45" y="43"/>
                    <a:pt x="45" y="43"/>
                    <a:pt x="45" y="43"/>
                  </a:cubicBezTo>
                  <a:cubicBezTo>
                    <a:pt x="45" y="44"/>
                    <a:pt x="46" y="45"/>
                    <a:pt x="46" y="46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6" y="50"/>
                    <a:pt x="46" y="50"/>
                    <a:pt x="46" y="50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7" y="49"/>
                    <a:pt x="47" y="49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7"/>
                    <a:pt x="46" y="43"/>
                    <a:pt x="45" y="43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5" y="41"/>
                    <a:pt x="47" y="40"/>
                    <a:pt x="47" y="40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6" y="43"/>
                    <a:pt x="47" y="46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8" y="50"/>
                    <a:pt x="48" y="49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7" y="44"/>
                    <a:pt x="47" y="44"/>
                    <a:pt x="46" y="43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7" y="42"/>
                    <a:pt x="48" y="41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35"/>
                    <a:pt x="46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3" y="35"/>
                  </a:lnTo>
                  <a:close/>
                  <a:moveTo>
                    <a:pt x="40" y="34"/>
                  </a:move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41" y="37"/>
                    <a:pt x="41" y="37"/>
                    <a:pt x="41" y="37"/>
                  </a:cubicBezTo>
                  <a:lnTo>
                    <a:pt x="40" y="34"/>
                  </a:lnTo>
                  <a:close/>
                  <a:moveTo>
                    <a:pt x="41" y="37"/>
                  </a:moveTo>
                  <a:cubicBezTo>
                    <a:pt x="40" y="37"/>
                    <a:pt x="38" y="36"/>
                    <a:pt x="38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40" y="37"/>
                    <a:pt x="41" y="37"/>
                  </a:cubicBezTo>
                  <a:moveTo>
                    <a:pt x="22" y="57"/>
                  </a:moveTo>
                  <a:cubicBezTo>
                    <a:pt x="20" y="57"/>
                    <a:pt x="18" y="57"/>
                    <a:pt x="17" y="61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0" y="66"/>
                    <a:pt x="22" y="68"/>
                    <a:pt x="23" y="69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24" y="71"/>
                    <a:pt x="23" y="72"/>
                    <a:pt x="22" y="73"/>
                  </a:cubicBezTo>
                  <a:cubicBezTo>
                    <a:pt x="22" y="74"/>
                    <a:pt x="20" y="76"/>
                    <a:pt x="19" y="77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8" y="80"/>
                    <a:pt x="18" y="80"/>
                    <a:pt x="18" y="80"/>
                  </a:cubicBezTo>
                  <a:cubicBezTo>
                    <a:pt x="18" y="79"/>
                    <a:pt x="18" y="79"/>
                    <a:pt x="18" y="79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7" y="78"/>
                    <a:pt x="17" y="78"/>
                    <a:pt x="17" y="78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5" y="76"/>
                    <a:pt x="15" y="76"/>
                    <a:pt x="15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5" y="79"/>
                    <a:pt x="15" y="79"/>
                    <a:pt x="15" y="79"/>
                  </a:cubicBezTo>
                  <a:cubicBezTo>
                    <a:pt x="15" y="80"/>
                    <a:pt x="17" y="82"/>
                    <a:pt x="18" y="82"/>
                  </a:cubicBezTo>
                  <a:cubicBezTo>
                    <a:pt x="19" y="82"/>
                    <a:pt x="20" y="82"/>
                    <a:pt x="20" y="81"/>
                  </a:cubicBezTo>
                  <a:cubicBezTo>
                    <a:pt x="21" y="80"/>
                    <a:pt x="21" y="78"/>
                    <a:pt x="21" y="78"/>
                  </a:cubicBezTo>
                  <a:cubicBezTo>
                    <a:pt x="21" y="78"/>
                    <a:pt x="21" y="78"/>
                    <a:pt x="21" y="78"/>
                  </a:cubicBezTo>
                  <a:cubicBezTo>
                    <a:pt x="22" y="78"/>
                    <a:pt x="22" y="78"/>
                    <a:pt x="22" y="78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26" y="65"/>
                    <a:pt x="26" y="64"/>
                    <a:pt x="25" y="63"/>
                  </a:cubicBezTo>
                  <a:cubicBezTo>
                    <a:pt x="25" y="62"/>
                    <a:pt x="23" y="62"/>
                    <a:pt x="23" y="62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4"/>
                    <a:pt x="27" y="65"/>
                    <a:pt x="27" y="67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9" y="67"/>
                    <a:pt x="29" y="65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8" y="61"/>
                    <a:pt x="27" y="61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4" y="57"/>
                    <a:pt x="23" y="57"/>
                    <a:pt x="22" y="57"/>
                  </a:cubicBezTo>
                  <a:moveTo>
                    <a:pt x="21" y="52"/>
                  </a:moveTo>
                  <a:cubicBezTo>
                    <a:pt x="21" y="52"/>
                    <a:pt x="21" y="52"/>
                    <a:pt x="21" y="52"/>
                  </a:cubicBezTo>
                  <a:cubicBezTo>
                    <a:pt x="21" y="53"/>
                    <a:pt x="23" y="54"/>
                    <a:pt x="24" y="55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30" y="61"/>
                    <a:pt x="30" y="60"/>
                    <a:pt x="30" y="60"/>
                  </a:cubicBezTo>
                  <a:cubicBezTo>
                    <a:pt x="30" y="59"/>
                    <a:pt x="30" y="59"/>
                    <a:pt x="30" y="59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1" y="58"/>
                    <a:pt x="31" y="59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1" y="60"/>
                    <a:pt x="30" y="61"/>
                    <a:pt x="30" y="62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6"/>
                    <a:pt x="30" y="68"/>
                    <a:pt x="31" y="70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33" y="74"/>
                    <a:pt x="34" y="77"/>
                    <a:pt x="35" y="78"/>
                  </a:cubicBezTo>
                  <a:cubicBezTo>
                    <a:pt x="36" y="79"/>
                    <a:pt x="36" y="80"/>
                    <a:pt x="37" y="81"/>
                  </a:cubicBezTo>
                  <a:cubicBezTo>
                    <a:pt x="37" y="82"/>
                    <a:pt x="36" y="83"/>
                    <a:pt x="37" y="83"/>
                  </a:cubicBezTo>
                  <a:cubicBezTo>
                    <a:pt x="38" y="85"/>
                    <a:pt x="38" y="85"/>
                    <a:pt x="38" y="86"/>
                  </a:cubicBezTo>
                  <a:cubicBezTo>
                    <a:pt x="38" y="87"/>
                    <a:pt x="38" y="87"/>
                    <a:pt x="38" y="87"/>
                  </a:cubicBezTo>
                  <a:cubicBezTo>
                    <a:pt x="38" y="88"/>
                    <a:pt x="38" y="88"/>
                    <a:pt x="39" y="89"/>
                  </a:cubicBezTo>
                  <a:cubicBezTo>
                    <a:pt x="39" y="90"/>
                    <a:pt x="40" y="91"/>
                    <a:pt x="40" y="92"/>
                  </a:cubicBezTo>
                  <a:cubicBezTo>
                    <a:pt x="39" y="93"/>
                    <a:pt x="39" y="93"/>
                    <a:pt x="39" y="93"/>
                  </a:cubicBezTo>
                  <a:cubicBezTo>
                    <a:pt x="39" y="94"/>
                    <a:pt x="39" y="96"/>
                    <a:pt x="38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8"/>
                    <a:pt x="32" y="98"/>
                    <a:pt x="32" y="98"/>
                  </a:cubicBezTo>
                  <a:cubicBezTo>
                    <a:pt x="33" y="99"/>
                    <a:pt x="34" y="99"/>
                    <a:pt x="35" y="100"/>
                  </a:cubicBezTo>
                  <a:cubicBezTo>
                    <a:pt x="36" y="100"/>
                    <a:pt x="38" y="100"/>
                    <a:pt x="39" y="100"/>
                  </a:cubicBezTo>
                  <a:cubicBezTo>
                    <a:pt x="40" y="100"/>
                    <a:pt x="40" y="100"/>
                    <a:pt x="40" y="100"/>
                  </a:cubicBezTo>
                  <a:cubicBezTo>
                    <a:pt x="42" y="98"/>
                    <a:pt x="42" y="98"/>
                    <a:pt x="42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2" y="88"/>
                    <a:pt x="42" y="88"/>
                    <a:pt x="42" y="88"/>
                  </a:cubicBezTo>
                  <a:cubicBezTo>
                    <a:pt x="42" y="88"/>
                    <a:pt x="41" y="87"/>
                    <a:pt x="41" y="86"/>
                  </a:cubicBezTo>
                  <a:cubicBezTo>
                    <a:pt x="41" y="84"/>
                    <a:pt x="42" y="83"/>
                    <a:pt x="42" y="82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8"/>
                    <a:pt x="40" y="78"/>
                    <a:pt x="40" y="78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4"/>
                    <a:pt x="38" y="73"/>
                    <a:pt x="39" y="72"/>
                  </a:cubicBezTo>
                  <a:cubicBezTo>
                    <a:pt x="40" y="70"/>
                    <a:pt x="41" y="67"/>
                    <a:pt x="41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1" y="65"/>
                    <a:pt x="40" y="62"/>
                    <a:pt x="40" y="62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2"/>
                    <a:pt x="42" y="64"/>
                    <a:pt x="42" y="66"/>
                  </a:cubicBezTo>
                  <a:cubicBezTo>
                    <a:pt x="42" y="66"/>
                    <a:pt x="42" y="66"/>
                    <a:pt x="42" y="66"/>
                  </a:cubicBezTo>
                  <a:cubicBezTo>
                    <a:pt x="41" y="67"/>
                    <a:pt x="40" y="71"/>
                    <a:pt x="40" y="72"/>
                  </a:cubicBezTo>
                  <a:cubicBezTo>
                    <a:pt x="39" y="73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40" y="75"/>
                    <a:pt x="40" y="75"/>
                    <a:pt x="40" y="75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41" y="73"/>
                    <a:pt x="41" y="73"/>
                    <a:pt x="41" y="73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2" y="70"/>
                    <a:pt x="42" y="70"/>
                    <a:pt x="42" y="70"/>
                  </a:cubicBezTo>
                  <a:cubicBezTo>
                    <a:pt x="42" y="69"/>
                    <a:pt x="42" y="69"/>
                    <a:pt x="42" y="69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65"/>
                    <a:pt x="47" y="62"/>
                    <a:pt x="47" y="59"/>
                  </a:cubicBezTo>
                  <a:cubicBezTo>
                    <a:pt x="47" y="55"/>
                    <a:pt x="39" y="48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0"/>
                    <a:pt x="39" y="39"/>
                    <a:pt x="40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0"/>
                    <a:pt x="38" y="42"/>
                    <a:pt x="38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9" y="51"/>
                    <a:pt x="45" y="53"/>
                    <a:pt x="45" y="58"/>
                  </a:cubicBezTo>
                  <a:cubicBezTo>
                    <a:pt x="45" y="59"/>
                    <a:pt x="45" y="59"/>
                    <a:pt x="45" y="59"/>
                  </a:cubicBezTo>
                  <a:cubicBezTo>
                    <a:pt x="45" y="59"/>
                    <a:pt x="44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39" y="58"/>
                    <a:pt x="39" y="57"/>
                    <a:pt x="37" y="56"/>
                  </a:cubicBezTo>
                  <a:cubicBezTo>
                    <a:pt x="36" y="54"/>
                    <a:pt x="33" y="52"/>
                    <a:pt x="33" y="50"/>
                  </a:cubicBezTo>
                  <a:cubicBezTo>
                    <a:pt x="32" y="49"/>
                    <a:pt x="31" y="48"/>
                    <a:pt x="31" y="47"/>
                  </a:cubicBezTo>
                  <a:cubicBezTo>
                    <a:pt x="31" y="46"/>
                    <a:pt x="31" y="46"/>
                    <a:pt x="31" y="46"/>
                  </a:cubicBezTo>
                  <a:cubicBezTo>
                    <a:pt x="30" y="46"/>
                    <a:pt x="30" y="45"/>
                    <a:pt x="29" y="45"/>
                  </a:cubicBezTo>
                  <a:cubicBezTo>
                    <a:pt x="30" y="47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27" y="49"/>
                    <a:pt x="25" y="46"/>
                    <a:pt x="24" y="46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21" y="52"/>
                  </a:lnTo>
                  <a:close/>
                  <a:moveTo>
                    <a:pt x="9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2"/>
                    <a:pt x="10" y="62"/>
                    <a:pt x="10" y="62"/>
                  </a:cubicBezTo>
                  <a:lnTo>
                    <a:pt x="9" y="62"/>
                  </a:lnTo>
                  <a:close/>
                  <a:moveTo>
                    <a:pt x="5" y="45"/>
                  </a:move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8" y="48"/>
                  </a:move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8"/>
                    <a:pt x="8" y="48"/>
                    <a:pt x="8" y="48"/>
                  </a:cubicBezTo>
                  <a:close/>
                  <a:moveTo>
                    <a:pt x="9" y="49"/>
                  </a:move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lnTo>
                    <a:pt x="9" y="49"/>
                  </a:lnTo>
                  <a:close/>
                  <a:moveTo>
                    <a:pt x="13" y="51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2" y="52"/>
                    <a:pt x="11" y="52"/>
                    <a:pt x="11" y="52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6"/>
                    <a:pt x="9" y="57"/>
                    <a:pt x="9" y="58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5"/>
                    <a:pt x="10" y="55"/>
                    <a:pt x="11" y="54"/>
                  </a:cubicBezTo>
                  <a:cubicBezTo>
                    <a:pt x="12" y="54"/>
                    <a:pt x="12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lnTo>
                    <a:pt x="13" y="51"/>
                  </a:lnTo>
                  <a:close/>
                  <a:moveTo>
                    <a:pt x="13" y="47"/>
                  </a:moveTo>
                  <a:cubicBezTo>
                    <a:pt x="14" y="49"/>
                    <a:pt x="14" y="49"/>
                    <a:pt x="14" y="4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3"/>
                    <a:pt x="15" y="54"/>
                    <a:pt x="16" y="55"/>
                  </a:cubicBezTo>
                  <a:cubicBezTo>
                    <a:pt x="16" y="54"/>
                    <a:pt x="18" y="51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6" y="47"/>
                    <a:pt x="29" y="48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3" y="43"/>
                    <a:pt x="22" y="41"/>
                    <a:pt x="22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7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7" y="19"/>
                    <a:pt x="37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7"/>
                    <a:pt x="36" y="18"/>
                    <a:pt x="35" y="19"/>
                  </a:cubicBezTo>
                  <a:cubicBezTo>
                    <a:pt x="35" y="20"/>
                    <a:pt x="34" y="21"/>
                    <a:pt x="32" y="22"/>
                  </a:cubicBezTo>
                  <a:cubicBezTo>
                    <a:pt x="31" y="23"/>
                    <a:pt x="30" y="24"/>
                    <a:pt x="30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6"/>
                    <a:pt x="31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31"/>
                    <a:pt x="32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6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41"/>
                    <a:pt x="18" y="43"/>
                    <a:pt x="18" y="44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46"/>
                    <a:pt x="17" y="48"/>
                    <a:pt x="17" y="48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5" y="48"/>
                    <a:pt x="13" y="47"/>
                  </a:cubicBezTo>
                  <a:moveTo>
                    <a:pt x="37" y="27"/>
                  </a:moveTo>
                  <a:cubicBezTo>
                    <a:pt x="37" y="27"/>
                    <a:pt x="37" y="27"/>
                    <a:pt x="37" y="27"/>
                  </a:cubicBezTo>
                  <a:cubicBezTo>
                    <a:pt x="37" y="27"/>
                    <a:pt x="37" y="27"/>
                    <a:pt x="37" y="27"/>
                  </a:cubicBezTo>
                  <a:close/>
                  <a:moveTo>
                    <a:pt x="13" y="42"/>
                  </a:moveTo>
                  <a:cubicBezTo>
                    <a:pt x="14" y="45"/>
                    <a:pt x="16" y="47"/>
                    <a:pt x="17" y="48"/>
                  </a:cubicBezTo>
                  <a:cubicBezTo>
                    <a:pt x="17" y="47"/>
                    <a:pt x="18" y="46"/>
                    <a:pt x="18" y="45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3"/>
                    <a:pt x="17" y="41"/>
                    <a:pt x="17" y="39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40"/>
                    <a:pt x="12" y="41"/>
                    <a:pt x="13" y="42"/>
                  </a:cubicBezTo>
                  <a:moveTo>
                    <a:pt x="4" y="32"/>
                  </a:moveTo>
                  <a:cubicBezTo>
                    <a:pt x="5" y="32"/>
                    <a:pt x="5" y="32"/>
                    <a:pt x="5" y="32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8" y="33"/>
                    <a:pt x="8" y="35"/>
                    <a:pt x="8" y="36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0" y="30"/>
                    <a:pt x="10" y="29"/>
                  </a:cubicBezTo>
                  <a:cubicBezTo>
                    <a:pt x="10" y="28"/>
                    <a:pt x="10" y="27"/>
                    <a:pt x="10" y="26"/>
                  </a:cubicBezTo>
                  <a:cubicBezTo>
                    <a:pt x="9" y="27"/>
                    <a:pt x="8" y="28"/>
                    <a:pt x="8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5" y="31"/>
                    <a:pt x="4" y="32"/>
                  </a:cubicBezTo>
                  <a:moveTo>
                    <a:pt x="1" y="29"/>
                  </a:move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lnTo>
                    <a:pt x="1" y="29"/>
                  </a:lnTo>
                  <a:close/>
                  <a:moveTo>
                    <a:pt x="1" y="15"/>
                  </a:moveTo>
                  <a:cubicBezTo>
                    <a:pt x="3" y="18"/>
                    <a:pt x="3" y="18"/>
                    <a:pt x="3" y="18"/>
                  </a:cubicBezTo>
                  <a:cubicBezTo>
                    <a:pt x="3" y="18"/>
                    <a:pt x="3" y="19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5" y="25"/>
                    <a:pt x="5" y="26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4"/>
                    <a:pt x="1" y="14"/>
                    <a:pt x="1" y="14"/>
                  </a:cubicBezTo>
                  <a:lnTo>
                    <a:pt x="1" y="15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1" y="13"/>
                  </a:lnTo>
                  <a:close/>
                  <a:moveTo>
                    <a:pt x="37" y="78"/>
                  </a:moveTo>
                  <a:cubicBezTo>
                    <a:pt x="38" y="79"/>
                    <a:pt x="38" y="79"/>
                    <a:pt x="38" y="79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78"/>
                    <a:pt x="37" y="78"/>
                    <a:pt x="37" y="78"/>
                  </a:cubicBezTo>
                  <a:close/>
                  <a:moveTo>
                    <a:pt x="23" y="52"/>
                  </a:moveTo>
                  <a:cubicBezTo>
                    <a:pt x="23" y="52"/>
                    <a:pt x="24" y="53"/>
                    <a:pt x="26" y="54"/>
                  </a:cubicBezTo>
                  <a:cubicBezTo>
                    <a:pt x="28" y="55"/>
                    <a:pt x="29" y="55"/>
                    <a:pt x="29" y="56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28" y="55"/>
                    <a:pt x="28" y="55"/>
                    <a:pt x="26" y="54"/>
                  </a:cubicBezTo>
                  <a:cubicBezTo>
                    <a:pt x="24" y="54"/>
                    <a:pt x="22" y="52"/>
                    <a:pt x="22" y="52"/>
                  </a:cubicBezTo>
                  <a:lnTo>
                    <a:pt x="23" y="52"/>
                  </a:lnTo>
                  <a:close/>
                  <a:moveTo>
                    <a:pt x="41" y="82"/>
                  </a:move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40" y="85"/>
                    <a:pt x="40" y="86"/>
                    <a:pt x="40" y="86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2" y="89"/>
                    <a:pt x="42" y="89"/>
                    <a:pt x="42" y="89"/>
                  </a:cubicBezTo>
                  <a:cubicBezTo>
                    <a:pt x="42" y="90"/>
                    <a:pt x="41" y="91"/>
                    <a:pt x="41" y="92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6"/>
                    <a:pt x="41" y="96"/>
                    <a:pt x="41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2"/>
                    <a:pt x="41" y="92"/>
                    <a:pt x="41" y="92"/>
                  </a:cubicBezTo>
                  <a:cubicBezTo>
                    <a:pt x="41" y="91"/>
                    <a:pt x="41" y="90"/>
                    <a:pt x="41" y="89"/>
                  </a:cubicBezTo>
                  <a:cubicBezTo>
                    <a:pt x="41" y="89"/>
                    <a:pt x="41" y="89"/>
                    <a:pt x="41" y="89"/>
                  </a:cubicBezTo>
                  <a:cubicBezTo>
                    <a:pt x="40" y="87"/>
                    <a:pt x="40" y="87"/>
                    <a:pt x="40" y="87"/>
                  </a:cubicBezTo>
                  <a:cubicBezTo>
                    <a:pt x="39" y="85"/>
                    <a:pt x="39" y="85"/>
                    <a:pt x="39" y="85"/>
                  </a:cubicBezTo>
                  <a:cubicBezTo>
                    <a:pt x="39" y="84"/>
                    <a:pt x="39" y="84"/>
                    <a:pt x="39" y="84"/>
                  </a:cubicBezTo>
                  <a:cubicBezTo>
                    <a:pt x="39" y="83"/>
                    <a:pt x="40" y="83"/>
                    <a:pt x="40" y="82"/>
                  </a:cubicBezTo>
                  <a:lnTo>
                    <a:pt x="41" y="82"/>
                  </a:lnTo>
                  <a:close/>
                  <a:moveTo>
                    <a:pt x="28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2"/>
                    <a:pt x="31" y="32"/>
                    <a:pt x="33" y="32"/>
                  </a:cubicBezTo>
                  <a:cubicBezTo>
                    <a:pt x="34" y="31"/>
                    <a:pt x="34" y="31"/>
                    <a:pt x="34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1"/>
                    <a:pt x="34" y="32"/>
                    <a:pt x="33" y="32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6" y="36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6"/>
                    <a:pt x="27" y="34"/>
                    <a:pt x="28" y="34"/>
                  </a:cubicBezTo>
                  <a:moveTo>
                    <a:pt x="23" y="23"/>
                  </a:moveTo>
                  <a:cubicBezTo>
                    <a:pt x="23" y="20"/>
                    <a:pt x="23" y="20"/>
                    <a:pt x="23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2"/>
                    <a:pt x="23" y="22"/>
                    <a:pt x="23" y="22"/>
                  </a:cubicBezTo>
                  <a:lnTo>
                    <a:pt x="23" y="23"/>
                  </a:lnTo>
                  <a:close/>
                  <a:moveTo>
                    <a:pt x="26" y="73"/>
                  </a:moveTo>
                  <a:cubicBezTo>
                    <a:pt x="26" y="73"/>
                    <a:pt x="26" y="73"/>
                    <a:pt x="26" y="73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23" y="75"/>
                    <a:pt x="23" y="77"/>
                    <a:pt x="22" y="78"/>
                  </a:cubicBezTo>
                  <a:cubicBezTo>
                    <a:pt x="21" y="78"/>
                    <a:pt x="21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1" y="77"/>
                    <a:pt x="21" y="77"/>
                    <a:pt x="21" y="77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3"/>
                    <a:pt x="25" y="73"/>
                    <a:pt x="25" y="73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5" y="72"/>
                    <a:pt x="26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4" name="Freeform 34">
              <a:extLst>
                <a:ext uri="{FF2B5EF4-FFF2-40B4-BE49-F238E27FC236}">
                  <a16:creationId xmlns:a16="http://schemas.microsoft.com/office/drawing/2014/main" id="{B661EDCA-9DD2-467F-9FF0-A883D7C25B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8700" y="2516188"/>
              <a:ext cx="288925" cy="365125"/>
            </a:xfrm>
            <a:custGeom>
              <a:avLst/>
              <a:gdLst>
                <a:gd name="T0" fmla="*/ 127 w 133"/>
                <a:gd name="T1" fmla="*/ 60 h 169"/>
                <a:gd name="T2" fmla="*/ 60 w 133"/>
                <a:gd name="T3" fmla="*/ 165 h 169"/>
                <a:gd name="T4" fmla="*/ 79 w 133"/>
                <a:gd name="T5" fmla="*/ 158 h 169"/>
                <a:gd name="T6" fmla="*/ 60 w 133"/>
                <a:gd name="T7" fmla="*/ 157 h 169"/>
                <a:gd name="T8" fmla="*/ 79 w 133"/>
                <a:gd name="T9" fmla="*/ 154 h 169"/>
                <a:gd name="T10" fmla="*/ 42 w 133"/>
                <a:gd name="T11" fmla="*/ 151 h 169"/>
                <a:gd name="T12" fmla="*/ 66 w 133"/>
                <a:gd name="T13" fmla="*/ 164 h 169"/>
                <a:gd name="T14" fmla="*/ 123 w 133"/>
                <a:gd name="T15" fmla="*/ 35 h 169"/>
                <a:gd name="T16" fmla="*/ 86 w 133"/>
                <a:gd name="T17" fmla="*/ 152 h 169"/>
                <a:gd name="T18" fmla="*/ 53 w 133"/>
                <a:gd name="T19" fmla="*/ 150 h 169"/>
                <a:gd name="T20" fmla="*/ 85 w 133"/>
                <a:gd name="T21" fmla="*/ 153 h 169"/>
                <a:gd name="T22" fmla="*/ 39 w 133"/>
                <a:gd name="T23" fmla="*/ 62 h 169"/>
                <a:gd name="T24" fmla="*/ 29 w 133"/>
                <a:gd name="T25" fmla="*/ 53 h 169"/>
                <a:gd name="T26" fmla="*/ 32 w 133"/>
                <a:gd name="T27" fmla="*/ 78 h 169"/>
                <a:gd name="T28" fmla="*/ 27 w 133"/>
                <a:gd name="T29" fmla="*/ 79 h 169"/>
                <a:gd name="T30" fmla="*/ 18 w 133"/>
                <a:gd name="T31" fmla="*/ 72 h 169"/>
                <a:gd name="T32" fmla="*/ 17 w 133"/>
                <a:gd name="T33" fmla="*/ 96 h 169"/>
                <a:gd name="T34" fmla="*/ 7 w 133"/>
                <a:gd name="T35" fmla="*/ 83 h 169"/>
                <a:gd name="T36" fmla="*/ 7 w 133"/>
                <a:gd name="T37" fmla="*/ 71 h 169"/>
                <a:gd name="T38" fmla="*/ 6 w 133"/>
                <a:gd name="T39" fmla="*/ 37 h 169"/>
                <a:gd name="T40" fmla="*/ 8 w 133"/>
                <a:gd name="T41" fmla="*/ 35 h 169"/>
                <a:gd name="T42" fmla="*/ 10 w 133"/>
                <a:gd name="T43" fmla="*/ 11 h 169"/>
                <a:gd name="T44" fmla="*/ 21 w 133"/>
                <a:gd name="T45" fmla="*/ 14 h 169"/>
                <a:gd name="T46" fmla="*/ 33 w 133"/>
                <a:gd name="T47" fmla="*/ 16 h 169"/>
                <a:gd name="T48" fmla="*/ 30 w 133"/>
                <a:gd name="T49" fmla="*/ 23 h 169"/>
                <a:gd name="T50" fmla="*/ 41 w 133"/>
                <a:gd name="T51" fmla="*/ 30 h 169"/>
                <a:gd name="T52" fmla="*/ 44 w 133"/>
                <a:gd name="T53" fmla="*/ 12 h 169"/>
                <a:gd name="T54" fmla="*/ 46 w 133"/>
                <a:gd name="T55" fmla="*/ 16 h 169"/>
                <a:gd name="T56" fmla="*/ 47 w 133"/>
                <a:gd name="T57" fmla="*/ 22 h 169"/>
                <a:gd name="T58" fmla="*/ 47 w 133"/>
                <a:gd name="T59" fmla="*/ 27 h 169"/>
                <a:gd name="T60" fmla="*/ 37 w 133"/>
                <a:gd name="T61" fmla="*/ 43 h 169"/>
                <a:gd name="T62" fmla="*/ 40 w 133"/>
                <a:gd name="T63" fmla="*/ 50 h 169"/>
                <a:gd name="T64" fmla="*/ 0 w 133"/>
                <a:gd name="T65" fmla="*/ 82 h 169"/>
                <a:gd name="T66" fmla="*/ 12 w 133"/>
                <a:gd name="T67" fmla="*/ 45 h 169"/>
                <a:gd name="T68" fmla="*/ 12 w 133"/>
                <a:gd name="T69" fmla="*/ 44 h 169"/>
                <a:gd name="T70" fmla="*/ 44 w 133"/>
                <a:gd name="T71" fmla="*/ 50 h 169"/>
                <a:gd name="T72" fmla="*/ 40 w 133"/>
                <a:gd name="T73" fmla="*/ 62 h 169"/>
                <a:gd name="T74" fmla="*/ 132 w 133"/>
                <a:gd name="T75" fmla="*/ 0 h 169"/>
                <a:gd name="T76" fmla="*/ 124 w 133"/>
                <a:gd name="T77" fmla="*/ 38 h 169"/>
                <a:gd name="T78" fmla="*/ 125 w 133"/>
                <a:gd name="T79" fmla="*/ 72 h 169"/>
                <a:gd name="T80" fmla="*/ 125 w 133"/>
                <a:gd name="T81" fmla="*/ 89 h 169"/>
                <a:gd name="T82" fmla="*/ 121 w 133"/>
                <a:gd name="T83" fmla="*/ 97 h 169"/>
                <a:gd name="T84" fmla="*/ 111 w 133"/>
                <a:gd name="T85" fmla="*/ 69 h 169"/>
                <a:gd name="T86" fmla="*/ 103 w 133"/>
                <a:gd name="T87" fmla="*/ 82 h 169"/>
                <a:gd name="T88" fmla="*/ 102 w 133"/>
                <a:gd name="T89" fmla="*/ 78 h 169"/>
                <a:gd name="T90" fmla="*/ 99 w 133"/>
                <a:gd name="T91" fmla="*/ 57 h 169"/>
                <a:gd name="T92" fmla="*/ 92 w 133"/>
                <a:gd name="T93" fmla="*/ 63 h 169"/>
                <a:gd name="T94" fmla="*/ 88 w 133"/>
                <a:gd name="T95" fmla="*/ 47 h 169"/>
                <a:gd name="T96" fmla="*/ 91 w 133"/>
                <a:gd name="T97" fmla="*/ 53 h 169"/>
                <a:gd name="T98" fmla="*/ 92 w 133"/>
                <a:gd name="T99" fmla="*/ 39 h 169"/>
                <a:gd name="T100" fmla="*/ 85 w 133"/>
                <a:gd name="T101" fmla="*/ 29 h 169"/>
                <a:gd name="T102" fmla="*/ 84 w 133"/>
                <a:gd name="T103" fmla="*/ 16 h 169"/>
                <a:gd name="T104" fmla="*/ 87 w 133"/>
                <a:gd name="T105" fmla="*/ 13 h 169"/>
                <a:gd name="T106" fmla="*/ 90 w 133"/>
                <a:gd name="T107" fmla="*/ 14 h 169"/>
                <a:gd name="T108" fmla="*/ 93 w 133"/>
                <a:gd name="T109" fmla="*/ 30 h 169"/>
                <a:gd name="T110" fmla="*/ 97 w 133"/>
                <a:gd name="T111" fmla="*/ 23 h 169"/>
                <a:gd name="T112" fmla="*/ 107 w 133"/>
                <a:gd name="T113" fmla="*/ 14 h 169"/>
                <a:gd name="T114" fmla="*/ 113 w 133"/>
                <a:gd name="T115" fmla="*/ 22 h 169"/>
                <a:gd name="T116" fmla="*/ 129 w 133"/>
                <a:gd name="T117" fmla="*/ 3 h 169"/>
                <a:gd name="T118" fmla="*/ 130 w 133"/>
                <a:gd name="T119" fmla="*/ 4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3" h="169">
                  <a:moveTo>
                    <a:pt x="120" y="44"/>
                  </a:moveTo>
                  <a:cubicBezTo>
                    <a:pt x="118" y="44"/>
                    <a:pt x="117" y="43"/>
                    <a:pt x="117" y="43"/>
                  </a:cubicBezTo>
                  <a:cubicBezTo>
                    <a:pt x="117" y="45"/>
                    <a:pt x="117" y="47"/>
                    <a:pt x="117" y="47"/>
                  </a:cubicBezTo>
                  <a:cubicBezTo>
                    <a:pt x="116" y="47"/>
                    <a:pt x="116" y="47"/>
                    <a:pt x="115" y="47"/>
                  </a:cubicBezTo>
                  <a:cubicBezTo>
                    <a:pt x="115" y="48"/>
                    <a:pt x="115" y="48"/>
                    <a:pt x="115" y="48"/>
                  </a:cubicBezTo>
                  <a:cubicBezTo>
                    <a:pt x="115" y="49"/>
                    <a:pt x="115" y="50"/>
                    <a:pt x="116" y="51"/>
                  </a:cubicBezTo>
                  <a:cubicBezTo>
                    <a:pt x="116" y="53"/>
                    <a:pt x="119" y="55"/>
                    <a:pt x="121" y="56"/>
                  </a:cubicBezTo>
                  <a:cubicBezTo>
                    <a:pt x="122" y="58"/>
                    <a:pt x="123" y="59"/>
                    <a:pt x="123" y="61"/>
                  </a:cubicBezTo>
                  <a:cubicBezTo>
                    <a:pt x="124" y="62"/>
                    <a:pt x="123" y="63"/>
                    <a:pt x="125" y="63"/>
                  </a:cubicBezTo>
                  <a:cubicBezTo>
                    <a:pt x="127" y="62"/>
                    <a:pt x="127" y="60"/>
                    <a:pt x="127" y="60"/>
                  </a:cubicBezTo>
                  <a:cubicBezTo>
                    <a:pt x="128" y="54"/>
                    <a:pt x="122" y="53"/>
                    <a:pt x="120" y="45"/>
                  </a:cubicBezTo>
                  <a:lnTo>
                    <a:pt x="120" y="44"/>
                  </a:lnTo>
                  <a:close/>
                  <a:moveTo>
                    <a:pt x="112" y="26"/>
                  </a:moveTo>
                  <a:cubicBezTo>
                    <a:pt x="113" y="24"/>
                    <a:pt x="113" y="24"/>
                    <a:pt x="113" y="24"/>
                  </a:cubicBezTo>
                  <a:lnTo>
                    <a:pt x="112" y="26"/>
                  </a:lnTo>
                  <a:close/>
                  <a:moveTo>
                    <a:pt x="67" y="169"/>
                  </a:moveTo>
                  <a:cubicBezTo>
                    <a:pt x="67" y="169"/>
                    <a:pt x="72" y="167"/>
                    <a:pt x="79" y="163"/>
                  </a:cubicBezTo>
                  <a:cubicBezTo>
                    <a:pt x="76" y="163"/>
                    <a:pt x="76" y="165"/>
                    <a:pt x="73" y="165"/>
                  </a:cubicBezTo>
                  <a:cubicBezTo>
                    <a:pt x="70" y="165"/>
                    <a:pt x="69" y="163"/>
                    <a:pt x="66" y="163"/>
                  </a:cubicBezTo>
                  <a:cubicBezTo>
                    <a:pt x="62" y="163"/>
                    <a:pt x="62" y="165"/>
                    <a:pt x="60" y="165"/>
                  </a:cubicBezTo>
                  <a:cubicBezTo>
                    <a:pt x="57" y="165"/>
                    <a:pt x="56" y="164"/>
                    <a:pt x="55" y="163"/>
                  </a:cubicBezTo>
                  <a:cubicBezTo>
                    <a:pt x="49" y="160"/>
                    <a:pt x="49" y="160"/>
                    <a:pt x="49" y="160"/>
                  </a:cubicBezTo>
                  <a:cubicBezTo>
                    <a:pt x="50" y="160"/>
                    <a:pt x="51" y="159"/>
                    <a:pt x="53" y="159"/>
                  </a:cubicBezTo>
                  <a:cubicBezTo>
                    <a:pt x="56" y="159"/>
                    <a:pt x="57" y="161"/>
                    <a:pt x="60" y="161"/>
                  </a:cubicBezTo>
                  <a:cubicBezTo>
                    <a:pt x="62" y="161"/>
                    <a:pt x="62" y="159"/>
                    <a:pt x="66" y="159"/>
                  </a:cubicBezTo>
                  <a:cubicBezTo>
                    <a:pt x="69" y="159"/>
                    <a:pt x="70" y="161"/>
                    <a:pt x="73" y="161"/>
                  </a:cubicBezTo>
                  <a:cubicBezTo>
                    <a:pt x="76" y="161"/>
                    <a:pt x="76" y="159"/>
                    <a:pt x="79" y="159"/>
                  </a:cubicBezTo>
                  <a:cubicBezTo>
                    <a:pt x="82" y="159"/>
                    <a:pt x="82" y="160"/>
                    <a:pt x="84" y="161"/>
                  </a:cubicBezTo>
                  <a:cubicBezTo>
                    <a:pt x="85" y="160"/>
                    <a:pt x="85" y="160"/>
                    <a:pt x="85" y="160"/>
                  </a:cubicBezTo>
                  <a:cubicBezTo>
                    <a:pt x="83" y="160"/>
                    <a:pt x="82" y="158"/>
                    <a:pt x="79" y="158"/>
                  </a:cubicBezTo>
                  <a:cubicBezTo>
                    <a:pt x="76" y="158"/>
                    <a:pt x="76" y="160"/>
                    <a:pt x="73" y="160"/>
                  </a:cubicBezTo>
                  <a:cubicBezTo>
                    <a:pt x="70" y="160"/>
                    <a:pt x="69" y="158"/>
                    <a:pt x="66" y="158"/>
                  </a:cubicBezTo>
                  <a:cubicBezTo>
                    <a:pt x="62" y="158"/>
                    <a:pt x="62" y="160"/>
                    <a:pt x="60" y="160"/>
                  </a:cubicBezTo>
                  <a:cubicBezTo>
                    <a:pt x="57" y="160"/>
                    <a:pt x="56" y="158"/>
                    <a:pt x="53" y="158"/>
                  </a:cubicBezTo>
                  <a:cubicBezTo>
                    <a:pt x="50" y="158"/>
                    <a:pt x="50" y="159"/>
                    <a:pt x="48" y="160"/>
                  </a:cubicBezTo>
                  <a:cubicBezTo>
                    <a:pt x="41" y="155"/>
                    <a:pt x="41" y="155"/>
                    <a:pt x="41" y="155"/>
                  </a:cubicBezTo>
                  <a:cubicBezTo>
                    <a:pt x="42" y="155"/>
                    <a:pt x="42" y="155"/>
                    <a:pt x="42" y="155"/>
                  </a:cubicBezTo>
                  <a:cubicBezTo>
                    <a:pt x="46" y="155"/>
                    <a:pt x="47" y="157"/>
                    <a:pt x="47" y="157"/>
                  </a:cubicBezTo>
                  <a:cubicBezTo>
                    <a:pt x="50" y="157"/>
                    <a:pt x="50" y="155"/>
                    <a:pt x="53" y="155"/>
                  </a:cubicBezTo>
                  <a:cubicBezTo>
                    <a:pt x="56" y="155"/>
                    <a:pt x="57" y="157"/>
                    <a:pt x="60" y="157"/>
                  </a:cubicBezTo>
                  <a:cubicBezTo>
                    <a:pt x="62" y="157"/>
                    <a:pt x="62" y="155"/>
                    <a:pt x="66" y="155"/>
                  </a:cubicBezTo>
                  <a:cubicBezTo>
                    <a:pt x="69" y="155"/>
                    <a:pt x="70" y="157"/>
                    <a:pt x="73" y="157"/>
                  </a:cubicBezTo>
                  <a:cubicBezTo>
                    <a:pt x="76" y="156"/>
                    <a:pt x="76" y="155"/>
                    <a:pt x="79" y="155"/>
                  </a:cubicBezTo>
                  <a:cubicBezTo>
                    <a:pt x="82" y="155"/>
                    <a:pt x="83" y="157"/>
                    <a:pt x="85" y="157"/>
                  </a:cubicBezTo>
                  <a:cubicBezTo>
                    <a:pt x="88" y="157"/>
                    <a:pt x="88" y="155"/>
                    <a:pt x="92" y="155"/>
                  </a:cubicBezTo>
                  <a:cubicBezTo>
                    <a:pt x="92" y="155"/>
                    <a:pt x="92" y="155"/>
                    <a:pt x="92" y="155"/>
                  </a:cubicBezTo>
                  <a:cubicBezTo>
                    <a:pt x="94" y="154"/>
                    <a:pt x="94" y="154"/>
                    <a:pt x="94" y="154"/>
                  </a:cubicBezTo>
                  <a:cubicBezTo>
                    <a:pt x="93" y="154"/>
                    <a:pt x="93" y="154"/>
                    <a:pt x="92" y="154"/>
                  </a:cubicBezTo>
                  <a:cubicBezTo>
                    <a:pt x="88" y="154"/>
                    <a:pt x="88" y="156"/>
                    <a:pt x="85" y="156"/>
                  </a:cubicBezTo>
                  <a:cubicBezTo>
                    <a:pt x="83" y="156"/>
                    <a:pt x="82" y="154"/>
                    <a:pt x="79" y="154"/>
                  </a:cubicBezTo>
                  <a:cubicBezTo>
                    <a:pt x="76" y="154"/>
                    <a:pt x="76" y="156"/>
                    <a:pt x="73" y="156"/>
                  </a:cubicBezTo>
                  <a:cubicBezTo>
                    <a:pt x="70" y="156"/>
                    <a:pt x="69" y="154"/>
                    <a:pt x="66" y="154"/>
                  </a:cubicBezTo>
                  <a:cubicBezTo>
                    <a:pt x="62" y="154"/>
                    <a:pt x="62" y="156"/>
                    <a:pt x="60" y="156"/>
                  </a:cubicBezTo>
                  <a:cubicBezTo>
                    <a:pt x="57" y="156"/>
                    <a:pt x="56" y="154"/>
                    <a:pt x="53" y="154"/>
                  </a:cubicBezTo>
                  <a:cubicBezTo>
                    <a:pt x="50" y="154"/>
                    <a:pt x="50" y="155"/>
                    <a:pt x="47" y="156"/>
                  </a:cubicBezTo>
                  <a:cubicBezTo>
                    <a:pt x="47" y="156"/>
                    <a:pt x="46" y="154"/>
                    <a:pt x="42" y="154"/>
                  </a:cubicBezTo>
                  <a:cubicBezTo>
                    <a:pt x="41" y="154"/>
                    <a:pt x="40" y="154"/>
                    <a:pt x="40" y="154"/>
                  </a:cubicBezTo>
                  <a:cubicBezTo>
                    <a:pt x="37" y="152"/>
                    <a:pt x="37" y="152"/>
                    <a:pt x="37" y="152"/>
                  </a:cubicBezTo>
                  <a:cubicBezTo>
                    <a:pt x="39" y="152"/>
                    <a:pt x="39" y="151"/>
                    <a:pt x="42" y="151"/>
                  </a:cubicBezTo>
                  <a:cubicBezTo>
                    <a:pt x="42" y="151"/>
                    <a:pt x="42" y="151"/>
                    <a:pt x="42" y="151"/>
                  </a:cubicBezTo>
                  <a:cubicBezTo>
                    <a:pt x="41" y="150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2" y="147"/>
                    <a:pt x="44" y="146"/>
                  </a:cubicBezTo>
                  <a:cubicBezTo>
                    <a:pt x="45" y="145"/>
                    <a:pt x="45" y="144"/>
                    <a:pt x="46" y="144"/>
                  </a:cubicBezTo>
                  <a:cubicBezTo>
                    <a:pt x="48" y="142"/>
                    <a:pt x="48" y="142"/>
                    <a:pt x="48" y="142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19" y="135"/>
                    <a:pt x="19" y="135"/>
                    <a:pt x="19" y="135"/>
                  </a:cubicBezTo>
                  <a:cubicBezTo>
                    <a:pt x="39" y="160"/>
                    <a:pt x="67" y="169"/>
                    <a:pt x="67" y="169"/>
                  </a:cubicBezTo>
                  <a:moveTo>
                    <a:pt x="66" y="164"/>
                  </a:moveTo>
                  <a:cubicBezTo>
                    <a:pt x="69" y="164"/>
                    <a:pt x="70" y="166"/>
                    <a:pt x="73" y="166"/>
                  </a:cubicBezTo>
                  <a:cubicBezTo>
                    <a:pt x="67" y="169"/>
                    <a:pt x="67" y="169"/>
                    <a:pt x="67" y="16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2" y="166"/>
                    <a:pt x="62" y="164"/>
                    <a:pt x="66" y="164"/>
                  </a:cubicBezTo>
                  <a:moveTo>
                    <a:pt x="59" y="0"/>
                  </a:moveTo>
                  <a:cubicBezTo>
                    <a:pt x="72" y="0"/>
                    <a:pt x="72" y="0"/>
                    <a:pt x="7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59" y="0"/>
                    <a:pt x="59" y="0"/>
                    <a:pt x="59" y="0"/>
                  </a:cubicBezTo>
                  <a:close/>
                  <a:moveTo>
                    <a:pt x="123" y="35"/>
                  </a:moveTo>
                  <a:cubicBezTo>
                    <a:pt x="123" y="35"/>
                    <a:pt x="123" y="35"/>
                    <a:pt x="123" y="35"/>
                  </a:cubicBezTo>
                  <a:cubicBezTo>
                    <a:pt x="123" y="35"/>
                    <a:pt x="123" y="35"/>
                    <a:pt x="123" y="35"/>
                  </a:cubicBezTo>
                  <a:close/>
                  <a:moveTo>
                    <a:pt x="85" y="142"/>
                  </a:moveTo>
                  <a:cubicBezTo>
                    <a:pt x="85" y="143"/>
                    <a:pt x="85" y="143"/>
                    <a:pt x="85" y="143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8" y="146"/>
                    <a:pt x="88" y="146"/>
                    <a:pt x="88" y="146"/>
                  </a:cubicBezTo>
                  <a:cubicBezTo>
                    <a:pt x="91" y="150"/>
                    <a:pt x="91" y="150"/>
                    <a:pt x="91" y="150"/>
                  </a:cubicBezTo>
                  <a:cubicBezTo>
                    <a:pt x="92" y="150"/>
                    <a:pt x="92" y="150"/>
                    <a:pt x="92" y="150"/>
                  </a:cubicBezTo>
                  <a:cubicBezTo>
                    <a:pt x="91" y="151"/>
                    <a:pt x="91" y="151"/>
                    <a:pt x="91" y="151"/>
                  </a:cubicBezTo>
                  <a:cubicBezTo>
                    <a:pt x="91" y="151"/>
                    <a:pt x="89" y="151"/>
                    <a:pt x="87" y="151"/>
                  </a:cubicBezTo>
                  <a:cubicBezTo>
                    <a:pt x="86" y="152"/>
                    <a:pt x="86" y="152"/>
                    <a:pt x="86" y="152"/>
                  </a:cubicBezTo>
                  <a:cubicBezTo>
                    <a:pt x="85" y="152"/>
                    <a:pt x="84" y="151"/>
                    <a:pt x="83" y="151"/>
                  </a:cubicBezTo>
                  <a:cubicBezTo>
                    <a:pt x="81" y="151"/>
                    <a:pt x="80" y="150"/>
                    <a:pt x="78" y="150"/>
                  </a:cubicBezTo>
                  <a:cubicBezTo>
                    <a:pt x="76" y="150"/>
                    <a:pt x="75" y="151"/>
                    <a:pt x="73" y="152"/>
                  </a:cubicBezTo>
                  <a:cubicBezTo>
                    <a:pt x="72" y="152"/>
                    <a:pt x="72" y="152"/>
                    <a:pt x="72" y="152"/>
                  </a:cubicBezTo>
                  <a:cubicBezTo>
                    <a:pt x="70" y="152"/>
                    <a:pt x="67" y="150"/>
                    <a:pt x="66" y="150"/>
                  </a:cubicBezTo>
                  <a:cubicBezTo>
                    <a:pt x="66" y="150"/>
                    <a:pt x="66" y="150"/>
                    <a:pt x="66" y="150"/>
                  </a:cubicBezTo>
                  <a:cubicBezTo>
                    <a:pt x="64" y="150"/>
                    <a:pt x="61" y="152"/>
                    <a:pt x="60" y="152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59" y="152"/>
                    <a:pt x="58" y="152"/>
                    <a:pt x="57" y="151"/>
                  </a:cubicBezTo>
                  <a:cubicBezTo>
                    <a:pt x="56" y="151"/>
                    <a:pt x="54" y="150"/>
                    <a:pt x="53" y="150"/>
                  </a:cubicBezTo>
                  <a:cubicBezTo>
                    <a:pt x="53" y="150"/>
                    <a:pt x="53" y="150"/>
                    <a:pt x="53" y="150"/>
                  </a:cubicBezTo>
                  <a:cubicBezTo>
                    <a:pt x="52" y="150"/>
                    <a:pt x="50" y="151"/>
                    <a:pt x="49" y="152"/>
                  </a:cubicBezTo>
                  <a:cubicBezTo>
                    <a:pt x="49" y="152"/>
                    <a:pt x="48" y="152"/>
                    <a:pt x="47" y="152"/>
                  </a:cubicBezTo>
                  <a:cubicBezTo>
                    <a:pt x="47" y="153"/>
                    <a:pt x="47" y="153"/>
                    <a:pt x="47" y="153"/>
                  </a:cubicBezTo>
                  <a:cubicBezTo>
                    <a:pt x="50" y="152"/>
                    <a:pt x="50" y="151"/>
                    <a:pt x="53" y="151"/>
                  </a:cubicBezTo>
                  <a:cubicBezTo>
                    <a:pt x="56" y="151"/>
                    <a:pt x="57" y="153"/>
                    <a:pt x="60" y="153"/>
                  </a:cubicBezTo>
                  <a:cubicBezTo>
                    <a:pt x="62" y="153"/>
                    <a:pt x="62" y="151"/>
                    <a:pt x="66" y="151"/>
                  </a:cubicBezTo>
                  <a:cubicBezTo>
                    <a:pt x="69" y="151"/>
                    <a:pt x="70" y="153"/>
                    <a:pt x="73" y="153"/>
                  </a:cubicBezTo>
                  <a:cubicBezTo>
                    <a:pt x="76" y="153"/>
                    <a:pt x="76" y="151"/>
                    <a:pt x="79" y="151"/>
                  </a:cubicBezTo>
                  <a:cubicBezTo>
                    <a:pt x="82" y="151"/>
                    <a:pt x="83" y="153"/>
                    <a:pt x="85" y="153"/>
                  </a:cubicBezTo>
                  <a:cubicBezTo>
                    <a:pt x="88" y="153"/>
                    <a:pt x="88" y="151"/>
                    <a:pt x="92" y="151"/>
                  </a:cubicBezTo>
                  <a:cubicBezTo>
                    <a:pt x="95" y="151"/>
                    <a:pt x="94" y="152"/>
                    <a:pt x="96" y="152"/>
                  </a:cubicBezTo>
                  <a:cubicBezTo>
                    <a:pt x="102" y="148"/>
                    <a:pt x="108" y="142"/>
                    <a:pt x="113" y="136"/>
                  </a:cubicBezTo>
                  <a:cubicBezTo>
                    <a:pt x="84" y="136"/>
                    <a:pt x="84" y="136"/>
                    <a:pt x="84" y="136"/>
                  </a:cubicBezTo>
                  <a:lnTo>
                    <a:pt x="85" y="142"/>
                  </a:lnTo>
                  <a:close/>
                  <a:moveTo>
                    <a:pt x="0" y="82"/>
                  </a:moveTo>
                  <a:cubicBezTo>
                    <a:pt x="0" y="105"/>
                    <a:pt x="9" y="122"/>
                    <a:pt x="19" y="135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0" y="57"/>
                    <a:pt x="40" y="57"/>
                    <a:pt x="40" y="57"/>
                  </a:cubicBezTo>
                  <a:cubicBezTo>
                    <a:pt x="40" y="56"/>
                    <a:pt x="40" y="56"/>
                    <a:pt x="39" y="55"/>
                  </a:cubicBezTo>
                  <a:cubicBezTo>
                    <a:pt x="38" y="55"/>
                    <a:pt x="37" y="54"/>
                    <a:pt x="37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5"/>
                    <a:pt x="34" y="56"/>
                    <a:pt x="34" y="57"/>
                  </a:cubicBezTo>
                  <a:cubicBezTo>
                    <a:pt x="34" y="57"/>
                    <a:pt x="32" y="53"/>
                    <a:pt x="30" y="52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30" y="54"/>
                    <a:pt x="27" y="55"/>
                    <a:pt x="26" y="56"/>
                  </a:cubicBezTo>
                  <a:cubicBezTo>
                    <a:pt x="25" y="57"/>
                    <a:pt x="25" y="58"/>
                    <a:pt x="25" y="58"/>
                  </a:cubicBezTo>
                  <a:cubicBezTo>
                    <a:pt x="26" y="58"/>
                    <a:pt x="32" y="56"/>
                    <a:pt x="32" y="62"/>
                  </a:cubicBezTo>
                  <a:cubicBezTo>
                    <a:pt x="32" y="62"/>
                    <a:pt x="32" y="64"/>
                    <a:pt x="31" y="64"/>
                  </a:cubicBezTo>
                  <a:cubicBezTo>
                    <a:pt x="31" y="64"/>
                    <a:pt x="32" y="65"/>
                    <a:pt x="31" y="66"/>
                  </a:cubicBezTo>
                  <a:cubicBezTo>
                    <a:pt x="30" y="67"/>
                    <a:pt x="28" y="69"/>
                    <a:pt x="27" y="70"/>
                  </a:cubicBezTo>
                  <a:cubicBezTo>
                    <a:pt x="25" y="72"/>
                    <a:pt x="27" y="73"/>
                    <a:pt x="28" y="74"/>
                  </a:cubicBezTo>
                  <a:cubicBezTo>
                    <a:pt x="28" y="75"/>
                    <a:pt x="30" y="77"/>
                    <a:pt x="30" y="78"/>
                  </a:cubicBezTo>
                  <a:cubicBezTo>
                    <a:pt x="32" y="79"/>
                    <a:pt x="32" y="79"/>
                    <a:pt x="32" y="79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6" y="73"/>
                    <a:pt x="36" y="73"/>
                    <a:pt x="36" y="73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6" y="76"/>
                    <a:pt x="36" y="79"/>
                    <a:pt x="35" y="80"/>
                  </a:cubicBezTo>
                  <a:cubicBezTo>
                    <a:pt x="34" y="81"/>
                    <a:pt x="33" y="83"/>
                    <a:pt x="32" y="83"/>
                  </a:cubicBezTo>
                  <a:cubicBezTo>
                    <a:pt x="30" y="83"/>
                    <a:pt x="30" y="83"/>
                    <a:pt x="29" y="82"/>
                  </a:cubicBezTo>
                  <a:cubicBezTo>
                    <a:pt x="29" y="81"/>
                    <a:pt x="28" y="79"/>
                    <a:pt x="28" y="79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3" y="68"/>
                    <a:pt x="22" y="69"/>
                    <a:pt x="21" y="69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8" y="72"/>
                    <a:pt x="18" y="74"/>
                    <a:pt x="18" y="75"/>
                  </a:cubicBezTo>
                  <a:cubicBezTo>
                    <a:pt x="17" y="75"/>
                    <a:pt x="16" y="78"/>
                    <a:pt x="15" y="79"/>
                  </a:cubicBezTo>
                  <a:cubicBezTo>
                    <a:pt x="14" y="80"/>
                    <a:pt x="13" y="81"/>
                    <a:pt x="13" y="82"/>
                  </a:cubicBezTo>
                  <a:cubicBezTo>
                    <a:pt x="13" y="83"/>
                    <a:pt x="13" y="84"/>
                    <a:pt x="13" y="85"/>
                  </a:cubicBezTo>
                  <a:cubicBezTo>
                    <a:pt x="12" y="86"/>
                    <a:pt x="12" y="86"/>
                    <a:pt x="12" y="87"/>
                  </a:cubicBezTo>
                  <a:cubicBezTo>
                    <a:pt x="12" y="88"/>
                    <a:pt x="12" y="89"/>
                    <a:pt x="11" y="91"/>
                  </a:cubicBezTo>
                  <a:cubicBezTo>
                    <a:pt x="10" y="92"/>
                    <a:pt x="10" y="93"/>
                    <a:pt x="10" y="94"/>
                  </a:cubicBezTo>
                  <a:cubicBezTo>
                    <a:pt x="11" y="95"/>
                    <a:pt x="11" y="97"/>
                    <a:pt x="12" y="97"/>
                  </a:cubicBezTo>
                  <a:cubicBezTo>
                    <a:pt x="13" y="97"/>
                    <a:pt x="14" y="96"/>
                    <a:pt x="15" y="96"/>
                  </a:cubicBezTo>
                  <a:cubicBezTo>
                    <a:pt x="16" y="96"/>
                    <a:pt x="17" y="96"/>
                    <a:pt x="17" y="96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9" y="99"/>
                    <a:pt x="19" y="98"/>
                    <a:pt x="18" y="99"/>
                  </a:cubicBezTo>
                  <a:cubicBezTo>
                    <a:pt x="17" y="100"/>
                    <a:pt x="16" y="101"/>
                    <a:pt x="14" y="101"/>
                  </a:cubicBezTo>
                  <a:cubicBezTo>
                    <a:pt x="13" y="101"/>
                    <a:pt x="11" y="101"/>
                    <a:pt x="10" y="101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7" y="96"/>
                    <a:pt x="7" y="96"/>
                    <a:pt x="7" y="96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8" y="89"/>
                    <a:pt x="8" y="88"/>
                    <a:pt x="8" y="87"/>
                  </a:cubicBezTo>
                  <a:cubicBezTo>
                    <a:pt x="8" y="85"/>
                    <a:pt x="7" y="84"/>
                    <a:pt x="7" y="83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7" y="67"/>
                    <a:pt x="3" y="64"/>
                    <a:pt x="3" y="60"/>
                  </a:cubicBezTo>
                  <a:cubicBezTo>
                    <a:pt x="3" y="55"/>
                    <a:pt x="10" y="49"/>
                    <a:pt x="10" y="42"/>
                  </a:cubicBezTo>
                  <a:cubicBezTo>
                    <a:pt x="10" y="41"/>
                    <a:pt x="10" y="39"/>
                    <a:pt x="10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6"/>
                    <a:pt x="6" y="37"/>
                    <a:pt x="6" y="37"/>
                  </a:cubicBezTo>
                  <a:cubicBezTo>
                    <a:pt x="6" y="36"/>
                    <a:pt x="4" y="37"/>
                    <a:pt x="4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4" y="40"/>
                    <a:pt x="8" y="41"/>
                    <a:pt x="7" y="44"/>
                  </a:cubicBezTo>
                  <a:cubicBezTo>
                    <a:pt x="6" y="46"/>
                    <a:pt x="4" y="48"/>
                    <a:pt x="4" y="49"/>
                  </a:cubicBezTo>
                  <a:cubicBezTo>
                    <a:pt x="4" y="50"/>
                    <a:pt x="5" y="52"/>
                    <a:pt x="5" y="52"/>
                  </a:cubicBezTo>
                  <a:cubicBezTo>
                    <a:pt x="6" y="52"/>
                    <a:pt x="1" y="53"/>
                    <a:pt x="2" y="49"/>
                  </a:cubicBezTo>
                  <a:cubicBezTo>
                    <a:pt x="2" y="45"/>
                    <a:pt x="3" y="45"/>
                    <a:pt x="3" y="44"/>
                  </a:cubicBezTo>
                  <a:cubicBezTo>
                    <a:pt x="3" y="43"/>
                    <a:pt x="1" y="42"/>
                    <a:pt x="1" y="39"/>
                  </a:cubicBezTo>
                  <a:cubicBezTo>
                    <a:pt x="2" y="36"/>
                    <a:pt x="4" y="35"/>
                    <a:pt x="6" y="34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7" y="34"/>
                    <a:pt x="5" y="33"/>
                    <a:pt x="4" y="30"/>
                  </a:cubicBezTo>
                  <a:cubicBezTo>
                    <a:pt x="4" y="30"/>
                    <a:pt x="5" y="29"/>
                    <a:pt x="7" y="29"/>
                  </a:cubicBezTo>
                  <a:cubicBezTo>
                    <a:pt x="6" y="29"/>
                    <a:pt x="2" y="24"/>
                    <a:pt x="3" y="22"/>
                  </a:cubicBezTo>
                  <a:cubicBezTo>
                    <a:pt x="3" y="22"/>
                    <a:pt x="6" y="22"/>
                    <a:pt x="7" y="23"/>
                  </a:cubicBezTo>
                  <a:cubicBezTo>
                    <a:pt x="7" y="23"/>
                    <a:pt x="1" y="18"/>
                    <a:pt x="2" y="14"/>
                  </a:cubicBezTo>
                  <a:cubicBezTo>
                    <a:pt x="2" y="14"/>
                    <a:pt x="6" y="17"/>
                    <a:pt x="7" y="17"/>
                  </a:cubicBezTo>
                  <a:cubicBezTo>
                    <a:pt x="7" y="17"/>
                    <a:pt x="0" y="7"/>
                    <a:pt x="4" y="3"/>
                  </a:cubicBezTo>
                  <a:cubicBezTo>
                    <a:pt x="4" y="3"/>
                    <a:pt x="8" y="12"/>
                    <a:pt x="9" y="13"/>
                  </a:cubicBezTo>
                  <a:cubicBezTo>
                    <a:pt x="9" y="13"/>
                    <a:pt x="10" y="12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8"/>
                    <a:pt x="12" y="2"/>
                    <a:pt x="14" y="1"/>
                  </a:cubicBezTo>
                  <a:cubicBezTo>
                    <a:pt x="14" y="1"/>
                    <a:pt x="13" y="11"/>
                    <a:pt x="15" y="13"/>
                  </a:cubicBezTo>
                  <a:cubicBezTo>
                    <a:pt x="15" y="13"/>
                    <a:pt x="15" y="12"/>
                    <a:pt x="16" y="12"/>
                  </a:cubicBezTo>
                  <a:cubicBezTo>
                    <a:pt x="16" y="12"/>
                    <a:pt x="16" y="17"/>
                    <a:pt x="17" y="18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20"/>
                    <a:pt x="20" y="21"/>
                  </a:cubicBezTo>
                  <a:cubicBezTo>
                    <a:pt x="20" y="21"/>
                    <a:pt x="20" y="21"/>
                    <a:pt x="20" y="22"/>
                  </a:cubicBezTo>
                  <a:cubicBezTo>
                    <a:pt x="20" y="19"/>
                    <a:pt x="21" y="18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4"/>
                    <a:pt x="28" y="14"/>
                  </a:cubicBezTo>
                  <a:cubicBezTo>
                    <a:pt x="30" y="14"/>
                    <a:pt x="30" y="16"/>
                    <a:pt x="30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6" y="16"/>
                    <a:pt x="36" y="19"/>
                    <a:pt x="36" y="1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4" y="24"/>
                    <a:pt x="33" y="24"/>
                  </a:cubicBezTo>
                  <a:cubicBezTo>
                    <a:pt x="32" y="24"/>
                    <a:pt x="31" y="23"/>
                    <a:pt x="30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5"/>
                    <a:pt x="29" y="26"/>
                    <a:pt x="30" y="27"/>
                  </a:cubicBezTo>
                  <a:cubicBezTo>
                    <a:pt x="32" y="28"/>
                    <a:pt x="34" y="30"/>
                    <a:pt x="35" y="31"/>
                  </a:cubicBezTo>
                  <a:cubicBezTo>
                    <a:pt x="36" y="32"/>
                    <a:pt x="36" y="34"/>
                    <a:pt x="37" y="35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1"/>
                    <a:pt x="39" y="31"/>
                    <a:pt x="39" y="30"/>
                  </a:cubicBezTo>
                  <a:cubicBezTo>
                    <a:pt x="39" y="29"/>
                    <a:pt x="40" y="27"/>
                    <a:pt x="40" y="27"/>
                  </a:cubicBezTo>
                  <a:cubicBezTo>
                    <a:pt x="40" y="27"/>
                    <a:pt x="42" y="28"/>
                    <a:pt x="41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4" y="25"/>
                    <a:pt x="44" y="23"/>
                    <a:pt x="44" y="21"/>
                  </a:cubicBezTo>
                  <a:cubicBezTo>
                    <a:pt x="44" y="20"/>
                    <a:pt x="44" y="19"/>
                    <a:pt x="43" y="18"/>
                  </a:cubicBezTo>
                  <a:cubicBezTo>
                    <a:pt x="43" y="17"/>
                    <a:pt x="42" y="16"/>
                    <a:pt x="42" y="16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1"/>
                    <a:pt x="46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6" y="11"/>
                    <a:pt x="45" y="12"/>
                    <a:pt x="45" y="1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7" y="12"/>
                    <a:pt x="50" y="13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6"/>
                    <a:pt x="45" y="27"/>
                  </a:cubicBezTo>
                  <a:cubicBezTo>
                    <a:pt x="45" y="28"/>
                    <a:pt x="44" y="29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4" y="31"/>
                    <a:pt x="46" y="31"/>
                    <a:pt x="46" y="35"/>
                  </a:cubicBezTo>
                  <a:cubicBezTo>
                    <a:pt x="46" y="35"/>
                    <a:pt x="45" y="32"/>
                    <a:pt x="43" y="33"/>
                  </a:cubicBezTo>
                  <a:cubicBezTo>
                    <a:pt x="41" y="35"/>
                    <a:pt x="42" y="39"/>
                    <a:pt x="41" y="39"/>
                  </a:cubicBezTo>
                  <a:cubicBezTo>
                    <a:pt x="40" y="39"/>
                    <a:pt x="38" y="40"/>
                    <a:pt x="38" y="41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5" y="46"/>
                    <a:pt x="34" y="48"/>
                    <a:pt x="33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9"/>
                    <a:pt x="35" y="48"/>
                    <a:pt x="37" y="48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7" y="52"/>
                    <a:pt x="38" y="53"/>
                    <a:pt x="39" y="53"/>
                  </a:cubicBezTo>
                  <a:cubicBezTo>
                    <a:pt x="40" y="54"/>
                    <a:pt x="40" y="54"/>
                    <a:pt x="40" y="54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2"/>
                  </a:lnTo>
                  <a:close/>
                  <a:moveTo>
                    <a:pt x="115" y="29"/>
                  </a:moveTo>
                  <a:cubicBezTo>
                    <a:pt x="113" y="29"/>
                    <a:pt x="113" y="27"/>
                    <a:pt x="112" y="27"/>
                  </a:cubicBezTo>
                  <a:cubicBezTo>
                    <a:pt x="112" y="29"/>
                    <a:pt x="111" y="31"/>
                    <a:pt x="111" y="31"/>
                  </a:cubicBezTo>
                  <a:cubicBezTo>
                    <a:pt x="111" y="33"/>
                    <a:pt x="112" y="33"/>
                    <a:pt x="112" y="34"/>
                  </a:cubicBezTo>
                  <a:cubicBezTo>
                    <a:pt x="116" y="33"/>
                    <a:pt x="115" y="29"/>
                    <a:pt x="115" y="29"/>
                  </a:cubicBezTo>
                  <a:moveTo>
                    <a:pt x="20" y="26"/>
                  </a:moveTo>
                  <a:cubicBezTo>
                    <a:pt x="20" y="24"/>
                    <a:pt x="20" y="24"/>
                    <a:pt x="20" y="24"/>
                  </a:cubicBezTo>
                  <a:lnTo>
                    <a:pt x="20" y="26"/>
                  </a:lnTo>
                  <a:close/>
                  <a:moveTo>
                    <a:pt x="12" y="44"/>
                  </a:moveTo>
                  <a:cubicBezTo>
                    <a:pt x="12" y="45"/>
                    <a:pt x="12" y="45"/>
                    <a:pt x="12" y="45"/>
                  </a:cubicBezTo>
                  <a:cubicBezTo>
                    <a:pt x="10" y="53"/>
                    <a:pt x="5" y="54"/>
                    <a:pt x="5" y="60"/>
                  </a:cubicBezTo>
                  <a:cubicBezTo>
                    <a:pt x="5" y="60"/>
                    <a:pt x="6" y="62"/>
                    <a:pt x="7" y="63"/>
                  </a:cubicBezTo>
                  <a:cubicBezTo>
                    <a:pt x="9" y="63"/>
                    <a:pt x="8" y="62"/>
                    <a:pt x="9" y="61"/>
                  </a:cubicBezTo>
                  <a:cubicBezTo>
                    <a:pt x="10" y="59"/>
                    <a:pt x="10" y="58"/>
                    <a:pt x="12" y="56"/>
                  </a:cubicBezTo>
                  <a:cubicBezTo>
                    <a:pt x="14" y="55"/>
                    <a:pt x="16" y="53"/>
                    <a:pt x="17" y="51"/>
                  </a:cubicBezTo>
                  <a:cubicBezTo>
                    <a:pt x="17" y="50"/>
                    <a:pt x="18" y="49"/>
                    <a:pt x="18" y="48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7" y="47"/>
                    <a:pt x="16" y="47"/>
                    <a:pt x="15" y="47"/>
                  </a:cubicBezTo>
                  <a:cubicBezTo>
                    <a:pt x="15" y="47"/>
                    <a:pt x="15" y="45"/>
                    <a:pt x="16" y="43"/>
                  </a:cubicBezTo>
                  <a:cubicBezTo>
                    <a:pt x="16" y="43"/>
                    <a:pt x="15" y="44"/>
                    <a:pt x="12" y="44"/>
                  </a:cubicBezTo>
                  <a:moveTo>
                    <a:pt x="21" y="34"/>
                  </a:moveTo>
                  <a:cubicBezTo>
                    <a:pt x="21" y="33"/>
                    <a:pt x="21" y="33"/>
                    <a:pt x="21" y="31"/>
                  </a:cubicBezTo>
                  <a:cubicBezTo>
                    <a:pt x="21" y="31"/>
                    <a:pt x="21" y="29"/>
                    <a:pt x="20" y="27"/>
                  </a:cubicBezTo>
                  <a:cubicBezTo>
                    <a:pt x="20" y="27"/>
                    <a:pt x="19" y="29"/>
                    <a:pt x="18" y="29"/>
                  </a:cubicBezTo>
                  <a:cubicBezTo>
                    <a:pt x="18" y="29"/>
                    <a:pt x="16" y="33"/>
                    <a:pt x="21" y="34"/>
                  </a:cubicBezTo>
                  <a:moveTo>
                    <a:pt x="9" y="35"/>
                  </a:moveTo>
                  <a:cubicBezTo>
                    <a:pt x="9" y="35"/>
                    <a:pt x="9" y="35"/>
                    <a:pt x="9" y="35"/>
                  </a:cubicBezTo>
                  <a:cubicBezTo>
                    <a:pt x="9" y="35"/>
                    <a:pt x="9" y="35"/>
                    <a:pt x="9" y="35"/>
                  </a:cubicBez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3" y="52"/>
                    <a:pt x="43" y="52"/>
                    <a:pt x="43" y="52"/>
                  </a:cubicBezTo>
                  <a:lnTo>
                    <a:pt x="44" y="50"/>
                  </a:lnTo>
                  <a:close/>
                  <a:moveTo>
                    <a:pt x="45" y="47"/>
                  </a:moveTo>
                  <a:cubicBezTo>
                    <a:pt x="45" y="47"/>
                    <a:pt x="45" y="47"/>
                    <a:pt x="45" y="47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7"/>
                  </a:lnTo>
                  <a:close/>
                  <a:moveTo>
                    <a:pt x="40" y="61"/>
                  </a:moveTo>
                  <a:cubicBezTo>
                    <a:pt x="40" y="62"/>
                    <a:pt x="40" y="62"/>
                    <a:pt x="40" y="62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7"/>
                    <a:pt x="41" y="58"/>
                    <a:pt x="41" y="59"/>
                  </a:cubicBezTo>
                  <a:lnTo>
                    <a:pt x="40" y="61"/>
                  </a:lnTo>
                  <a:close/>
                  <a:moveTo>
                    <a:pt x="72" y="0"/>
                  </a:moveTo>
                  <a:cubicBezTo>
                    <a:pt x="113" y="136"/>
                    <a:pt x="113" y="136"/>
                    <a:pt x="113" y="136"/>
                  </a:cubicBezTo>
                  <a:cubicBezTo>
                    <a:pt x="124" y="123"/>
                    <a:pt x="132" y="105"/>
                    <a:pt x="132" y="82"/>
                  </a:cubicBezTo>
                  <a:cubicBezTo>
                    <a:pt x="132" y="0"/>
                    <a:pt x="132" y="0"/>
                    <a:pt x="132" y="0"/>
                  </a:cubicBezTo>
                  <a:lnTo>
                    <a:pt x="72" y="0"/>
                  </a:lnTo>
                  <a:close/>
                  <a:moveTo>
                    <a:pt x="131" y="49"/>
                  </a:moveTo>
                  <a:cubicBezTo>
                    <a:pt x="132" y="53"/>
                    <a:pt x="127" y="52"/>
                    <a:pt x="127" y="52"/>
                  </a:cubicBezTo>
                  <a:cubicBezTo>
                    <a:pt x="128" y="52"/>
                    <a:pt x="129" y="50"/>
                    <a:pt x="129" y="49"/>
                  </a:cubicBezTo>
                  <a:cubicBezTo>
                    <a:pt x="129" y="48"/>
                    <a:pt x="127" y="46"/>
                    <a:pt x="126" y="44"/>
                  </a:cubicBezTo>
                  <a:cubicBezTo>
                    <a:pt x="125" y="41"/>
                    <a:pt x="128" y="40"/>
                    <a:pt x="128" y="40"/>
                  </a:cubicBezTo>
                  <a:cubicBezTo>
                    <a:pt x="129" y="39"/>
                    <a:pt x="129" y="39"/>
                    <a:pt x="129" y="39"/>
                  </a:cubicBezTo>
                  <a:cubicBezTo>
                    <a:pt x="129" y="37"/>
                    <a:pt x="127" y="36"/>
                    <a:pt x="126" y="37"/>
                  </a:cubicBezTo>
                  <a:cubicBezTo>
                    <a:pt x="126" y="37"/>
                    <a:pt x="125" y="36"/>
                    <a:pt x="124" y="37"/>
                  </a:cubicBezTo>
                  <a:cubicBezTo>
                    <a:pt x="124" y="38"/>
                    <a:pt x="124" y="38"/>
                    <a:pt x="124" y="38"/>
                  </a:cubicBezTo>
                  <a:cubicBezTo>
                    <a:pt x="123" y="39"/>
                    <a:pt x="123" y="39"/>
                    <a:pt x="123" y="39"/>
                  </a:cubicBezTo>
                  <a:cubicBezTo>
                    <a:pt x="123" y="39"/>
                    <a:pt x="123" y="41"/>
                    <a:pt x="123" y="42"/>
                  </a:cubicBezTo>
                  <a:cubicBezTo>
                    <a:pt x="123" y="49"/>
                    <a:pt x="130" y="55"/>
                    <a:pt x="130" y="60"/>
                  </a:cubicBezTo>
                  <a:cubicBezTo>
                    <a:pt x="130" y="64"/>
                    <a:pt x="126" y="67"/>
                    <a:pt x="126" y="67"/>
                  </a:cubicBezTo>
                  <a:cubicBezTo>
                    <a:pt x="127" y="69"/>
                    <a:pt x="127" y="69"/>
                    <a:pt x="127" y="69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5" y="71"/>
                    <a:pt x="125" y="71"/>
                    <a:pt x="125" y="71"/>
                  </a:cubicBezTo>
                  <a:cubicBezTo>
                    <a:pt x="126" y="72"/>
                    <a:pt x="126" y="72"/>
                    <a:pt x="126" y="72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5" y="74"/>
                    <a:pt x="125" y="74"/>
                    <a:pt x="125" y="74"/>
                  </a:cubicBezTo>
                  <a:cubicBezTo>
                    <a:pt x="124" y="74"/>
                    <a:pt x="124" y="74"/>
                    <a:pt x="124" y="74"/>
                  </a:cubicBezTo>
                  <a:cubicBezTo>
                    <a:pt x="125" y="75"/>
                    <a:pt x="125" y="75"/>
                    <a:pt x="125" y="75"/>
                  </a:cubicBezTo>
                  <a:cubicBezTo>
                    <a:pt x="123" y="75"/>
                    <a:pt x="123" y="75"/>
                    <a:pt x="123" y="75"/>
                  </a:cubicBezTo>
                  <a:cubicBezTo>
                    <a:pt x="124" y="78"/>
                    <a:pt x="124" y="78"/>
                    <a:pt x="124" y="78"/>
                  </a:cubicBezTo>
                  <a:cubicBezTo>
                    <a:pt x="123" y="78"/>
                    <a:pt x="123" y="78"/>
                    <a:pt x="123" y="78"/>
                  </a:cubicBezTo>
                  <a:cubicBezTo>
                    <a:pt x="124" y="80"/>
                    <a:pt x="124" y="80"/>
                    <a:pt x="124" y="80"/>
                  </a:cubicBezTo>
                  <a:cubicBezTo>
                    <a:pt x="125" y="83"/>
                    <a:pt x="125" y="83"/>
                    <a:pt x="125" y="83"/>
                  </a:cubicBezTo>
                  <a:cubicBezTo>
                    <a:pt x="125" y="84"/>
                    <a:pt x="125" y="85"/>
                    <a:pt x="125" y="87"/>
                  </a:cubicBezTo>
                  <a:cubicBezTo>
                    <a:pt x="125" y="88"/>
                    <a:pt x="125" y="89"/>
                    <a:pt x="125" y="89"/>
                  </a:cubicBezTo>
                  <a:cubicBezTo>
                    <a:pt x="126" y="94"/>
                    <a:pt x="126" y="94"/>
                    <a:pt x="126" y="94"/>
                  </a:cubicBezTo>
                  <a:cubicBezTo>
                    <a:pt x="125" y="96"/>
                    <a:pt x="125" y="96"/>
                    <a:pt x="125" y="96"/>
                  </a:cubicBezTo>
                  <a:cubicBezTo>
                    <a:pt x="125" y="100"/>
                    <a:pt x="125" y="100"/>
                    <a:pt x="125" y="100"/>
                  </a:cubicBezTo>
                  <a:cubicBezTo>
                    <a:pt x="123" y="101"/>
                    <a:pt x="123" y="101"/>
                    <a:pt x="123" y="101"/>
                  </a:cubicBezTo>
                  <a:cubicBezTo>
                    <a:pt x="122" y="101"/>
                    <a:pt x="120" y="101"/>
                    <a:pt x="118" y="101"/>
                  </a:cubicBezTo>
                  <a:cubicBezTo>
                    <a:pt x="117" y="101"/>
                    <a:pt x="116" y="100"/>
                    <a:pt x="114" y="99"/>
                  </a:cubicBezTo>
                  <a:cubicBezTo>
                    <a:pt x="113" y="98"/>
                    <a:pt x="113" y="99"/>
                    <a:pt x="113" y="98"/>
                  </a:cubicBezTo>
                  <a:cubicBezTo>
                    <a:pt x="115" y="96"/>
                    <a:pt x="115" y="96"/>
                    <a:pt x="115" y="96"/>
                  </a:cubicBezTo>
                  <a:cubicBezTo>
                    <a:pt x="116" y="96"/>
                    <a:pt x="117" y="96"/>
                    <a:pt x="118" y="96"/>
                  </a:cubicBezTo>
                  <a:cubicBezTo>
                    <a:pt x="119" y="96"/>
                    <a:pt x="119" y="97"/>
                    <a:pt x="121" y="97"/>
                  </a:cubicBezTo>
                  <a:cubicBezTo>
                    <a:pt x="122" y="97"/>
                    <a:pt x="122" y="95"/>
                    <a:pt x="122" y="94"/>
                  </a:cubicBezTo>
                  <a:cubicBezTo>
                    <a:pt x="122" y="93"/>
                    <a:pt x="123" y="92"/>
                    <a:pt x="122" y="91"/>
                  </a:cubicBezTo>
                  <a:cubicBezTo>
                    <a:pt x="121" y="89"/>
                    <a:pt x="121" y="88"/>
                    <a:pt x="121" y="87"/>
                  </a:cubicBezTo>
                  <a:cubicBezTo>
                    <a:pt x="121" y="86"/>
                    <a:pt x="121" y="86"/>
                    <a:pt x="120" y="85"/>
                  </a:cubicBezTo>
                  <a:cubicBezTo>
                    <a:pt x="119" y="84"/>
                    <a:pt x="119" y="83"/>
                    <a:pt x="119" y="82"/>
                  </a:cubicBezTo>
                  <a:cubicBezTo>
                    <a:pt x="119" y="81"/>
                    <a:pt x="119" y="80"/>
                    <a:pt x="118" y="79"/>
                  </a:cubicBezTo>
                  <a:cubicBezTo>
                    <a:pt x="117" y="78"/>
                    <a:pt x="116" y="75"/>
                    <a:pt x="115" y="75"/>
                  </a:cubicBezTo>
                  <a:cubicBezTo>
                    <a:pt x="115" y="74"/>
                    <a:pt x="114" y="72"/>
                    <a:pt x="114" y="72"/>
                  </a:cubicBezTo>
                  <a:cubicBezTo>
                    <a:pt x="113" y="70"/>
                    <a:pt x="113" y="70"/>
                    <a:pt x="113" y="70"/>
                  </a:cubicBezTo>
                  <a:cubicBezTo>
                    <a:pt x="111" y="69"/>
                    <a:pt x="111" y="69"/>
                    <a:pt x="111" y="69"/>
                  </a:cubicBezTo>
                  <a:cubicBezTo>
                    <a:pt x="110" y="68"/>
                    <a:pt x="110" y="68"/>
                    <a:pt x="110" y="68"/>
                  </a:cubicBezTo>
                  <a:cubicBezTo>
                    <a:pt x="110" y="69"/>
                    <a:pt x="110" y="69"/>
                    <a:pt x="110" y="69"/>
                  </a:cubicBezTo>
                  <a:cubicBezTo>
                    <a:pt x="110" y="70"/>
                    <a:pt x="110" y="70"/>
                    <a:pt x="110" y="70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11" y="74"/>
                    <a:pt x="111" y="74"/>
                    <a:pt x="111" y="74"/>
                  </a:cubicBezTo>
                  <a:cubicBezTo>
                    <a:pt x="109" y="75"/>
                    <a:pt x="109" y="75"/>
                    <a:pt x="109" y="75"/>
                  </a:cubicBezTo>
                  <a:cubicBezTo>
                    <a:pt x="107" y="77"/>
                    <a:pt x="107" y="77"/>
                    <a:pt x="107" y="77"/>
                  </a:cubicBezTo>
                  <a:cubicBezTo>
                    <a:pt x="106" y="79"/>
                    <a:pt x="106" y="79"/>
                    <a:pt x="106" y="79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105" y="79"/>
                    <a:pt x="104" y="81"/>
                    <a:pt x="103" y="82"/>
                  </a:cubicBezTo>
                  <a:cubicBezTo>
                    <a:pt x="103" y="83"/>
                    <a:pt x="102" y="83"/>
                    <a:pt x="101" y="83"/>
                  </a:cubicBezTo>
                  <a:cubicBezTo>
                    <a:pt x="100" y="83"/>
                    <a:pt x="98" y="81"/>
                    <a:pt x="98" y="80"/>
                  </a:cubicBezTo>
                  <a:cubicBezTo>
                    <a:pt x="97" y="79"/>
                    <a:pt x="96" y="76"/>
                    <a:pt x="96" y="76"/>
                  </a:cubicBezTo>
                  <a:cubicBezTo>
                    <a:pt x="96" y="73"/>
                    <a:pt x="96" y="73"/>
                    <a:pt x="96" y="73"/>
                  </a:cubicBezTo>
                  <a:cubicBezTo>
                    <a:pt x="98" y="74"/>
                    <a:pt x="98" y="74"/>
                    <a:pt x="98" y="74"/>
                  </a:cubicBezTo>
                  <a:cubicBezTo>
                    <a:pt x="99" y="75"/>
                    <a:pt x="99" y="75"/>
                    <a:pt x="99" y="75"/>
                  </a:cubicBezTo>
                  <a:cubicBezTo>
                    <a:pt x="100" y="76"/>
                    <a:pt x="100" y="76"/>
                    <a:pt x="100" y="76"/>
                  </a:cubicBezTo>
                  <a:cubicBezTo>
                    <a:pt x="100" y="78"/>
                    <a:pt x="100" y="78"/>
                    <a:pt x="100" y="78"/>
                  </a:cubicBezTo>
                  <a:cubicBezTo>
                    <a:pt x="101" y="79"/>
                    <a:pt x="101" y="79"/>
                    <a:pt x="101" y="79"/>
                  </a:cubicBezTo>
                  <a:cubicBezTo>
                    <a:pt x="101" y="78"/>
                    <a:pt x="101" y="78"/>
                    <a:pt x="102" y="78"/>
                  </a:cubicBezTo>
                  <a:cubicBezTo>
                    <a:pt x="103" y="77"/>
                    <a:pt x="105" y="75"/>
                    <a:pt x="105" y="74"/>
                  </a:cubicBezTo>
                  <a:cubicBezTo>
                    <a:pt x="106" y="73"/>
                    <a:pt x="107" y="72"/>
                    <a:pt x="106" y="70"/>
                  </a:cubicBezTo>
                  <a:cubicBezTo>
                    <a:pt x="105" y="69"/>
                    <a:pt x="103" y="67"/>
                    <a:pt x="102" y="66"/>
                  </a:cubicBezTo>
                  <a:cubicBezTo>
                    <a:pt x="100" y="65"/>
                    <a:pt x="102" y="64"/>
                    <a:pt x="102" y="64"/>
                  </a:cubicBezTo>
                  <a:cubicBezTo>
                    <a:pt x="100" y="64"/>
                    <a:pt x="100" y="62"/>
                    <a:pt x="100" y="62"/>
                  </a:cubicBezTo>
                  <a:cubicBezTo>
                    <a:pt x="101" y="56"/>
                    <a:pt x="107" y="58"/>
                    <a:pt x="108" y="58"/>
                  </a:cubicBezTo>
                  <a:cubicBezTo>
                    <a:pt x="108" y="58"/>
                    <a:pt x="107" y="57"/>
                    <a:pt x="107" y="56"/>
                  </a:cubicBezTo>
                  <a:cubicBezTo>
                    <a:pt x="106" y="55"/>
                    <a:pt x="103" y="54"/>
                    <a:pt x="103" y="53"/>
                  </a:cubicBezTo>
                  <a:cubicBezTo>
                    <a:pt x="103" y="52"/>
                    <a:pt x="103" y="52"/>
                    <a:pt x="103" y="52"/>
                  </a:cubicBezTo>
                  <a:cubicBezTo>
                    <a:pt x="100" y="53"/>
                    <a:pt x="99" y="57"/>
                    <a:pt x="99" y="57"/>
                  </a:cubicBezTo>
                  <a:cubicBezTo>
                    <a:pt x="98" y="56"/>
                    <a:pt x="98" y="55"/>
                    <a:pt x="98" y="54"/>
                  </a:cubicBezTo>
                  <a:cubicBezTo>
                    <a:pt x="96" y="54"/>
                    <a:pt x="96" y="54"/>
                    <a:pt x="96" y="54"/>
                  </a:cubicBezTo>
                  <a:cubicBezTo>
                    <a:pt x="95" y="54"/>
                    <a:pt x="95" y="55"/>
                    <a:pt x="94" y="55"/>
                  </a:cubicBezTo>
                  <a:cubicBezTo>
                    <a:pt x="93" y="56"/>
                    <a:pt x="93" y="56"/>
                    <a:pt x="92" y="57"/>
                  </a:cubicBezTo>
                  <a:cubicBezTo>
                    <a:pt x="93" y="58"/>
                    <a:pt x="93" y="58"/>
                    <a:pt x="93" y="58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61"/>
                    <a:pt x="94" y="61"/>
                    <a:pt x="94" y="6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93" y="63"/>
                    <a:pt x="93" y="63"/>
                    <a:pt x="93" y="63"/>
                  </a:cubicBezTo>
                  <a:cubicBezTo>
                    <a:pt x="93" y="62"/>
                    <a:pt x="93" y="62"/>
                    <a:pt x="93" y="62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91" y="59"/>
                    <a:pt x="91" y="59"/>
                    <a:pt x="91" y="59"/>
                  </a:cubicBezTo>
                  <a:cubicBezTo>
                    <a:pt x="91" y="58"/>
                    <a:pt x="91" y="57"/>
                    <a:pt x="90" y="56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9" y="46"/>
                    <a:pt x="89" y="46"/>
                    <a:pt x="89" y="46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1" y="53"/>
                    <a:pt x="91" y="53"/>
                    <a:pt x="91" y="53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94" y="53"/>
                    <a:pt x="94" y="53"/>
                    <a:pt x="94" y="53"/>
                  </a:cubicBezTo>
                  <a:cubicBezTo>
                    <a:pt x="94" y="53"/>
                    <a:pt x="96" y="52"/>
                    <a:pt x="97" y="51"/>
                  </a:cubicBezTo>
                  <a:cubicBezTo>
                    <a:pt x="97" y="50"/>
                    <a:pt x="97" y="50"/>
                    <a:pt x="97" y="50"/>
                  </a:cubicBezTo>
                  <a:cubicBezTo>
                    <a:pt x="95" y="48"/>
                    <a:pt x="95" y="48"/>
                    <a:pt x="95" y="48"/>
                  </a:cubicBezTo>
                  <a:cubicBezTo>
                    <a:pt x="98" y="48"/>
                    <a:pt x="99" y="49"/>
                    <a:pt x="99" y="49"/>
                  </a:cubicBezTo>
                  <a:cubicBezTo>
                    <a:pt x="99" y="49"/>
                    <a:pt x="99" y="49"/>
                    <a:pt x="99" y="49"/>
                  </a:cubicBezTo>
                  <a:cubicBezTo>
                    <a:pt x="99" y="48"/>
                    <a:pt x="97" y="46"/>
                    <a:pt x="95" y="43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2" y="39"/>
                    <a:pt x="92" y="39"/>
                  </a:cubicBezTo>
                  <a:cubicBezTo>
                    <a:pt x="91" y="39"/>
                    <a:pt x="92" y="35"/>
                    <a:pt x="90" y="33"/>
                  </a:cubicBezTo>
                  <a:cubicBezTo>
                    <a:pt x="87" y="32"/>
                    <a:pt x="87" y="35"/>
                    <a:pt x="87" y="35"/>
                  </a:cubicBezTo>
                  <a:cubicBezTo>
                    <a:pt x="87" y="31"/>
                    <a:pt x="88" y="31"/>
                    <a:pt x="89" y="31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7" y="26"/>
                    <a:pt x="86" y="25"/>
                    <a:pt x="86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6" y="29"/>
                    <a:pt x="86" y="29"/>
                    <a:pt x="86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5" y="26"/>
                    <a:pt x="85" y="26"/>
                    <a:pt x="85" y="26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85" y="19"/>
                    <a:pt x="85" y="19"/>
                    <a:pt x="85" y="19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5" y="12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8" y="12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8" y="11"/>
                    <a:pt x="88" y="13"/>
                    <a:pt x="88" y="13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90" y="13"/>
                    <a:pt x="90" y="14"/>
                    <a:pt x="90" y="14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1" y="16"/>
                    <a:pt x="90" y="17"/>
                    <a:pt x="89" y="18"/>
                  </a:cubicBezTo>
                  <a:cubicBezTo>
                    <a:pt x="89" y="19"/>
                    <a:pt x="89" y="20"/>
                    <a:pt x="88" y="21"/>
                  </a:cubicBezTo>
                  <a:cubicBezTo>
                    <a:pt x="88" y="23"/>
                    <a:pt x="89" y="25"/>
                    <a:pt x="90" y="27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1" y="30"/>
                    <a:pt x="91" y="30"/>
                    <a:pt x="91" y="30"/>
                  </a:cubicBezTo>
                  <a:cubicBezTo>
                    <a:pt x="91" y="28"/>
                    <a:pt x="93" y="27"/>
                    <a:pt x="93" y="27"/>
                  </a:cubicBezTo>
                  <a:cubicBezTo>
                    <a:pt x="93" y="27"/>
                    <a:pt x="93" y="29"/>
                    <a:pt x="93" y="30"/>
                  </a:cubicBezTo>
                  <a:cubicBezTo>
                    <a:pt x="94" y="31"/>
                    <a:pt x="94" y="31"/>
                    <a:pt x="94" y="32"/>
                  </a:cubicBezTo>
                  <a:cubicBezTo>
                    <a:pt x="96" y="35"/>
                    <a:pt x="96" y="35"/>
                    <a:pt x="96" y="35"/>
                  </a:cubicBezTo>
                  <a:cubicBezTo>
                    <a:pt x="96" y="34"/>
                    <a:pt x="97" y="32"/>
                    <a:pt x="98" y="31"/>
                  </a:cubicBezTo>
                  <a:cubicBezTo>
                    <a:pt x="99" y="30"/>
                    <a:pt x="101" y="28"/>
                    <a:pt x="102" y="27"/>
                  </a:cubicBezTo>
                  <a:cubicBezTo>
                    <a:pt x="103" y="26"/>
                    <a:pt x="105" y="25"/>
                    <a:pt x="105" y="24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2" y="23"/>
                    <a:pt x="102" y="23"/>
                    <a:pt x="102" y="23"/>
                  </a:cubicBezTo>
                  <a:cubicBezTo>
                    <a:pt x="102" y="23"/>
                    <a:pt x="101" y="24"/>
                    <a:pt x="100" y="24"/>
                  </a:cubicBezTo>
                  <a:cubicBezTo>
                    <a:pt x="98" y="24"/>
                    <a:pt x="98" y="23"/>
                    <a:pt x="97" y="23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0" y="21"/>
                    <a:pt x="100" y="21"/>
                    <a:pt x="100" y="21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7" y="19"/>
                    <a:pt x="97" y="19"/>
                    <a:pt x="97" y="19"/>
                  </a:cubicBezTo>
                  <a:cubicBezTo>
                    <a:pt x="97" y="19"/>
                    <a:pt x="97" y="16"/>
                    <a:pt x="99" y="16"/>
                  </a:cubicBezTo>
                  <a:cubicBezTo>
                    <a:pt x="102" y="16"/>
                    <a:pt x="102" y="16"/>
                    <a:pt x="102" y="16"/>
                  </a:cubicBezTo>
                  <a:cubicBezTo>
                    <a:pt x="102" y="16"/>
                    <a:pt x="103" y="14"/>
                    <a:pt x="104" y="14"/>
                  </a:cubicBezTo>
                  <a:cubicBezTo>
                    <a:pt x="105" y="14"/>
                    <a:pt x="106" y="14"/>
                    <a:pt x="107" y="14"/>
                  </a:cubicBezTo>
                  <a:cubicBezTo>
                    <a:pt x="108" y="15"/>
                    <a:pt x="108" y="15"/>
                    <a:pt x="108" y="15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9" y="14"/>
                    <a:pt x="109" y="14"/>
                    <a:pt x="109" y="14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09" y="15"/>
                    <a:pt x="109" y="15"/>
                    <a:pt x="109" y="15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2" y="17"/>
                    <a:pt x="112" y="17"/>
                    <a:pt x="112" y="17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1" y="18"/>
                    <a:pt x="113" y="19"/>
                    <a:pt x="113" y="22"/>
                  </a:cubicBezTo>
                  <a:cubicBezTo>
                    <a:pt x="113" y="21"/>
                    <a:pt x="113" y="21"/>
                    <a:pt x="113" y="21"/>
                  </a:cubicBezTo>
                  <a:cubicBezTo>
                    <a:pt x="114" y="20"/>
                    <a:pt x="115" y="17"/>
                    <a:pt x="115" y="17"/>
                  </a:cubicBezTo>
                  <a:cubicBezTo>
                    <a:pt x="116" y="18"/>
                    <a:pt x="116" y="18"/>
                    <a:pt x="116" y="18"/>
                  </a:cubicBezTo>
                  <a:cubicBezTo>
                    <a:pt x="116" y="17"/>
                    <a:pt x="117" y="12"/>
                    <a:pt x="117" y="12"/>
                  </a:cubicBezTo>
                  <a:cubicBezTo>
                    <a:pt x="118" y="12"/>
                    <a:pt x="118" y="13"/>
                    <a:pt x="118" y="13"/>
                  </a:cubicBezTo>
                  <a:cubicBezTo>
                    <a:pt x="119" y="11"/>
                    <a:pt x="118" y="1"/>
                    <a:pt x="118" y="1"/>
                  </a:cubicBezTo>
                  <a:cubicBezTo>
                    <a:pt x="121" y="2"/>
                    <a:pt x="123" y="8"/>
                    <a:pt x="122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3" y="12"/>
                    <a:pt x="123" y="13"/>
                    <a:pt x="123" y="13"/>
                  </a:cubicBezTo>
                  <a:cubicBezTo>
                    <a:pt x="125" y="12"/>
                    <a:pt x="129" y="3"/>
                    <a:pt x="129" y="3"/>
                  </a:cubicBezTo>
                  <a:cubicBezTo>
                    <a:pt x="133" y="7"/>
                    <a:pt x="126" y="17"/>
                    <a:pt x="126" y="17"/>
                  </a:cubicBezTo>
                  <a:cubicBezTo>
                    <a:pt x="127" y="17"/>
                    <a:pt x="130" y="14"/>
                    <a:pt x="130" y="14"/>
                  </a:cubicBezTo>
                  <a:cubicBezTo>
                    <a:pt x="132" y="18"/>
                    <a:pt x="125" y="23"/>
                    <a:pt x="125" y="23"/>
                  </a:cubicBezTo>
                  <a:cubicBezTo>
                    <a:pt x="127" y="22"/>
                    <a:pt x="130" y="22"/>
                    <a:pt x="130" y="22"/>
                  </a:cubicBezTo>
                  <a:cubicBezTo>
                    <a:pt x="130" y="24"/>
                    <a:pt x="126" y="29"/>
                    <a:pt x="125" y="29"/>
                  </a:cubicBezTo>
                  <a:cubicBezTo>
                    <a:pt x="128" y="29"/>
                    <a:pt x="129" y="30"/>
                    <a:pt x="129" y="30"/>
                  </a:cubicBezTo>
                  <a:cubicBezTo>
                    <a:pt x="128" y="33"/>
                    <a:pt x="126" y="34"/>
                    <a:pt x="124" y="35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9" y="35"/>
                    <a:pt x="131" y="36"/>
                    <a:pt x="131" y="39"/>
                  </a:cubicBezTo>
                  <a:cubicBezTo>
                    <a:pt x="131" y="42"/>
                    <a:pt x="130" y="43"/>
                    <a:pt x="130" y="44"/>
                  </a:cubicBezTo>
                  <a:cubicBezTo>
                    <a:pt x="130" y="45"/>
                    <a:pt x="130" y="45"/>
                    <a:pt x="131" y="4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5" name="Freeform 35">
              <a:extLst>
                <a:ext uri="{FF2B5EF4-FFF2-40B4-BE49-F238E27FC236}">
                  <a16:creationId xmlns:a16="http://schemas.microsoft.com/office/drawing/2014/main" id="{EFFB6C70-ACAE-4742-BAC7-06DE9623C4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0775" y="2614613"/>
              <a:ext cx="103188" cy="122238"/>
            </a:xfrm>
            <a:custGeom>
              <a:avLst/>
              <a:gdLst>
                <a:gd name="T0" fmla="*/ 21 w 48"/>
                <a:gd name="T1" fmla="*/ 19 h 56"/>
                <a:gd name="T2" fmla="*/ 23 w 48"/>
                <a:gd name="T3" fmla="*/ 4 h 56"/>
                <a:gd name="T4" fmla="*/ 19 w 48"/>
                <a:gd name="T5" fmla="*/ 21 h 56"/>
                <a:gd name="T6" fmla="*/ 7 w 48"/>
                <a:gd name="T7" fmla="*/ 22 h 56"/>
                <a:gd name="T8" fmla="*/ 25 w 48"/>
                <a:gd name="T9" fmla="*/ 24 h 56"/>
                <a:gd name="T10" fmla="*/ 42 w 48"/>
                <a:gd name="T11" fmla="*/ 23 h 56"/>
                <a:gd name="T12" fmla="*/ 43 w 48"/>
                <a:gd name="T13" fmla="*/ 23 h 56"/>
                <a:gd name="T14" fmla="*/ 25 w 48"/>
                <a:gd name="T15" fmla="*/ 23 h 56"/>
                <a:gd name="T16" fmla="*/ 31 w 48"/>
                <a:gd name="T17" fmla="*/ 17 h 56"/>
                <a:gd name="T18" fmla="*/ 24 w 48"/>
                <a:gd name="T19" fmla="*/ 22 h 56"/>
                <a:gd name="T20" fmla="*/ 24 w 48"/>
                <a:gd name="T21" fmla="*/ 4 h 56"/>
                <a:gd name="T22" fmla="*/ 24 w 48"/>
                <a:gd name="T23" fmla="*/ 4 h 56"/>
                <a:gd name="T24" fmla="*/ 24 w 48"/>
                <a:gd name="T25" fmla="*/ 22 h 56"/>
                <a:gd name="T26" fmla="*/ 17 w 48"/>
                <a:gd name="T27" fmla="*/ 17 h 56"/>
                <a:gd name="T28" fmla="*/ 23 w 48"/>
                <a:gd name="T29" fmla="*/ 23 h 56"/>
                <a:gd name="T30" fmla="*/ 7 w 48"/>
                <a:gd name="T31" fmla="*/ 23 h 56"/>
                <a:gd name="T32" fmla="*/ 5 w 48"/>
                <a:gd name="T33" fmla="*/ 23 h 56"/>
                <a:gd name="T34" fmla="*/ 6 w 48"/>
                <a:gd name="T35" fmla="*/ 23 h 56"/>
                <a:gd name="T36" fmla="*/ 18 w 48"/>
                <a:gd name="T37" fmla="*/ 28 h 56"/>
                <a:gd name="T38" fmla="*/ 19 w 48"/>
                <a:gd name="T39" fmla="*/ 29 h 56"/>
                <a:gd name="T40" fmla="*/ 24 w 48"/>
                <a:gd name="T41" fmla="*/ 49 h 56"/>
                <a:gd name="T42" fmla="*/ 24 w 48"/>
                <a:gd name="T43" fmla="*/ 50 h 56"/>
                <a:gd name="T44" fmla="*/ 24 w 48"/>
                <a:gd name="T45" fmla="*/ 25 h 56"/>
                <a:gd name="T46" fmla="*/ 29 w 48"/>
                <a:gd name="T47" fmla="*/ 29 h 56"/>
                <a:gd name="T48" fmla="*/ 30 w 48"/>
                <a:gd name="T49" fmla="*/ 28 h 56"/>
                <a:gd name="T50" fmla="*/ 44 w 48"/>
                <a:gd name="T51" fmla="*/ 23 h 56"/>
                <a:gd name="T52" fmla="*/ 26 w 48"/>
                <a:gd name="T53" fmla="*/ 24 h 56"/>
                <a:gd name="T54" fmla="*/ 48 w 48"/>
                <a:gd name="T55" fmla="*/ 23 h 56"/>
                <a:gd name="T56" fmla="*/ 43 w 48"/>
                <a:gd name="T57" fmla="*/ 22 h 56"/>
                <a:gd name="T58" fmla="*/ 44 w 48"/>
                <a:gd name="T59" fmla="*/ 23 h 56"/>
                <a:gd name="T60" fmla="*/ 24 w 48"/>
                <a:gd name="T61" fmla="*/ 50 h 56"/>
                <a:gd name="T62" fmla="*/ 23 w 48"/>
                <a:gd name="T63" fmla="*/ 25 h 56"/>
                <a:gd name="T64" fmla="*/ 24 w 48"/>
                <a:gd name="T65" fmla="*/ 56 h 56"/>
                <a:gd name="T66" fmla="*/ 28 w 48"/>
                <a:gd name="T67" fmla="*/ 29 h 56"/>
                <a:gd name="T68" fmla="*/ 25 w 48"/>
                <a:gd name="T69" fmla="*/ 49 h 56"/>
                <a:gd name="T70" fmla="*/ 6 w 48"/>
                <a:gd name="T71" fmla="*/ 24 h 56"/>
                <a:gd name="T72" fmla="*/ 6 w 48"/>
                <a:gd name="T73" fmla="*/ 22 h 56"/>
                <a:gd name="T74" fmla="*/ 0 w 48"/>
                <a:gd name="T75" fmla="*/ 23 h 56"/>
                <a:gd name="T76" fmla="*/ 22 w 48"/>
                <a:gd name="T77" fmla="*/ 24 h 56"/>
                <a:gd name="T78" fmla="*/ 43 w 48"/>
                <a:gd name="T79" fmla="*/ 22 h 56"/>
                <a:gd name="T80" fmla="*/ 26 w 48"/>
                <a:gd name="T81" fmla="*/ 22 h 56"/>
                <a:gd name="T82" fmla="*/ 25 w 48"/>
                <a:gd name="T83" fmla="*/ 4 h 56"/>
                <a:gd name="T84" fmla="*/ 25 w 48"/>
                <a:gd name="T85" fmla="*/ 21 h 56"/>
                <a:gd name="T86" fmla="*/ 24 w 48"/>
                <a:gd name="T87" fmla="*/ 0 h 56"/>
                <a:gd name="T88" fmla="*/ 23 w 48"/>
                <a:gd name="T89" fmla="*/ 4 h 56"/>
                <a:gd name="T90" fmla="*/ 24 w 48"/>
                <a:gd name="T91" fmla="*/ 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8" h="56">
                  <a:moveTo>
                    <a:pt x="23" y="4"/>
                  </a:moveTo>
                  <a:cubicBezTo>
                    <a:pt x="21" y="19"/>
                    <a:pt x="21" y="19"/>
                    <a:pt x="21" y="19"/>
                  </a:cubicBezTo>
                  <a:cubicBezTo>
                    <a:pt x="23" y="21"/>
                    <a:pt x="23" y="21"/>
                    <a:pt x="23" y="21"/>
                  </a:cubicBezTo>
                  <a:lnTo>
                    <a:pt x="23" y="4"/>
                  </a:lnTo>
                  <a:close/>
                  <a:moveTo>
                    <a:pt x="22" y="22"/>
                  </a:moveTo>
                  <a:cubicBezTo>
                    <a:pt x="19" y="21"/>
                    <a:pt x="19" y="21"/>
                    <a:pt x="19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10" y="22"/>
                    <a:pt x="19" y="22"/>
                    <a:pt x="22" y="22"/>
                  </a:cubicBezTo>
                  <a:moveTo>
                    <a:pt x="25" y="24"/>
                  </a:moveTo>
                  <a:cubicBezTo>
                    <a:pt x="26" y="24"/>
                    <a:pt x="26" y="24"/>
                    <a:pt x="26" y="24"/>
                  </a:cubicBezTo>
                  <a:cubicBezTo>
                    <a:pt x="26" y="24"/>
                    <a:pt x="40" y="23"/>
                    <a:pt x="42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10" y="23"/>
                    <a:pt x="7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8"/>
                    <a:pt x="30" y="28"/>
                    <a:pt x="30" y="28"/>
                  </a:cubicBezTo>
                  <a:lnTo>
                    <a:pt x="25" y="24"/>
                  </a:lnTo>
                  <a:close/>
                  <a:moveTo>
                    <a:pt x="44" y="23"/>
                  </a:moveTo>
                  <a:cubicBezTo>
                    <a:pt x="42" y="24"/>
                    <a:pt x="42" y="24"/>
                    <a:pt x="42" y="24"/>
                  </a:cubicBezTo>
                  <a:cubicBezTo>
                    <a:pt x="41" y="24"/>
                    <a:pt x="29" y="24"/>
                    <a:pt x="26" y="24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3" y="22"/>
                    <a:pt x="43" y="22"/>
                    <a:pt x="43" y="22"/>
                  </a:cubicBezTo>
                  <a:lnTo>
                    <a:pt x="44" y="23"/>
                  </a:lnTo>
                  <a:close/>
                  <a:moveTo>
                    <a:pt x="25" y="49"/>
                  </a:moveTo>
                  <a:cubicBezTo>
                    <a:pt x="25" y="50"/>
                    <a:pt x="25" y="50"/>
                    <a:pt x="24" y="50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5" y="25"/>
                    <a:pt x="25" y="25"/>
                    <a:pt x="25" y="25"/>
                  </a:cubicBezTo>
                  <a:lnTo>
                    <a:pt x="25" y="49"/>
                  </a:lnTo>
                  <a:close/>
                  <a:moveTo>
                    <a:pt x="22" y="24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5" y="24"/>
                    <a:pt x="5" y="2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9" y="26"/>
                    <a:pt x="19" y="26"/>
                    <a:pt x="19" y="26"/>
                  </a:cubicBezTo>
                  <a:lnTo>
                    <a:pt x="22" y="24"/>
                  </a:lnTo>
                  <a:close/>
                  <a:moveTo>
                    <a:pt x="26" y="22"/>
                  </a:moveTo>
                  <a:cubicBezTo>
                    <a:pt x="43" y="22"/>
                    <a:pt x="43" y="22"/>
                    <a:pt x="43" y="22"/>
                  </a:cubicBezTo>
                  <a:cubicBezTo>
                    <a:pt x="28" y="20"/>
                    <a:pt x="28" y="20"/>
                    <a:pt x="28" y="20"/>
                  </a:cubicBezTo>
                  <a:lnTo>
                    <a:pt x="26" y="22"/>
                  </a:lnTo>
                  <a:close/>
                  <a:moveTo>
                    <a:pt x="24" y="4"/>
                  </a:moveTo>
                  <a:cubicBezTo>
                    <a:pt x="25" y="4"/>
                    <a:pt x="25" y="4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lnTo>
                    <a:pt x="2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6" name="Freeform 36">
              <a:extLst>
                <a:ext uri="{FF2B5EF4-FFF2-40B4-BE49-F238E27FC236}">
                  <a16:creationId xmlns:a16="http://schemas.microsoft.com/office/drawing/2014/main" id="{3CA208A8-7A39-4234-8EA6-B62FD2A5F8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97600" y="2746375"/>
              <a:ext cx="107950" cy="98425"/>
            </a:xfrm>
            <a:custGeom>
              <a:avLst/>
              <a:gdLst>
                <a:gd name="T0" fmla="*/ 14 w 50"/>
                <a:gd name="T1" fmla="*/ 20 h 45"/>
                <a:gd name="T2" fmla="*/ 15 w 50"/>
                <a:gd name="T3" fmla="*/ 11 h 45"/>
                <a:gd name="T4" fmla="*/ 13 w 50"/>
                <a:gd name="T5" fmla="*/ 27 h 45"/>
                <a:gd name="T6" fmla="*/ 22 w 50"/>
                <a:gd name="T7" fmla="*/ 14 h 45"/>
                <a:gd name="T8" fmla="*/ 37 w 50"/>
                <a:gd name="T9" fmla="*/ 24 h 45"/>
                <a:gd name="T10" fmla="*/ 25 w 50"/>
                <a:gd name="T11" fmla="*/ 24 h 45"/>
                <a:gd name="T12" fmla="*/ 43 w 50"/>
                <a:gd name="T13" fmla="*/ 31 h 45"/>
                <a:gd name="T14" fmla="*/ 25 w 50"/>
                <a:gd name="T15" fmla="*/ 22 h 45"/>
                <a:gd name="T16" fmla="*/ 38 w 50"/>
                <a:gd name="T17" fmla="*/ 3 h 45"/>
                <a:gd name="T18" fmla="*/ 19 w 50"/>
                <a:gd name="T19" fmla="*/ 3 h 45"/>
                <a:gd name="T20" fmla="*/ 40 w 50"/>
                <a:gd name="T21" fmla="*/ 0 h 45"/>
                <a:gd name="T22" fmla="*/ 43 w 50"/>
                <a:gd name="T23" fmla="*/ 39 h 45"/>
                <a:gd name="T24" fmla="*/ 46 w 50"/>
                <a:gd name="T25" fmla="*/ 41 h 45"/>
                <a:gd name="T26" fmla="*/ 47 w 50"/>
                <a:gd name="T27" fmla="*/ 44 h 45"/>
                <a:gd name="T28" fmla="*/ 7 w 50"/>
                <a:gd name="T29" fmla="*/ 39 h 45"/>
                <a:gd name="T30" fmla="*/ 10 w 50"/>
                <a:gd name="T31" fmla="*/ 41 h 45"/>
                <a:gd name="T32" fmla="*/ 14 w 50"/>
                <a:gd name="T33" fmla="*/ 41 h 45"/>
                <a:gd name="T34" fmla="*/ 17 w 50"/>
                <a:gd name="T35" fmla="*/ 43 h 45"/>
                <a:gd name="T36" fmla="*/ 20 w 50"/>
                <a:gd name="T37" fmla="*/ 42 h 45"/>
                <a:gd name="T38" fmla="*/ 18 w 50"/>
                <a:gd name="T39" fmla="*/ 38 h 45"/>
                <a:gd name="T40" fmla="*/ 10 w 50"/>
                <a:gd name="T41" fmla="*/ 38 h 45"/>
                <a:gd name="T42" fmla="*/ 5 w 50"/>
                <a:gd name="T43" fmla="*/ 37 h 45"/>
                <a:gd name="T44" fmla="*/ 32 w 50"/>
                <a:gd name="T45" fmla="*/ 10 h 45"/>
                <a:gd name="T46" fmla="*/ 26 w 50"/>
                <a:gd name="T47" fmla="*/ 17 h 45"/>
                <a:gd name="T48" fmla="*/ 37 w 50"/>
                <a:gd name="T49" fmla="*/ 17 h 45"/>
                <a:gd name="T50" fmla="*/ 33 w 50"/>
                <a:gd name="T51" fmla="*/ 21 h 45"/>
                <a:gd name="T52" fmla="*/ 42 w 50"/>
                <a:gd name="T53" fmla="*/ 43 h 45"/>
                <a:gd name="T54" fmla="*/ 42 w 50"/>
                <a:gd name="T55" fmla="*/ 42 h 45"/>
                <a:gd name="T56" fmla="*/ 38 w 50"/>
                <a:gd name="T57" fmla="*/ 27 h 45"/>
                <a:gd name="T58" fmla="*/ 12 w 50"/>
                <a:gd name="T59" fmla="*/ 24 h 45"/>
                <a:gd name="T60" fmla="*/ 10 w 50"/>
                <a:gd name="T61" fmla="*/ 37 h 45"/>
                <a:gd name="T62" fmla="*/ 18 w 50"/>
                <a:gd name="T63" fmla="*/ 38 h 45"/>
                <a:gd name="T64" fmla="*/ 32 w 50"/>
                <a:gd name="T65" fmla="*/ 38 h 45"/>
                <a:gd name="T66" fmla="*/ 45 w 50"/>
                <a:gd name="T67" fmla="*/ 38 h 45"/>
                <a:gd name="T68" fmla="*/ 43 w 50"/>
                <a:gd name="T69" fmla="*/ 40 h 45"/>
                <a:gd name="T70" fmla="*/ 38 w 50"/>
                <a:gd name="T71" fmla="*/ 39 h 45"/>
                <a:gd name="T72" fmla="*/ 40 w 50"/>
                <a:gd name="T73" fmla="*/ 42 h 45"/>
                <a:gd name="T74" fmla="*/ 42 w 50"/>
                <a:gd name="T75" fmla="*/ 41 h 45"/>
                <a:gd name="T76" fmla="*/ 31 w 50"/>
                <a:gd name="T77" fmla="*/ 40 h 45"/>
                <a:gd name="T78" fmla="*/ 28 w 50"/>
                <a:gd name="T79" fmla="*/ 39 h 45"/>
                <a:gd name="T80" fmla="*/ 23 w 50"/>
                <a:gd name="T81" fmla="*/ 40 h 45"/>
                <a:gd name="T82" fmla="*/ 20 w 50"/>
                <a:gd name="T83" fmla="*/ 41 h 45"/>
                <a:gd name="T84" fmla="*/ 44 w 50"/>
                <a:gd name="T85" fmla="*/ 42 h 45"/>
                <a:gd name="T86" fmla="*/ 41 w 50"/>
                <a:gd name="T87" fmla="*/ 43 h 45"/>
                <a:gd name="T88" fmla="*/ 34 w 50"/>
                <a:gd name="T89" fmla="*/ 43 h 45"/>
                <a:gd name="T90" fmla="*/ 27 w 50"/>
                <a:gd name="T91" fmla="*/ 43 h 45"/>
                <a:gd name="T92" fmla="*/ 46 w 50"/>
                <a:gd name="T93" fmla="*/ 44 h 45"/>
                <a:gd name="T94" fmla="*/ 18 w 50"/>
                <a:gd name="T95" fmla="*/ 44 h 45"/>
                <a:gd name="T96" fmla="*/ 14 w 50"/>
                <a:gd name="T97" fmla="*/ 42 h 45"/>
                <a:gd name="T98" fmla="*/ 11 w 50"/>
                <a:gd name="T99" fmla="*/ 42 h 45"/>
                <a:gd name="T100" fmla="*/ 1 w 50"/>
                <a:gd name="T101" fmla="*/ 44 h 45"/>
                <a:gd name="T102" fmla="*/ 19 w 50"/>
                <a:gd name="T103" fmla="*/ 45 h 45"/>
                <a:gd name="T104" fmla="*/ 38 w 50"/>
                <a:gd name="T105" fmla="*/ 40 h 45"/>
                <a:gd name="T106" fmla="*/ 35 w 50"/>
                <a:gd name="T107" fmla="*/ 40 h 45"/>
                <a:gd name="T108" fmla="*/ 17 w 50"/>
                <a:gd name="T109" fmla="*/ 24 h 45"/>
                <a:gd name="T110" fmla="*/ 36 w 50"/>
                <a:gd name="T111" fmla="*/ 11 h 45"/>
                <a:gd name="T112" fmla="*/ 41 w 50"/>
                <a:gd name="T113" fmla="*/ 24 h 45"/>
                <a:gd name="T114" fmla="*/ 13 w 50"/>
                <a:gd name="T115" fmla="*/ 17 h 45"/>
                <a:gd name="T116" fmla="*/ 11 w 50"/>
                <a:gd name="T117" fmla="*/ 14 h 45"/>
                <a:gd name="T118" fmla="*/ 38 w 50"/>
                <a:gd name="T119" fmla="*/ 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" h="45">
                  <a:moveTo>
                    <a:pt x="20" y="24"/>
                  </a:moveTo>
                  <a:cubicBezTo>
                    <a:pt x="21" y="23"/>
                    <a:pt x="22" y="22"/>
                    <a:pt x="25" y="22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20" y="24"/>
                    <a:pt x="20" y="24"/>
                    <a:pt x="20" y="24"/>
                  </a:cubicBezTo>
                  <a:close/>
                  <a:moveTo>
                    <a:pt x="21" y="17"/>
                  </a:moveTo>
                  <a:cubicBezTo>
                    <a:pt x="14" y="17"/>
                    <a:pt x="14" y="17"/>
                    <a:pt x="14" y="17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21" y="20"/>
                    <a:pt x="21" y="20"/>
                    <a:pt x="21" y="20"/>
                  </a:cubicBezTo>
                  <a:lnTo>
                    <a:pt x="21" y="17"/>
                  </a:lnTo>
                  <a:close/>
                  <a:moveTo>
                    <a:pt x="25" y="15"/>
                  </a:moveTo>
                  <a:cubicBezTo>
                    <a:pt x="18" y="15"/>
                    <a:pt x="18" y="15"/>
                    <a:pt x="18" y="15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25" y="17"/>
                    <a:pt x="25" y="17"/>
                    <a:pt x="25" y="17"/>
                  </a:cubicBezTo>
                  <a:lnTo>
                    <a:pt x="25" y="15"/>
                  </a:lnTo>
                  <a:close/>
                  <a:moveTo>
                    <a:pt x="21" y="11"/>
                  </a:moveTo>
                  <a:cubicBezTo>
                    <a:pt x="15" y="11"/>
                    <a:pt x="15" y="11"/>
                    <a:pt x="15" y="11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21" y="14"/>
                    <a:pt x="21" y="14"/>
                    <a:pt x="21" y="14"/>
                  </a:cubicBezTo>
                  <a:lnTo>
                    <a:pt x="21" y="11"/>
                  </a:lnTo>
                  <a:close/>
                  <a:moveTo>
                    <a:pt x="13" y="27"/>
                  </a:moveTo>
                  <a:cubicBezTo>
                    <a:pt x="19" y="27"/>
                    <a:pt x="19" y="27"/>
                    <a:pt x="19" y="27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13" y="24"/>
                    <a:pt x="13" y="24"/>
                    <a:pt x="13" y="24"/>
                  </a:cubicBezTo>
                  <a:lnTo>
                    <a:pt x="13" y="27"/>
                  </a:lnTo>
                  <a:close/>
                  <a:moveTo>
                    <a:pt x="30" y="30"/>
                  </a:moveTo>
                  <a:cubicBezTo>
                    <a:pt x="34" y="30"/>
                    <a:pt x="34" y="30"/>
                    <a:pt x="34" y="30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0" y="29"/>
                    <a:pt x="30" y="29"/>
                    <a:pt x="30" y="29"/>
                  </a:cubicBezTo>
                  <a:lnTo>
                    <a:pt x="30" y="30"/>
                  </a:lnTo>
                  <a:close/>
                  <a:moveTo>
                    <a:pt x="22" y="14"/>
                  </a:moveTo>
                  <a:cubicBezTo>
                    <a:pt x="28" y="14"/>
                    <a:pt x="28" y="14"/>
                    <a:pt x="28" y="14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2" y="11"/>
                    <a:pt x="22" y="11"/>
                    <a:pt x="22" y="11"/>
                  </a:cubicBezTo>
                  <a:lnTo>
                    <a:pt x="22" y="14"/>
                  </a:lnTo>
                  <a:close/>
                  <a:moveTo>
                    <a:pt x="37" y="24"/>
                  </a:moveTo>
                  <a:cubicBezTo>
                    <a:pt x="31" y="24"/>
                    <a:pt x="31" y="24"/>
                    <a:pt x="31" y="24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7" y="27"/>
                    <a:pt x="37" y="27"/>
                    <a:pt x="37" y="27"/>
                  </a:cubicBezTo>
                  <a:lnTo>
                    <a:pt x="37" y="24"/>
                  </a:lnTo>
                  <a:close/>
                  <a:moveTo>
                    <a:pt x="20" y="29"/>
                  </a:move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20" y="30"/>
                    <a:pt x="20" y="30"/>
                    <a:pt x="20" y="30"/>
                  </a:cubicBezTo>
                  <a:lnTo>
                    <a:pt x="20" y="29"/>
                  </a:lnTo>
                  <a:close/>
                  <a:moveTo>
                    <a:pt x="25" y="24"/>
                  </a:moveTo>
                  <a:cubicBezTo>
                    <a:pt x="21" y="24"/>
                    <a:pt x="21" y="27"/>
                    <a:pt x="21" y="29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0" y="28"/>
                    <a:pt x="29" y="24"/>
                    <a:pt x="25" y="24"/>
                  </a:cubicBezTo>
                  <a:moveTo>
                    <a:pt x="30" y="35"/>
                  </a:moveTo>
                  <a:cubicBezTo>
                    <a:pt x="32" y="35"/>
                    <a:pt x="32" y="35"/>
                    <a:pt x="32" y="35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30" y="31"/>
                    <a:pt x="30" y="31"/>
                    <a:pt x="30" y="31"/>
                  </a:cubicBezTo>
                  <a:lnTo>
                    <a:pt x="30" y="35"/>
                  </a:lnTo>
                  <a:close/>
                  <a:moveTo>
                    <a:pt x="34" y="30"/>
                  </a:moveTo>
                  <a:cubicBezTo>
                    <a:pt x="43" y="30"/>
                    <a:pt x="43" y="30"/>
                    <a:pt x="43" y="30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34" y="27"/>
                    <a:pt x="34" y="27"/>
                    <a:pt x="34" y="27"/>
                  </a:cubicBezTo>
                  <a:lnTo>
                    <a:pt x="34" y="30"/>
                  </a:lnTo>
                  <a:close/>
                  <a:moveTo>
                    <a:pt x="32" y="28"/>
                  </a:moveTo>
                  <a:cubicBezTo>
                    <a:pt x="32" y="27"/>
                    <a:pt x="31" y="22"/>
                    <a:pt x="25" y="22"/>
                  </a:cubicBezTo>
                  <a:cubicBezTo>
                    <a:pt x="20" y="22"/>
                    <a:pt x="19" y="27"/>
                    <a:pt x="19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7"/>
                    <a:pt x="21" y="26"/>
                    <a:pt x="21" y="25"/>
                  </a:cubicBezTo>
                  <a:cubicBezTo>
                    <a:pt x="22" y="24"/>
                    <a:pt x="23" y="23"/>
                    <a:pt x="25" y="23"/>
                  </a:cubicBezTo>
                  <a:cubicBezTo>
                    <a:pt x="30" y="23"/>
                    <a:pt x="30" y="27"/>
                    <a:pt x="30" y="29"/>
                  </a:cubicBezTo>
                  <a:lnTo>
                    <a:pt x="32" y="28"/>
                  </a:lnTo>
                  <a:close/>
                  <a:moveTo>
                    <a:pt x="4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40" y="5"/>
                    <a:pt x="40" y="5"/>
                    <a:pt x="40" y="5"/>
                  </a:cubicBezTo>
                  <a:lnTo>
                    <a:pt x="40" y="0"/>
                  </a:lnTo>
                  <a:close/>
                  <a:moveTo>
                    <a:pt x="47" y="39"/>
                  </a:move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8" y="44"/>
                    <a:pt x="49" y="43"/>
                    <a:pt x="50" y="43"/>
                  </a:cubicBezTo>
                  <a:cubicBezTo>
                    <a:pt x="49" y="42"/>
                    <a:pt x="47" y="39"/>
                    <a:pt x="47" y="39"/>
                  </a:cubicBezTo>
                  <a:moveTo>
                    <a:pt x="6" y="39"/>
                  </a:move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7" y="39"/>
                    <a:pt x="16" y="39"/>
                    <a:pt x="15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8"/>
                    <a:pt x="12" y="38"/>
                    <a:pt x="11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9" y="38"/>
                    <a:pt x="8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4" y="38"/>
                    <a:pt x="3" y="39"/>
                  </a:cubicBezTo>
                  <a:cubicBezTo>
                    <a:pt x="2" y="40"/>
                    <a:pt x="1" y="42"/>
                    <a:pt x="0" y="42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2" y="43"/>
                    <a:pt x="3" y="42"/>
                    <a:pt x="4" y="41"/>
                  </a:cubicBezTo>
                  <a:lnTo>
                    <a:pt x="6" y="39"/>
                  </a:lnTo>
                  <a:close/>
                  <a:moveTo>
                    <a:pt x="26" y="10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26" y="9"/>
                    <a:pt x="26" y="9"/>
                    <a:pt x="26" y="9"/>
                  </a:cubicBezTo>
                  <a:lnTo>
                    <a:pt x="26" y="10"/>
                  </a:lnTo>
                  <a:close/>
                  <a:moveTo>
                    <a:pt x="29" y="14"/>
                  </a:moveTo>
                  <a:cubicBezTo>
                    <a:pt x="36" y="14"/>
                    <a:pt x="36" y="14"/>
                    <a:pt x="36" y="14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29" y="11"/>
                    <a:pt x="29" y="11"/>
                    <a:pt x="29" y="11"/>
                  </a:cubicBezTo>
                  <a:lnTo>
                    <a:pt x="29" y="14"/>
                  </a:lnTo>
                  <a:close/>
                  <a:moveTo>
                    <a:pt x="26" y="17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26" y="15"/>
                    <a:pt x="26" y="15"/>
                    <a:pt x="26" y="15"/>
                  </a:cubicBezTo>
                  <a:lnTo>
                    <a:pt x="26" y="17"/>
                  </a:lnTo>
                  <a:close/>
                  <a:moveTo>
                    <a:pt x="37" y="17"/>
                  </a:moveTo>
                  <a:cubicBezTo>
                    <a:pt x="29" y="17"/>
                    <a:pt x="29" y="17"/>
                    <a:pt x="29" y="17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7" y="20"/>
                    <a:pt x="37" y="20"/>
                    <a:pt x="37" y="20"/>
                  </a:cubicBezTo>
                  <a:lnTo>
                    <a:pt x="37" y="17"/>
                  </a:lnTo>
                  <a:close/>
                  <a:moveTo>
                    <a:pt x="29" y="17"/>
                  </a:moveTo>
                  <a:cubicBezTo>
                    <a:pt x="22" y="17"/>
                    <a:pt x="22" y="17"/>
                    <a:pt x="22" y="17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9" y="20"/>
                    <a:pt x="29" y="20"/>
                    <a:pt x="29" y="20"/>
                  </a:cubicBezTo>
                  <a:lnTo>
                    <a:pt x="29" y="17"/>
                  </a:lnTo>
                  <a:close/>
                  <a:moveTo>
                    <a:pt x="26" y="22"/>
                  </a:moveTo>
                  <a:cubicBezTo>
                    <a:pt x="28" y="22"/>
                    <a:pt x="29" y="23"/>
                    <a:pt x="30" y="24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26" y="21"/>
                    <a:pt x="26" y="21"/>
                    <a:pt x="26" y="21"/>
                  </a:cubicBezTo>
                  <a:lnTo>
                    <a:pt x="26" y="22"/>
                  </a:lnTo>
                  <a:close/>
                  <a:moveTo>
                    <a:pt x="19" y="10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19" y="9"/>
                    <a:pt x="19" y="9"/>
                    <a:pt x="19" y="9"/>
                  </a:cubicBezTo>
                  <a:lnTo>
                    <a:pt x="19" y="10"/>
                  </a:lnTo>
                  <a:close/>
                  <a:moveTo>
                    <a:pt x="42" y="43"/>
                  </a:move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3"/>
                    <a:pt x="42" y="43"/>
                    <a:pt x="42" y="43"/>
                  </a:cubicBezTo>
                  <a:close/>
                  <a:moveTo>
                    <a:pt x="20" y="31"/>
                  </a:moveTo>
                  <a:cubicBezTo>
                    <a:pt x="8" y="31"/>
                    <a:pt x="8" y="31"/>
                    <a:pt x="8" y="31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31"/>
                  </a:lnTo>
                  <a:close/>
                  <a:moveTo>
                    <a:pt x="38" y="27"/>
                  </a:moveTo>
                  <a:cubicBezTo>
                    <a:pt x="42" y="27"/>
                    <a:pt x="42" y="27"/>
                    <a:pt x="42" y="27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38" y="24"/>
                    <a:pt x="38" y="24"/>
                    <a:pt x="38" y="24"/>
                  </a:cubicBezTo>
                  <a:lnTo>
                    <a:pt x="38" y="27"/>
                  </a:lnTo>
                  <a:close/>
                  <a:moveTo>
                    <a:pt x="12" y="24"/>
                  </a:moveTo>
                  <a:cubicBezTo>
                    <a:pt x="9" y="24"/>
                    <a:pt x="9" y="24"/>
                    <a:pt x="9" y="24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12" y="27"/>
                    <a:pt x="12" y="27"/>
                    <a:pt x="12" y="27"/>
                  </a:cubicBezTo>
                  <a:lnTo>
                    <a:pt x="12" y="24"/>
                  </a:lnTo>
                  <a:close/>
                  <a:moveTo>
                    <a:pt x="16" y="27"/>
                  </a:moveTo>
                  <a:cubicBezTo>
                    <a:pt x="9" y="27"/>
                    <a:pt x="9" y="27"/>
                    <a:pt x="9" y="27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16" y="30"/>
                    <a:pt x="16" y="30"/>
                    <a:pt x="16" y="30"/>
                  </a:cubicBezTo>
                  <a:lnTo>
                    <a:pt x="16" y="27"/>
                  </a:lnTo>
                  <a:close/>
                  <a:moveTo>
                    <a:pt x="7" y="37"/>
                  </a:move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8" y="37"/>
                    <a:pt x="9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3" y="38"/>
                    <a:pt x="14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6" y="38"/>
                    <a:pt x="17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2" y="38"/>
                    <a:pt x="24" y="38"/>
                    <a:pt x="27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9" y="38"/>
                    <a:pt x="30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lnTo>
                    <a:pt x="7" y="37"/>
                  </a:lnTo>
                  <a:close/>
                  <a:moveTo>
                    <a:pt x="43" y="40"/>
                  </a:moveTo>
                  <a:cubicBezTo>
                    <a:pt x="42" y="39"/>
                    <a:pt x="42" y="39"/>
                    <a:pt x="42" y="39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0"/>
                    <a:pt x="43" y="40"/>
                    <a:pt x="43" y="40"/>
                  </a:cubicBezTo>
                  <a:close/>
                  <a:moveTo>
                    <a:pt x="29" y="40"/>
                  </a:move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1"/>
                    <a:pt x="33" y="43"/>
                    <a:pt x="34" y="43"/>
                  </a:cubicBezTo>
                  <a:cubicBezTo>
                    <a:pt x="34" y="42"/>
                    <a:pt x="34" y="41"/>
                    <a:pt x="34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0" y="39"/>
                    <a:pt x="29" y="39"/>
                    <a:pt x="28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3" y="38"/>
                    <a:pt x="22" y="38"/>
                    <a:pt x="21" y="38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4" y="42"/>
                    <a:pt x="26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42"/>
                    <a:pt x="28" y="41"/>
                    <a:pt x="29" y="40"/>
                  </a:cubicBezTo>
                  <a:moveTo>
                    <a:pt x="46" y="42"/>
                  </a:moveTo>
                  <a:cubicBezTo>
                    <a:pt x="46" y="42"/>
                    <a:pt x="46" y="42"/>
                    <a:pt x="46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2"/>
                    <a:pt x="43" y="43"/>
                    <a:pt x="43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1"/>
                    <a:pt x="35" y="42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2" y="43"/>
                    <a:pt x="31" y="41"/>
                    <a:pt x="31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7" y="43"/>
                    <a:pt x="30" y="44"/>
                    <a:pt x="31" y="44"/>
                  </a:cubicBezTo>
                  <a:cubicBezTo>
                    <a:pt x="34" y="44"/>
                    <a:pt x="35" y="43"/>
                    <a:pt x="37" y="43"/>
                  </a:cubicBezTo>
                  <a:cubicBezTo>
                    <a:pt x="39" y="43"/>
                    <a:pt x="40" y="43"/>
                    <a:pt x="42" y="44"/>
                  </a:cubicBezTo>
                  <a:cubicBezTo>
                    <a:pt x="43" y="44"/>
                    <a:pt x="44" y="44"/>
                    <a:pt x="45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lnTo>
                    <a:pt x="46" y="42"/>
                  </a:lnTo>
                  <a:close/>
                  <a:moveTo>
                    <a:pt x="22" y="42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5" y="43"/>
                    <a:pt x="5" y="43"/>
                    <a:pt x="4" y="42"/>
                  </a:cubicBezTo>
                  <a:cubicBezTo>
                    <a:pt x="4" y="42"/>
                    <a:pt x="3" y="43"/>
                    <a:pt x="1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3" y="44"/>
                    <a:pt x="3" y="44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7" y="45"/>
                    <a:pt x="8" y="44"/>
                    <a:pt x="8" y="44"/>
                  </a:cubicBezTo>
                  <a:cubicBezTo>
                    <a:pt x="9" y="44"/>
                    <a:pt x="11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5" y="43"/>
                    <a:pt x="16" y="44"/>
                  </a:cubicBezTo>
                  <a:cubicBezTo>
                    <a:pt x="17" y="44"/>
                    <a:pt x="18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0" y="45"/>
                    <a:pt x="22" y="43"/>
                    <a:pt x="24" y="43"/>
                  </a:cubicBezTo>
                  <a:lnTo>
                    <a:pt x="22" y="42"/>
                  </a:lnTo>
                  <a:close/>
                  <a:moveTo>
                    <a:pt x="37" y="42"/>
                  </a:move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7" y="42"/>
                  </a:lnTo>
                  <a:close/>
                  <a:moveTo>
                    <a:pt x="17" y="21"/>
                  </a:moveTo>
                  <a:cubicBezTo>
                    <a:pt x="10" y="21"/>
                    <a:pt x="10" y="21"/>
                    <a:pt x="10" y="21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7" y="24"/>
                    <a:pt x="17" y="24"/>
                    <a:pt x="17" y="24"/>
                  </a:cubicBezTo>
                  <a:lnTo>
                    <a:pt x="17" y="21"/>
                  </a:lnTo>
                  <a:close/>
                  <a:moveTo>
                    <a:pt x="32" y="9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8" y="9"/>
                    <a:pt x="38" y="9"/>
                    <a:pt x="38" y="9"/>
                  </a:cubicBezTo>
                  <a:lnTo>
                    <a:pt x="32" y="9"/>
                  </a:lnTo>
                  <a:close/>
                  <a:moveTo>
                    <a:pt x="39" y="14"/>
                  </a:moveTo>
                  <a:cubicBezTo>
                    <a:pt x="39" y="11"/>
                    <a:pt x="39" y="11"/>
                    <a:pt x="39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4"/>
                    <a:pt x="36" y="14"/>
                    <a:pt x="36" y="14"/>
                  </a:cubicBezTo>
                  <a:lnTo>
                    <a:pt x="39" y="14"/>
                  </a:lnTo>
                  <a:close/>
                  <a:moveTo>
                    <a:pt x="40" y="15"/>
                  </a:moveTo>
                  <a:cubicBezTo>
                    <a:pt x="33" y="15"/>
                    <a:pt x="33" y="15"/>
                    <a:pt x="33" y="15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40" y="15"/>
                  </a:lnTo>
                  <a:close/>
                  <a:moveTo>
                    <a:pt x="34" y="24"/>
                  </a:moveTo>
                  <a:cubicBezTo>
                    <a:pt x="41" y="24"/>
                    <a:pt x="41" y="24"/>
                    <a:pt x="41" y="24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34" y="21"/>
                    <a:pt x="34" y="21"/>
                    <a:pt x="34" y="21"/>
                  </a:cubicBezTo>
                  <a:lnTo>
                    <a:pt x="34" y="24"/>
                  </a:lnTo>
                  <a:close/>
                  <a:moveTo>
                    <a:pt x="37" y="17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41" y="20"/>
                    <a:pt x="41" y="20"/>
                    <a:pt x="41" y="20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37" y="17"/>
                  </a:lnTo>
                  <a:close/>
                  <a:moveTo>
                    <a:pt x="13" y="17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3" y="20"/>
                    <a:pt x="13" y="20"/>
                    <a:pt x="13" y="20"/>
                  </a:cubicBezTo>
                  <a:lnTo>
                    <a:pt x="13" y="17"/>
                  </a:lnTo>
                  <a:close/>
                  <a:moveTo>
                    <a:pt x="11" y="14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2" y="11"/>
                    <a:pt x="12" y="11"/>
                    <a:pt x="12" y="11"/>
                  </a:cubicBezTo>
                  <a:lnTo>
                    <a:pt x="11" y="14"/>
                  </a:lnTo>
                  <a:close/>
                  <a:moveTo>
                    <a:pt x="18" y="15"/>
                  </a:moveTo>
                  <a:cubicBezTo>
                    <a:pt x="11" y="15"/>
                    <a:pt x="11" y="15"/>
                    <a:pt x="11" y="15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8" y="15"/>
                  </a:lnTo>
                  <a:close/>
                  <a:moveTo>
                    <a:pt x="10" y="6"/>
                  </a:moveTo>
                  <a:cubicBezTo>
                    <a:pt x="12" y="8"/>
                    <a:pt x="12" y="8"/>
                    <a:pt x="12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0" y="6"/>
                    <a:pt x="40" y="6"/>
                    <a:pt x="40" y="6"/>
                  </a:cubicBezTo>
                  <a:lnTo>
                    <a:pt x="10" y="6"/>
                  </a:lnTo>
                  <a:close/>
                  <a:moveTo>
                    <a:pt x="18" y="9"/>
                  </a:moveTo>
                  <a:cubicBezTo>
                    <a:pt x="12" y="9"/>
                    <a:pt x="12" y="9"/>
                    <a:pt x="12" y="9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8" y="10"/>
                    <a:pt x="18" y="10"/>
                    <a:pt x="18" y="10"/>
                  </a:cubicBezTo>
                  <a:lnTo>
                    <a:pt x="1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77" name="Grupo 76">
            <a:extLst>
              <a:ext uri="{FF2B5EF4-FFF2-40B4-BE49-F238E27FC236}">
                <a16:creationId xmlns:a16="http://schemas.microsoft.com/office/drawing/2014/main" id="{C7E6C8C9-6950-4DEF-B268-0D00DE44CC55}"/>
              </a:ext>
            </a:extLst>
          </p:cNvPr>
          <p:cNvGrpSpPr/>
          <p:nvPr userDrawn="1"/>
        </p:nvGrpSpPr>
        <p:grpSpPr>
          <a:xfrm>
            <a:off x="9269672" y="352811"/>
            <a:ext cx="1108652" cy="538385"/>
            <a:chOff x="3838575" y="2246313"/>
            <a:chExt cx="1931988" cy="938213"/>
          </a:xfrm>
        </p:grpSpPr>
        <p:sp>
          <p:nvSpPr>
            <p:cNvPr id="78" name="Rectangle 5">
              <a:extLst>
                <a:ext uri="{FF2B5EF4-FFF2-40B4-BE49-F238E27FC236}">
                  <a16:creationId xmlns:a16="http://schemas.microsoft.com/office/drawing/2014/main" id="{8C8CC6EB-EEB0-47BE-A33C-F13C6F9622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575" y="2246313"/>
              <a:ext cx="1931988" cy="938213"/>
            </a:xfrm>
            <a:prstGeom prst="rect">
              <a:avLst/>
            </a:prstGeom>
            <a:solidFill>
              <a:srgbClr val="00B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9" name="Freeform 37">
              <a:extLst>
                <a:ext uri="{FF2B5EF4-FFF2-40B4-BE49-F238E27FC236}">
                  <a16:creationId xmlns:a16="http://schemas.microsoft.com/office/drawing/2014/main" id="{554E81E8-3724-4C5F-8927-CFBC7665708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727325"/>
              <a:ext cx="1668463" cy="123825"/>
            </a:xfrm>
            <a:custGeom>
              <a:avLst/>
              <a:gdLst>
                <a:gd name="T0" fmla="*/ 768 w 770"/>
                <a:gd name="T1" fmla="*/ 17 h 57"/>
                <a:gd name="T2" fmla="*/ 743 w 770"/>
                <a:gd name="T3" fmla="*/ 44 h 57"/>
                <a:gd name="T4" fmla="*/ 715 w 770"/>
                <a:gd name="T5" fmla="*/ 22 h 57"/>
                <a:gd name="T6" fmla="*/ 720 w 770"/>
                <a:gd name="T7" fmla="*/ 17 h 57"/>
                <a:gd name="T8" fmla="*/ 704 w 770"/>
                <a:gd name="T9" fmla="*/ 51 h 57"/>
                <a:gd name="T10" fmla="*/ 689 w 770"/>
                <a:gd name="T11" fmla="*/ 56 h 57"/>
                <a:gd name="T12" fmla="*/ 669 w 770"/>
                <a:gd name="T13" fmla="*/ 20 h 57"/>
                <a:gd name="T14" fmla="*/ 662 w 770"/>
                <a:gd name="T15" fmla="*/ 48 h 57"/>
                <a:gd name="T16" fmla="*/ 662 w 770"/>
                <a:gd name="T17" fmla="*/ 17 h 57"/>
                <a:gd name="T18" fmla="*/ 607 w 770"/>
                <a:gd name="T19" fmla="*/ 17 h 57"/>
                <a:gd name="T20" fmla="*/ 593 w 770"/>
                <a:gd name="T21" fmla="*/ 17 h 57"/>
                <a:gd name="T22" fmla="*/ 597 w 770"/>
                <a:gd name="T23" fmla="*/ 56 h 57"/>
                <a:gd name="T24" fmla="*/ 610 w 770"/>
                <a:gd name="T25" fmla="*/ 56 h 57"/>
                <a:gd name="T26" fmla="*/ 563 w 770"/>
                <a:gd name="T27" fmla="*/ 51 h 57"/>
                <a:gd name="T28" fmla="*/ 560 w 770"/>
                <a:gd name="T29" fmla="*/ 29 h 57"/>
                <a:gd name="T30" fmla="*/ 568 w 770"/>
                <a:gd name="T31" fmla="*/ 17 h 57"/>
                <a:gd name="T32" fmla="*/ 569 w 770"/>
                <a:gd name="T33" fmla="*/ 56 h 57"/>
                <a:gd name="T34" fmla="*/ 511 w 770"/>
                <a:gd name="T35" fmla="*/ 17 h 57"/>
                <a:gd name="T36" fmla="*/ 504 w 770"/>
                <a:gd name="T37" fmla="*/ 54 h 57"/>
                <a:gd name="T38" fmla="*/ 504 w 770"/>
                <a:gd name="T39" fmla="*/ 29 h 57"/>
                <a:gd name="T40" fmla="*/ 453 w 770"/>
                <a:gd name="T41" fmla="*/ 17 h 57"/>
                <a:gd name="T42" fmla="*/ 430 w 770"/>
                <a:gd name="T43" fmla="*/ 17 h 57"/>
                <a:gd name="T44" fmla="*/ 422 w 770"/>
                <a:gd name="T45" fmla="*/ 56 h 57"/>
                <a:gd name="T46" fmla="*/ 379 w 770"/>
                <a:gd name="T47" fmla="*/ 41 h 57"/>
                <a:gd name="T48" fmla="*/ 395 w 770"/>
                <a:gd name="T49" fmla="*/ 56 h 57"/>
                <a:gd name="T50" fmla="*/ 350 w 770"/>
                <a:gd name="T51" fmla="*/ 56 h 57"/>
                <a:gd name="T52" fmla="*/ 377 w 770"/>
                <a:gd name="T53" fmla="*/ 52 h 57"/>
                <a:gd name="T54" fmla="*/ 347 w 770"/>
                <a:gd name="T55" fmla="*/ 20 h 57"/>
                <a:gd name="T56" fmla="*/ 327 w 770"/>
                <a:gd name="T57" fmla="*/ 56 h 57"/>
                <a:gd name="T58" fmla="*/ 310 w 770"/>
                <a:gd name="T59" fmla="*/ 28 h 57"/>
                <a:gd name="T60" fmla="*/ 320 w 770"/>
                <a:gd name="T61" fmla="*/ 52 h 57"/>
                <a:gd name="T62" fmla="*/ 284 w 770"/>
                <a:gd name="T63" fmla="*/ 17 h 57"/>
                <a:gd name="T64" fmla="*/ 303 w 770"/>
                <a:gd name="T65" fmla="*/ 52 h 57"/>
                <a:gd name="T66" fmla="*/ 275 w 770"/>
                <a:gd name="T67" fmla="*/ 45 h 57"/>
                <a:gd name="T68" fmla="*/ 271 w 770"/>
                <a:gd name="T69" fmla="*/ 42 h 57"/>
                <a:gd name="T70" fmla="*/ 270 w 770"/>
                <a:gd name="T71" fmla="*/ 27 h 57"/>
                <a:gd name="T72" fmla="*/ 245 w 770"/>
                <a:gd name="T73" fmla="*/ 52 h 57"/>
                <a:gd name="T74" fmla="*/ 238 w 770"/>
                <a:gd name="T75" fmla="*/ 20 h 57"/>
                <a:gd name="T76" fmla="*/ 218 w 770"/>
                <a:gd name="T77" fmla="*/ 56 h 57"/>
                <a:gd name="T78" fmla="*/ 199 w 770"/>
                <a:gd name="T79" fmla="*/ 35 h 57"/>
                <a:gd name="T80" fmla="*/ 171 w 770"/>
                <a:gd name="T81" fmla="*/ 21 h 57"/>
                <a:gd name="T82" fmla="*/ 177 w 770"/>
                <a:gd name="T83" fmla="*/ 34 h 57"/>
                <a:gd name="T84" fmla="*/ 211 w 770"/>
                <a:gd name="T85" fmla="*/ 20 h 57"/>
                <a:gd name="T86" fmla="*/ 145 w 770"/>
                <a:gd name="T87" fmla="*/ 38 h 57"/>
                <a:gd name="T88" fmla="*/ 138 w 770"/>
                <a:gd name="T89" fmla="*/ 21 h 57"/>
                <a:gd name="T90" fmla="*/ 131 w 770"/>
                <a:gd name="T91" fmla="*/ 21 h 57"/>
                <a:gd name="T92" fmla="*/ 102 w 770"/>
                <a:gd name="T93" fmla="*/ 35 h 57"/>
                <a:gd name="T94" fmla="*/ 108 w 770"/>
                <a:gd name="T95" fmla="*/ 22 h 57"/>
                <a:gd name="T96" fmla="*/ 115 w 770"/>
                <a:gd name="T97" fmla="*/ 54 h 57"/>
                <a:gd name="T98" fmla="*/ 62 w 770"/>
                <a:gd name="T99" fmla="*/ 21 h 57"/>
                <a:gd name="T100" fmla="*/ 27 w 770"/>
                <a:gd name="T101" fmla="*/ 20 h 57"/>
                <a:gd name="T102" fmla="*/ 40 w 770"/>
                <a:gd name="T103" fmla="*/ 51 h 57"/>
                <a:gd name="T104" fmla="*/ 69 w 770"/>
                <a:gd name="T105" fmla="*/ 21 h 57"/>
                <a:gd name="T106" fmla="*/ 20 w 770"/>
                <a:gd name="T107" fmla="*/ 17 h 57"/>
                <a:gd name="T108" fmla="*/ 20 w 770"/>
                <a:gd name="T109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70" h="57">
                  <a:moveTo>
                    <a:pt x="770" y="44"/>
                  </a:moveTo>
                  <a:cubicBezTo>
                    <a:pt x="770" y="31"/>
                    <a:pt x="750" y="35"/>
                    <a:pt x="750" y="27"/>
                  </a:cubicBezTo>
                  <a:cubicBezTo>
                    <a:pt x="750" y="23"/>
                    <a:pt x="752" y="21"/>
                    <a:pt x="758" y="21"/>
                  </a:cubicBezTo>
                  <a:cubicBezTo>
                    <a:pt x="759" y="21"/>
                    <a:pt x="761" y="21"/>
                    <a:pt x="762" y="21"/>
                  </a:cubicBezTo>
                  <a:cubicBezTo>
                    <a:pt x="763" y="23"/>
                    <a:pt x="763" y="25"/>
                    <a:pt x="763" y="28"/>
                  </a:cubicBezTo>
                  <a:cubicBezTo>
                    <a:pt x="768" y="28"/>
                    <a:pt x="768" y="28"/>
                    <a:pt x="768" y="28"/>
                  </a:cubicBezTo>
                  <a:cubicBezTo>
                    <a:pt x="768" y="17"/>
                    <a:pt x="768" y="17"/>
                    <a:pt x="768" y="17"/>
                  </a:cubicBezTo>
                  <a:cubicBezTo>
                    <a:pt x="765" y="16"/>
                    <a:pt x="761" y="16"/>
                    <a:pt x="758" y="16"/>
                  </a:cubicBezTo>
                  <a:cubicBezTo>
                    <a:pt x="748" y="16"/>
                    <a:pt x="742" y="21"/>
                    <a:pt x="742" y="28"/>
                  </a:cubicBezTo>
                  <a:cubicBezTo>
                    <a:pt x="742" y="40"/>
                    <a:pt x="763" y="36"/>
                    <a:pt x="763" y="45"/>
                  </a:cubicBezTo>
                  <a:cubicBezTo>
                    <a:pt x="763" y="50"/>
                    <a:pt x="758" y="51"/>
                    <a:pt x="754" y="51"/>
                  </a:cubicBezTo>
                  <a:cubicBezTo>
                    <a:pt x="752" y="51"/>
                    <a:pt x="750" y="51"/>
                    <a:pt x="749" y="51"/>
                  </a:cubicBezTo>
                  <a:cubicBezTo>
                    <a:pt x="748" y="49"/>
                    <a:pt x="748" y="47"/>
                    <a:pt x="748" y="44"/>
                  </a:cubicBezTo>
                  <a:cubicBezTo>
                    <a:pt x="743" y="44"/>
                    <a:pt x="743" y="44"/>
                    <a:pt x="743" y="44"/>
                  </a:cubicBezTo>
                  <a:cubicBezTo>
                    <a:pt x="743" y="55"/>
                    <a:pt x="743" y="55"/>
                    <a:pt x="743" y="55"/>
                  </a:cubicBezTo>
                  <a:cubicBezTo>
                    <a:pt x="746" y="56"/>
                    <a:pt x="750" y="57"/>
                    <a:pt x="753" y="57"/>
                  </a:cubicBezTo>
                  <a:cubicBezTo>
                    <a:pt x="763" y="57"/>
                    <a:pt x="770" y="52"/>
                    <a:pt x="770" y="44"/>
                  </a:cubicBezTo>
                  <a:moveTo>
                    <a:pt x="722" y="41"/>
                  </a:moveTo>
                  <a:cubicBezTo>
                    <a:pt x="708" y="41"/>
                    <a:pt x="708" y="41"/>
                    <a:pt x="708" y="41"/>
                  </a:cubicBezTo>
                  <a:cubicBezTo>
                    <a:pt x="713" y="29"/>
                    <a:pt x="713" y="29"/>
                    <a:pt x="713" y="29"/>
                  </a:cubicBezTo>
                  <a:cubicBezTo>
                    <a:pt x="713" y="27"/>
                    <a:pt x="714" y="24"/>
                    <a:pt x="715" y="22"/>
                  </a:cubicBezTo>
                  <a:cubicBezTo>
                    <a:pt x="715" y="22"/>
                    <a:pt x="715" y="22"/>
                    <a:pt x="715" y="22"/>
                  </a:cubicBezTo>
                  <a:cubicBezTo>
                    <a:pt x="715" y="24"/>
                    <a:pt x="716" y="27"/>
                    <a:pt x="717" y="29"/>
                  </a:cubicBezTo>
                  <a:lnTo>
                    <a:pt x="722" y="41"/>
                  </a:lnTo>
                  <a:close/>
                  <a:moveTo>
                    <a:pt x="737" y="56"/>
                  </a:moveTo>
                  <a:cubicBezTo>
                    <a:pt x="737" y="52"/>
                    <a:pt x="737" y="52"/>
                    <a:pt x="737" y="52"/>
                  </a:cubicBezTo>
                  <a:cubicBezTo>
                    <a:pt x="736" y="52"/>
                    <a:pt x="734" y="51"/>
                    <a:pt x="733" y="51"/>
                  </a:cubicBezTo>
                  <a:cubicBezTo>
                    <a:pt x="720" y="17"/>
                    <a:pt x="720" y="17"/>
                    <a:pt x="720" y="17"/>
                  </a:cubicBezTo>
                  <a:cubicBezTo>
                    <a:pt x="711" y="17"/>
                    <a:pt x="711" y="17"/>
                    <a:pt x="711" y="17"/>
                  </a:cubicBezTo>
                  <a:cubicBezTo>
                    <a:pt x="697" y="51"/>
                    <a:pt x="697" y="51"/>
                    <a:pt x="697" y="51"/>
                  </a:cubicBezTo>
                  <a:cubicBezTo>
                    <a:pt x="696" y="51"/>
                    <a:pt x="694" y="52"/>
                    <a:pt x="693" y="52"/>
                  </a:cubicBezTo>
                  <a:cubicBezTo>
                    <a:pt x="693" y="56"/>
                    <a:pt x="693" y="56"/>
                    <a:pt x="693" y="56"/>
                  </a:cubicBezTo>
                  <a:cubicBezTo>
                    <a:pt x="710" y="56"/>
                    <a:pt x="710" y="56"/>
                    <a:pt x="710" y="56"/>
                  </a:cubicBezTo>
                  <a:cubicBezTo>
                    <a:pt x="710" y="52"/>
                    <a:pt x="710" y="52"/>
                    <a:pt x="710" y="52"/>
                  </a:cubicBezTo>
                  <a:cubicBezTo>
                    <a:pt x="708" y="52"/>
                    <a:pt x="706" y="51"/>
                    <a:pt x="704" y="51"/>
                  </a:cubicBezTo>
                  <a:cubicBezTo>
                    <a:pt x="706" y="46"/>
                    <a:pt x="706" y="46"/>
                    <a:pt x="706" y="46"/>
                  </a:cubicBezTo>
                  <a:cubicBezTo>
                    <a:pt x="723" y="46"/>
                    <a:pt x="723" y="46"/>
                    <a:pt x="723" y="46"/>
                  </a:cubicBezTo>
                  <a:cubicBezTo>
                    <a:pt x="725" y="51"/>
                    <a:pt x="725" y="51"/>
                    <a:pt x="725" y="51"/>
                  </a:cubicBezTo>
                  <a:cubicBezTo>
                    <a:pt x="723" y="51"/>
                    <a:pt x="721" y="52"/>
                    <a:pt x="719" y="52"/>
                  </a:cubicBezTo>
                  <a:cubicBezTo>
                    <a:pt x="719" y="56"/>
                    <a:pt x="719" y="56"/>
                    <a:pt x="719" y="56"/>
                  </a:cubicBezTo>
                  <a:lnTo>
                    <a:pt x="737" y="56"/>
                  </a:lnTo>
                  <a:close/>
                  <a:moveTo>
                    <a:pt x="689" y="56"/>
                  </a:moveTo>
                  <a:cubicBezTo>
                    <a:pt x="689" y="52"/>
                    <a:pt x="689" y="52"/>
                    <a:pt x="689" y="52"/>
                  </a:cubicBezTo>
                  <a:cubicBezTo>
                    <a:pt x="687" y="52"/>
                    <a:pt x="685" y="51"/>
                    <a:pt x="683" y="51"/>
                  </a:cubicBezTo>
                  <a:cubicBezTo>
                    <a:pt x="683" y="21"/>
                    <a:pt x="683" y="21"/>
                    <a:pt x="683" y="21"/>
                  </a:cubicBezTo>
                  <a:cubicBezTo>
                    <a:pt x="685" y="21"/>
                    <a:pt x="687" y="21"/>
                    <a:pt x="689" y="20"/>
                  </a:cubicBezTo>
                  <a:cubicBezTo>
                    <a:pt x="689" y="17"/>
                    <a:pt x="689" y="17"/>
                    <a:pt x="689" y="17"/>
                  </a:cubicBezTo>
                  <a:cubicBezTo>
                    <a:pt x="669" y="17"/>
                    <a:pt x="669" y="17"/>
                    <a:pt x="669" y="17"/>
                  </a:cubicBezTo>
                  <a:cubicBezTo>
                    <a:pt x="669" y="20"/>
                    <a:pt x="669" y="20"/>
                    <a:pt x="669" y="20"/>
                  </a:cubicBezTo>
                  <a:cubicBezTo>
                    <a:pt x="671" y="21"/>
                    <a:pt x="674" y="21"/>
                    <a:pt x="676" y="21"/>
                  </a:cubicBezTo>
                  <a:cubicBezTo>
                    <a:pt x="676" y="51"/>
                    <a:pt x="676" y="51"/>
                    <a:pt x="676" y="51"/>
                  </a:cubicBezTo>
                  <a:cubicBezTo>
                    <a:pt x="674" y="51"/>
                    <a:pt x="671" y="52"/>
                    <a:pt x="669" y="52"/>
                  </a:cubicBezTo>
                  <a:cubicBezTo>
                    <a:pt x="669" y="56"/>
                    <a:pt x="669" y="56"/>
                    <a:pt x="669" y="56"/>
                  </a:cubicBezTo>
                  <a:lnTo>
                    <a:pt x="689" y="56"/>
                  </a:lnTo>
                  <a:close/>
                  <a:moveTo>
                    <a:pt x="662" y="54"/>
                  </a:moveTo>
                  <a:cubicBezTo>
                    <a:pt x="662" y="48"/>
                    <a:pt x="662" y="48"/>
                    <a:pt x="662" y="48"/>
                  </a:cubicBezTo>
                  <a:cubicBezTo>
                    <a:pt x="659" y="49"/>
                    <a:pt x="655" y="50"/>
                    <a:pt x="652" y="50"/>
                  </a:cubicBezTo>
                  <a:cubicBezTo>
                    <a:pt x="643" y="50"/>
                    <a:pt x="638" y="45"/>
                    <a:pt x="638" y="36"/>
                  </a:cubicBezTo>
                  <a:cubicBezTo>
                    <a:pt x="638" y="28"/>
                    <a:pt x="643" y="22"/>
                    <a:pt x="651" y="22"/>
                  </a:cubicBezTo>
                  <a:cubicBezTo>
                    <a:pt x="653" y="22"/>
                    <a:pt x="654" y="22"/>
                    <a:pt x="656" y="23"/>
                  </a:cubicBezTo>
                  <a:cubicBezTo>
                    <a:pt x="656" y="25"/>
                    <a:pt x="656" y="27"/>
                    <a:pt x="657" y="29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62" y="17"/>
                    <a:pt x="662" y="17"/>
                    <a:pt x="662" y="17"/>
                  </a:cubicBezTo>
                  <a:cubicBezTo>
                    <a:pt x="659" y="17"/>
                    <a:pt x="655" y="16"/>
                    <a:pt x="652" y="16"/>
                  </a:cubicBezTo>
                  <a:cubicBezTo>
                    <a:pt x="638" y="16"/>
                    <a:pt x="631" y="26"/>
                    <a:pt x="631" y="37"/>
                  </a:cubicBezTo>
                  <a:cubicBezTo>
                    <a:pt x="631" y="49"/>
                    <a:pt x="638" y="56"/>
                    <a:pt x="651" y="56"/>
                  </a:cubicBezTo>
                  <a:cubicBezTo>
                    <a:pt x="655" y="56"/>
                    <a:pt x="659" y="56"/>
                    <a:pt x="662" y="54"/>
                  </a:cubicBezTo>
                  <a:moveTo>
                    <a:pt x="625" y="20"/>
                  </a:moveTo>
                  <a:cubicBezTo>
                    <a:pt x="625" y="17"/>
                    <a:pt x="625" y="17"/>
                    <a:pt x="625" y="17"/>
                  </a:cubicBezTo>
                  <a:cubicBezTo>
                    <a:pt x="607" y="17"/>
                    <a:pt x="607" y="17"/>
                    <a:pt x="607" y="17"/>
                  </a:cubicBezTo>
                  <a:cubicBezTo>
                    <a:pt x="607" y="20"/>
                    <a:pt x="607" y="20"/>
                    <a:pt x="607" y="20"/>
                  </a:cubicBezTo>
                  <a:cubicBezTo>
                    <a:pt x="608" y="21"/>
                    <a:pt x="611" y="21"/>
                    <a:pt x="613" y="21"/>
                  </a:cubicBezTo>
                  <a:cubicBezTo>
                    <a:pt x="613" y="35"/>
                    <a:pt x="613" y="35"/>
                    <a:pt x="613" y="35"/>
                  </a:cubicBezTo>
                  <a:cubicBezTo>
                    <a:pt x="613" y="41"/>
                    <a:pt x="613" y="45"/>
                    <a:pt x="613" y="48"/>
                  </a:cubicBezTo>
                  <a:cubicBezTo>
                    <a:pt x="613" y="48"/>
                    <a:pt x="613" y="48"/>
                    <a:pt x="613" y="48"/>
                  </a:cubicBezTo>
                  <a:cubicBezTo>
                    <a:pt x="612" y="45"/>
                    <a:pt x="610" y="42"/>
                    <a:pt x="608" y="40"/>
                  </a:cubicBezTo>
                  <a:cubicBezTo>
                    <a:pt x="593" y="17"/>
                    <a:pt x="593" y="17"/>
                    <a:pt x="593" y="17"/>
                  </a:cubicBezTo>
                  <a:cubicBezTo>
                    <a:pt x="577" y="17"/>
                    <a:pt x="577" y="17"/>
                    <a:pt x="577" y="17"/>
                  </a:cubicBezTo>
                  <a:cubicBezTo>
                    <a:pt x="577" y="20"/>
                    <a:pt x="577" y="20"/>
                    <a:pt x="577" y="20"/>
                  </a:cubicBezTo>
                  <a:cubicBezTo>
                    <a:pt x="579" y="21"/>
                    <a:pt x="582" y="21"/>
                    <a:pt x="584" y="21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2" y="51"/>
                    <a:pt x="579" y="52"/>
                    <a:pt x="577" y="52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97" y="56"/>
                    <a:pt x="597" y="56"/>
                    <a:pt x="597" y="56"/>
                  </a:cubicBezTo>
                  <a:cubicBezTo>
                    <a:pt x="597" y="52"/>
                    <a:pt x="597" y="52"/>
                    <a:pt x="597" y="52"/>
                  </a:cubicBezTo>
                  <a:cubicBezTo>
                    <a:pt x="595" y="52"/>
                    <a:pt x="593" y="51"/>
                    <a:pt x="591" y="51"/>
                  </a:cubicBezTo>
                  <a:cubicBezTo>
                    <a:pt x="591" y="34"/>
                    <a:pt x="591" y="34"/>
                    <a:pt x="591" y="34"/>
                  </a:cubicBezTo>
                  <a:cubicBezTo>
                    <a:pt x="591" y="30"/>
                    <a:pt x="590" y="27"/>
                    <a:pt x="590" y="25"/>
                  </a:cubicBezTo>
                  <a:cubicBezTo>
                    <a:pt x="590" y="25"/>
                    <a:pt x="590" y="25"/>
                    <a:pt x="590" y="25"/>
                  </a:cubicBezTo>
                  <a:cubicBezTo>
                    <a:pt x="592" y="27"/>
                    <a:pt x="593" y="30"/>
                    <a:pt x="595" y="32"/>
                  </a:cubicBezTo>
                  <a:cubicBezTo>
                    <a:pt x="610" y="56"/>
                    <a:pt x="610" y="56"/>
                    <a:pt x="610" y="56"/>
                  </a:cubicBezTo>
                  <a:cubicBezTo>
                    <a:pt x="619" y="56"/>
                    <a:pt x="619" y="56"/>
                    <a:pt x="619" y="56"/>
                  </a:cubicBezTo>
                  <a:cubicBezTo>
                    <a:pt x="619" y="21"/>
                    <a:pt x="619" y="21"/>
                    <a:pt x="619" y="21"/>
                  </a:cubicBezTo>
                  <a:cubicBezTo>
                    <a:pt x="621" y="21"/>
                    <a:pt x="623" y="21"/>
                    <a:pt x="625" y="20"/>
                  </a:cubicBezTo>
                  <a:moveTo>
                    <a:pt x="569" y="56"/>
                  </a:moveTo>
                  <a:cubicBezTo>
                    <a:pt x="569" y="45"/>
                    <a:pt x="569" y="45"/>
                    <a:pt x="569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3" y="47"/>
                    <a:pt x="563" y="49"/>
                    <a:pt x="563" y="51"/>
                  </a:cubicBezTo>
                  <a:cubicBezTo>
                    <a:pt x="552" y="51"/>
                    <a:pt x="552" y="51"/>
                    <a:pt x="552" y="51"/>
                  </a:cubicBezTo>
                  <a:cubicBezTo>
                    <a:pt x="552" y="38"/>
                    <a:pt x="552" y="38"/>
                    <a:pt x="552" y="38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559" y="40"/>
                    <a:pt x="559" y="41"/>
                    <a:pt x="560" y="42"/>
                  </a:cubicBezTo>
                  <a:cubicBezTo>
                    <a:pt x="564" y="42"/>
                    <a:pt x="564" y="42"/>
                    <a:pt x="564" y="42"/>
                  </a:cubicBezTo>
                  <a:cubicBezTo>
                    <a:pt x="564" y="29"/>
                    <a:pt x="564" y="29"/>
                    <a:pt x="564" y="29"/>
                  </a:cubicBezTo>
                  <a:cubicBezTo>
                    <a:pt x="560" y="29"/>
                    <a:pt x="560" y="29"/>
                    <a:pt x="560" y="29"/>
                  </a:cubicBezTo>
                  <a:cubicBezTo>
                    <a:pt x="559" y="30"/>
                    <a:pt x="559" y="32"/>
                    <a:pt x="55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21"/>
                    <a:pt x="552" y="21"/>
                    <a:pt x="552" y="21"/>
                  </a:cubicBezTo>
                  <a:cubicBezTo>
                    <a:pt x="563" y="21"/>
                    <a:pt x="563" y="21"/>
                    <a:pt x="563" y="21"/>
                  </a:cubicBezTo>
                  <a:cubicBezTo>
                    <a:pt x="563" y="23"/>
                    <a:pt x="563" y="25"/>
                    <a:pt x="564" y="27"/>
                  </a:cubicBezTo>
                  <a:cubicBezTo>
                    <a:pt x="568" y="27"/>
                    <a:pt x="568" y="27"/>
                    <a:pt x="568" y="27"/>
                  </a:cubicBezTo>
                  <a:cubicBezTo>
                    <a:pt x="568" y="17"/>
                    <a:pt x="568" y="17"/>
                    <a:pt x="568" y="17"/>
                  </a:cubicBezTo>
                  <a:cubicBezTo>
                    <a:pt x="538" y="17"/>
                    <a:pt x="538" y="17"/>
                    <a:pt x="538" y="17"/>
                  </a:cubicBezTo>
                  <a:cubicBezTo>
                    <a:pt x="538" y="20"/>
                    <a:pt x="538" y="20"/>
                    <a:pt x="538" y="20"/>
                  </a:cubicBezTo>
                  <a:cubicBezTo>
                    <a:pt x="540" y="21"/>
                    <a:pt x="543" y="21"/>
                    <a:pt x="545" y="21"/>
                  </a:cubicBezTo>
                  <a:cubicBezTo>
                    <a:pt x="545" y="51"/>
                    <a:pt x="545" y="51"/>
                    <a:pt x="545" y="51"/>
                  </a:cubicBezTo>
                  <a:cubicBezTo>
                    <a:pt x="543" y="51"/>
                    <a:pt x="540" y="52"/>
                    <a:pt x="538" y="52"/>
                  </a:cubicBezTo>
                  <a:cubicBezTo>
                    <a:pt x="538" y="56"/>
                    <a:pt x="538" y="56"/>
                    <a:pt x="538" y="56"/>
                  </a:cubicBezTo>
                  <a:lnTo>
                    <a:pt x="569" y="56"/>
                  </a:lnTo>
                  <a:close/>
                  <a:moveTo>
                    <a:pt x="531" y="56"/>
                  </a:moveTo>
                  <a:cubicBezTo>
                    <a:pt x="531" y="52"/>
                    <a:pt x="531" y="52"/>
                    <a:pt x="531" y="52"/>
                  </a:cubicBezTo>
                  <a:cubicBezTo>
                    <a:pt x="529" y="52"/>
                    <a:pt x="527" y="51"/>
                    <a:pt x="525" y="51"/>
                  </a:cubicBezTo>
                  <a:cubicBezTo>
                    <a:pt x="525" y="21"/>
                    <a:pt x="525" y="21"/>
                    <a:pt x="525" y="21"/>
                  </a:cubicBezTo>
                  <a:cubicBezTo>
                    <a:pt x="527" y="21"/>
                    <a:pt x="529" y="21"/>
                    <a:pt x="531" y="20"/>
                  </a:cubicBezTo>
                  <a:cubicBezTo>
                    <a:pt x="531" y="17"/>
                    <a:pt x="531" y="17"/>
                    <a:pt x="531" y="17"/>
                  </a:cubicBezTo>
                  <a:cubicBezTo>
                    <a:pt x="511" y="17"/>
                    <a:pt x="511" y="17"/>
                    <a:pt x="511" y="17"/>
                  </a:cubicBezTo>
                  <a:cubicBezTo>
                    <a:pt x="511" y="20"/>
                    <a:pt x="511" y="20"/>
                    <a:pt x="511" y="20"/>
                  </a:cubicBezTo>
                  <a:cubicBezTo>
                    <a:pt x="513" y="21"/>
                    <a:pt x="516" y="21"/>
                    <a:pt x="518" y="21"/>
                  </a:cubicBezTo>
                  <a:cubicBezTo>
                    <a:pt x="518" y="51"/>
                    <a:pt x="518" y="51"/>
                    <a:pt x="518" y="51"/>
                  </a:cubicBezTo>
                  <a:cubicBezTo>
                    <a:pt x="516" y="51"/>
                    <a:pt x="513" y="52"/>
                    <a:pt x="511" y="52"/>
                  </a:cubicBezTo>
                  <a:cubicBezTo>
                    <a:pt x="511" y="56"/>
                    <a:pt x="511" y="56"/>
                    <a:pt x="511" y="56"/>
                  </a:cubicBezTo>
                  <a:lnTo>
                    <a:pt x="531" y="56"/>
                  </a:lnTo>
                  <a:close/>
                  <a:moveTo>
                    <a:pt x="504" y="54"/>
                  </a:moveTo>
                  <a:cubicBezTo>
                    <a:pt x="504" y="48"/>
                    <a:pt x="504" y="48"/>
                    <a:pt x="504" y="48"/>
                  </a:cubicBezTo>
                  <a:cubicBezTo>
                    <a:pt x="501" y="49"/>
                    <a:pt x="497" y="50"/>
                    <a:pt x="494" y="50"/>
                  </a:cubicBezTo>
                  <a:cubicBezTo>
                    <a:pt x="485" y="50"/>
                    <a:pt x="481" y="45"/>
                    <a:pt x="481" y="36"/>
                  </a:cubicBezTo>
                  <a:cubicBezTo>
                    <a:pt x="481" y="28"/>
                    <a:pt x="485" y="22"/>
                    <a:pt x="493" y="22"/>
                  </a:cubicBezTo>
                  <a:cubicBezTo>
                    <a:pt x="495" y="22"/>
                    <a:pt x="496" y="22"/>
                    <a:pt x="498" y="23"/>
                  </a:cubicBezTo>
                  <a:cubicBezTo>
                    <a:pt x="498" y="25"/>
                    <a:pt x="499" y="27"/>
                    <a:pt x="499" y="29"/>
                  </a:cubicBezTo>
                  <a:cubicBezTo>
                    <a:pt x="504" y="29"/>
                    <a:pt x="504" y="29"/>
                    <a:pt x="504" y="29"/>
                  </a:cubicBezTo>
                  <a:cubicBezTo>
                    <a:pt x="504" y="17"/>
                    <a:pt x="504" y="17"/>
                    <a:pt x="504" y="17"/>
                  </a:cubicBezTo>
                  <a:cubicBezTo>
                    <a:pt x="501" y="17"/>
                    <a:pt x="497" y="16"/>
                    <a:pt x="494" y="16"/>
                  </a:cubicBezTo>
                  <a:cubicBezTo>
                    <a:pt x="480" y="16"/>
                    <a:pt x="473" y="26"/>
                    <a:pt x="473" y="37"/>
                  </a:cubicBezTo>
                  <a:cubicBezTo>
                    <a:pt x="473" y="49"/>
                    <a:pt x="480" y="56"/>
                    <a:pt x="493" y="56"/>
                  </a:cubicBezTo>
                  <a:cubicBezTo>
                    <a:pt x="497" y="56"/>
                    <a:pt x="501" y="56"/>
                    <a:pt x="504" y="54"/>
                  </a:cubicBezTo>
                  <a:moveTo>
                    <a:pt x="453" y="20"/>
                  </a:moveTo>
                  <a:cubicBezTo>
                    <a:pt x="453" y="17"/>
                    <a:pt x="453" y="17"/>
                    <a:pt x="453" y="17"/>
                  </a:cubicBezTo>
                  <a:cubicBezTo>
                    <a:pt x="436" y="17"/>
                    <a:pt x="436" y="17"/>
                    <a:pt x="436" y="17"/>
                  </a:cubicBezTo>
                  <a:cubicBezTo>
                    <a:pt x="436" y="20"/>
                    <a:pt x="436" y="20"/>
                    <a:pt x="436" y="20"/>
                  </a:cubicBezTo>
                  <a:cubicBezTo>
                    <a:pt x="437" y="21"/>
                    <a:pt x="439" y="21"/>
                    <a:pt x="440" y="21"/>
                  </a:cubicBezTo>
                  <a:cubicBezTo>
                    <a:pt x="433" y="36"/>
                    <a:pt x="433" y="36"/>
                    <a:pt x="433" y="36"/>
                  </a:cubicBezTo>
                  <a:cubicBezTo>
                    <a:pt x="425" y="21"/>
                    <a:pt x="425" y="21"/>
                    <a:pt x="425" y="21"/>
                  </a:cubicBezTo>
                  <a:cubicBezTo>
                    <a:pt x="426" y="21"/>
                    <a:pt x="428" y="21"/>
                    <a:pt x="430" y="20"/>
                  </a:cubicBezTo>
                  <a:cubicBezTo>
                    <a:pt x="430" y="17"/>
                    <a:pt x="430" y="17"/>
                    <a:pt x="430" y="17"/>
                  </a:cubicBezTo>
                  <a:cubicBezTo>
                    <a:pt x="412" y="17"/>
                    <a:pt x="412" y="17"/>
                    <a:pt x="412" y="17"/>
                  </a:cubicBezTo>
                  <a:cubicBezTo>
                    <a:pt x="412" y="20"/>
                    <a:pt x="412" y="20"/>
                    <a:pt x="412" y="20"/>
                  </a:cubicBezTo>
                  <a:cubicBezTo>
                    <a:pt x="414" y="21"/>
                    <a:pt x="415" y="21"/>
                    <a:pt x="417" y="21"/>
                  </a:cubicBezTo>
                  <a:cubicBezTo>
                    <a:pt x="429" y="42"/>
                    <a:pt x="429" y="42"/>
                    <a:pt x="429" y="42"/>
                  </a:cubicBezTo>
                  <a:cubicBezTo>
                    <a:pt x="429" y="51"/>
                    <a:pt x="429" y="51"/>
                    <a:pt x="429" y="51"/>
                  </a:cubicBezTo>
                  <a:cubicBezTo>
                    <a:pt x="427" y="51"/>
                    <a:pt x="424" y="52"/>
                    <a:pt x="422" y="52"/>
                  </a:cubicBezTo>
                  <a:cubicBezTo>
                    <a:pt x="422" y="56"/>
                    <a:pt x="422" y="56"/>
                    <a:pt x="422" y="56"/>
                  </a:cubicBezTo>
                  <a:cubicBezTo>
                    <a:pt x="442" y="56"/>
                    <a:pt x="442" y="56"/>
                    <a:pt x="442" y="56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0" y="52"/>
                    <a:pt x="438" y="51"/>
                    <a:pt x="436" y="51"/>
                  </a:cubicBezTo>
                  <a:cubicBezTo>
                    <a:pt x="436" y="42"/>
                    <a:pt x="436" y="42"/>
                    <a:pt x="436" y="42"/>
                  </a:cubicBezTo>
                  <a:cubicBezTo>
                    <a:pt x="448" y="21"/>
                    <a:pt x="448" y="21"/>
                    <a:pt x="448" y="21"/>
                  </a:cubicBezTo>
                  <a:cubicBezTo>
                    <a:pt x="449" y="21"/>
                    <a:pt x="451" y="21"/>
                    <a:pt x="453" y="20"/>
                  </a:cubicBezTo>
                  <a:moveTo>
                    <a:pt x="379" y="41"/>
                  </a:moveTo>
                  <a:cubicBezTo>
                    <a:pt x="365" y="41"/>
                    <a:pt x="365" y="41"/>
                    <a:pt x="365" y="41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71" y="27"/>
                    <a:pt x="372" y="24"/>
                    <a:pt x="372" y="22"/>
                  </a:cubicBezTo>
                  <a:cubicBezTo>
                    <a:pt x="372" y="22"/>
                    <a:pt x="372" y="22"/>
                    <a:pt x="372" y="22"/>
                  </a:cubicBezTo>
                  <a:cubicBezTo>
                    <a:pt x="373" y="24"/>
                    <a:pt x="373" y="27"/>
                    <a:pt x="374" y="29"/>
                  </a:cubicBezTo>
                  <a:lnTo>
                    <a:pt x="379" y="41"/>
                  </a:lnTo>
                  <a:close/>
                  <a:moveTo>
                    <a:pt x="395" y="56"/>
                  </a:moveTo>
                  <a:cubicBezTo>
                    <a:pt x="395" y="52"/>
                    <a:pt x="395" y="52"/>
                    <a:pt x="395" y="52"/>
                  </a:cubicBezTo>
                  <a:cubicBezTo>
                    <a:pt x="393" y="52"/>
                    <a:pt x="392" y="51"/>
                    <a:pt x="390" y="51"/>
                  </a:cubicBezTo>
                  <a:cubicBezTo>
                    <a:pt x="377" y="17"/>
                    <a:pt x="377" y="17"/>
                    <a:pt x="377" y="17"/>
                  </a:cubicBezTo>
                  <a:cubicBezTo>
                    <a:pt x="368" y="17"/>
                    <a:pt x="368" y="17"/>
                    <a:pt x="368" y="17"/>
                  </a:cubicBezTo>
                  <a:cubicBezTo>
                    <a:pt x="355" y="51"/>
                    <a:pt x="355" y="51"/>
                    <a:pt x="355" y="51"/>
                  </a:cubicBezTo>
                  <a:cubicBezTo>
                    <a:pt x="353" y="51"/>
                    <a:pt x="351" y="52"/>
                    <a:pt x="350" y="52"/>
                  </a:cubicBezTo>
                  <a:cubicBezTo>
                    <a:pt x="350" y="56"/>
                    <a:pt x="350" y="56"/>
                    <a:pt x="350" y="56"/>
                  </a:cubicBezTo>
                  <a:cubicBezTo>
                    <a:pt x="367" y="56"/>
                    <a:pt x="367" y="56"/>
                    <a:pt x="367" y="56"/>
                  </a:cubicBezTo>
                  <a:cubicBezTo>
                    <a:pt x="367" y="52"/>
                    <a:pt x="367" y="52"/>
                    <a:pt x="367" y="52"/>
                  </a:cubicBezTo>
                  <a:cubicBezTo>
                    <a:pt x="366" y="52"/>
                    <a:pt x="363" y="51"/>
                    <a:pt x="362" y="51"/>
                  </a:cubicBezTo>
                  <a:cubicBezTo>
                    <a:pt x="364" y="46"/>
                    <a:pt x="364" y="46"/>
                    <a:pt x="364" y="46"/>
                  </a:cubicBezTo>
                  <a:cubicBezTo>
                    <a:pt x="381" y="46"/>
                    <a:pt x="381" y="46"/>
                    <a:pt x="381" y="46"/>
                  </a:cubicBezTo>
                  <a:cubicBezTo>
                    <a:pt x="383" y="51"/>
                    <a:pt x="383" y="51"/>
                    <a:pt x="383" y="51"/>
                  </a:cubicBezTo>
                  <a:cubicBezTo>
                    <a:pt x="381" y="51"/>
                    <a:pt x="379" y="52"/>
                    <a:pt x="377" y="52"/>
                  </a:cubicBezTo>
                  <a:cubicBezTo>
                    <a:pt x="377" y="56"/>
                    <a:pt x="377" y="56"/>
                    <a:pt x="377" y="56"/>
                  </a:cubicBezTo>
                  <a:lnTo>
                    <a:pt x="395" y="56"/>
                  </a:lnTo>
                  <a:close/>
                  <a:moveTo>
                    <a:pt x="347" y="56"/>
                  </a:moveTo>
                  <a:cubicBezTo>
                    <a:pt x="347" y="52"/>
                    <a:pt x="347" y="52"/>
                    <a:pt x="347" y="52"/>
                  </a:cubicBezTo>
                  <a:cubicBezTo>
                    <a:pt x="345" y="52"/>
                    <a:pt x="342" y="51"/>
                    <a:pt x="340" y="5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2" y="21"/>
                    <a:pt x="345" y="21"/>
                    <a:pt x="347" y="20"/>
                  </a:cubicBezTo>
                  <a:cubicBezTo>
                    <a:pt x="347" y="17"/>
                    <a:pt x="347" y="17"/>
                    <a:pt x="347" y="17"/>
                  </a:cubicBezTo>
                  <a:cubicBezTo>
                    <a:pt x="327" y="17"/>
                    <a:pt x="327" y="17"/>
                    <a:pt x="327" y="17"/>
                  </a:cubicBezTo>
                  <a:cubicBezTo>
                    <a:pt x="327" y="20"/>
                    <a:pt x="327" y="20"/>
                    <a:pt x="327" y="20"/>
                  </a:cubicBezTo>
                  <a:cubicBezTo>
                    <a:pt x="329" y="21"/>
                    <a:pt x="331" y="21"/>
                    <a:pt x="333" y="21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1" y="51"/>
                    <a:pt x="329" y="52"/>
                    <a:pt x="327" y="52"/>
                  </a:cubicBezTo>
                  <a:cubicBezTo>
                    <a:pt x="327" y="56"/>
                    <a:pt x="327" y="56"/>
                    <a:pt x="327" y="56"/>
                  </a:cubicBezTo>
                  <a:lnTo>
                    <a:pt x="347" y="56"/>
                  </a:lnTo>
                  <a:close/>
                  <a:moveTo>
                    <a:pt x="346" y="5"/>
                  </a:moveTo>
                  <a:cubicBezTo>
                    <a:pt x="343" y="0"/>
                    <a:pt x="343" y="0"/>
                    <a:pt x="343" y="0"/>
                  </a:cubicBezTo>
                  <a:cubicBezTo>
                    <a:pt x="332" y="9"/>
                    <a:pt x="332" y="9"/>
                    <a:pt x="332" y="9"/>
                  </a:cubicBezTo>
                  <a:cubicBezTo>
                    <a:pt x="335" y="12"/>
                    <a:pt x="335" y="12"/>
                    <a:pt x="335" y="12"/>
                  </a:cubicBezTo>
                  <a:lnTo>
                    <a:pt x="346" y="5"/>
                  </a:lnTo>
                  <a:close/>
                  <a:moveTo>
                    <a:pt x="310" y="28"/>
                  </a:moveTo>
                  <a:cubicBezTo>
                    <a:pt x="310" y="32"/>
                    <a:pt x="307" y="34"/>
                    <a:pt x="302" y="34"/>
                  </a:cubicBezTo>
                  <a:cubicBezTo>
                    <a:pt x="300" y="34"/>
                    <a:pt x="299" y="34"/>
                    <a:pt x="298" y="34"/>
                  </a:cubicBezTo>
                  <a:cubicBezTo>
                    <a:pt x="298" y="22"/>
                    <a:pt x="298" y="22"/>
                    <a:pt x="298" y="22"/>
                  </a:cubicBezTo>
                  <a:cubicBezTo>
                    <a:pt x="299" y="22"/>
                    <a:pt x="300" y="21"/>
                    <a:pt x="302" y="21"/>
                  </a:cubicBezTo>
                  <a:cubicBezTo>
                    <a:pt x="307" y="21"/>
                    <a:pt x="310" y="23"/>
                    <a:pt x="310" y="28"/>
                  </a:cubicBezTo>
                  <a:moveTo>
                    <a:pt x="320" y="56"/>
                  </a:moveTo>
                  <a:cubicBezTo>
                    <a:pt x="320" y="52"/>
                    <a:pt x="320" y="52"/>
                    <a:pt x="320" y="52"/>
                  </a:cubicBezTo>
                  <a:cubicBezTo>
                    <a:pt x="319" y="52"/>
                    <a:pt x="317" y="51"/>
                    <a:pt x="315" y="51"/>
                  </a:cubicBezTo>
                  <a:cubicBezTo>
                    <a:pt x="309" y="42"/>
                    <a:pt x="309" y="42"/>
                    <a:pt x="309" y="42"/>
                  </a:cubicBezTo>
                  <a:cubicBezTo>
                    <a:pt x="308" y="40"/>
                    <a:pt x="307" y="39"/>
                    <a:pt x="306" y="38"/>
                  </a:cubicBezTo>
                  <a:cubicBezTo>
                    <a:pt x="313" y="37"/>
                    <a:pt x="317" y="33"/>
                    <a:pt x="317" y="27"/>
                  </a:cubicBezTo>
                  <a:cubicBezTo>
                    <a:pt x="317" y="20"/>
                    <a:pt x="312" y="16"/>
                    <a:pt x="303" y="16"/>
                  </a:cubicBezTo>
                  <a:cubicBezTo>
                    <a:pt x="298" y="16"/>
                    <a:pt x="293" y="17"/>
                    <a:pt x="290" y="17"/>
                  </a:cubicBezTo>
                  <a:cubicBezTo>
                    <a:pt x="284" y="17"/>
                    <a:pt x="284" y="17"/>
                    <a:pt x="284" y="17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6" y="21"/>
                    <a:pt x="288" y="21"/>
                    <a:pt x="291" y="2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88" y="51"/>
                    <a:pt x="286" y="52"/>
                    <a:pt x="284" y="52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303" y="56"/>
                    <a:pt x="303" y="56"/>
                    <a:pt x="303" y="56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299" y="51"/>
                    <a:pt x="298" y="51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310" y="56"/>
                    <a:pt x="310" y="56"/>
                    <a:pt x="310" y="56"/>
                  </a:cubicBezTo>
                  <a:lnTo>
                    <a:pt x="320" y="56"/>
                  </a:lnTo>
                  <a:close/>
                  <a:moveTo>
                    <a:pt x="275" y="56"/>
                  </a:moveTo>
                  <a:cubicBezTo>
                    <a:pt x="275" y="45"/>
                    <a:pt x="275" y="45"/>
                    <a:pt x="275" y="45"/>
                  </a:cubicBezTo>
                  <a:cubicBezTo>
                    <a:pt x="270" y="45"/>
                    <a:pt x="270" y="45"/>
                    <a:pt x="270" y="45"/>
                  </a:cubicBezTo>
                  <a:cubicBezTo>
                    <a:pt x="270" y="47"/>
                    <a:pt x="270" y="49"/>
                    <a:pt x="269" y="51"/>
                  </a:cubicBezTo>
                  <a:cubicBezTo>
                    <a:pt x="258" y="51"/>
                    <a:pt x="258" y="51"/>
                    <a:pt x="258" y="51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40"/>
                    <a:pt x="266" y="41"/>
                    <a:pt x="266" y="42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1" y="29"/>
                    <a:pt x="271" y="29"/>
                    <a:pt x="271" y="29"/>
                  </a:cubicBezTo>
                  <a:cubicBezTo>
                    <a:pt x="266" y="29"/>
                    <a:pt x="266" y="29"/>
                    <a:pt x="266" y="29"/>
                  </a:cubicBezTo>
                  <a:cubicBezTo>
                    <a:pt x="266" y="30"/>
                    <a:pt x="266" y="32"/>
                    <a:pt x="266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8" y="21"/>
                    <a:pt x="258" y="21"/>
                    <a:pt x="258" y="21"/>
                  </a:cubicBezTo>
                  <a:cubicBezTo>
                    <a:pt x="269" y="21"/>
                    <a:pt x="269" y="21"/>
                    <a:pt x="269" y="21"/>
                  </a:cubicBezTo>
                  <a:cubicBezTo>
                    <a:pt x="269" y="23"/>
                    <a:pt x="270" y="25"/>
                    <a:pt x="270" y="27"/>
                  </a:cubicBezTo>
                  <a:cubicBezTo>
                    <a:pt x="275" y="27"/>
                    <a:pt x="275" y="27"/>
                    <a:pt x="275" y="27"/>
                  </a:cubicBezTo>
                  <a:cubicBezTo>
                    <a:pt x="275" y="17"/>
                    <a:pt x="275" y="17"/>
                    <a:pt x="275" y="17"/>
                  </a:cubicBezTo>
                  <a:cubicBezTo>
                    <a:pt x="245" y="17"/>
                    <a:pt x="245" y="17"/>
                    <a:pt x="245" y="1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7" y="21"/>
                    <a:pt x="249" y="21"/>
                    <a:pt x="252" y="21"/>
                  </a:cubicBezTo>
                  <a:cubicBezTo>
                    <a:pt x="252" y="51"/>
                    <a:pt x="252" y="51"/>
                    <a:pt x="252" y="51"/>
                  </a:cubicBezTo>
                  <a:cubicBezTo>
                    <a:pt x="249" y="51"/>
                    <a:pt x="247" y="52"/>
                    <a:pt x="245" y="52"/>
                  </a:cubicBezTo>
                  <a:cubicBezTo>
                    <a:pt x="245" y="56"/>
                    <a:pt x="245" y="56"/>
                    <a:pt x="245" y="56"/>
                  </a:cubicBezTo>
                  <a:lnTo>
                    <a:pt x="275" y="56"/>
                  </a:lnTo>
                  <a:close/>
                  <a:moveTo>
                    <a:pt x="238" y="56"/>
                  </a:moveTo>
                  <a:cubicBezTo>
                    <a:pt x="238" y="52"/>
                    <a:pt x="238" y="52"/>
                    <a:pt x="238" y="52"/>
                  </a:cubicBezTo>
                  <a:cubicBezTo>
                    <a:pt x="236" y="52"/>
                    <a:pt x="234" y="51"/>
                    <a:pt x="232" y="51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4" y="21"/>
                    <a:pt x="236" y="21"/>
                    <a:pt x="238" y="20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18" y="17"/>
                    <a:pt x="218" y="17"/>
                    <a:pt x="218" y="17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20" y="21"/>
                    <a:pt x="222" y="21"/>
                    <a:pt x="225" y="21"/>
                  </a:cubicBezTo>
                  <a:cubicBezTo>
                    <a:pt x="225" y="51"/>
                    <a:pt x="225" y="51"/>
                    <a:pt x="225" y="51"/>
                  </a:cubicBezTo>
                  <a:cubicBezTo>
                    <a:pt x="222" y="51"/>
                    <a:pt x="220" y="52"/>
                    <a:pt x="218" y="52"/>
                  </a:cubicBezTo>
                  <a:cubicBezTo>
                    <a:pt x="218" y="56"/>
                    <a:pt x="218" y="56"/>
                    <a:pt x="218" y="56"/>
                  </a:cubicBezTo>
                  <a:lnTo>
                    <a:pt x="238" y="56"/>
                  </a:lnTo>
                  <a:close/>
                  <a:moveTo>
                    <a:pt x="211" y="20"/>
                  </a:moveTo>
                  <a:cubicBezTo>
                    <a:pt x="211" y="17"/>
                    <a:pt x="211" y="17"/>
                    <a:pt x="211" y="17"/>
                  </a:cubicBezTo>
                  <a:cubicBezTo>
                    <a:pt x="193" y="17"/>
                    <a:pt x="193" y="17"/>
                    <a:pt x="193" y="17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5" y="21"/>
                    <a:pt x="197" y="21"/>
                    <a:pt x="199" y="21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9" y="41"/>
                    <a:pt x="199" y="45"/>
                    <a:pt x="200" y="48"/>
                  </a:cubicBezTo>
                  <a:cubicBezTo>
                    <a:pt x="199" y="48"/>
                    <a:pt x="199" y="48"/>
                    <a:pt x="199" y="48"/>
                  </a:cubicBezTo>
                  <a:cubicBezTo>
                    <a:pt x="198" y="45"/>
                    <a:pt x="196" y="42"/>
                    <a:pt x="195" y="40"/>
                  </a:cubicBezTo>
                  <a:cubicBezTo>
                    <a:pt x="180" y="17"/>
                    <a:pt x="180" y="17"/>
                    <a:pt x="180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4" y="20"/>
                    <a:pt x="164" y="20"/>
                    <a:pt x="164" y="20"/>
                  </a:cubicBezTo>
                  <a:cubicBezTo>
                    <a:pt x="166" y="21"/>
                    <a:pt x="168" y="21"/>
                    <a:pt x="171" y="21"/>
                  </a:cubicBezTo>
                  <a:cubicBezTo>
                    <a:pt x="171" y="51"/>
                    <a:pt x="171" y="51"/>
                    <a:pt x="171" y="51"/>
                  </a:cubicBezTo>
                  <a:cubicBezTo>
                    <a:pt x="168" y="51"/>
                    <a:pt x="166" y="52"/>
                    <a:pt x="164" y="52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83" y="56"/>
                    <a:pt x="183" y="56"/>
                    <a:pt x="183" y="56"/>
                  </a:cubicBezTo>
                  <a:cubicBezTo>
                    <a:pt x="183" y="52"/>
                    <a:pt x="183" y="52"/>
                    <a:pt x="183" y="52"/>
                  </a:cubicBezTo>
                  <a:cubicBezTo>
                    <a:pt x="182" y="52"/>
                    <a:pt x="179" y="51"/>
                    <a:pt x="177" y="51"/>
                  </a:cubicBezTo>
                  <a:cubicBezTo>
                    <a:pt x="177" y="34"/>
                    <a:pt x="177" y="34"/>
                    <a:pt x="177" y="34"/>
                  </a:cubicBezTo>
                  <a:cubicBezTo>
                    <a:pt x="177" y="30"/>
                    <a:pt x="177" y="27"/>
                    <a:pt x="177" y="25"/>
                  </a:cubicBezTo>
                  <a:cubicBezTo>
                    <a:pt x="177" y="25"/>
                    <a:pt x="177" y="25"/>
                    <a:pt x="177" y="25"/>
                  </a:cubicBezTo>
                  <a:cubicBezTo>
                    <a:pt x="178" y="27"/>
                    <a:pt x="180" y="30"/>
                    <a:pt x="181" y="32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8" y="21"/>
                    <a:pt x="210" y="21"/>
                    <a:pt x="211" y="20"/>
                  </a:cubicBezTo>
                  <a:moveTo>
                    <a:pt x="155" y="56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0" y="47"/>
                    <a:pt x="149" y="49"/>
                    <a:pt x="149" y="51"/>
                  </a:cubicBezTo>
                  <a:cubicBezTo>
                    <a:pt x="138" y="51"/>
                    <a:pt x="138" y="51"/>
                    <a:pt x="138" y="51"/>
                  </a:cubicBezTo>
                  <a:cubicBezTo>
                    <a:pt x="138" y="38"/>
                    <a:pt x="138" y="38"/>
                    <a:pt x="138" y="38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5" y="40"/>
                    <a:pt x="146" y="41"/>
                    <a:pt x="146" y="42"/>
                  </a:cubicBezTo>
                  <a:cubicBezTo>
                    <a:pt x="151" y="42"/>
                    <a:pt x="151" y="42"/>
                    <a:pt x="151" y="42"/>
                  </a:cubicBezTo>
                  <a:cubicBezTo>
                    <a:pt x="151" y="29"/>
                    <a:pt x="151" y="29"/>
                    <a:pt x="151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30"/>
                    <a:pt x="146" y="32"/>
                    <a:pt x="145" y="33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49" y="23"/>
                    <a:pt x="150" y="25"/>
                    <a:pt x="150" y="27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25" y="17"/>
                    <a:pt x="125" y="17"/>
                    <a:pt x="125" y="17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7" y="21"/>
                    <a:pt x="129" y="21"/>
                    <a:pt x="131" y="21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29" y="51"/>
                    <a:pt x="127" y="52"/>
                    <a:pt x="125" y="52"/>
                  </a:cubicBezTo>
                  <a:cubicBezTo>
                    <a:pt x="125" y="56"/>
                    <a:pt x="125" y="56"/>
                    <a:pt x="125" y="56"/>
                  </a:cubicBezTo>
                  <a:lnTo>
                    <a:pt x="155" y="56"/>
                  </a:lnTo>
                  <a:close/>
                  <a:moveTo>
                    <a:pt x="120" y="39"/>
                  </a:moveTo>
                  <a:cubicBezTo>
                    <a:pt x="120" y="35"/>
                    <a:pt x="120" y="35"/>
                    <a:pt x="12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104" y="40"/>
                    <a:pt x="106" y="40"/>
                    <a:pt x="108" y="40"/>
                  </a:cubicBezTo>
                  <a:cubicBezTo>
                    <a:pt x="108" y="50"/>
                    <a:pt x="108" y="50"/>
                    <a:pt x="108" y="50"/>
                  </a:cubicBezTo>
                  <a:cubicBezTo>
                    <a:pt x="106" y="50"/>
                    <a:pt x="104" y="51"/>
                    <a:pt x="102" y="51"/>
                  </a:cubicBezTo>
                  <a:cubicBezTo>
                    <a:pt x="93" y="51"/>
                    <a:pt x="88" y="46"/>
                    <a:pt x="88" y="36"/>
                  </a:cubicBezTo>
                  <a:cubicBezTo>
                    <a:pt x="88" y="27"/>
                    <a:pt x="94" y="22"/>
                    <a:pt x="102" y="22"/>
                  </a:cubicBezTo>
                  <a:cubicBezTo>
                    <a:pt x="104" y="22"/>
                    <a:pt x="106" y="22"/>
                    <a:pt x="108" y="22"/>
                  </a:cubicBezTo>
                  <a:cubicBezTo>
                    <a:pt x="108" y="24"/>
                    <a:pt x="109" y="26"/>
                    <a:pt x="109" y="29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0" y="16"/>
                    <a:pt x="106" y="16"/>
                    <a:pt x="102" y="16"/>
                  </a:cubicBezTo>
                  <a:cubicBezTo>
                    <a:pt x="88" y="16"/>
                    <a:pt x="80" y="25"/>
                    <a:pt x="80" y="37"/>
                  </a:cubicBezTo>
                  <a:cubicBezTo>
                    <a:pt x="80" y="50"/>
                    <a:pt x="89" y="56"/>
                    <a:pt x="101" y="56"/>
                  </a:cubicBezTo>
                  <a:cubicBezTo>
                    <a:pt x="106" y="56"/>
                    <a:pt x="111" y="56"/>
                    <a:pt x="115" y="54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8" y="40"/>
                    <a:pt x="120" y="39"/>
                  </a:cubicBezTo>
                  <a:moveTo>
                    <a:pt x="74" y="20"/>
                  </a:moveTo>
                  <a:cubicBezTo>
                    <a:pt x="74" y="17"/>
                    <a:pt x="74" y="17"/>
                    <a:pt x="74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8" y="21"/>
                    <a:pt x="60" y="21"/>
                    <a:pt x="62" y="21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41"/>
                    <a:pt x="62" y="45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1" y="45"/>
                    <a:pt x="59" y="42"/>
                    <a:pt x="58" y="40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1"/>
                    <a:pt x="31" y="21"/>
                    <a:pt x="34" y="2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1" y="51"/>
                    <a:pt x="29" y="52"/>
                    <a:pt x="27" y="52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4" y="52"/>
                    <a:pt x="42" y="51"/>
                    <a:pt x="40" y="51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0"/>
                    <a:pt x="40" y="27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1" y="27"/>
                    <a:pt x="43" y="30"/>
                    <a:pt x="44" y="32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1" y="21"/>
                    <a:pt x="73" y="21"/>
                    <a:pt x="74" y="20"/>
                  </a:cubicBezTo>
                  <a:moveTo>
                    <a:pt x="20" y="56"/>
                  </a:moveTo>
                  <a:cubicBezTo>
                    <a:pt x="20" y="52"/>
                    <a:pt x="20" y="52"/>
                    <a:pt x="20" y="52"/>
                  </a:cubicBezTo>
                  <a:cubicBezTo>
                    <a:pt x="18" y="52"/>
                    <a:pt x="16" y="51"/>
                    <a:pt x="13" y="5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21"/>
                    <a:pt x="18" y="21"/>
                    <a:pt x="20" y="20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21"/>
                    <a:pt x="4" y="21"/>
                    <a:pt x="7" y="2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4" y="51"/>
                    <a:pt x="2" y="52"/>
                    <a:pt x="0" y="52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0" name="Freeform 38">
              <a:extLst>
                <a:ext uri="{FF2B5EF4-FFF2-40B4-BE49-F238E27FC236}">
                  <a16:creationId xmlns:a16="http://schemas.microsoft.com/office/drawing/2014/main" id="{431FF5A9-F33B-426D-852B-8B71B84F754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597150"/>
              <a:ext cx="908050" cy="88900"/>
            </a:xfrm>
            <a:custGeom>
              <a:avLst/>
              <a:gdLst>
                <a:gd name="T0" fmla="*/ 413 w 419"/>
                <a:gd name="T1" fmla="*/ 35 h 41"/>
                <a:gd name="T2" fmla="*/ 410 w 419"/>
                <a:gd name="T3" fmla="*/ 27 h 41"/>
                <a:gd name="T4" fmla="*/ 410 w 419"/>
                <a:gd name="T5" fmla="*/ 18 h 41"/>
                <a:gd name="T6" fmla="*/ 414 w 419"/>
                <a:gd name="T7" fmla="*/ 12 h 41"/>
                <a:gd name="T8" fmla="*/ 389 w 419"/>
                <a:gd name="T9" fmla="*/ 5 h 41"/>
                <a:gd name="T10" fmla="*/ 389 w 419"/>
                <a:gd name="T11" fmla="*/ 40 h 41"/>
                <a:gd name="T12" fmla="*/ 355 w 419"/>
                <a:gd name="T13" fmla="*/ 35 h 41"/>
                <a:gd name="T14" fmla="*/ 383 w 419"/>
                <a:gd name="T15" fmla="*/ 20 h 41"/>
                <a:gd name="T16" fmla="*/ 342 w 419"/>
                <a:gd name="T17" fmla="*/ 5 h 41"/>
                <a:gd name="T18" fmla="*/ 342 w 419"/>
                <a:gd name="T19" fmla="*/ 40 h 41"/>
                <a:gd name="T20" fmla="*/ 312 w 419"/>
                <a:gd name="T21" fmla="*/ 20 h 41"/>
                <a:gd name="T22" fmla="*/ 297 w 419"/>
                <a:gd name="T23" fmla="*/ 6 h 41"/>
                <a:gd name="T24" fmla="*/ 285 w 419"/>
                <a:gd name="T25" fmla="*/ 1 h 41"/>
                <a:gd name="T26" fmla="*/ 285 w 419"/>
                <a:gd name="T27" fmla="*/ 35 h 41"/>
                <a:gd name="T28" fmla="*/ 296 w 419"/>
                <a:gd name="T29" fmla="*/ 41 h 41"/>
                <a:gd name="T30" fmla="*/ 250 w 419"/>
                <a:gd name="T31" fmla="*/ 13 h 41"/>
                <a:gd name="T32" fmla="*/ 259 w 419"/>
                <a:gd name="T33" fmla="*/ 25 h 41"/>
                <a:gd name="T34" fmla="*/ 257 w 419"/>
                <a:gd name="T35" fmla="*/ 1 h 41"/>
                <a:gd name="T36" fmla="*/ 230 w 419"/>
                <a:gd name="T37" fmla="*/ 40 h 41"/>
                <a:gd name="T38" fmla="*/ 243 w 419"/>
                <a:gd name="T39" fmla="*/ 30 h 41"/>
                <a:gd name="T40" fmla="*/ 257 w 419"/>
                <a:gd name="T41" fmla="*/ 40 h 41"/>
                <a:gd name="T42" fmla="*/ 195 w 419"/>
                <a:gd name="T43" fmla="*/ 1 h 41"/>
                <a:gd name="T44" fmla="*/ 209 w 419"/>
                <a:gd name="T45" fmla="*/ 6 h 41"/>
                <a:gd name="T46" fmla="*/ 223 w 419"/>
                <a:gd name="T47" fmla="*/ 40 h 41"/>
                <a:gd name="T48" fmla="*/ 225 w 419"/>
                <a:gd name="T49" fmla="*/ 6 h 41"/>
                <a:gd name="T50" fmla="*/ 194 w 419"/>
                <a:gd name="T51" fmla="*/ 28 h 41"/>
                <a:gd name="T52" fmla="*/ 178 w 419"/>
                <a:gd name="T53" fmla="*/ 6 h 41"/>
                <a:gd name="T54" fmla="*/ 164 w 419"/>
                <a:gd name="T55" fmla="*/ 5 h 41"/>
                <a:gd name="T56" fmla="*/ 164 w 419"/>
                <a:gd name="T57" fmla="*/ 40 h 41"/>
                <a:gd name="T58" fmla="*/ 140 w 419"/>
                <a:gd name="T59" fmla="*/ 1 h 41"/>
                <a:gd name="T60" fmla="*/ 136 w 419"/>
                <a:gd name="T61" fmla="*/ 35 h 41"/>
                <a:gd name="T62" fmla="*/ 132 w 419"/>
                <a:gd name="T63" fmla="*/ 1 h 41"/>
                <a:gd name="T64" fmla="*/ 119 w 419"/>
                <a:gd name="T65" fmla="*/ 27 h 41"/>
                <a:gd name="T66" fmla="*/ 158 w 419"/>
                <a:gd name="T67" fmla="*/ 5 h 41"/>
                <a:gd name="T68" fmla="*/ 84 w 419"/>
                <a:gd name="T69" fmla="*/ 21 h 41"/>
                <a:gd name="T70" fmla="*/ 107 w 419"/>
                <a:gd name="T71" fmla="*/ 13 h 41"/>
                <a:gd name="T72" fmla="*/ 96 w 419"/>
                <a:gd name="T73" fmla="*/ 41 h 41"/>
                <a:gd name="T74" fmla="*/ 49 w 419"/>
                <a:gd name="T75" fmla="*/ 13 h 41"/>
                <a:gd name="T76" fmla="*/ 58 w 419"/>
                <a:gd name="T77" fmla="*/ 25 h 41"/>
                <a:gd name="T78" fmla="*/ 56 w 419"/>
                <a:gd name="T79" fmla="*/ 1 h 41"/>
                <a:gd name="T80" fmla="*/ 29 w 419"/>
                <a:gd name="T81" fmla="*/ 40 h 41"/>
                <a:gd name="T82" fmla="*/ 43 w 419"/>
                <a:gd name="T83" fmla="*/ 30 h 41"/>
                <a:gd name="T84" fmla="*/ 56 w 419"/>
                <a:gd name="T85" fmla="*/ 40 h 41"/>
                <a:gd name="T86" fmla="*/ 0 w 419"/>
                <a:gd name="T87" fmla="*/ 1 h 41"/>
                <a:gd name="T88" fmla="*/ 0 w 419"/>
                <a:gd name="T89" fmla="*/ 36 h 41"/>
                <a:gd name="T90" fmla="*/ 13 w 419"/>
                <a:gd name="T91" fmla="*/ 35 h 41"/>
                <a:gd name="T92" fmla="*/ 26 w 419"/>
                <a:gd name="T93" fmla="*/ 27 h 41"/>
                <a:gd name="T94" fmla="*/ 13 w 419"/>
                <a:gd name="T95" fmla="*/ 18 h 41"/>
                <a:gd name="T96" fmla="*/ 30 w 419"/>
                <a:gd name="T97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9" h="41">
                  <a:moveTo>
                    <a:pt x="419" y="40"/>
                  </a:moveTo>
                  <a:cubicBezTo>
                    <a:pt x="419" y="29"/>
                    <a:pt x="419" y="29"/>
                    <a:pt x="419" y="29"/>
                  </a:cubicBezTo>
                  <a:cubicBezTo>
                    <a:pt x="414" y="29"/>
                    <a:pt x="414" y="29"/>
                    <a:pt x="414" y="29"/>
                  </a:cubicBezTo>
                  <a:cubicBezTo>
                    <a:pt x="414" y="31"/>
                    <a:pt x="414" y="34"/>
                    <a:pt x="413" y="35"/>
                  </a:cubicBezTo>
                  <a:cubicBezTo>
                    <a:pt x="402" y="35"/>
                    <a:pt x="402" y="35"/>
                    <a:pt x="402" y="35"/>
                  </a:cubicBezTo>
                  <a:cubicBezTo>
                    <a:pt x="402" y="22"/>
                    <a:pt x="402" y="22"/>
                    <a:pt x="402" y="22"/>
                  </a:cubicBezTo>
                  <a:cubicBezTo>
                    <a:pt x="410" y="22"/>
                    <a:pt x="410" y="22"/>
                    <a:pt x="410" y="22"/>
                  </a:cubicBezTo>
                  <a:cubicBezTo>
                    <a:pt x="410" y="24"/>
                    <a:pt x="410" y="25"/>
                    <a:pt x="410" y="27"/>
                  </a:cubicBezTo>
                  <a:cubicBezTo>
                    <a:pt x="415" y="27"/>
                    <a:pt x="415" y="27"/>
                    <a:pt x="415" y="27"/>
                  </a:cubicBezTo>
                  <a:cubicBezTo>
                    <a:pt x="415" y="14"/>
                    <a:pt x="415" y="14"/>
                    <a:pt x="415" y="14"/>
                  </a:cubicBezTo>
                  <a:cubicBezTo>
                    <a:pt x="410" y="14"/>
                    <a:pt x="410" y="14"/>
                    <a:pt x="410" y="14"/>
                  </a:cubicBezTo>
                  <a:cubicBezTo>
                    <a:pt x="410" y="15"/>
                    <a:pt x="410" y="16"/>
                    <a:pt x="410" y="18"/>
                  </a:cubicBezTo>
                  <a:cubicBezTo>
                    <a:pt x="402" y="18"/>
                    <a:pt x="402" y="18"/>
                    <a:pt x="402" y="18"/>
                  </a:cubicBezTo>
                  <a:cubicBezTo>
                    <a:pt x="402" y="6"/>
                    <a:pt x="402" y="6"/>
                    <a:pt x="402" y="6"/>
                  </a:cubicBezTo>
                  <a:cubicBezTo>
                    <a:pt x="413" y="6"/>
                    <a:pt x="413" y="6"/>
                    <a:pt x="413" y="6"/>
                  </a:cubicBezTo>
                  <a:cubicBezTo>
                    <a:pt x="413" y="7"/>
                    <a:pt x="414" y="10"/>
                    <a:pt x="414" y="12"/>
                  </a:cubicBezTo>
                  <a:cubicBezTo>
                    <a:pt x="419" y="12"/>
                    <a:pt x="419" y="12"/>
                    <a:pt x="419" y="12"/>
                  </a:cubicBezTo>
                  <a:cubicBezTo>
                    <a:pt x="419" y="1"/>
                    <a:pt x="419" y="1"/>
                    <a:pt x="419" y="1"/>
                  </a:cubicBezTo>
                  <a:cubicBezTo>
                    <a:pt x="389" y="1"/>
                    <a:pt x="389" y="1"/>
                    <a:pt x="389" y="1"/>
                  </a:cubicBezTo>
                  <a:cubicBezTo>
                    <a:pt x="389" y="5"/>
                    <a:pt x="389" y="5"/>
                    <a:pt x="389" y="5"/>
                  </a:cubicBezTo>
                  <a:cubicBezTo>
                    <a:pt x="391" y="5"/>
                    <a:pt x="393" y="6"/>
                    <a:pt x="396" y="6"/>
                  </a:cubicBezTo>
                  <a:cubicBezTo>
                    <a:pt x="396" y="35"/>
                    <a:pt x="396" y="35"/>
                    <a:pt x="396" y="35"/>
                  </a:cubicBezTo>
                  <a:cubicBezTo>
                    <a:pt x="393" y="36"/>
                    <a:pt x="391" y="36"/>
                    <a:pt x="389" y="36"/>
                  </a:cubicBezTo>
                  <a:cubicBezTo>
                    <a:pt x="389" y="40"/>
                    <a:pt x="389" y="40"/>
                    <a:pt x="389" y="40"/>
                  </a:cubicBezTo>
                  <a:lnTo>
                    <a:pt x="419" y="40"/>
                  </a:lnTo>
                  <a:close/>
                  <a:moveTo>
                    <a:pt x="376" y="20"/>
                  </a:moveTo>
                  <a:cubicBezTo>
                    <a:pt x="376" y="30"/>
                    <a:pt x="369" y="35"/>
                    <a:pt x="360" y="35"/>
                  </a:cubicBezTo>
                  <a:cubicBezTo>
                    <a:pt x="359" y="35"/>
                    <a:pt x="356" y="35"/>
                    <a:pt x="355" y="35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7" y="6"/>
                    <a:pt x="359" y="6"/>
                    <a:pt x="361" y="6"/>
                  </a:cubicBezTo>
                  <a:cubicBezTo>
                    <a:pt x="371" y="6"/>
                    <a:pt x="376" y="11"/>
                    <a:pt x="376" y="20"/>
                  </a:cubicBezTo>
                  <a:moveTo>
                    <a:pt x="383" y="20"/>
                  </a:moveTo>
                  <a:cubicBezTo>
                    <a:pt x="383" y="6"/>
                    <a:pt x="375" y="1"/>
                    <a:pt x="362" y="1"/>
                  </a:cubicBezTo>
                  <a:cubicBezTo>
                    <a:pt x="357" y="1"/>
                    <a:pt x="352" y="1"/>
                    <a:pt x="348" y="1"/>
                  </a:cubicBezTo>
                  <a:cubicBezTo>
                    <a:pt x="342" y="1"/>
                    <a:pt x="342" y="1"/>
                    <a:pt x="342" y="1"/>
                  </a:cubicBezTo>
                  <a:cubicBezTo>
                    <a:pt x="342" y="5"/>
                    <a:pt x="342" y="5"/>
                    <a:pt x="342" y="5"/>
                  </a:cubicBezTo>
                  <a:cubicBezTo>
                    <a:pt x="344" y="5"/>
                    <a:pt x="346" y="6"/>
                    <a:pt x="348" y="6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46" y="36"/>
                    <a:pt x="344" y="36"/>
                    <a:pt x="342" y="36"/>
                  </a:cubicBezTo>
                  <a:cubicBezTo>
                    <a:pt x="342" y="40"/>
                    <a:pt x="342" y="40"/>
                    <a:pt x="342" y="40"/>
                  </a:cubicBezTo>
                  <a:cubicBezTo>
                    <a:pt x="348" y="40"/>
                    <a:pt x="348" y="40"/>
                    <a:pt x="348" y="40"/>
                  </a:cubicBezTo>
                  <a:cubicBezTo>
                    <a:pt x="352" y="40"/>
                    <a:pt x="355" y="41"/>
                    <a:pt x="360" y="41"/>
                  </a:cubicBezTo>
                  <a:cubicBezTo>
                    <a:pt x="373" y="41"/>
                    <a:pt x="383" y="34"/>
                    <a:pt x="383" y="20"/>
                  </a:cubicBezTo>
                  <a:moveTo>
                    <a:pt x="312" y="20"/>
                  </a:moveTo>
                  <a:cubicBezTo>
                    <a:pt x="312" y="30"/>
                    <a:pt x="306" y="35"/>
                    <a:pt x="297" y="35"/>
                  </a:cubicBezTo>
                  <a:cubicBezTo>
                    <a:pt x="295" y="35"/>
                    <a:pt x="293" y="35"/>
                    <a:pt x="291" y="35"/>
                  </a:cubicBezTo>
                  <a:cubicBezTo>
                    <a:pt x="291" y="6"/>
                    <a:pt x="291" y="6"/>
                    <a:pt x="291" y="6"/>
                  </a:cubicBezTo>
                  <a:cubicBezTo>
                    <a:pt x="293" y="6"/>
                    <a:pt x="295" y="6"/>
                    <a:pt x="297" y="6"/>
                  </a:cubicBezTo>
                  <a:cubicBezTo>
                    <a:pt x="307" y="6"/>
                    <a:pt x="312" y="11"/>
                    <a:pt x="312" y="20"/>
                  </a:cubicBezTo>
                  <a:moveTo>
                    <a:pt x="319" y="20"/>
                  </a:moveTo>
                  <a:cubicBezTo>
                    <a:pt x="319" y="6"/>
                    <a:pt x="311" y="1"/>
                    <a:pt x="298" y="1"/>
                  </a:cubicBezTo>
                  <a:cubicBezTo>
                    <a:pt x="294" y="1"/>
                    <a:pt x="288" y="1"/>
                    <a:pt x="285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5"/>
                    <a:pt x="278" y="5"/>
                    <a:pt x="278" y="5"/>
                  </a:cubicBezTo>
                  <a:cubicBezTo>
                    <a:pt x="280" y="5"/>
                    <a:pt x="282" y="6"/>
                    <a:pt x="285" y="6"/>
                  </a:cubicBezTo>
                  <a:cubicBezTo>
                    <a:pt x="285" y="35"/>
                    <a:pt x="285" y="35"/>
                    <a:pt x="285" y="35"/>
                  </a:cubicBezTo>
                  <a:cubicBezTo>
                    <a:pt x="282" y="36"/>
                    <a:pt x="280" y="36"/>
                    <a:pt x="278" y="36"/>
                  </a:cubicBezTo>
                  <a:cubicBezTo>
                    <a:pt x="278" y="40"/>
                    <a:pt x="278" y="40"/>
                    <a:pt x="278" y="40"/>
                  </a:cubicBezTo>
                  <a:cubicBezTo>
                    <a:pt x="285" y="40"/>
                    <a:pt x="285" y="40"/>
                    <a:pt x="285" y="40"/>
                  </a:cubicBezTo>
                  <a:cubicBezTo>
                    <a:pt x="288" y="40"/>
                    <a:pt x="291" y="41"/>
                    <a:pt x="296" y="41"/>
                  </a:cubicBezTo>
                  <a:cubicBezTo>
                    <a:pt x="309" y="41"/>
                    <a:pt x="319" y="34"/>
                    <a:pt x="319" y="20"/>
                  </a:cubicBezTo>
                  <a:moveTo>
                    <a:pt x="259" y="25"/>
                  </a:moveTo>
                  <a:cubicBezTo>
                    <a:pt x="245" y="25"/>
                    <a:pt x="245" y="25"/>
                    <a:pt x="245" y="25"/>
                  </a:cubicBezTo>
                  <a:cubicBezTo>
                    <a:pt x="250" y="13"/>
                    <a:pt x="250" y="13"/>
                    <a:pt x="250" y="13"/>
                  </a:cubicBezTo>
                  <a:cubicBezTo>
                    <a:pt x="251" y="11"/>
                    <a:pt x="251" y="9"/>
                    <a:pt x="252" y="7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3" y="9"/>
                    <a:pt x="253" y="11"/>
                    <a:pt x="254" y="13"/>
                  </a:cubicBezTo>
                  <a:lnTo>
                    <a:pt x="259" y="25"/>
                  </a:lnTo>
                  <a:close/>
                  <a:moveTo>
                    <a:pt x="275" y="40"/>
                  </a:moveTo>
                  <a:cubicBezTo>
                    <a:pt x="275" y="36"/>
                    <a:pt x="275" y="36"/>
                    <a:pt x="275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57" y="1"/>
                    <a:pt x="257" y="1"/>
                    <a:pt x="257" y="1"/>
                  </a:cubicBezTo>
                  <a:cubicBezTo>
                    <a:pt x="248" y="1"/>
                    <a:pt x="248" y="1"/>
                    <a:pt x="248" y="1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3" y="36"/>
                    <a:pt x="231" y="36"/>
                    <a:pt x="230" y="36"/>
                  </a:cubicBezTo>
                  <a:cubicBezTo>
                    <a:pt x="230" y="40"/>
                    <a:pt x="230" y="40"/>
                    <a:pt x="230" y="40"/>
                  </a:cubicBezTo>
                  <a:cubicBezTo>
                    <a:pt x="247" y="40"/>
                    <a:pt x="247" y="40"/>
                    <a:pt x="247" y="40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6" y="36"/>
                    <a:pt x="243" y="36"/>
                    <a:pt x="241" y="36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61" y="30"/>
                    <a:pt x="261" y="30"/>
                    <a:pt x="261" y="30"/>
                  </a:cubicBezTo>
                  <a:cubicBezTo>
                    <a:pt x="262" y="36"/>
                    <a:pt x="262" y="36"/>
                    <a:pt x="262" y="36"/>
                  </a:cubicBezTo>
                  <a:cubicBezTo>
                    <a:pt x="261" y="36"/>
                    <a:pt x="258" y="36"/>
                    <a:pt x="257" y="36"/>
                  </a:cubicBezTo>
                  <a:cubicBezTo>
                    <a:pt x="257" y="40"/>
                    <a:pt x="257" y="40"/>
                    <a:pt x="257" y="40"/>
                  </a:cubicBezTo>
                  <a:lnTo>
                    <a:pt x="275" y="40"/>
                  </a:lnTo>
                  <a:close/>
                  <a:moveTo>
                    <a:pt x="231" y="14"/>
                  </a:moveTo>
                  <a:cubicBezTo>
                    <a:pt x="231" y="1"/>
                    <a:pt x="231" y="1"/>
                    <a:pt x="231" y="1"/>
                  </a:cubicBezTo>
                  <a:cubicBezTo>
                    <a:pt x="195" y="1"/>
                    <a:pt x="195" y="1"/>
                    <a:pt x="195" y="1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9" y="14"/>
                    <a:pt x="199" y="14"/>
                    <a:pt x="199" y="14"/>
                  </a:cubicBezTo>
                  <a:cubicBezTo>
                    <a:pt x="200" y="11"/>
                    <a:pt x="200" y="8"/>
                    <a:pt x="200" y="6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7" y="36"/>
                    <a:pt x="205" y="36"/>
                    <a:pt x="203" y="36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23" y="40"/>
                    <a:pt x="223" y="40"/>
                    <a:pt x="223" y="40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1" y="36"/>
                    <a:pt x="218" y="36"/>
                    <a:pt x="216" y="35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225" y="6"/>
                    <a:pt x="225" y="6"/>
                    <a:pt x="225" y="6"/>
                  </a:cubicBezTo>
                  <a:cubicBezTo>
                    <a:pt x="225" y="8"/>
                    <a:pt x="226" y="11"/>
                    <a:pt x="226" y="14"/>
                  </a:cubicBezTo>
                  <a:lnTo>
                    <a:pt x="231" y="14"/>
                  </a:lnTo>
                  <a:close/>
                  <a:moveTo>
                    <a:pt x="194" y="40"/>
                  </a:moveTo>
                  <a:cubicBezTo>
                    <a:pt x="194" y="28"/>
                    <a:pt x="194" y="28"/>
                    <a:pt x="194" y="28"/>
                  </a:cubicBezTo>
                  <a:cubicBezTo>
                    <a:pt x="189" y="28"/>
                    <a:pt x="189" y="28"/>
                    <a:pt x="189" y="28"/>
                  </a:cubicBezTo>
                  <a:cubicBezTo>
                    <a:pt x="189" y="30"/>
                    <a:pt x="189" y="33"/>
                    <a:pt x="188" y="35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80" y="6"/>
                    <a:pt x="182" y="5"/>
                    <a:pt x="184" y="5"/>
                  </a:cubicBezTo>
                  <a:cubicBezTo>
                    <a:pt x="184" y="1"/>
                    <a:pt x="184" y="1"/>
                    <a:pt x="184" y="1"/>
                  </a:cubicBezTo>
                  <a:cubicBezTo>
                    <a:pt x="164" y="1"/>
                    <a:pt x="164" y="1"/>
                    <a:pt x="164" y="1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6" y="5"/>
                    <a:pt x="169" y="6"/>
                    <a:pt x="171" y="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69" y="36"/>
                    <a:pt x="166" y="36"/>
                    <a:pt x="164" y="36"/>
                  </a:cubicBezTo>
                  <a:cubicBezTo>
                    <a:pt x="164" y="40"/>
                    <a:pt x="164" y="40"/>
                    <a:pt x="164" y="40"/>
                  </a:cubicBezTo>
                  <a:lnTo>
                    <a:pt x="194" y="40"/>
                  </a:lnTo>
                  <a:close/>
                  <a:moveTo>
                    <a:pt x="158" y="5"/>
                  </a:moveTo>
                  <a:cubicBezTo>
                    <a:pt x="158" y="1"/>
                    <a:pt x="158" y="1"/>
                    <a:pt x="158" y="1"/>
                  </a:cubicBezTo>
                  <a:cubicBezTo>
                    <a:pt x="140" y="1"/>
                    <a:pt x="140" y="1"/>
                    <a:pt x="140" y="1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2" y="5"/>
                    <a:pt x="144" y="6"/>
                    <a:pt x="146" y="6"/>
                  </a:cubicBezTo>
                  <a:cubicBezTo>
                    <a:pt x="146" y="25"/>
                    <a:pt x="146" y="25"/>
                    <a:pt x="146" y="25"/>
                  </a:cubicBezTo>
                  <a:cubicBezTo>
                    <a:pt x="146" y="31"/>
                    <a:pt x="143" y="35"/>
                    <a:pt x="136" y="35"/>
                  </a:cubicBezTo>
                  <a:cubicBezTo>
                    <a:pt x="129" y="35"/>
                    <a:pt x="126" y="32"/>
                    <a:pt x="126" y="25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8" y="6"/>
                    <a:pt x="130" y="5"/>
                    <a:pt x="132" y="5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5" y="5"/>
                    <a:pt x="117" y="6"/>
                    <a:pt x="119" y="6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36"/>
                    <a:pt x="125" y="41"/>
                    <a:pt x="135" y="41"/>
                  </a:cubicBezTo>
                  <a:cubicBezTo>
                    <a:pt x="148" y="41"/>
                    <a:pt x="153" y="34"/>
                    <a:pt x="153" y="25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5" y="6"/>
                    <a:pt x="157" y="5"/>
                    <a:pt x="158" y="5"/>
                  </a:cubicBezTo>
                  <a:moveTo>
                    <a:pt x="107" y="39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4" y="34"/>
                    <a:pt x="101" y="35"/>
                    <a:pt x="97" y="35"/>
                  </a:cubicBezTo>
                  <a:cubicBezTo>
                    <a:pt x="88" y="35"/>
                    <a:pt x="84" y="30"/>
                    <a:pt x="84" y="21"/>
                  </a:cubicBezTo>
                  <a:cubicBezTo>
                    <a:pt x="84" y="13"/>
                    <a:pt x="88" y="6"/>
                    <a:pt x="96" y="6"/>
                  </a:cubicBezTo>
                  <a:cubicBezTo>
                    <a:pt x="98" y="6"/>
                    <a:pt x="99" y="7"/>
                    <a:pt x="101" y="7"/>
                  </a:cubicBezTo>
                  <a:cubicBezTo>
                    <a:pt x="101" y="9"/>
                    <a:pt x="102" y="11"/>
                    <a:pt x="102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2"/>
                    <a:pt x="107" y="2"/>
                    <a:pt x="107" y="2"/>
                  </a:cubicBezTo>
                  <a:cubicBezTo>
                    <a:pt x="104" y="1"/>
                    <a:pt x="100" y="0"/>
                    <a:pt x="97" y="0"/>
                  </a:cubicBezTo>
                  <a:cubicBezTo>
                    <a:pt x="83" y="0"/>
                    <a:pt x="76" y="10"/>
                    <a:pt x="76" y="21"/>
                  </a:cubicBezTo>
                  <a:cubicBezTo>
                    <a:pt x="76" y="33"/>
                    <a:pt x="83" y="41"/>
                    <a:pt x="96" y="41"/>
                  </a:cubicBezTo>
                  <a:cubicBezTo>
                    <a:pt x="100" y="41"/>
                    <a:pt x="104" y="40"/>
                    <a:pt x="107" y="39"/>
                  </a:cubicBezTo>
                  <a:moveTo>
                    <a:pt x="58" y="25"/>
                  </a:moveTo>
                  <a:cubicBezTo>
                    <a:pt x="45" y="25"/>
                    <a:pt x="45" y="25"/>
                    <a:pt x="45" y="25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0" y="11"/>
                    <a:pt x="51" y="9"/>
                    <a:pt x="51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9"/>
                    <a:pt x="53" y="11"/>
                    <a:pt x="54" y="13"/>
                  </a:cubicBezTo>
                  <a:lnTo>
                    <a:pt x="58" y="25"/>
                  </a:lnTo>
                  <a:close/>
                  <a:moveTo>
                    <a:pt x="74" y="40"/>
                  </a:moveTo>
                  <a:cubicBezTo>
                    <a:pt x="74" y="36"/>
                    <a:pt x="74" y="36"/>
                    <a:pt x="74" y="36"/>
                  </a:cubicBezTo>
                  <a:cubicBezTo>
                    <a:pt x="73" y="36"/>
                    <a:pt x="71" y="36"/>
                    <a:pt x="69" y="36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1" y="36"/>
                    <a:pt x="29" y="36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5" y="36"/>
                    <a:pt x="43" y="36"/>
                    <a:pt x="41" y="36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0" y="36"/>
                    <a:pt x="58" y="36"/>
                    <a:pt x="56" y="36"/>
                  </a:cubicBezTo>
                  <a:cubicBezTo>
                    <a:pt x="56" y="40"/>
                    <a:pt x="56" y="40"/>
                    <a:pt x="56" y="40"/>
                  </a:cubicBezTo>
                  <a:lnTo>
                    <a:pt x="74" y="40"/>
                  </a:lnTo>
                  <a:close/>
                  <a:moveTo>
                    <a:pt x="30" y="12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6"/>
                    <a:pt x="7" y="6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4" y="36"/>
                    <a:pt x="2" y="36"/>
                    <a:pt x="0" y="3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8" y="36"/>
                    <a:pt x="16" y="36"/>
                    <a:pt x="13" y="35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6"/>
                    <a:pt x="22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7"/>
                    <a:pt x="21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10"/>
                    <a:pt x="25" y="12"/>
                  </a:cubicBezTo>
                  <a:lnTo>
                    <a:pt x="3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</p:spTree>
    <p:extLst>
      <p:ext uri="{BB962C8B-B14F-4D97-AF65-F5344CB8AC3E}">
        <p14:creationId xmlns:p14="http://schemas.microsoft.com/office/powerpoint/2010/main" val="4279719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RoadMap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69C9098-82B7-43C5-9D5D-EE1994593A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586429" cy="6858000"/>
          </a:xfrm>
          <a:prstGeom prst="rect">
            <a:avLst/>
          </a:prstGeom>
        </p:spPr>
      </p:pic>
      <p:grpSp>
        <p:nvGrpSpPr>
          <p:cNvPr id="171" name="Grupo 170">
            <a:extLst>
              <a:ext uri="{FF2B5EF4-FFF2-40B4-BE49-F238E27FC236}">
                <a16:creationId xmlns:a16="http://schemas.microsoft.com/office/drawing/2014/main" id="{F9E60A91-C83D-4C65-977C-32007AF254D7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72" name="Freeform 109">
              <a:extLst>
                <a:ext uri="{FF2B5EF4-FFF2-40B4-BE49-F238E27FC236}">
                  <a16:creationId xmlns:a16="http://schemas.microsoft.com/office/drawing/2014/main" id="{935A355D-7B0A-43AB-9A30-D8AD5CA1D183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73" name="Freeform 110">
              <a:extLst>
                <a:ext uri="{FF2B5EF4-FFF2-40B4-BE49-F238E27FC236}">
                  <a16:creationId xmlns:a16="http://schemas.microsoft.com/office/drawing/2014/main" id="{40B3861D-06D4-4C41-82FC-C8B5FB608E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grpSp>
          <p:nvGrpSpPr>
            <p:cNvPr id="174" name="Grupo 173">
              <a:extLst>
                <a:ext uri="{FF2B5EF4-FFF2-40B4-BE49-F238E27FC236}">
                  <a16:creationId xmlns:a16="http://schemas.microsoft.com/office/drawing/2014/main" id="{98446E80-013C-4388-860E-3AC745D91E57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185" name="Freeform 111">
                <a:extLst>
                  <a:ext uri="{FF2B5EF4-FFF2-40B4-BE49-F238E27FC236}">
                    <a16:creationId xmlns:a16="http://schemas.microsoft.com/office/drawing/2014/main" id="{F0948665-9B10-4DB1-94C4-8CABEF127F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86" name="Freeform 112">
                <a:extLst>
                  <a:ext uri="{FF2B5EF4-FFF2-40B4-BE49-F238E27FC236}">
                    <a16:creationId xmlns:a16="http://schemas.microsoft.com/office/drawing/2014/main" id="{D1FE443B-C023-40BF-BE8A-0C94D3AE0D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87" name="Freeform 113">
                <a:extLst>
                  <a:ext uri="{FF2B5EF4-FFF2-40B4-BE49-F238E27FC236}">
                    <a16:creationId xmlns:a16="http://schemas.microsoft.com/office/drawing/2014/main" id="{667D778E-7944-4C45-B2F0-86EBBFF3EF6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88" name="Freeform 114">
                <a:extLst>
                  <a:ext uri="{FF2B5EF4-FFF2-40B4-BE49-F238E27FC236}">
                    <a16:creationId xmlns:a16="http://schemas.microsoft.com/office/drawing/2014/main" id="{82B2344E-3A0F-4D0A-8C88-02E4486923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89" name="Freeform 115">
                <a:extLst>
                  <a:ext uri="{FF2B5EF4-FFF2-40B4-BE49-F238E27FC236}">
                    <a16:creationId xmlns:a16="http://schemas.microsoft.com/office/drawing/2014/main" id="{D7DA89C8-1B16-45C6-A2E5-3F446E049F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0" name="Freeform 116">
                <a:extLst>
                  <a:ext uri="{FF2B5EF4-FFF2-40B4-BE49-F238E27FC236}">
                    <a16:creationId xmlns:a16="http://schemas.microsoft.com/office/drawing/2014/main" id="{960A921C-005E-46D5-ADA8-BEAC8F0688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1" name="Freeform 117">
                <a:extLst>
                  <a:ext uri="{FF2B5EF4-FFF2-40B4-BE49-F238E27FC236}">
                    <a16:creationId xmlns:a16="http://schemas.microsoft.com/office/drawing/2014/main" id="{F50C571E-A979-4E99-B16B-293D0DD345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2" name="Freeform 118">
                <a:extLst>
                  <a:ext uri="{FF2B5EF4-FFF2-40B4-BE49-F238E27FC236}">
                    <a16:creationId xmlns:a16="http://schemas.microsoft.com/office/drawing/2014/main" id="{D0611570-902B-45BF-A59D-C30B2187E8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3" name="Freeform 119">
                <a:extLst>
                  <a:ext uri="{FF2B5EF4-FFF2-40B4-BE49-F238E27FC236}">
                    <a16:creationId xmlns:a16="http://schemas.microsoft.com/office/drawing/2014/main" id="{9AB70EAF-AFA9-485D-BFD7-70E1121DFC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4" name="Freeform 120">
                <a:extLst>
                  <a:ext uri="{FF2B5EF4-FFF2-40B4-BE49-F238E27FC236}">
                    <a16:creationId xmlns:a16="http://schemas.microsoft.com/office/drawing/2014/main" id="{04AD2F0C-9D01-4538-96B3-D308B956536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5" name="Freeform 121">
                <a:extLst>
                  <a:ext uri="{FF2B5EF4-FFF2-40B4-BE49-F238E27FC236}">
                    <a16:creationId xmlns:a16="http://schemas.microsoft.com/office/drawing/2014/main" id="{4DF5F49D-A06F-4FC7-BDFE-5944ECACB0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6" name="Freeform 122">
                <a:extLst>
                  <a:ext uri="{FF2B5EF4-FFF2-40B4-BE49-F238E27FC236}">
                    <a16:creationId xmlns:a16="http://schemas.microsoft.com/office/drawing/2014/main" id="{90A14F21-B9FA-4692-8C46-8707C06DD0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7" name="Freeform 123">
                <a:extLst>
                  <a:ext uri="{FF2B5EF4-FFF2-40B4-BE49-F238E27FC236}">
                    <a16:creationId xmlns:a16="http://schemas.microsoft.com/office/drawing/2014/main" id="{D7E0F11A-C9DF-4A36-A4E5-A6922359A60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8" name="Freeform 124">
                <a:extLst>
                  <a:ext uri="{FF2B5EF4-FFF2-40B4-BE49-F238E27FC236}">
                    <a16:creationId xmlns:a16="http://schemas.microsoft.com/office/drawing/2014/main" id="{E1B37946-5010-4817-B1C4-38CA40A85BB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9" name="Freeform 125">
                <a:extLst>
                  <a:ext uri="{FF2B5EF4-FFF2-40B4-BE49-F238E27FC236}">
                    <a16:creationId xmlns:a16="http://schemas.microsoft.com/office/drawing/2014/main" id="{0B877D33-DC37-40B8-A4B4-522B1C7BC0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200" name="Freeform 126">
                <a:extLst>
                  <a:ext uri="{FF2B5EF4-FFF2-40B4-BE49-F238E27FC236}">
                    <a16:creationId xmlns:a16="http://schemas.microsoft.com/office/drawing/2014/main" id="{D6ECEBFC-B528-425A-9046-D312145A48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201" name="Freeform 127">
                <a:extLst>
                  <a:ext uri="{FF2B5EF4-FFF2-40B4-BE49-F238E27FC236}">
                    <a16:creationId xmlns:a16="http://schemas.microsoft.com/office/drawing/2014/main" id="{DF690213-BD51-43B4-93D8-6D2C9C5A3E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</p:grpSp>
        <p:sp>
          <p:nvSpPr>
            <p:cNvPr id="175" name="Freeform 128">
              <a:extLst>
                <a:ext uri="{FF2B5EF4-FFF2-40B4-BE49-F238E27FC236}">
                  <a16:creationId xmlns:a16="http://schemas.microsoft.com/office/drawing/2014/main" id="{3DF56A6C-A63A-4EA4-8E4B-2496D1BE5E1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76" name="Freeform 129">
              <a:extLst>
                <a:ext uri="{FF2B5EF4-FFF2-40B4-BE49-F238E27FC236}">
                  <a16:creationId xmlns:a16="http://schemas.microsoft.com/office/drawing/2014/main" id="{5B254F54-080A-46FD-9B85-2A72F7B2A3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77" name="Freeform 130">
              <a:extLst>
                <a:ext uri="{FF2B5EF4-FFF2-40B4-BE49-F238E27FC236}">
                  <a16:creationId xmlns:a16="http://schemas.microsoft.com/office/drawing/2014/main" id="{C40DC395-F46C-49E2-B55A-3EF7CA2D87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78" name="Freeform 131">
              <a:extLst>
                <a:ext uri="{FF2B5EF4-FFF2-40B4-BE49-F238E27FC236}">
                  <a16:creationId xmlns:a16="http://schemas.microsoft.com/office/drawing/2014/main" id="{211621E2-4BA7-468A-A6A3-C480D17550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79" name="Freeform 132">
              <a:extLst>
                <a:ext uri="{FF2B5EF4-FFF2-40B4-BE49-F238E27FC236}">
                  <a16:creationId xmlns:a16="http://schemas.microsoft.com/office/drawing/2014/main" id="{817B6A18-EFA4-4A13-BB53-1AD30179C3E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80" name="Freeform 133">
              <a:extLst>
                <a:ext uri="{FF2B5EF4-FFF2-40B4-BE49-F238E27FC236}">
                  <a16:creationId xmlns:a16="http://schemas.microsoft.com/office/drawing/2014/main" id="{694A1B1A-1B77-4CDF-9F55-EA9A629C764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81" name="Freeform 134">
              <a:extLst>
                <a:ext uri="{FF2B5EF4-FFF2-40B4-BE49-F238E27FC236}">
                  <a16:creationId xmlns:a16="http://schemas.microsoft.com/office/drawing/2014/main" id="{70477B80-89B9-45A6-9409-22016A9BF8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82" name="Freeform 135">
              <a:extLst>
                <a:ext uri="{FF2B5EF4-FFF2-40B4-BE49-F238E27FC236}">
                  <a16:creationId xmlns:a16="http://schemas.microsoft.com/office/drawing/2014/main" id="{8050B54D-8677-4BA0-8408-E20F1DC444DA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83" name="Freeform 136">
              <a:extLst>
                <a:ext uri="{FF2B5EF4-FFF2-40B4-BE49-F238E27FC236}">
                  <a16:creationId xmlns:a16="http://schemas.microsoft.com/office/drawing/2014/main" id="{E751A3BF-0760-4E3C-AEF1-8E8850A921AC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84" name="Freeform 137">
              <a:extLst>
                <a:ext uri="{FF2B5EF4-FFF2-40B4-BE49-F238E27FC236}">
                  <a16:creationId xmlns:a16="http://schemas.microsoft.com/office/drawing/2014/main" id="{8733404B-990F-4101-942A-1B16ABF1FE2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</p:grpSp>
      <p:sp>
        <p:nvSpPr>
          <p:cNvPr id="237" name="Marcador de texto 2">
            <a:extLst>
              <a:ext uri="{FF2B5EF4-FFF2-40B4-BE49-F238E27FC236}">
                <a16:creationId xmlns:a16="http://schemas.microsoft.com/office/drawing/2014/main" id="{21BE496C-4F43-4096-928E-E8CDD918789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238" name="Marcador de texto 2">
            <a:extLst>
              <a:ext uri="{FF2B5EF4-FFF2-40B4-BE49-F238E27FC236}">
                <a16:creationId xmlns:a16="http://schemas.microsoft.com/office/drawing/2014/main" id="{C79176AD-7FA4-4120-8DD0-02DE74F108A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239" name="Conector recto 238">
            <a:extLst>
              <a:ext uri="{FF2B5EF4-FFF2-40B4-BE49-F238E27FC236}">
                <a16:creationId xmlns:a16="http://schemas.microsoft.com/office/drawing/2014/main" id="{46BC1EEA-3F48-4B6D-8536-419FA2AF2613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bg2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8885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RoadMap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CE15226-FCD8-4FAC-A82D-0A3A917864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9325"/>
          <a:stretch/>
        </p:blipFill>
        <p:spPr>
          <a:xfrm>
            <a:off x="-1" y="0"/>
            <a:ext cx="1598279" cy="6858000"/>
          </a:xfrm>
          <a:prstGeom prst="rect">
            <a:avLst/>
          </a:prstGeom>
          <a:solidFill>
            <a:srgbClr val="06070C"/>
          </a:solidFill>
        </p:spPr>
      </p:pic>
      <p:sp>
        <p:nvSpPr>
          <p:cNvPr id="27" name="Marcador de número de diapositiva 70">
            <a:extLst>
              <a:ext uri="{FF2B5EF4-FFF2-40B4-BE49-F238E27FC236}">
                <a16:creationId xmlns:a16="http://schemas.microsoft.com/office/drawing/2014/main" id="{F45BB82A-CBF5-4FB5-BA3B-29ADBCDA7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>
                <a:solidFill>
                  <a:srgbClr val="FFFFFF"/>
                </a:solidFill>
              </a:rPr>
              <a:pPr/>
              <a:t>‹Nº›</a:t>
            </a:fld>
            <a:endParaRPr>
              <a:solidFill>
                <a:srgbClr val="FFFFFF"/>
              </a:solidFill>
            </a:endParaRPr>
          </a:p>
        </p:txBody>
      </p:sp>
      <p:grpSp>
        <p:nvGrpSpPr>
          <p:cNvPr id="233" name="Grupo 232">
            <a:extLst>
              <a:ext uri="{FF2B5EF4-FFF2-40B4-BE49-F238E27FC236}">
                <a16:creationId xmlns:a16="http://schemas.microsoft.com/office/drawing/2014/main" id="{9B27D484-B252-454E-8152-434A5BFC4220}"/>
              </a:ext>
            </a:extLst>
          </p:cNvPr>
          <p:cNvGrpSpPr/>
          <p:nvPr userDrawn="1"/>
        </p:nvGrpSpPr>
        <p:grpSpPr>
          <a:xfrm>
            <a:off x="9269672" y="352811"/>
            <a:ext cx="1108652" cy="538385"/>
            <a:chOff x="3838575" y="2246313"/>
            <a:chExt cx="1931988" cy="938213"/>
          </a:xfrm>
        </p:grpSpPr>
        <p:sp>
          <p:nvSpPr>
            <p:cNvPr id="234" name="Rectangle 5">
              <a:extLst>
                <a:ext uri="{FF2B5EF4-FFF2-40B4-BE49-F238E27FC236}">
                  <a16:creationId xmlns:a16="http://schemas.microsoft.com/office/drawing/2014/main" id="{FCA6959D-2F8A-4A24-9D46-81D208A4F1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575" y="2246313"/>
              <a:ext cx="1931988" cy="938213"/>
            </a:xfrm>
            <a:prstGeom prst="rect">
              <a:avLst/>
            </a:prstGeom>
            <a:solidFill>
              <a:srgbClr val="00B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235" name="Freeform 37">
              <a:extLst>
                <a:ext uri="{FF2B5EF4-FFF2-40B4-BE49-F238E27FC236}">
                  <a16:creationId xmlns:a16="http://schemas.microsoft.com/office/drawing/2014/main" id="{DD06CFBF-66CE-4D57-9CF6-97431195BD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727325"/>
              <a:ext cx="1668463" cy="123825"/>
            </a:xfrm>
            <a:custGeom>
              <a:avLst/>
              <a:gdLst>
                <a:gd name="T0" fmla="*/ 768 w 770"/>
                <a:gd name="T1" fmla="*/ 17 h 57"/>
                <a:gd name="T2" fmla="*/ 743 w 770"/>
                <a:gd name="T3" fmla="*/ 44 h 57"/>
                <a:gd name="T4" fmla="*/ 715 w 770"/>
                <a:gd name="T5" fmla="*/ 22 h 57"/>
                <a:gd name="T6" fmla="*/ 720 w 770"/>
                <a:gd name="T7" fmla="*/ 17 h 57"/>
                <a:gd name="T8" fmla="*/ 704 w 770"/>
                <a:gd name="T9" fmla="*/ 51 h 57"/>
                <a:gd name="T10" fmla="*/ 689 w 770"/>
                <a:gd name="T11" fmla="*/ 56 h 57"/>
                <a:gd name="T12" fmla="*/ 669 w 770"/>
                <a:gd name="T13" fmla="*/ 20 h 57"/>
                <a:gd name="T14" fmla="*/ 662 w 770"/>
                <a:gd name="T15" fmla="*/ 48 h 57"/>
                <a:gd name="T16" fmla="*/ 662 w 770"/>
                <a:gd name="T17" fmla="*/ 17 h 57"/>
                <a:gd name="T18" fmla="*/ 607 w 770"/>
                <a:gd name="T19" fmla="*/ 17 h 57"/>
                <a:gd name="T20" fmla="*/ 593 w 770"/>
                <a:gd name="T21" fmla="*/ 17 h 57"/>
                <a:gd name="T22" fmla="*/ 597 w 770"/>
                <a:gd name="T23" fmla="*/ 56 h 57"/>
                <a:gd name="T24" fmla="*/ 610 w 770"/>
                <a:gd name="T25" fmla="*/ 56 h 57"/>
                <a:gd name="T26" fmla="*/ 563 w 770"/>
                <a:gd name="T27" fmla="*/ 51 h 57"/>
                <a:gd name="T28" fmla="*/ 560 w 770"/>
                <a:gd name="T29" fmla="*/ 29 h 57"/>
                <a:gd name="T30" fmla="*/ 568 w 770"/>
                <a:gd name="T31" fmla="*/ 17 h 57"/>
                <a:gd name="T32" fmla="*/ 569 w 770"/>
                <a:gd name="T33" fmla="*/ 56 h 57"/>
                <a:gd name="T34" fmla="*/ 511 w 770"/>
                <a:gd name="T35" fmla="*/ 17 h 57"/>
                <a:gd name="T36" fmla="*/ 504 w 770"/>
                <a:gd name="T37" fmla="*/ 54 h 57"/>
                <a:gd name="T38" fmla="*/ 504 w 770"/>
                <a:gd name="T39" fmla="*/ 29 h 57"/>
                <a:gd name="T40" fmla="*/ 453 w 770"/>
                <a:gd name="T41" fmla="*/ 17 h 57"/>
                <a:gd name="T42" fmla="*/ 430 w 770"/>
                <a:gd name="T43" fmla="*/ 17 h 57"/>
                <a:gd name="T44" fmla="*/ 422 w 770"/>
                <a:gd name="T45" fmla="*/ 56 h 57"/>
                <a:gd name="T46" fmla="*/ 379 w 770"/>
                <a:gd name="T47" fmla="*/ 41 h 57"/>
                <a:gd name="T48" fmla="*/ 395 w 770"/>
                <a:gd name="T49" fmla="*/ 56 h 57"/>
                <a:gd name="T50" fmla="*/ 350 w 770"/>
                <a:gd name="T51" fmla="*/ 56 h 57"/>
                <a:gd name="T52" fmla="*/ 377 w 770"/>
                <a:gd name="T53" fmla="*/ 52 h 57"/>
                <a:gd name="T54" fmla="*/ 347 w 770"/>
                <a:gd name="T55" fmla="*/ 20 h 57"/>
                <a:gd name="T56" fmla="*/ 327 w 770"/>
                <a:gd name="T57" fmla="*/ 56 h 57"/>
                <a:gd name="T58" fmla="*/ 310 w 770"/>
                <a:gd name="T59" fmla="*/ 28 h 57"/>
                <a:gd name="T60" fmla="*/ 320 w 770"/>
                <a:gd name="T61" fmla="*/ 52 h 57"/>
                <a:gd name="T62" fmla="*/ 284 w 770"/>
                <a:gd name="T63" fmla="*/ 17 h 57"/>
                <a:gd name="T64" fmla="*/ 303 w 770"/>
                <a:gd name="T65" fmla="*/ 52 h 57"/>
                <a:gd name="T66" fmla="*/ 275 w 770"/>
                <a:gd name="T67" fmla="*/ 45 h 57"/>
                <a:gd name="T68" fmla="*/ 271 w 770"/>
                <a:gd name="T69" fmla="*/ 42 h 57"/>
                <a:gd name="T70" fmla="*/ 270 w 770"/>
                <a:gd name="T71" fmla="*/ 27 h 57"/>
                <a:gd name="T72" fmla="*/ 245 w 770"/>
                <a:gd name="T73" fmla="*/ 52 h 57"/>
                <a:gd name="T74" fmla="*/ 238 w 770"/>
                <a:gd name="T75" fmla="*/ 20 h 57"/>
                <a:gd name="T76" fmla="*/ 218 w 770"/>
                <a:gd name="T77" fmla="*/ 56 h 57"/>
                <a:gd name="T78" fmla="*/ 199 w 770"/>
                <a:gd name="T79" fmla="*/ 35 h 57"/>
                <a:gd name="T80" fmla="*/ 171 w 770"/>
                <a:gd name="T81" fmla="*/ 21 h 57"/>
                <a:gd name="T82" fmla="*/ 177 w 770"/>
                <a:gd name="T83" fmla="*/ 34 h 57"/>
                <a:gd name="T84" fmla="*/ 211 w 770"/>
                <a:gd name="T85" fmla="*/ 20 h 57"/>
                <a:gd name="T86" fmla="*/ 145 w 770"/>
                <a:gd name="T87" fmla="*/ 38 h 57"/>
                <a:gd name="T88" fmla="*/ 138 w 770"/>
                <a:gd name="T89" fmla="*/ 21 h 57"/>
                <a:gd name="T90" fmla="*/ 131 w 770"/>
                <a:gd name="T91" fmla="*/ 21 h 57"/>
                <a:gd name="T92" fmla="*/ 102 w 770"/>
                <a:gd name="T93" fmla="*/ 35 h 57"/>
                <a:gd name="T94" fmla="*/ 108 w 770"/>
                <a:gd name="T95" fmla="*/ 22 h 57"/>
                <a:gd name="T96" fmla="*/ 115 w 770"/>
                <a:gd name="T97" fmla="*/ 54 h 57"/>
                <a:gd name="T98" fmla="*/ 62 w 770"/>
                <a:gd name="T99" fmla="*/ 21 h 57"/>
                <a:gd name="T100" fmla="*/ 27 w 770"/>
                <a:gd name="T101" fmla="*/ 20 h 57"/>
                <a:gd name="T102" fmla="*/ 40 w 770"/>
                <a:gd name="T103" fmla="*/ 51 h 57"/>
                <a:gd name="T104" fmla="*/ 69 w 770"/>
                <a:gd name="T105" fmla="*/ 21 h 57"/>
                <a:gd name="T106" fmla="*/ 20 w 770"/>
                <a:gd name="T107" fmla="*/ 17 h 57"/>
                <a:gd name="T108" fmla="*/ 20 w 770"/>
                <a:gd name="T109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70" h="57">
                  <a:moveTo>
                    <a:pt x="770" y="44"/>
                  </a:moveTo>
                  <a:cubicBezTo>
                    <a:pt x="770" y="31"/>
                    <a:pt x="750" y="35"/>
                    <a:pt x="750" y="27"/>
                  </a:cubicBezTo>
                  <a:cubicBezTo>
                    <a:pt x="750" y="23"/>
                    <a:pt x="752" y="21"/>
                    <a:pt x="758" y="21"/>
                  </a:cubicBezTo>
                  <a:cubicBezTo>
                    <a:pt x="759" y="21"/>
                    <a:pt x="761" y="21"/>
                    <a:pt x="762" y="21"/>
                  </a:cubicBezTo>
                  <a:cubicBezTo>
                    <a:pt x="763" y="23"/>
                    <a:pt x="763" y="25"/>
                    <a:pt x="763" y="28"/>
                  </a:cubicBezTo>
                  <a:cubicBezTo>
                    <a:pt x="768" y="28"/>
                    <a:pt x="768" y="28"/>
                    <a:pt x="768" y="28"/>
                  </a:cubicBezTo>
                  <a:cubicBezTo>
                    <a:pt x="768" y="17"/>
                    <a:pt x="768" y="17"/>
                    <a:pt x="768" y="17"/>
                  </a:cubicBezTo>
                  <a:cubicBezTo>
                    <a:pt x="765" y="16"/>
                    <a:pt x="761" y="16"/>
                    <a:pt x="758" y="16"/>
                  </a:cubicBezTo>
                  <a:cubicBezTo>
                    <a:pt x="748" y="16"/>
                    <a:pt x="742" y="21"/>
                    <a:pt x="742" y="28"/>
                  </a:cubicBezTo>
                  <a:cubicBezTo>
                    <a:pt x="742" y="40"/>
                    <a:pt x="763" y="36"/>
                    <a:pt x="763" y="45"/>
                  </a:cubicBezTo>
                  <a:cubicBezTo>
                    <a:pt x="763" y="50"/>
                    <a:pt x="758" y="51"/>
                    <a:pt x="754" y="51"/>
                  </a:cubicBezTo>
                  <a:cubicBezTo>
                    <a:pt x="752" y="51"/>
                    <a:pt x="750" y="51"/>
                    <a:pt x="749" y="51"/>
                  </a:cubicBezTo>
                  <a:cubicBezTo>
                    <a:pt x="748" y="49"/>
                    <a:pt x="748" y="47"/>
                    <a:pt x="748" y="44"/>
                  </a:cubicBezTo>
                  <a:cubicBezTo>
                    <a:pt x="743" y="44"/>
                    <a:pt x="743" y="44"/>
                    <a:pt x="743" y="44"/>
                  </a:cubicBezTo>
                  <a:cubicBezTo>
                    <a:pt x="743" y="55"/>
                    <a:pt x="743" y="55"/>
                    <a:pt x="743" y="55"/>
                  </a:cubicBezTo>
                  <a:cubicBezTo>
                    <a:pt x="746" y="56"/>
                    <a:pt x="750" y="57"/>
                    <a:pt x="753" y="57"/>
                  </a:cubicBezTo>
                  <a:cubicBezTo>
                    <a:pt x="763" y="57"/>
                    <a:pt x="770" y="52"/>
                    <a:pt x="770" y="44"/>
                  </a:cubicBezTo>
                  <a:moveTo>
                    <a:pt x="722" y="41"/>
                  </a:moveTo>
                  <a:cubicBezTo>
                    <a:pt x="708" y="41"/>
                    <a:pt x="708" y="41"/>
                    <a:pt x="708" y="41"/>
                  </a:cubicBezTo>
                  <a:cubicBezTo>
                    <a:pt x="713" y="29"/>
                    <a:pt x="713" y="29"/>
                    <a:pt x="713" y="29"/>
                  </a:cubicBezTo>
                  <a:cubicBezTo>
                    <a:pt x="713" y="27"/>
                    <a:pt x="714" y="24"/>
                    <a:pt x="715" y="22"/>
                  </a:cubicBezTo>
                  <a:cubicBezTo>
                    <a:pt x="715" y="22"/>
                    <a:pt x="715" y="22"/>
                    <a:pt x="715" y="22"/>
                  </a:cubicBezTo>
                  <a:cubicBezTo>
                    <a:pt x="715" y="24"/>
                    <a:pt x="716" y="27"/>
                    <a:pt x="717" y="29"/>
                  </a:cubicBezTo>
                  <a:lnTo>
                    <a:pt x="722" y="41"/>
                  </a:lnTo>
                  <a:close/>
                  <a:moveTo>
                    <a:pt x="737" y="56"/>
                  </a:moveTo>
                  <a:cubicBezTo>
                    <a:pt x="737" y="52"/>
                    <a:pt x="737" y="52"/>
                    <a:pt x="737" y="52"/>
                  </a:cubicBezTo>
                  <a:cubicBezTo>
                    <a:pt x="736" y="52"/>
                    <a:pt x="734" y="51"/>
                    <a:pt x="733" y="51"/>
                  </a:cubicBezTo>
                  <a:cubicBezTo>
                    <a:pt x="720" y="17"/>
                    <a:pt x="720" y="17"/>
                    <a:pt x="720" y="17"/>
                  </a:cubicBezTo>
                  <a:cubicBezTo>
                    <a:pt x="711" y="17"/>
                    <a:pt x="711" y="17"/>
                    <a:pt x="711" y="17"/>
                  </a:cubicBezTo>
                  <a:cubicBezTo>
                    <a:pt x="697" y="51"/>
                    <a:pt x="697" y="51"/>
                    <a:pt x="697" y="51"/>
                  </a:cubicBezTo>
                  <a:cubicBezTo>
                    <a:pt x="696" y="51"/>
                    <a:pt x="694" y="52"/>
                    <a:pt x="693" y="52"/>
                  </a:cubicBezTo>
                  <a:cubicBezTo>
                    <a:pt x="693" y="56"/>
                    <a:pt x="693" y="56"/>
                    <a:pt x="693" y="56"/>
                  </a:cubicBezTo>
                  <a:cubicBezTo>
                    <a:pt x="710" y="56"/>
                    <a:pt x="710" y="56"/>
                    <a:pt x="710" y="56"/>
                  </a:cubicBezTo>
                  <a:cubicBezTo>
                    <a:pt x="710" y="52"/>
                    <a:pt x="710" y="52"/>
                    <a:pt x="710" y="52"/>
                  </a:cubicBezTo>
                  <a:cubicBezTo>
                    <a:pt x="708" y="52"/>
                    <a:pt x="706" y="51"/>
                    <a:pt x="704" y="51"/>
                  </a:cubicBezTo>
                  <a:cubicBezTo>
                    <a:pt x="706" y="46"/>
                    <a:pt x="706" y="46"/>
                    <a:pt x="706" y="46"/>
                  </a:cubicBezTo>
                  <a:cubicBezTo>
                    <a:pt x="723" y="46"/>
                    <a:pt x="723" y="46"/>
                    <a:pt x="723" y="46"/>
                  </a:cubicBezTo>
                  <a:cubicBezTo>
                    <a:pt x="725" y="51"/>
                    <a:pt x="725" y="51"/>
                    <a:pt x="725" y="51"/>
                  </a:cubicBezTo>
                  <a:cubicBezTo>
                    <a:pt x="723" y="51"/>
                    <a:pt x="721" y="52"/>
                    <a:pt x="719" y="52"/>
                  </a:cubicBezTo>
                  <a:cubicBezTo>
                    <a:pt x="719" y="56"/>
                    <a:pt x="719" y="56"/>
                    <a:pt x="719" y="56"/>
                  </a:cubicBezTo>
                  <a:lnTo>
                    <a:pt x="737" y="56"/>
                  </a:lnTo>
                  <a:close/>
                  <a:moveTo>
                    <a:pt x="689" y="56"/>
                  </a:moveTo>
                  <a:cubicBezTo>
                    <a:pt x="689" y="52"/>
                    <a:pt x="689" y="52"/>
                    <a:pt x="689" y="52"/>
                  </a:cubicBezTo>
                  <a:cubicBezTo>
                    <a:pt x="687" y="52"/>
                    <a:pt x="685" y="51"/>
                    <a:pt x="683" y="51"/>
                  </a:cubicBezTo>
                  <a:cubicBezTo>
                    <a:pt x="683" y="21"/>
                    <a:pt x="683" y="21"/>
                    <a:pt x="683" y="21"/>
                  </a:cubicBezTo>
                  <a:cubicBezTo>
                    <a:pt x="685" y="21"/>
                    <a:pt x="687" y="21"/>
                    <a:pt x="689" y="20"/>
                  </a:cubicBezTo>
                  <a:cubicBezTo>
                    <a:pt x="689" y="17"/>
                    <a:pt x="689" y="17"/>
                    <a:pt x="689" y="17"/>
                  </a:cubicBezTo>
                  <a:cubicBezTo>
                    <a:pt x="669" y="17"/>
                    <a:pt x="669" y="17"/>
                    <a:pt x="669" y="17"/>
                  </a:cubicBezTo>
                  <a:cubicBezTo>
                    <a:pt x="669" y="20"/>
                    <a:pt x="669" y="20"/>
                    <a:pt x="669" y="20"/>
                  </a:cubicBezTo>
                  <a:cubicBezTo>
                    <a:pt x="671" y="21"/>
                    <a:pt x="674" y="21"/>
                    <a:pt x="676" y="21"/>
                  </a:cubicBezTo>
                  <a:cubicBezTo>
                    <a:pt x="676" y="51"/>
                    <a:pt x="676" y="51"/>
                    <a:pt x="676" y="51"/>
                  </a:cubicBezTo>
                  <a:cubicBezTo>
                    <a:pt x="674" y="51"/>
                    <a:pt x="671" y="52"/>
                    <a:pt x="669" y="52"/>
                  </a:cubicBezTo>
                  <a:cubicBezTo>
                    <a:pt x="669" y="56"/>
                    <a:pt x="669" y="56"/>
                    <a:pt x="669" y="56"/>
                  </a:cubicBezTo>
                  <a:lnTo>
                    <a:pt x="689" y="56"/>
                  </a:lnTo>
                  <a:close/>
                  <a:moveTo>
                    <a:pt x="662" y="54"/>
                  </a:moveTo>
                  <a:cubicBezTo>
                    <a:pt x="662" y="48"/>
                    <a:pt x="662" y="48"/>
                    <a:pt x="662" y="48"/>
                  </a:cubicBezTo>
                  <a:cubicBezTo>
                    <a:pt x="659" y="49"/>
                    <a:pt x="655" y="50"/>
                    <a:pt x="652" y="50"/>
                  </a:cubicBezTo>
                  <a:cubicBezTo>
                    <a:pt x="643" y="50"/>
                    <a:pt x="638" y="45"/>
                    <a:pt x="638" y="36"/>
                  </a:cubicBezTo>
                  <a:cubicBezTo>
                    <a:pt x="638" y="28"/>
                    <a:pt x="643" y="22"/>
                    <a:pt x="651" y="22"/>
                  </a:cubicBezTo>
                  <a:cubicBezTo>
                    <a:pt x="653" y="22"/>
                    <a:pt x="654" y="22"/>
                    <a:pt x="656" y="23"/>
                  </a:cubicBezTo>
                  <a:cubicBezTo>
                    <a:pt x="656" y="25"/>
                    <a:pt x="656" y="27"/>
                    <a:pt x="657" y="29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62" y="17"/>
                    <a:pt x="662" y="17"/>
                    <a:pt x="662" y="17"/>
                  </a:cubicBezTo>
                  <a:cubicBezTo>
                    <a:pt x="659" y="17"/>
                    <a:pt x="655" y="16"/>
                    <a:pt x="652" y="16"/>
                  </a:cubicBezTo>
                  <a:cubicBezTo>
                    <a:pt x="638" y="16"/>
                    <a:pt x="631" y="26"/>
                    <a:pt x="631" y="37"/>
                  </a:cubicBezTo>
                  <a:cubicBezTo>
                    <a:pt x="631" y="49"/>
                    <a:pt x="638" y="56"/>
                    <a:pt x="651" y="56"/>
                  </a:cubicBezTo>
                  <a:cubicBezTo>
                    <a:pt x="655" y="56"/>
                    <a:pt x="659" y="56"/>
                    <a:pt x="662" y="54"/>
                  </a:cubicBezTo>
                  <a:moveTo>
                    <a:pt x="625" y="20"/>
                  </a:moveTo>
                  <a:cubicBezTo>
                    <a:pt x="625" y="17"/>
                    <a:pt x="625" y="17"/>
                    <a:pt x="625" y="17"/>
                  </a:cubicBezTo>
                  <a:cubicBezTo>
                    <a:pt x="607" y="17"/>
                    <a:pt x="607" y="17"/>
                    <a:pt x="607" y="17"/>
                  </a:cubicBezTo>
                  <a:cubicBezTo>
                    <a:pt x="607" y="20"/>
                    <a:pt x="607" y="20"/>
                    <a:pt x="607" y="20"/>
                  </a:cubicBezTo>
                  <a:cubicBezTo>
                    <a:pt x="608" y="21"/>
                    <a:pt x="611" y="21"/>
                    <a:pt x="613" y="21"/>
                  </a:cubicBezTo>
                  <a:cubicBezTo>
                    <a:pt x="613" y="35"/>
                    <a:pt x="613" y="35"/>
                    <a:pt x="613" y="35"/>
                  </a:cubicBezTo>
                  <a:cubicBezTo>
                    <a:pt x="613" y="41"/>
                    <a:pt x="613" y="45"/>
                    <a:pt x="613" y="48"/>
                  </a:cubicBezTo>
                  <a:cubicBezTo>
                    <a:pt x="613" y="48"/>
                    <a:pt x="613" y="48"/>
                    <a:pt x="613" y="48"/>
                  </a:cubicBezTo>
                  <a:cubicBezTo>
                    <a:pt x="612" y="45"/>
                    <a:pt x="610" y="42"/>
                    <a:pt x="608" y="40"/>
                  </a:cubicBezTo>
                  <a:cubicBezTo>
                    <a:pt x="593" y="17"/>
                    <a:pt x="593" y="17"/>
                    <a:pt x="593" y="17"/>
                  </a:cubicBezTo>
                  <a:cubicBezTo>
                    <a:pt x="577" y="17"/>
                    <a:pt x="577" y="17"/>
                    <a:pt x="577" y="17"/>
                  </a:cubicBezTo>
                  <a:cubicBezTo>
                    <a:pt x="577" y="20"/>
                    <a:pt x="577" y="20"/>
                    <a:pt x="577" y="20"/>
                  </a:cubicBezTo>
                  <a:cubicBezTo>
                    <a:pt x="579" y="21"/>
                    <a:pt x="582" y="21"/>
                    <a:pt x="584" y="21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2" y="51"/>
                    <a:pt x="579" y="52"/>
                    <a:pt x="577" y="52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97" y="56"/>
                    <a:pt x="597" y="56"/>
                    <a:pt x="597" y="56"/>
                  </a:cubicBezTo>
                  <a:cubicBezTo>
                    <a:pt x="597" y="52"/>
                    <a:pt x="597" y="52"/>
                    <a:pt x="597" y="52"/>
                  </a:cubicBezTo>
                  <a:cubicBezTo>
                    <a:pt x="595" y="52"/>
                    <a:pt x="593" y="51"/>
                    <a:pt x="591" y="51"/>
                  </a:cubicBezTo>
                  <a:cubicBezTo>
                    <a:pt x="591" y="34"/>
                    <a:pt x="591" y="34"/>
                    <a:pt x="591" y="34"/>
                  </a:cubicBezTo>
                  <a:cubicBezTo>
                    <a:pt x="591" y="30"/>
                    <a:pt x="590" y="27"/>
                    <a:pt x="590" y="25"/>
                  </a:cubicBezTo>
                  <a:cubicBezTo>
                    <a:pt x="590" y="25"/>
                    <a:pt x="590" y="25"/>
                    <a:pt x="590" y="25"/>
                  </a:cubicBezTo>
                  <a:cubicBezTo>
                    <a:pt x="592" y="27"/>
                    <a:pt x="593" y="30"/>
                    <a:pt x="595" y="32"/>
                  </a:cubicBezTo>
                  <a:cubicBezTo>
                    <a:pt x="610" y="56"/>
                    <a:pt x="610" y="56"/>
                    <a:pt x="610" y="56"/>
                  </a:cubicBezTo>
                  <a:cubicBezTo>
                    <a:pt x="619" y="56"/>
                    <a:pt x="619" y="56"/>
                    <a:pt x="619" y="56"/>
                  </a:cubicBezTo>
                  <a:cubicBezTo>
                    <a:pt x="619" y="21"/>
                    <a:pt x="619" y="21"/>
                    <a:pt x="619" y="21"/>
                  </a:cubicBezTo>
                  <a:cubicBezTo>
                    <a:pt x="621" y="21"/>
                    <a:pt x="623" y="21"/>
                    <a:pt x="625" y="20"/>
                  </a:cubicBezTo>
                  <a:moveTo>
                    <a:pt x="569" y="56"/>
                  </a:moveTo>
                  <a:cubicBezTo>
                    <a:pt x="569" y="45"/>
                    <a:pt x="569" y="45"/>
                    <a:pt x="569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3" y="47"/>
                    <a:pt x="563" y="49"/>
                    <a:pt x="563" y="51"/>
                  </a:cubicBezTo>
                  <a:cubicBezTo>
                    <a:pt x="552" y="51"/>
                    <a:pt x="552" y="51"/>
                    <a:pt x="552" y="51"/>
                  </a:cubicBezTo>
                  <a:cubicBezTo>
                    <a:pt x="552" y="38"/>
                    <a:pt x="552" y="38"/>
                    <a:pt x="552" y="38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559" y="40"/>
                    <a:pt x="559" y="41"/>
                    <a:pt x="560" y="42"/>
                  </a:cubicBezTo>
                  <a:cubicBezTo>
                    <a:pt x="564" y="42"/>
                    <a:pt x="564" y="42"/>
                    <a:pt x="564" y="42"/>
                  </a:cubicBezTo>
                  <a:cubicBezTo>
                    <a:pt x="564" y="29"/>
                    <a:pt x="564" y="29"/>
                    <a:pt x="564" y="29"/>
                  </a:cubicBezTo>
                  <a:cubicBezTo>
                    <a:pt x="560" y="29"/>
                    <a:pt x="560" y="29"/>
                    <a:pt x="560" y="29"/>
                  </a:cubicBezTo>
                  <a:cubicBezTo>
                    <a:pt x="559" y="30"/>
                    <a:pt x="559" y="32"/>
                    <a:pt x="55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21"/>
                    <a:pt x="552" y="21"/>
                    <a:pt x="552" y="21"/>
                  </a:cubicBezTo>
                  <a:cubicBezTo>
                    <a:pt x="563" y="21"/>
                    <a:pt x="563" y="21"/>
                    <a:pt x="563" y="21"/>
                  </a:cubicBezTo>
                  <a:cubicBezTo>
                    <a:pt x="563" y="23"/>
                    <a:pt x="563" y="25"/>
                    <a:pt x="564" y="27"/>
                  </a:cubicBezTo>
                  <a:cubicBezTo>
                    <a:pt x="568" y="27"/>
                    <a:pt x="568" y="27"/>
                    <a:pt x="568" y="27"/>
                  </a:cubicBezTo>
                  <a:cubicBezTo>
                    <a:pt x="568" y="17"/>
                    <a:pt x="568" y="17"/>
                    <a:pt x="568" y="17"/>
                  </a:cubicBezTo>
                  <a:cubicBezTo>
                    <a:pt x="538" y="17"/>
                    <a:pt x="538" y="17"/>
                    <a:pt x="538" y="17"/>
                  </a:cubicBezTo>
                  <a:cubicBezTo>
                    <a:pt x="538" y="20"/>
                    <a:pt x="538" y="20"/>
                    <a:pt x="538" y="20"/>
                  </a:cubicBezTo>
                  <a:cubicBezTo>
                    <a:pt x="540" y="21"/>
                    <a:pt x="543" y="21"/>
                    <a:pt x="545" y="21"/>
                  </a:cubicBezTo>
                  <a:cubicBezTo>
                    <a:pt x="545" y="51"/>
                    <a:pt x="545" y="51"/>
                    <a:pt x="545" y="51"/>
                  </a:cubicBezTo>
                  <a:cubicBezTo>
                    <a:pt x="543" y="51"/>
                    <a:pt x="540" y="52"/>
                    <a:pt x="538" y="52"/>
                  </a:cubicBezTo>
                  <a:cubicBezTo>
                    <a:pt x="538" y="56"/>
                    <a:pt x="538" y="56"/>
                    <a:pt x="538" y="56"/>
                  </a:cubicBezTo>
                  <a:lnTo>
                    <a:pt x="569" y="56"/>
                  </a:lnTo>
                  <a:close/>
                  <a:moveTo>
                    <a:pt x="531" y="56"/>
                  </a:moveTo>
                  <a:cubicBezTo>
                    <a:pt x="531" y="52"/>
                    <a:pt x="531" y="52"/>
                    <a:pt x="531" y="52"/>
                  </a:cubicBezTo>
                  <a:cubicBezTo>
                    <a:pt x="529" y="52"/>
                    <a:pt x="527" y="51"/>
                    <a:pt x="525" y="51"/>
                  </a:cubicBezTo>
                  <a:cubicBezTo>
                    <a:pt x="525" y="21"/>
                    <a:pt x="525" y="21"/>
                    <a:pt x="525" y="21"/>
                  </a:cubicBezTo>
                  <a:cubicBezTo>
                    <a:pt x="527" y="21"/>
                    <a:pt x="529" y="21"/>
                    <a:pt x="531" y="20"/>
                  </a:cubicBezTo>
                  <a:cubicBezTo>
                    <a:pt x="531" y="17"/>
                    <a:pt x="531" y="17"/>
                    <a:pt x="531" y="17"/>
                  </a:cubicBezTo>
                  <a:cubicBezTo>
                    <a:pt x="511" y="17"/>
                    <a:pt x="511" y="17"/>
                    <a:pt x="511" y="17"/>
                  </a:cubicBezTo>
                  <a:cubicBezTo>
                    <a:pt x="511" y="20"/>
                    <a:pt x="511" y="20"/>
                    <a:pt x="511" y="20"/>
                  </a:cubicBezTo>
                  <a:cubicBezTo>
                    <a:pt x="513" y="21"/>
                    <a:pt x="516" y="21"/>
                    <a:pt x="518" y="21"/>
                  </a:cubicBezTo>
                  <a:cubicBezTo>
                    <a:pt x="518" y="51"/>
                    <a:pt x="518" y="51"/>
                    <a:pt x="518" y="51"/>
                  </a:cubicBezTo>
                  <a:cubicBezTo>
                    <a:pt x="516" y="51"/>
                    <a:pt x="513" y="52"/>
                    <a:pt x="511" y="52"/>
                  </a:cubicBezTo>
                  <a:cubicBezTo>
                    <a:pt x="511" y="56"/>
                    <a:pt x="511" y="56"/>
                    <a:pt x="511" y="56"/>
                  </a:cubicBezTo>
                  <a:lnTo>
                    <a:pt x="531" y="56"/>
                  </a:lnTo>
                  <a:close/>
                  <a:moveTo>
                    <a:pt x="504" y="54"/>
                  </a:moveTo>
                  <a:cubicBezTo>
                    <a:pt x="504" y="48"/>
                    <a:pt x="504" y="48"/>
                    <a:pt x="504" y="48"/>
                  </a:cubicBezTo>
                  <a:cubicBezTo>
                    <a:pt x="501" y="49"/>
                    <a:pt x="497" y="50"/>
                    <a:pt x="494" y="50"/>
                  </a:cubicBezTo>
                  <a:cubicBezTo>
                    <a:pt x="485" y="50"/>
                    <a:pt x="481" y="45"/>
                    <a:pt x="481" y="36"/>
                  </a:cubicBezTo>
                  <a:cubicBezTo>
                    <a:pt x="481" y="28"/>
                    <a:pt x="485" y="22"/>
                    <a:pt x="493" y="22"/>
                  </a:cubicBezTo>
                  <a:cubicBezTo>
                    <a:pt x="495" y="22"/>
                    <a:pt x="496" y="22"/>
                    <a:pt x="498" y="23"/>
                  </a:cubicBezTo>
                  <a:cubicBezTo>
                    <a:pt x="498" y="25"/>
                    <a:pt x="499" y="27"/>
                    <a:pt x="499" y="29"/>
                  </a:cubicBezTo>
                  <a:cubicBezTo>
                    <a:pt x="504" y="29"/>
                    <a:pt x="504" y="29"/>
                    <a:pt x="504" y="29"/>
                  </a:cubicBezTo>
                  <a:cubicBezTo>
                    <a:pt x="504" y="17"/>
                    <a:pt x="504" y="17"/>
                    <a:pt x="504" y="17"/>
                  </a:cubicBezTo>
                  <a:cubicBezTo>
                    <a:pt x="501" y="17"/>
                    <a:pt x="497" y="16"/>
                    <a:pt x="494" y="16"/>
                  </a:cubicBezTo>
                  <a:cubicBezTo>
                    <a:pt x="480" y="16"/>
                    <a:pt x="473" y="26"/>
                    <a:pt x="473" y="37"/>
                  </a:cubicBezTo>
                  <a:cubicBezTo>
                    <a:pt x="473" y="49"/>
                    <a:pt x="480" y="56"/>
                    <a:pt x="493" y="56"/>
                  </a:cubicBezTo>
                  <a:cubicBezTo>
                    <a:pt x="497" y="56"/>
                    <a:pt x="501" y="56"/>
                    <a:pt x="504" y="54"/>
                  </a:cubicBezTo>
                  <a:moveTo>
                    <a:pt x="453" y="20"/>
                  </a:moveTo>
                  <a:cubicBezTo>
                    <a:pt x="453" y="17"/>
                    <a:pt x="453" y="17"/>
                    <a:pt x="453" y="17"/>
                  </a:cubicBezTo>
                  <a:cubicBezTo>
                    <a:pt x="436" y="17"/>
                    <a:pt x="436" y="17"/>
                    <a:pt x="436" y="17"/>
                  </a:cubicBezTo>
                  <a:cubicBezTo>
                    <a:pt x="436" y="20"/>
                    <a:pt x="436" y="20"/>
                    <a:pt x="436" y="20"/>
                  </a:cubicBezTo>
                  <a:cubicBezTo>
                    <a:pt x="437" y="21"/>
                    <a:pt x="439" y="21"/>
                    <a:pt x="440" y="21"/>
                  </a:cubicBezTo>
                  <a:cubicBezTo>
                    <a:pt x="433" y="36"/>
                    <a:pt x="433" y="36"/>
                    <a:pt x="433" y="36"/>
                  </a:cubicBezTo>
                  <a:cubicBezTo>
                    <a:pt x="425" y="21"/>
                    <a:pt x="425" y="21"/>
                    <a:pt x="425" y="21"/>
                  </a:cubicBezTo>
                  <a:cubicBezTo>
                    <a:pt x="426" y="21"/>
                    <a:pt x="428" y="21"/>
                    <a:pt x="430" y="20"/>
                  </a:cubicBezTo>
                  <a:cubicBezTo>
                    <a:pt x="430" y="17"/>
                    <a:pt x="430" y="17"/>
                    <a:pt x="430" y="17"/>
                  </a:cubicBezTo>
                  <a:cubicBezTo>
                    <a:pt x="412" y="17"/>
                    <a:pt x="412" y="17"/>
                    <a:pt x="412" y="17"/>
                  </a:cubicBezTo>
                  <a:cubicBezTo>
                    <a:pt x="412" y="20"/>
                    <a:pt x="412" y="20"/>
                    <a:pt x="412" y="20"/>
                  </a:cubicBezTo>
                  <a:cubicBezTo>
                    <a:pt x="414" y="21"/>
                    <a:pt x="415" y="21"/>
                    <a:pt x="417" y="21"/>
                  </a:cubicBezTo>
                  <a:cubicBezTo>
                    <a:pt x="429" y="42"/>
                    <a:pt x="429" y="42"/>
                    <a:pt x="429" y="42"/>
                  </a:cubicBezTo>
                  <a:cubicBezTo>
                    <a:pt x="429" y="51"/>
                    <a:pt x="429" y="51"/>
                    <a:pt x="429" y="51"/>
                  </a:cubicBezTo>
                  <a:cubicBezTo>
                    <a:pt x="427" y="51"/>
                    <a:pt x="424" y="52"/>
                    <a:pt x="422" y="52"/>
                  </a:cubicBezTo>
                  <a:cubicBezTo>
                    <a:pt x="422" y="56"/>
                    <a:pt x="422" y="56"/>
                    <a:pt x="422" y="56"/>
                  </a:cubicBezTo>
                  <a:cubicBezTo>
                    <a:pt x="442" y="56"/>
                    <a:pt x="442" y="56"/>
                    <a:pt x="442" y="56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0" y="52"/>
                    <a:pt x="438" y="51"/>
                    <a:pt x="436" y="51"/>
                  </a:cubicBezTo>
                  <a:cubicBezTo>
                    <a:pt x="436" y="42"/>
                    <a:pt x="436" y="42"/>
                    <a:pt x="436" y="42"/>
                  </a:cubicBezTo>
                  <a:cubicBezTo>
                    <a:pt x="448" y="21"/>
                    <a:pt x="448" y="21"/>
                    <a:pt x="448" y="21"/>
                  </a:cubicBezTo>
                  <a:cubicBezTo>
                    <a:pt x="449" y="21"/>
                    <a:pt x="451" y="21"/>
                    <a:pt x="453" y="20"/>
                  </a:cubicBezTo>
                  <a:moveTo>
                    <a:pt x="379" y="41"/>
                  </a:moveTo>
                  <a:cubicBezTo>
                    <a:pt x="365" y="41"/>
                    <a:pt x="365" y="41"/>
                    <a:pt x="365" y="41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71" y="27"/>
                    <a:pt x="372" y="24"/>
                    <a:pt x="372" y="22"/>
                  </a:cubicBezTo>
                  <a:cubicBezTo>
                    <a:pt x="372" y="22"/>
                    <a:pt x="372" y="22"/>
                    <a:pt x="372" y="22"/>
                  </a:cubicBezTo>
                  <a:cubicBezTo>
                    <a:pt x="373" y="24"/>
                    <a:pt x="373" y="27"/>
                    <a:pt x="374" y="29"/>
                  </a:cubicBezTo>
                  <a:lnTo>
                    <a:pt x="379" y="41"/>
                  </a:lnTo>
                  <a:close/>
                  <a:moveTo>
                    <a:pt x="395" y="56"/>
                  </a:moveTo>
                  <a:cubicBezTo>
                    <a:pt x="395" y="52"/>
                    <a:pt x="395" y="52"/>
                    <a:pt x="395" y="52"/>
                  </a:cubicBezTo>
                  <a:cubicBezTo>
                    <a:pt x="393" y="52"/>
                    <a:pt x="392" y="51"/>
                    <a:pt x="390" y="51"/>
                  </a:cubicBezTo>
                  <a:cubicBezTo>
                    <a:pt x="377" y="17"/>
                    <a:pt x="377" y="17"/>
                    <a:pt x="377" y="17"/>
                  </a:cubicBezTo>
                  <a:cubicBezTo>
                    <a:pt x="368" y="17"/>
                    <a:pt x="368" y="17"/>
                    <a:pt x="368" y="17"/>
                  </a:cubicBezTo>
                  <a:cubicBezTo>
                    <a:pt x="355" y="51"/>
                    <a:pt x="355" y="51"/>
                    <a:pt x="355" y="51"/>
                  </a:cubicBezTo>
                  <a:cubicBezTo>
                    <a:pt x="353" y="51"/>
                    <a:pt x="351" y="52"/>
                    <a:pt x="350" y="52"/>
                  </a:cubicBezTo>
                  <a:cubicBezTo>
                    <a:pt x="350" y="56"/>
                    <a:pt x="350" y="56"/>
                    <a:pt x="350" y="56"/>
                  </a:cubicBezTo>
                  <a:cubicBezTo>
                    <a:pt x="367" y="56"/>
                    <a:pt x="367" y="56"/>
                    <a:pt x="367" y="56"/>
                  </a:cubicBezTo>
                  <a:cubicBezTo>
                    <a:pt x="367" y="52"/>
                    <a:pt x="367" y="52"/>
                    <a:pt x="367" y="52"/>
                  </a:cubicBezTo>
                  <a:cubicBezTo>
                    <a:pt x="366" y="52"/>
                    <a:pt x="363" y="51"/>
                    <a:pt x="362" y="51"/>
                  </a:cubicBezTo>
                  <a:cubicBezTo>
                    <a:pt x="364" y="46"/>
                    <a:pt x="364" y="46"/>
                    <a:pt x="364" y="46"/>
                  </a:cubicBezTo>
                  <a:cubicBezTo>
                    <a:pt x="381" y="46"/>
                    <a:pt x="381" y="46"/>
                    <a:pt x="381" y="46"/>
                  </a:cubicBezTo>
                  <a:cubicBezTo>
                    <a:pt x="383" y="51"/>
                    <a:pt x="383" y="51"/>
                    <a:pt x="383" y="51"/>
                  </a:cubicBezTo>
                  <a:cubicBezTo>
                    <a:pt x="381" y="51"/>
                    <a:pt x="379" y="52"/>
                    <a:pt x="377" y="52"/>
                  </a:cubicBezTo>
                  <a:cubicBezTo>
                    <a:pt x="377" y="56"/>
                    <a:pt x="377" y="56"/>
                    <a:pt x="377" y="56"/>
                  </a:cubicBezTo>
                  <a:lnTo>
                    <a:pt x="395" y="56"/>
                  </a:lnTo>
                  <a:close/>
                  <a:moveTo>
                    <a:pt x="347" y="56"/>
                  </a:moveTo>
                  <a:cubicBezTo>
                    <a:pt x="347" y="52"/>
                    <a:pt x="347" y="52"/>
                    <a:pt x="347" y="52"/>
                  </a:cubicBezTo>
                  <a:cubicBezTo>
                    <a:pt x="345" y="52"/>
                    <a:pt x="342" y="51"/>
                    <a:pt x="340" y="5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2" y="21"/>
                    <a:pt x="345" y="21"/>
                    <a:pt x="347" y="20"/>
                  </a:cubicBezTo>
                  <a:cubicBezTo>
                    <a:pt x="347" y="17"/>
                    <a:pt x="347" y="17"/>
                    <a:pt x="347" y="17"/>
                  </a:cubicBezTo>
                  <a:cubicBezTo>
                    <a:pt x="327" y="17"/>
                    <a:pt x="327" y="17"/>
                    <a:pt x="327" y="17"/>
                  </a:cubicBezTo>
                  <a:cubicBezTo>
                    <a:pt x="327" y="20"/>
                    <a:pt x="327" y="20"/>
                    <a:pt x="327" y="20"/>
                  </a:cubicBezTo>
                  <a:cubicBezTo>
                    <a:pt x="329" y="21"/>
                    <a:pt x="331" y="21"/>
                    <a:pt x="333" y="21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1" y="51"/>
                    <a:pt x="329" y="52"/>
                    <a:pt x="327" y="52"/>
                  </a:cubicBezTo>
                  <a:cubicBezTo>
                    <a:pt x="327" y="56"/>
                    <a:pt x="327" y="56"/>
                    <a:pt x="327" y="56"/>
                  </a:cubicBezTo>
                  <a:lnTo>
                    <a:pt x="347" y="56"/>
                  </a:lnTo>
                  <a:close/>
                  <a:moveTo>
                    <a:pt x="346" y="5"/>
                  </a:moveTo>
                  <a:cubicBezTo>
                    <a:pt x="343" y="0"/>
                    <a:pt x="343" y="0"/>
                    <a:pt x="343" y="0"/>
                  </a:cubicBezTo>
                  <a:cubicBezTo>
                    <a:pt x="332" y="9"/>
                    <a:pt x="332" y="9"/>
                    <a:pt x="332" y="9"/>
                  </a:cubicBezTo>
                  <a:cubicBezTo>
                    <a:pt x="335" y="12"/>
                    <a:pt x="335" y="12"/>
                    <a:pt x="335" y="12"/>
                  </a:cubicBezTo>
                  <a:lnTo>
                    <a:pt x="346" y="5"/>
                  </a:lnTo>
                  <a:close/>
                  <a:moveTo>
                    <a:pt x="310" y="28"/>
                  </a:moveTo>
                  <a:cubicBezTo>
                    <a:pt x="310" y="32"/>
                    <a:pt x="307" y="34"/>
                    <a:pt x="302" y="34"/>
                  </a:cubicBezTo>
                  <a:cubicBezTo>
                    <a:pt x="300" y="34"/>
                    <a:pt x="299" y="34"/>
                    <a:pt x="298" y="34"/>
                  </a:cubicBezTo>
                  <a:cubicBezTo>
                    <a:pt x="298" y="22"/>
                    <a:pt x="298" y="22"/>
                    <a:pt x="298" y="22"/>
                  </a:cubicBezTo>
                  <a:cubicBezTo>
                    <a:pt x="299" y="22"/>
                    <a:pt x="300" y="21"/>
                    <a:pt x="302" y="21"/>
                  </a:cubicBezTo>
                  <a:cubicBezTo>
                    <a:pt x="307" y="21"/>
                    <a:pt x="310" y="23"/>
                    <a:pt x="310" y="28"/>
                  </a:cubicBezTo>
                  <a:moveTo>
                    <a:pt x="320" y="56"/>
                  </a:moveTo>
                  <a:cubicBezTo>
                    <a:pt x="320" y="52"/>
                    <a:pt x="320" y="52"/>
                    <a:pt x="320" y="52"/>
                  </a:cubicBezTo>
                  <a:cubicBezTo>
                    <a:pt x="319" y="52"/>
                    <a:pt x="317" y="51"/>
                    <a:pt x="315" y="51"/>
                  </a:cubicBezTo>
                  <a:cubicBezTo>
                    <a:pt x="309" y="42"/>
                    <a:pt x="309" y="42"/>
                    <a:pt x="309" y="42"/>
                  </a:cubicBezTo>
                  <a:cubicBezTo>
                    <a:pt x="308" y="40"/>
                    <a:pt x="307" y="39"/>
                    <a:pt x="306" y="38"/>
                  </a:cubicBezTo>
                  <a:cubicBezTo>
                    <a:pt x="313" y="37"/>
                    <a:pt x="317" y="33"/>
                    <a:pt x="317" y="27"/>
                  </a:cubicBezTo>
                  <a:cubicBezTo>
                    <a:pt x="317" y="20"/>
                    <a:pt x="312" y="16"/>
                    <a:pt x="303" y="16"/>
                  </a:cubicBezTo>
                  <a:cubicBezTo>
                    <a:pt x="298" y="16"/>
                    <a:pt x="293" y="17"/>
                    <a:pt x="290" y="17"/>
                  </a:cubicBezTo>
                  <a:cubicBezTo>
                    <a:pt x="284" y="17"/>
                    <a:pt x="284" y="17"/>
                    <a:pt x="284" y="17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6" y="21"/>
                    <a:pt x="288" y="21"/>
                    <a:pt x="291" y="2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88" y="51"/>
                    <a:pt x="286" y="52"/>
                    <a:pt x="284" y="52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303" y="56"/>
                    <a:pt x="303" y="56"/>
                    <a:pt x="303" y="56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299" y="51"/>
                    <a:pt x="298" y="51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310" y="56"/>
                    <a:pt x="310" y="56"/>
                    <a:pt x="310" y="56"/>
                  </a:cubicBezTo>
                  <a:lnTo>
                    <a:pt x="320" y="56"/>
                  </a:lnTo>
                  <a:close/>
                  <a:moveTo>
                    <a:pt x="275" y="56"/>
                  </a:moveTo>
                  <a:cubicBezTo>
                    <a:pt x="275" y="45"/>
                    <a:pt x="275" y="45"/>
                    <a:pt x="275" y="45"/>
                  </a:cubicBezTo>
                  <a:cubicBezTo>
                    <a:pt x="270" y="45"/>
                    <a:pt x="270" y="45"/>
                    <a:pt x="270" y="45"/>
                  </a:cubicBezTo>
                  <a:cubicBezTo>
                    <a:pt x="270" y="47"/>
                    <a:pt x="270" y="49"/>
                    <a:pt x="269" y="51"/>
                  </a:cubicBezTo>
                  <a:cubicBezTo>
                    <a:pt x="258" y="51"/>
                    <a:pt x="258" y="51"/>
                    <a:pt x="258" y="51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40"/>
                    <a:pt x="266" y="41"/>
                    <a:pt x="266" y="42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1" y="29"/>
                    <a:pt x="271" y="29"/>
                    <a:pt x="271" y="29"/>
                  </a:cubicBezTo>
                  <a:cubicBezTo>
                    <a:pt x="266" y="29"/>
                    <a:pt x="266" y="29"/>
                    <a:pt x="266" y="29"/>
                  </a:cubicBezTo>
                  <a:cubicBezTo>
                    <a:pt x="266" y="30"/>
                    <a:pt x="266" y="32"/>
                    <a:pt x="266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8" y="21"/>
                    <a:pt x="258" y="21"/>
                    <a:pt x="258" y="21"/>
                  </a:cubicBezTo>
                  <a:cubicBezTo>
                    <a:pt x="269" y="21"/>
                    <a:pt x="269" y="21"/>
                    <a:pt x="269" y="21"/>
                  </a:cubicBezTo>
                  <a:cubicBezTo>
                    <a:pt x="269" y="23"/>
                    <a:pt x="270" y="25"/>
                    <a:pt x="270" y="27"/>
                  </a:cubicBezTo>
                  <a:cubicBezTo>
                    <a:pt x="275" y="27"/>
                    <a:pt x="275" y="27"/>
                    <a:pt x="275" y="27"/>
                  </a:cubicBezTo>
                  <a:cubicBezTo>
                    <a:pt x="275" y="17"/>
                    <a:pt x="275" y="17"/>
                    <a:pt x="275" y="17"/>
                  </a:cubicBezTo>
                  <a:cubicBezTo>
                    <a:pt x="245" y="17"/>
                    <a:pt x="245" y="17"/>
                    <a:pt x="245" y="1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7" y="21"/>
                    <a:pt x="249" y="21"/>
                    <a:pt x="252" y="21"/>
                  </a:cubicBezTo>
                  <a:cubicBezTo>
                    <a:pt x="252" y="51"/>
                    <a:pt x="252" y="51"/>
                    <a:pt x="252" y="51"/>
                  </a:cubicBezTo>
                  <a:cubicBezTo>
                    <a:pt x="249" y="51"/>
                    <a:pt x="247" y="52"/>
                    <a:pt x="245" y="52"/>
                  </a:cubicBezTo>
                  <a:cubicBezTo>
                    <a:pt x="245" y="56"/>
                    <a:pt x="245" y="56"/>
                    <a:pt x="245" y="56"/>
                  </a:cubicBezTo>
                  <a:lnTo>
                    <a:pt x="275" y="56"/>
                  </a:lnTo>
                  <a:close/>
                  <a:moveTo>
                    <a:pt x="238" y="56"/>
                  </a:moveTo>
                  <a:cubicBezTo>
                    <a:pt x="238" y="52"/>
                    <a:pt x="238" y="52"/>
                    <a:pt x="238" y="52"/>
                  </a:cubicBezTo>
                  <a:cubicBezTo>
                    <a:pt x="236" y="52"/>
                    <a:pt x="234" y="51"/>
                    <a:pt x="232" y="51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4" y="21"/>
                    <a:pt x="236" y="21"/>
                    <a:pt x="238" y="20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18" y="17"/>
                    <a:pt x="218" y="17"/>
                    <a:pt x="218" y="17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20" y="21"/>
                    <a:pt x="222" y="21"/>
                    <a:pt x="225" y="21"/>
                  </a:cubicBezTo>
                  <a:cubicBezTo>
                    <a:pt x="225" y="51"/>
                    <a:pt x="225" y="51"/>
                    <a:pt x="225" y="51"/>
                  </a:cubicBezTo>
                  <a:cubicBezTo>
                    <a:pt x="222" y="51"/>
                    <a:pt x="220" y="52"/>
                    <a:pt x="218" y="52"/>
                  </a:cubicBezTo>
                  <a:cubicBezTo>
                    <a:pt x="218" y="56"/>
                    <a:pt x="218" y="56"/>
                    <a:pt x="218" y="56"/>
                  </a:cubicBezTo>
                  <a:lnTo>
                    <a:pt x="238" y="56"/>
                  </a:lnTo>
                  <a:close/>
                  <a:moveTo>
                    <a:pt x="211" y="20"/>
                  </a:moveTo>
                  <a:cubicBezTo>
                    <a:pt x="211" y="17"/>
                    <a:pt x="211" y="17"/>
                    <a:pt x="211" y="17"/>
                  </a:cubicBezTo>
                  <a:cubicBezTo>
                    <a:pt x="193" y="17"/>
                    <a:pt x="193" y="17"/>
                    <a:pt x="193" y="17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5" y="21"/>
                    <a:pt x="197" y="21"/>
                    <a:pt x="199" y="21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9" y="41"/>
                    <a:pt x="199" y="45"/>
                    <a:pt x="200" y="48"/>
                  </a:cubicBezTo>
                  <a:cubicBezTo>
                    <a:pt x="199" y="48"/>
                    <a:pt x="199" y="48"/>
                    <a:pt x="199" y="48"/>
                  </a:cubicBezTo>
                  <a:cubicBezTo>
                    <a:pt x="198" y="45"/>
                    <a:pt x="196" y="42"/>
                    <a:pt x="195" y="40"/>
                  </a:cubicBezTo>
                  <a:cubicBezTo>
                    <a:pt x="180" y="17"/>
                    <a:pt x="180" y="17"/>
                    <a:pt x="180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4" y="20"/>
                    <a:pt x="164" y="20"/>
                    <a:pt x="164" y="20"/>
                  </a:cubicBezTo>
                  <a:cubicBezTo>
                    <a:pt x="166" y="21"/>
                    <a:pt x="168" y="21"/>
                    <a:pt x="171" y="21"/>
                  </a:cubicBezTo>
                  <a:cubicBezTo>
                    <a:pt x="171" y="51"/>
                    <a:pt x="171" y="51"/>
                    <a:pt x="171" y="51"/>
                  </a:cubicBezTo>
                  <a:cubicBezTo>
                    <a:pt x="168" y="51"/>
                    <a:pt x="166" y="52"/>
                    <a:pt x="164" y="52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83" y="56"/>
                    <a:pt x="183" y="56"/>
                    <a:pt x="183" y="56"/>
                  </a:cubicBezTo>
                  <a:cubicBezTo>
                    <a:pt x="183" y="52"/>
                    <a:pt x="183" y="52"/>
                    <a:pt x="183" y="52"/>
                  </a:cubicBezTo>
                  <a:cubicBezTo>
                    <a:pt x="182" y="52"/>
                    <a:pt x="179" y="51"/>
                    <a:pt x="177" y="51"/>
                  </a:cubicBezTo>
                  <a:cubicBezTo>
                    <a:pt x="177" y="34"/>
                    <a:pt x="177" y="34"/>
                    <a:pt x="177" y="34"/>
                  </a:cubicBezTo>
                  <a:cubicBezTo>
                    <a:pt x="177" y="30"/>
                    <a:pt x="177" y="27"/>
                    <a:pt x="177" y="25"/>
                  </a:cubicBezTo>
                  <a:cubicBezTo>
                    <a:pt x="177" y="25"/>
                    <a:pt x="177" y="25"/>
                    <a:pt x="177" y="25"/>
                  </a:cubicBezTo>
                  <a:cubicBezTo>
                    <a:pt x="178" y="27"/>
                    <a:pt x="180" y="30"/>
                    <a:pt x="181" y="32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8" y="21"/>
                    <a:pt x="210" y="21"/>
                    <a:pt x="211" y="20"/>
                  </a:cubicBezTo>
                  <a:moveTo>
                    <a:pt x="155" y="56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0" y="47"/>
                    <a:pt x="149" y="49"/>
                    <a:pt x="149" y="51"/>
                  </a:cubicBezTo>
                  <a:cubicBezTo>
                    <a:pt x="138" y="51"/>
                    <a:pt x="138" y="51"/>
                    <a:pt x="138" y="51"/>
                  </a:cubicBezTo>
                  <a:cubicBezTo>
                    <a:pt x="138" y="38"/>
                    <a:pt x="138" y="38"/>
                    <a:pt x="138" y="38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5" y="40"/>
                    <a:pt x="146" y="41"/>
                    <a:pt x="146" y="42"/>
                  </a:cubicBezTo>
                  <a:cubicBezTo>
                    <a:pt x="151" y="42"/>
                    <a:pt x="151" y="42"/>
                    <a:pt x="151" y="42"/>
                  </a:cubicBezTo>
                  <a:cubicBezTo>
                    <a:pt x="151" y="29"/>
                    <a:pt x="151" y="29"/>
                    <a:pt x="151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30"/>
                    <a:pt x="146" y="32"/>
                    <a:pt x="145" y="33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49" y="23"/>
                    <a:pt x="150" y="25"/>
                    <a:pt x="150" y="27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25" y="17"/>
                    <a:pt x="125" y="17"/>
                    <a:pt x="125" y="17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7" y="21"/>
                    <a:pt x="129" y="21"/>
                    <a:pt x="131" y="21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29" y="51"/>
                    <a:pt x="127" y="52"/>
                    <a:pt x="125" y="52"/>
                  </a:cubicBezTo>
                  <a:cubicBezTo>
                    <a:pt x="125" y="56"/>
                    <a:pt x="125" y="56"/>
                    <a:pt x="125" y="56"/>
                  </a:cubicBezTo>
                  <a:lnTo>
                    <a:pt x="155" y="56"/>
                  </a:lnTo>
                  <a:close/>
                  <a:moveTo>
                    <a:pt x="120" y="39"/>
                  </a:moveTo>
                  <a:cubicBezTo>
                    <a:pt x="120" y="35"/>
                    <a:pt x="120" y="35"/>
                    <a:pt x="12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104" y="40"/>
                    <a:pt x="106" y="40"/>
                    <a:pt x="108" y="40"/>
                  </a:cubicBezTo>
                  <a:cubicBezTo>
                    <a:pt x="108" y="50"/>
                    <a:pt x="108" y="50"/>
                    <a:pt x="108" y="50"/>
                  </a:cubicBezTo>
                  <a:cubicBezTo>
                    <a:pt x="106" y="50"/>
                    <a:pt x="104" y="51"/>
                    <a:pt x="102" y="51"/>
                  </a:cubicBezTo>
                  <a:cubicBezTo>
                    <a:pt x="93" y="51"/>
                    <a:pt x="88" y="46"/>
                    <a:pt x="88" y="36"/>
                  </a:cubicBezTo>
                  <a:cubicBezTo>
                    <a:pt x="88" y="27"/>
                    <a:pt x="94" y="22"/>
                    <a:pt x="102" y="22"/>
                  </a:cubicBezTo>
                  <a:cubicBezTo>
                    <a:pt x="104" y="22"/>
                    <a:pt x="106" y="22"/>
                    <a:pt x="108" y="22"/>
                  </a:cubicBezTo>
                  <a:cubicBezTo>
                    <a:pt x="108" y="24"/>
                    <a:pt x="109" y="26"/>
                    <a:pt x="109" y="29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0" y="16"/>
                    <a:pt x="106" y="16"/>
                    <a:pt x="102" y="16"/>
                  </a:cubicBezTo>
                  <a:cubicBezTo>
                    <a:pt x="88" y="16"/>
                    <a:pt x="80" y="25"/>
                    <a:pt x="80" y="37"/>
                  </a:cubicBezTo>
                  <a:cubicBezTo>
                    <a:pt x="80" y="50"/>
                    <a:pt x="89" y="56"/>
                    <a:pt x="101" y="56"/>
                  </a:cubicBezTo>
                  <a:cubicBezTo>
                    <a:pt x="106" y="56"/>
                    <a:pt x="111" y="56"/>
                    <a:pt x="115" y="54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8" y="40"/>
                    <a:pt x="120" y="39"/>
                  </a:cubicBezTo>
                  <a:moveTo>
                    <a:pt x="74" y="20"/>
                  </a:moveTo>
                  <a:cubicBezTo>
                    <a:pt x="74" y="17"/>
                    <a:pt x="74" y="17"/>
                    <a:pt x="74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8" y="21"/>
                    <a:pt x="60" y="21"/>
                    <a:pt x="62" y="21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41"/>
                    <a:pt x="62" y="45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1" y="45"/>
                    <a:pt x="59" y="42"/>
                    <a:pt x="58" y="40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1"/>
                    <a:pt x="31" y="21"/>
                    <a:pt x="34" y="2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1" y="51"/>
                    <a:pt x="29" y="52"/>
                    <a:pt x="27" y="52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4" y="52"/>
                    <a:pt x="42" y="51"/>
                    <a:pt x="40" y="51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0"/>
                    <a:pt x="40" y="27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1" y="27"/>
                    <a:pt x="43" y="30"/>
                    <a:pt x="44" y="32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1" y="21"/>
                    <a:pt x="73" y="21"/>
                    <a:pt x="74" y="20"/>
                  </a:cubicBezTo>
                  <a:moveTo>
                    <a:pt x="20" y="56"/>
                  </a:moveTo>
                  <a:cubicBezTo>
                    <a:pt x="20" y="52"/>
                    <a:pt x="20" y="52"/>
                    <a:pt x="20" y="52"/>
                  </a:cubicBezTo>
                  <a:cubicBezTo>
                    <a:pt x="18" y="52"/>
                    <a:pt x="16" y="51"/>
                    <a:pt x="13" y="5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21"/>
                    <a:pt x="18" y="21"/>
                    <a:pt x="20" y="20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21"/>
                    <a:pt x="4" y="21"/>
                    <a:pt x="7" y="2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4" y="51"/>
                    <a:pt x="2" y="52"/>
                    <a:pt x="0" y="52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236" name="Freeform 38">
              <a:extLst>
                <a:ext uri="{FF2B5EF4-FFF2-40B4-BE49-F238E27FC236}">
                  <a16:creationId xmlns:a16="http://schemas.microsoft.com/office/drawing/2014/main" id="{2B614564-3494-48F8-AA2B-2548244746F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597150"/>
              <a:ext cx="908050" cy="88900"/>
            </a:xfrm>
            <a:custGeom>
              <a:avLst/>
              <a:gdLst>
                <a:gd name="T0" fmla="*/ 413 w 419"/>
                <a:gd name="T1" fmla="*/ 35 h 41"/>
                <a:gd name="T2" fmla="*/ 410 w 419"/>
                <a:gd name="T3" fmla="*/ 27 h 41"/>
                <a:gd name="T4" fmla="*/ 410 w 419"/>
                <a:gd name="T5" fmla="*/ 18 h 41"/>
                <a:gd name="T6" fmla="*/ 414 w 419"/>
                <a:gd name="T7" fmla="*/ 12 h 41"/>
                <a:gd name="T8" fmla="*/ 389 w 419"/>
                <a:gd name="T9" fmla="*/ 5 h 41"/>
                <a:gd name="T10" fmla="*/ 389 w 419"/>
                <a:gd name="T11" fmla="*/ 40 h 41"/>
                <a:gd name="T12" fmla="*/ 355 w 419"/>
                <a:gd name="T13" fmla="*/ 35 h 41"/>
                <a:gd name="T14" fmla="*/ 383 w 419"/>
                <a:gd name="T15" fmla="*/ 20 h 41"/>
                <a:gd name="T16" fmla="*/ 342 w 419"/>
                <a:gd name="T17" fmla="*/ 5 h 41"/>
                <a:gd name="T18" fmla="*/ 342 w 419"/>
                <a:gd name="T19" fmla="*/ 40 h 41"/>
                <a:gd name="T20" fmla="*/ 312 w 419"/>
                <a:gd name="T21" fmla="*/ 20 h 41"/>
                <a:gd name="T22" fmla="*/ 297 w 419"/>
                <a:gd name="T23" fmla="*/ 6 h 41"/>
                <a:gd name="T24" fmla="*/ 285 w 419"/>
                <a:gd name="T25" fmla="*/ 1 h 41"/>
                <a:gd name="T26" fmla="*/ 285 w 419"/>
                <a:gd name="T27" fmla="*/ 35 h 41"/>
                <a:gd name="T28" fmla="*/ 296 w 419"/>
                <a:gd name="T29" fmla="*/ 41 h 41"/>
                <a:gd name="T30" fmla="*/ 250 w 419"/>
                <a:gd name="T31" fmla="*/ 13 h 41"/>
                <a:gd name="T32" fmla="*/ 259 w 419"/>
                <a:gd name="T33" fmla="*/ 25 h 41"/>
                <a:gd name="T34" fmla="*/ 257 w 419"/>
                <a:gd name="T35" fmla="*/ 1 h 41"/>
                <a:gd name="T36" fmla="*/ 230 w 419"/>
                <a:gd name="T37" fmla="*/ 40 h 41"/>
                <a:gd name="T38" fmla="*/ 243 w 419"/>
                <a:gd name="T39" fmla="*/ 30 h 41"/>
                <a:gd name="T40" fmla="*/ 257 w 419"/>
                <a:gd name="T41" fmla="*/ 40 h 41"/>
                <a:gd name="T42" fmla="*/ 195 w 419"/>
                <a:gd name="T43" fmla="*/ 1 h 41"/>
                <a:gd name="T44" fmla="*/ 209 w 419"/>
                <a:gd name="T45" fmla="*/ 6 h 41"/>
                <a:gd name="T46" fmla="*/ 223 w 419"/>
                <a:gd name="T47" fmla="*/ 40 h 41"/>
                <a:gd name="T48" fmla="*/ 225 w 419"/>
                <a:gd name="T49" fmla="*/ 6 h 41"/>
                <a:gd name="T50" fmla="*/ 194 w 419"/>
                <a:gd name="T51" fmla="*/ 28 h 41"/>
                <a:gd name="T52" fmla="*/ 178 w 419"/>
                <a:gd name="T53" fmla="*/ 6 h 41"/>
                <a:gd name="T54" fmla="*/ 164 w 419"/>
                <a:gd name="T55" fmla="*/ 5 h 41"/>
                <a:gd name="T56" fmla="*/ 164 w 419"/>
                <a:gd name="T57" fmla="*/ 40 h 41"/>
                <a:gd name="T58" fmla="*/ 140 w 419"/>
                <a:gd name="T59" fmla="*/ 1 h 41"/>
                <a:gd name="T60" fmla="*/ 136 w 419"/>
                <a:gd name="T61" fmla="*/ 35 h 41"/>
                <a:gd name="T62" fmla="*/ 132 w 419"/>
                <a:gd name="T63" fmla="*/ 1 h 41"/>
                <a:gd name="T64" fmla="*/ 119 w 419"/>
                <a:gd name="T65" fmla="*/ 27 h 41"/>
                <a:gd name="T66" fmla="*/ 158 w 419"/>
                <a:gd name="T67" fmla="*/ 5 h 41"/>
                <a:gd name="T68" fmla="*/ 84 w 419"/>
                <a:gd name="T69" fmla="*/ 21 h 41"/>
                <a:gd name="T70" fmla="*/ 107 w 419"/>
                <a:gd name="T71" fmla="*/ 13 h 41"/>
                <a:gd name="T72" fmla="*/ 96 w 419"/>
                <a:gd name="T73" fmla="*/ 41 h 41"/>
                <a:gd name="T74" fmla="*/ 49 w 419"/>
                <a:gd name="T75" fmla="*/ 13 h 41"/>
                <a:gd name="T76" fmla="*/ 58 w 419"/>
                <a:gd name="T77" fmla="*/ 25 h 41"/>
                <a:gd name="T78" fmla="*/ 56 w 419"/>
                <a:gd name="T79" fmla="*/ 1 h 41"/>
                <a:gd name="T80" fmla="*/ 29 w 419"/>
                <a:gd name="T81" fmla="*/ 40 h 41"/>
                <a:gd name="T82" fmla="*/ 43 w 419"/>
                <a:gd name="T83" fmla="*/ 30 h 41"/>
                <a:gd name="T84" fmla="*/ 56 w 419"/>
                <a:gd name="T85" fmla="*/ 40 h 41"/>
                <a:gd name="T86" fmla="*/ 0 w 419"/>
                <a:gd name="T87" fmla="*/ 1 h 41"/>
                <a:gd name="T88" fmla="*/ 0 w 419"/>
                <a:gd name="T89" fmla="*/ 36 h 41"/>
                <a:gd name="T90" fmla="*/ 13 w 419"/>
                <a:gd name="T91" fmla="*/ 35 h 41"/>
                <a:gd name="T92" fmla="*/ 26 w 419"/>
                <a:gd name="T93" fmla="*/ 27 h 41"/>
                <a:gd name="T94" fmla="*/ 13 w 419"/>
                <a:gd name="T95" fmla="*/ 18 h 41"/>
                <a:gd name="T96" fmla="*/ 30 w 419"/>
                <a:gd name="T97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9" h="41">
                  <a:moveTo>
                    <a:pt x="419" y="40"/>
                  </a:moveTo>
                  <a:cubicBezTo>
                    <a:pt x="419" y="29"/>
                    <a:pt x="419" y="29"/>
                    <a:pt x="419" y="29"/>
                  </a:cubicBezTo>
                  <a:cubicBezTo>
                    <a:pt x="414" y="29"/>
                    <a:pt x="414" y="29"/>
                    <a:pt x="414" y="29"/>
                  </a:cubicBezTo>
                  <a:cubicBezTo>
                    <a:pt x="414" y="31"/>
                    <a:pt x="414" y="34"/>
                    <a:pt x="413" y="35"/>
                  </a:cubicBezTo>
                  <a:cubicBezTo>
                    <a:pt x="402" y="35"/>
                    <a:pt x="402" y="35"/>
                    <a:pt x="402" y="35"/>
                  </a:cubicBezTo>
                  <a:cubicBezTo>
                    <a:pt x="402" y="22"/>
                    <a:pt x="402" y="22"/>
                    <a:pt x="402" y="22"/>
                  </a:cubicBezTo>
                  <a:cubicBezTo>
                    <a:pt x="410" y="22"/>
                    <a:pt x="410" y="22"/>
                    <a:pt x="410" y="22"/>
                  </a:cubicBezTo>
                  <a:cubicBezTo>
                    <a:pt x="410" y="24"/>
                    <a:pt x="410" y="25"/>
                    <a:pt x="410" y="27"/>
                  </a:cubicBezTo>
                  <a:cubicBezTo>
                    <a:pt x="415" y="27"/>
                    <a:pt x="415" y="27"/>
                    <a:pt x="415" y="27"/>
                  </a:cubicBezTo>
                  <a:cubicBezTo>
                    <a:pt x="415" y="14"/>
                    <a:pt x="415" y="14"/>
                    <a:pt x="415" y="14"/>
                  </a:cubicBezTo>
                  <a:cubicBezTo>
                    <a:pt x="410" y="14"/>
                    <a:pt x="410" y="14"/>
                    <a:pt x="410" y="14"/>
                  </a:cubicBezTo>
                  <a:cubicBezTo>
                    <a:pt x="410" y="15"/>
                    <a:pt x="410" y="16"/>
                    <a:pt x="410" y="18"/>
                  </a:cubicBezTo>
                  <a:cubicBezTo>
                    <a:pt x="402" y="18"/>
                    <a:pt x="402" y="18"/>
                    <a:pt x="402" y="18"/>
                  </a:cubicBezTo>
                  <a:cubicBezTo>
                    <a:pt x="402" y="6"/>
                    <a:pt x="402" y="6"/>
                    <a:pt x="402" y="6"/>
                  </a:cubicBezTo>
                  <a:cubicBezTo>
                    <a:pt x="413" y="6"/>
                    <a:pt x="413" y="6"/>
                    <a:pt x="413" y="6"/>
                  </a:cubicBezTo>
                  <a:cubicBezTo>
                    <a:pt x="413" y="7"/>
                    <a:pt x="414" y="10"/>
                    <a:pt x="414" y="12"/>
                  </a:cubicBezTo>
                  <a:cubicBezTo>
                    <a:pt x="419" y="12"/>
                    <a:pt x="419" y="12"/>
                    <a:pt x="419" y="12"/>
                  </a:cubicBezTo>
                  <a:cubicBezTo>
                    <a:pt x="419" y="1"/>
                    <a:pt x="419" y="1"/>
                    <a:pt x="419" y="1"/>
                  </a:cubicBezTo>
                  <a:cubicBezTo>
                    <a:pt x="389" y="1"/>
                    <a:pt x="389" y="1"/>
                    <a:pt x="389" y="1"/>
                  </a:cubicBezTo>
                  <a:cubicBezTo>
                    <a:pt x="389" y="5"/>
                    <a:pt x="389" y="5"/>
                    <a:pt x="389" y="5"/>
                  </a:cubicBezTo>
                  <a:cubicBezTo>
                    <a:pt x="391" y="5"/>
                    <a:pt x="393" y="6"/>
                    <a:pt x="396" y="6"/>
                  </a:cubicBezTo>
                  <a:cubicBezTo>
                    <a:pt x="396" y="35"/>
                    <a:pt x="396" y="35"/>
                    <a:pt x="396" y="35"/>
                  </a:cubicBezTo>
                  <a:cubicBezTo>
                    <a:pt x="393" y="36"/>
                    <a:pt x="391" y="36"/>
                    <a:pt x="389" y="36"/>
                  </a:cubicBezTo>
                  <a:cubicBezTo>
                    <a:pt x="389" y="40"/>
                    <a:pt x="389" y="40"/>
                    <a:pt x="389" y="40"/>
                  </a:cubicBezTo>
                  <a:lnTo>
                    <a:pt x="419" y="40"/>
                  </a:lnTo>
                  <a:close/>
                  <a:moveTo>
                    <a:pt x="376" y="20"/>
                  </a:moveTo>
                  <a:cubicBezTo>
                    <a:pt x="376" y="30"/>
                    <a:pt x="369" y="35"/>
                    <a:pt x="360" y="35"/>
                  </a:cubicBezTo>
                  <a:cubicBezTo>
                    <a:pt x="359" y="35"/>
                    <a:pt x="356" y="35"/>
                    <a:pt x="355" y="35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7" y="6"/>
                    <a:pt x="359" y="6"/>
                    <a:pt x="361" y="6"/>
                  </a:cubicBezTo>
                  <a:cubicBezTo>
                    <a:pt x="371" y="6"/>
                    <a:pt x="376" y="11"/>
                    <a:pt x="376" y="20"/>
                  </a:cubicBezTo>
                  <a:moveTo>
                    <a:pt x="383" y="20"/>
                  </a:moveTo>
                  <a:cubicBezTo>
                    <a:pt x="383" y="6"/>
                    <a:pt x="375" y="1"/>
                    <a:pt x="362" y="1"/>
                  </a:cubicBezTo>
                  <a:cubicBezTo>
                    <a:pt x="357" y="1"/>
                    <a:pt x="352" y="1"/>
                    <a:pt x="348" y="1"/>
                  </a:cubicBezTo>
                  <a:cubicBezTo>
                    <a:pt x="342" y="1"/>
                    <a:pt x="342" y="1"/>
                    <a:pt x="342" y="1"/>
                  </a:cubicBezTo>
                  <a:cubicBezTo>
                    <a:pt x="342" y="5"/>
                    <a:pt x="342" y="5"/>
                    <a:pt x="342" y="5"/>
                  </a:cubicBezTo>
                  <a:cubicBezTo>
                    <a:pt x="344" y="5"/>
                    <a:pt x="346" y="6"/>
                    <a:pt x="348" y="6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46" y="36"/>
                    <a:pt x="344" y="36"/>
                    <a:pt x="342" y="36"/>
                  </a:cubicBezTo>
                  <a:cubicBezTo>
                    <a:pt x="342" y="40"/>
                    <a:pt x="342" y="40"/>
                    <a:pt x="342" y="40"/>
                  </a:cubicBezTo>
                  <a:cubicBezTo>
                    <a:pt x="348" y="40"/>
                    <a:pt x="348" y="40"/>
                    <a:pt x="348" y="40"/>
                  </a:cubicBezTo>
                  <a:cubicBezTo>
                    <a:pt x="352" y="40"/>
                    <a:pt x="355" y="41"/>
                    <a:pt x="360" y="41"/>
                  </a:cubicBezTo>
                  <a:cubicBezTo>
                    <a:pt x="373" y="41"/>
                    <a:pt x="383" y="34"/>
                    <a:pt x="383" y="20"/>
                  </a:cubicBezTo>
                  <a:moveTo>
                    <a:pt x="312" y="20"/>
                  </a:moveTo>
                  <a:cubicBezTo>
                    <a:pt x="312" y="30"/>
                    <a:pt x="306" y="35"/>
                    <a:pt x="297" y="35"/>
                  </a:cubicBezTo>
                  <a:cubicBezTo>
                    <a:pt x="295" y="35"/>
                    <a:pt x="293" y="35"/>
                    <a:pt x="291" y="35"/>
                  </a:cubicBezTo>
                  <a:cubicBezTo>
                    <a:pt x="291" y="6"/>
                    <a:pt x="291" y="6"/>
                    <a:pt x="291" y="6"/>
                  </a:cubicBezTo>
                  <a:cubicBezTo>
                    <a:pt x="293" y="6"/>
                    <a:pt x="295" y="6"/>
                    <a:pt x="297" y="6"/>
                  </a:cubicBezTo>
                  <a:cubicBezTo>
                    <a:pt x="307" y="6"/>
                    <a:pt x="312" y="11"/>
                    <a:pt x="312" y="20"/>
                  </a:cubicBezTo>
                  <a:moveTo>
                    <a:pt x="319" y="20"/>
                  </a:moveTo>
                  <a:cubicBezTo>
                    <a:pt x="319" y="6"/>
                    <a:pt x="311" y="1"/>
                    <a:pt x="298" y="1"/>
                  </a:cubicBezTo>
                  <a:cubicBezTo>
                    <a:pt x="294" y="1"/>
                    <a:pt x="288" y="1"/>
                    <a:pt x="285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5"/>
                    <a:pt x="278" y="5"/>
                    <a:pt x="278" y="5"/>
                  </a:cubicBezTo>
                  <a:cubicBezTo>
                    <a:pt x="280" y="5"/>
                    <a:pt x="282" y="6"/>
                    <a:pt x="285" y="6"/>
                  </a:cubicBezTo>
                  <a:cubicBezTo>
                    <a:pt x="285" y="35"/>
                    <a:pt x="285" y="35"/>
                    <a:pt x="285" y="35"/>
                  </a:cubicBezTo>
                  <a:cubicBezTo>
                    <a:pt x="282" y="36"/>
                    <a:pt x="280" y="36"/>
                    <a:pt x="278" y="36"/>
                  </a:cubicBezTo>
                  <a:cubicBezTo>
                    <a:pt x="278" y="40"/>
                    <a:pt x="278" y="40"/>
                    <a:pt x="278" y="40"/>
                  </a:cubicBezTo>
                  <a:cubicBezTo>
                    <a:pt x="285" y="40"/>
                    <a:pt x="285" y="40"/>
                    <a:pt x="285" y="40"/>
                  </a:cubicBezTo>
                  <a:cubicBezTo>
                    <a:pt x="288" y="40"/>
                    <a:pt x="291" y="41"/>
                    <a:pt x="296" y="41"/>
                  </a:cubicBezTo>
                  <a:cubicBezTo>
                    <a:pt x="309" y="41"/>
                    <a:pt x="319" y="34"/>
                    <a:pt x="319" y="20"/>
                  </a:cubicBezTo>
                  <a:moveTo>
                    <a:pt x="259" y="25"/>
                  </a:moveTo>
                  <a:cubicBezTo>
                    <a:pt x="245" y="25"/>
                    <a:pt x="245" y="25"/>
                    <a:pt x="245" y="25"/>
                  </a:cubicBezTo>
                  <a:cubicBezTo>
                    <a:pt x="250" y="13"/>
                    <a:pt x="250" y="13"/>
                    <a:pt x="250" y="13"/>
                  </a:cubicBezTo>
                  <a:cubicBezTo>
                    <a:pt x="251" y="11"/>
                    <a:pt x="251" y="9"/>
                    <a:pt x="252" y="7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3" y="9"/>
                    <a:pt x="253" y="11"/>
                    <a:pt x="254" y="13"/>
                  </a:cubicBezTo>
                  <a:lnTo>
                    <a:pt x="259" y="25"/>
                  </a:lnTo>
                  <a:close/>
                  <a:moveTo>
                    <a:pt x="275" y="40"/>
                  </a:moveTo>
                  <a:cubicBezTo>
                    <a:pt x="275" y="36"/>
                    <a:pt x="275" y="36"/>
                    <a:pt x="275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57" y="1"/>
                    <a:pt x="257" y="1"/>
                    <a:pt x="257" y="1"/>
                  </a:cubicBezTo>
                  <a:cubicBezTo>
                    <a:pt x="248" y="1"/>
                    <a:pt x="248" y="1"/>
                    <a:pt x="248" y="1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3" y="36"/>
                    <a:pt x="231" y="36"/>
                    <a:pt x="230" y="36"/>
                  </a:cubicBezTo>
                  <a:cubicBezTo>
                    <a:pt x="230" y="40"/>
                    <a:pt x="230" y="40"/>
                    <a:pt x="230" y="40"/>
                  </a:cubicBezTo>
                  <a:cubicBezTo>
                    <a:pt x="247" y="40"/>
                    <a:pt x="247" y="40"/>
                    <a:pt x="247" y="40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6" y="36"/>
                    <a:pt x="243" y="36"/>
                    <a:pt x="241" y="36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61" y="30"/>
                    <a:pt x="261" y="30"/>
                    <a:pt x="261" y="30"/>
                  </a:cubicBezTo>
                  <a:cubicBezTo>
                    <a:pt x="262" y="36"/>
                    <a:pt x="262" y="36"/>
                    <a:pt x="262" y="36"/>
                  </a:cubicBezTo>
                  <a:cubicBezTo>
                    <a:pt x="261" y="36"/>
                    <a:pt x="258" y="36"/>
                    <a:pt x="257" y="36"/>
                  </a:cubicBezTo>
                  <a:cubicBezTo>
                    <a:pt x="257" y="40"/>
                    <a:pt x="257" y="40"/>
                    <a:pt x="257" y="40"/>
                  </a:cubicBezTo>
                  <a:lnTo>
                    <a:pt x="275" y="40"/>
                  </a:lnTo>
                  <a:close/>
                  <a:moveTo>
                    <a:pt x="231" y="14"/>
                  </a:moveTo>
                  <a:cubicBezTo>
                    <a:pt x="231" y="1"/>
                    <a:pt x="231" y="1"/>
                    <a:pt x="231" y="1"/>
                  </a:cubicBezTo>
                  <a:cubicBezTo>
                    <a:pt x="195" y="1"/>
                    <a:pt x="195" y="1"/>
                    <a:pt x="195" y="1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9" y="14"/>
                    <a:pt x="199" y="14"/>
                    <a:pt x="199" y="14"/>
                  </a:cubicBezTo>
                  <a:cubicBezTo>
                    <a:pt x="200" y="11"/>
                    <a:pt x="200" y="8"/>
                    <a:pt x="200" y="6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7" y="36"/>
                    <a:pt x="205" y="36"/>
                    <a:pt x="203" y="36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23" y="40"/>
                    <a:pt x="223" y="40"/>
                    <a:pt x="223" y="40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1" y="36"/>
                    <a:pt x="218" y="36"/>
                    <a:pt x="216" y="35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225" y="6"/>
                    <a:pt x="225" y="6"/>
                    <a:pt x="225" y="6"/>
                  </a:cubicBezTo>
                  <a:cubicBezTo>
                    <a:pt x="225" y="8"/>
                    <a:pt x="226" y="11"/>
                    <a:pt x="226" y="14"/>
                  </a:cubicBezTo>
                  <a:lnTo>
                    <a:pt x="231" y="14"/>
                  </a:lnTo>
                  <a:close/>
                  <a:moveTo>
                    <a:pt x="194" y="40"/>
                  </a:moveTo>
                  <a:cubicBezTo>
                    <a:pt x="194" y="28"/>
                    <a:pt x="194" y="28"/>
                    <a:pt x="194" y="28"/>
                  </a:cubicBezTo>
                  <a:cubicBezTo>
                    <a:pt x="189" y="28"/>
                    <a:pt x="189" y="28"/>
                    <a:pt x="189" y="28"/>
                  </a:cubicBezTo>
                  <a:cubicBezTo>
                    <a:pt x="189" y="30"/>
                    <a:pt x="189" y="33"/>
                    <a:pt x="188" y="35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80" y="6"/>
                    <a:pt x="182" y="5"/>
                    <a:pt x="184" y="5"/>
                  </a:cubicBezTo>
                  <a:cubicBezTo>
                    <a:pt x="184" y="1"/>
                    <a:pt x="184" y="1"/>
                    <a:pt x="184" y="1"/>
                  </a:cubicBezTo>
                  <a:cubicBezTo>
                    <a:pt x="164" y="1"/>
                    <a:pt x="164" y="1"/>
                    <a:pt x="164" y="1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6" y="5"/>
                    <a:pt x="169" y="6"/>
                    <a:pt x="171" y="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69" y="36"/>
                    <a:pt x="166" y="36"/>
                    <a:pt x="164" y="36"/>
                  </a:cubicBezTo>
                  <a:cubicBezTo>
                    <a:pt x="164" y="40"/>
                    <a:pt x="164" y="40"/>
                    <a:pt x="164" y="40"/>
                  </a:cubicBezTo>
                  <a:lnTo>
                    <a:pt x="194" y="40"/>
                  </a:lnTo>
                  <a:close/>
                  <a:moveTo>
                    <a:pt x="158" y="5"/>
                  </a:moveTo>
                  <a:cubicBezTo>
                    <a:pt x="158" y="1"/>
                    <a:pt x="158" y="1"/>
                    <a:pt x="158" y="1"/>
                  </a:cubicBezTo>
                  <a:cubicBezTo>
                    <a:pt x="140" y="1"/>
                    <a:pt x="140" y="1"/>
                    <a:pt x="140" y="1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2" y="5"/>
                    <a:pt x="144" y="6"/>
                    <a:pt x="146" y="6"/>
                  </a:cubicBezTo>
                  <a:cubicBezTo>
                    <a:pt x="146" y="25"/>
                    <a:pt x="146" y="25"/>
                    <a:pt x="146" y="25"/>
                  </a:cubicBezTo>
                  <a:cubicBezTo>
                    <a:pt x="146" y="31"/>
                    <a:pt x="143" y="35"/>
                    <a:pt x="136" y="35"/>
                  </a:cubicBezTo>
                  <a:cubicBezTo>
                    <a:pt x="129" y="35"/>
                    <a:pt x="126" y="32"/>
                    <a:pt x="126" y="25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8" y="6"/>
                    <a:pt x="130" y="5"/>
                    <a:pt x="132" y="5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5" y="5"/>
                    <a:pt x="117" y="6"/>
                    <a:pt x="119" y="6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36"/>
                    <a:pt x="125" y="41"/>
                    <a:pt x="135" y="41"/>
                  </a:cubicBezTo>
                  <a:cubicBezTo>
                    <a:pt x="148" y="41"/>
                    <a:pt x="153" y="34"/>
                    <a:pt x="153" y="25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5" y="6"/>
                    <a:pt x="157" y="5"/>
                    <a:pt x="158" y="5"/>
                  </a:cubicBezTo>
                  <a:moveTo>
                    <a:pt x="107" y="39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4" y="34"/>
                    <a:pt x="101" y="35"/>
                    <a:pt x="97" y="35"/>
                  </a:cubicBezTo>
                  <a:cubicBezTo>
                    <a:pt x="88" y="35"/>
                    <a:pt x="84" y="30"/>
                    <a:pt x="84" y="21"/>
                  </a:cubicBezTo>
                  <a:cubicBezTo>
                    <a:pt x="84" y="13"/>
                    <a:pt x="88" y="6"/>
                    <a:pt x="96" y="6"/>
                  </a:cubicBezTo>
                  <a:cubicBezTo>
                    <a:pt x="98" y="6"/>
                    <a:pt x="99" y="7"/>
                    <a:pt x="101" y="7"/>
                  </a:cubicBezTo>
                  <a:cubicBezTo>
                    <a:pt x="101" y="9"/>
                    <a:pt x="102" y="11"/>
                    <a:pt x="102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2"/>
                    <a:pt x="107" y="2"/>
                    <a:pt x="107" y="2"/>
                  </a:cubicBezTo>
                  <a:cubicBezTo>
                    <a:pt x="104" y="1"/>
                    <a:pt x="100" y="0"/>
                    <a:pt x="97" y="0"/>
                  </a:cubicBezTo>
                  <a:cubicBezTo>
                    <a:pt x="83" y="0"/>
                    <a:pt x="76" y="10"/>
                    <a:pt x="76" y="21"/>
                  </a:cubicBezTo>
                  <a:cubicBezTo>
                    <a:pt x="76" y="33"/>
                    <a:pt x="83" y="41"/>
                    <a:pt x="96" y="41"/>
                  </a:cubicBezTo>
                  <a:cubicBezTo>
                    <a:pt x="100" y="41"/>
                    <a:pt x="104" y="40"/>
                    <a:pt x="107" y="39"/>
                  </a:cubicBezTo>
                  <a:moveTo>
                    <a:pt x="58" y="25"/>
                  </a:moveTo>
                  <a:cubicBezTo>
                    <a:pt x="45" y="25"/>
                    <a:pt x="45" y="25"/>
                    <a:pt x="45" y="25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0" y="11"/>
                    <a:pt x="51" y="9"/>
                    <a:pt x="51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9"/>
                    <a:pt x="53" y="11"/>
                    <a:pt x="54" y="13"/>
                  </a:cubicBezTo>
                  <a:lnTo>
                    <a:pt x="58" y="25"/>
                  </a:lnTo>
                  <a:close/>
                  <a:moveTo>
                    <a:pt x="74" y="40"/>
                  </a:moveTo>
                  <a:cubicBezTo>
                    <a:pt x="74" y="36"/>
                    <a:pt x="74" y="36"/>
                    <a:pt x="74" y="36"/>
                  </a:cubicBezTo>
                  <a:cubicBezTo>
                    <a:pt x="73" y="36"/>
                    <a:pt x="71" y="36"/>
                    <a:pt x="69" y="36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1" y="36"/>
                    <a:pt x="29" y="36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5" y="36"/>
                    <a:pt x="43" y="36"/>
                    <a:pt x="41" y="36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0" y="36"/>
                    <a:pt x="58" y="36"/>
                    <a:pt x="56" y="36"/>
                  </a:cubicBezTo>
                  <a:cubicBezTo>
                    <a:pt x="56" y="40"/>
                    <a:pt x="56" y="40"/>
                    <a:pt x="56" y="40"/>
                  </a:cubicBezTo>
                  <a:lnTo>
                    <a:pt x="74" y="40"/>
                  </a:lnTo>
                  <a:close/>
                  <a:moveTo>
                    <a:pt x="30" y="12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6"/>
                    <a:pt x="7" y="6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4" y="36"/>
                    <a:pt x="2" y="36"/>
                    <a:pt x="0" y="3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8" y="36"/>
                    <a:pt x="16" y="36"/>
                    <a:pt x="13" y="35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6"/>
                    <a:pt x="22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7"/>
                    <a:pt x="21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10"/>
                    <a:pt x="25" y="12"/>
                  </a:cubicBezTo>
                  <a:lnTo>
                    <a:pt x="3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</p:grpSp>
      <p:sp>
        <p:nvSpPr>
          <p:cNvPr id="237" name="Marcador de texto 2">
            <a:extLst>
              <a:ext uri="{FF2B5EF4-FFF2-40B4-BE49-F238E27FC236}">
                <a16:creationId xmlns:a16="http://schemas.microsoft.com/office/drawing/2014/main" id="{21BE496C-4F43-4096-928E-E8CDD918789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238" name="Marcador de texto 2">
            <a:extLst>
              <a:ext uri="{FF2B5EF4-FFF2-40B4-BE49-F238E27FC236}">
                <a16:creationId xmlns:a16="http://schemas.microsoft.com/office/drawing/2014/main" id="{C79176AD-7FA4-4120-8DD0-02DE74F108A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239" name="Conector recto 238">
            <a:extLst>
              <a:ext uri="{FF2B5EF4-FFF2-40B4-BE49-F238E27FC236}">
                <a16:creationId xmlns:a16="http://schemas.microsoft.com/office/drawing/2014/main" id="{46BC1EEA-3F48-4B6D-8536-419FA2AF2613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bg2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Grupo 75">
            <a:extLst>
              <a:ext uri="{FF2B5EF4-FFF2-40B4-BE49-F238E27FC236}">
                <a16:creationId xmlns:a16="http://schemas.microsoft.com/office/drawing/2014/main" id="{EDB83E67-36B2-4AFA-8C61-7B5F32F98219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77" name="Freeform 109">
              <a:extLst>
                <a:ext uri="{FF2B5EF4-FFF2-40B4-BE49-F238E27FC236}">
                  <a16:creationId xmlns:a16="http://schemas.microsoft.com/office/drawing/2014/main" id="{36273DA4-24E7-471C-B3E7-16892C963D1E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78" name="Freeform 110">
              <a:extLst>
                <a:ext uri="{FF2B5EF4-FFF2-40B4-BE49-F238E27FC236}">
                  <a16:creationId xmlns:a16="http://schemas.microsoft.com/office/drawing/2014/main" id="{B61EC73E-7BDB-4B01-A905-1A3BC21DC0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grpSp>
          <p:nvGrpSpPr>
            <p:cNvPr id="79" name="Grupo 78">
              <a:extLst>
                <a:ext uri="{FF2B5EF4-FFF2-40B4-BE49-F238E27FC236}">
                  <a16:creationId xmlns:a16="http://schemas.microsoft.com/office/drawing/2014/main" id="{971FCDB0-63FB-4376-9C02-43FC4E2AFD19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90" name="Freeform 111">
                <a:extLst>
                  <a:ext uri="{FF2B5EF4-FFF2-40B4-BE49-F238E27FC236}">
                    <a16:creationId xmlns:a16="http://schemas.microsoft.com/office/drawing/2014/main" id="{6CE243B5-BAC3-46A5-8B00-CB0212DC8C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1" name="Freeform 112">
                <a:extLst>
                  <a:ext uri="{FF2B5EF4-FFF2-40B4-BE49-F238E27FC236}">
                    <a16:creationId xmlns:a16="http://schemas.microsoft.com/office/drawing/2014/main" id="{F7443ACA-3E9B-4332-A90E-82571E509B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2" name="Freeform 113">
                <a:extLst>
                  <a:ext uri="{FF2B5EF4-FFF2-40B4-BE49-F238E27FC236}">
                    <a16:creationId xmlns:a16="http://schemas.microsoft.com/office/drawing/2014/main" id="{8E77EABA-3E88-484C-BAEF-547A3077DB8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3" name="Freeform 114">
                <a:extLst>
                  <a:ext uri="{FF2B5EF4-FFF2-40B4-BE49-F238E27FC236}">
                    <a16:creationId xmlns:a16="http://schemas.microsoft.com/office/drawing/2014/main" id="{DE0CFBC0-6492-42D3-A579-4E9988CFF48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4" name="Freeform 115">
                <a:extLst>
                  <a:ext uri="{FF2B5EF4-FFF2-40B4-BE49-F238E27FC236}">
                    <a16:creationId xmlns:a16="http://schemas.microsoft.com/office/drawing/2014/main" id="{97EA83FE-0F8A-45CF-A322-07FF404AB1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5" name="Freeform 116">
                <a:extLst>
                  <a:ext uri="{FF2B5EF4-FFF2-40B4-BE49-F238E27FC236}">
                    <a16:creationId xmlns:a16="http://schemas.microsoft.com/office/drawing/2014/main" id="{BD5E5651-1979-451C-9989-894AAF921F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6" name="Freeform 117">
                <a:extLst>
                  <a:ext uri="{FF2B5EF4-FFF2-40B4-BE49-F238E27FC236}">
                    <a16:creationId xmlns:a16="http://schemas.microsoft.com/office/drawing/2014/main" id="{2F8C2839-A47B-4230-B04F-12A1A45E84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7" name="Freeform 118">
                <a:extLst>
                  <a:ext uri="{FF2B5EF4-FFF2-40B4-BE49-F238E27FC236}">
                    <a16:creationId xmlns:a16="http://schemas.microsoft.com/office/drawing/2014/main" id="{ECDD3A83-1AF6-4236-AC70-616E220239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8" name="Freeform 119">
                <a:extLst>
                  <a:ext uri="{FF2B5EF4-FFF2-40B4-BE49-F238E27FC236}">
                    <a16:creationId xmlns:a16="http://schemas.microsoft.com/office/drawing/2014/main" id="{0C81A9BD-AD14-42E7-B09D-A5AA9ACC3D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9" name="Freeform 120">
                <a:extLst>
                  <a:ext uri="{FF2B5EF4-FFF2-40B4-BE49-F238E27FC236}">
                    <a16:creationId xmlns:a16="http://schemas.microsoft.com/office/drawing/2014/main" id="{EC13213A-83E6-49AD-A2B5-FC92172C2E4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00" name="Freeform 121">
                <a:extLst>
                  <a:ext uri="{FF2B5EF4-FFF2-40B4-BE49-F238E27FC236}">
                    <a16:creationId xmlns:a16="http://schemas.microsoft.com/office/drawing/2014/main" id="{E0E2F0D0-537C-4002-B9EA-E3B13C40DD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01" name="Freeform 122">
                <a:extLst>
                  <a:ext uri="{FF2B5EF4-FFF2-40B4-BE49-F238E27FC236}">
                    <a16:creationId xmlns:a16="http://schemas.microsoft.com/office/drawing/2014/main" id="{97131EF0-FE0C-436C-AA21-8A79025353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02" name="Freeform 123">
                <a:extLst>
                  <a:ext uri="{FF2B5EF4-FFF2-40B4-BE49-F238E27FC236}">
                    <a16:creationId xmlns:a16="http://schemas.microsoft.com/office/drawing/2014/main" id="{4F1392A4-596E-4D05-92FB-24F1C5608D1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03" name="Freeform 124">
                <a:extLst>
                  <a:ext uri="{FF2B5EF4-FFF2-40B4-BE49-F238E27FC236}">
                    <a16:creationId xmlns:a16="http://schemas.microsoft.com/office/drawing/2014/main" id="{3C0C3D25-81EC-4F75-91A3-13CC94ACA62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04" name="Freeform 125">
                <a:extLst>
                  <a:ext uri="{FF2B5EF4-FFF2-40B4-BE49-F238E27FC236}">
                    <a16:creationId xmlns:a16="http://schemas.microsoft.com/office/drawing/2014/main" id="{9EE28A6C-6497-4274-A5D7-D7D5BAB802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05" name="Freeform 126">
                <a:extLst>
                  <a:ext uri="{FF2B5EF4-FFF2-40B4-BE49-F238E27FC236}">
                    <a16:creationId xmlns:a16="http://schemas.microsoft.com/office/drawing/2014/main" id="{497FFE65-19ED-4A50-8BCC-CED794F28F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06" name="Freeform 127">
                <a:extLst>
                  <a:ext uri="{FF2B5EF4-FFF2-40B4-BE49-F238E27FC236}">
                    <a16:creationId xmlns:a16="http://schemas.microsoft.com/office/drawing/2014/main" id="{86E570FE-556F-4D36-ABD8-4E23CD3292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</p:grpSp>
        <p:sp>
          <p:nvSpPr>
            <p:cNvPr id="80" name="Freeform 128">
              <a:extLst>
                <a:ext uri="{FF2B5EF4-FFF2-40B4-BE49-F238E27FC236}">
                  <a16:creationId xmlns:a16="http://schemas.microsoft.com/office/drawing/2014/main" id="{17DA2945-320C-4DBF-BD14-D0F650CAC97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1" name="Freeform 129">
              <a:extLst>
                <a:ext uri="{FF2B5EF4-FFF2-40B4-BE49-F238E27FC236}">
                  <a16:creationId xmlns:a16="http://schemas.microsoft.com/office/drawing/2014/main" id="{92B6E3C6-AD1D-4390-9A1D-178A93A5FF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2" name="Freeform 130">
              <a:extLst>
                <a:ext uri="{FF2B5EF4-FFF2-40B4-BE49-F238E27FC236}">
                  <a16:creationId xmlns:a16="http://schemas.microsoft.com/office/drawing/2014/main" id="{0380871C-AD2C-476B-8C6A-18AEA0A207A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3" name="Freeform 131">
              <a:extLst>
                <a:ext uri="{FF2B5EF4-FFF2-40B4-BE49-F238E27FC236}">
                  <a16:creationId xmlns:a16="http://schemas.microsoft.com/office/drawing/2014/main" id="{65349037-E34B-497D-8128-FA6D54D0609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4" name="Freeform 132">
              <a:extLst>
                <a:ext uri="{FF2B5EF4-FFF2-40B4-BE49-F238E27FC236}">
                  <a16:creationId xmlns:a16="http://schemas.microsoft.com/office/drawing/2014/main" id="{655FDAF9-A377-4A0C-8493-67C11D07D7A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5" name="Freeform 133">
              <a:extLst>
                <a:ext uri="{FF2B5EF4-FFF2-40B4-BE49-F238E27FC236}">
                  <a16:creationId xmlns:a16="http://schemas.microsoft.com/office/drawing/2014/main" id="{72D7D61A-0459-4C59-86B7-7CD7D3256F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6" name="Freeform 134">
              <a:extLst>
                <a:ext uri="{FF2B5EF4-FFF2-40B4-BE49-F238E27FC236}">
                  <a16:creationId xmlns:a16="http://schemas.microsoft.com/office/drawing/2014/main" id="{FCF43178-6C6B-4713-B6F9-52D7641EEE6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7" name="Freeform 135">
              <a:extLst>
                <a:ext uri="{FF2B5EF4-FFF2-40B4-BE49-F238E27FC236}">
                  <a16:creationId xmlns:a16="http://schemas.microsoft.com/office/drawing/2014/main" id="{9548F93F-6478-4637-90E5-B7CAF354FCD8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8" name="Freeform 136">
              <a:extLst>
                <a:ext uri="{FF2B5EF4-FFF2-40B4-BE49-F238E27FC236}">
                  <a16:creationId xmlns:a16="http://schemas.microsoft.com/office/drawing/2014/main" id="{DB62A8C6-A87B-4671-8596-4C52F0955666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9" name="Freeform 137">
              <a:extLst>
                <a:ext uri="{FF2B5EF4-FFF2-40B4-BE49-F238E27FC236}">
                  <a16:creationId xmlns:a16="http://schemas.microsoft.com/office/drawing/2014/main" id="{E8BBD841-8286-4FE7-9C08-F054E02157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929098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NO USAR_Solo para instruccio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2795090-10F8-4745-BE2E-D23CADD1037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44539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Marcador de texto 5">
            <a:extLst>
              <a:ext uri="{FF2B5EF4-FFF2-40B4-BE49-F238E27FC236}">
                <a16:creationId xmlns:a16="http://schemas.microsoft.com/office/drawing/2014/main" id="{50DB74FD-00EE-4862-92AC-97D1150E429D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8634678" y="3291620"/>
            <a:ext cx="6858000" cy="265936"/>
          </a:xfrm>
          <a:prstGeom prst="rect">
            <a:avLst/>
          </a:prstGeom>
          <a:solidFill>
            <a:schemeClr val="accent2"/>
          </a:solidFill>
        </p:spPr>
        <p:txBody>
          <a:bodyPr rIns="324000" anchor="ctr"/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 spc="3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Tópicos avanzados en Inteligencia Artificial 1 | 2026</a:t>
            </a:r>
            <a:endParaRPr lang="es-CL" dirty="0"/>
          </a:p>
        </p:txBody>
      </p:sp>
      <p:grpSp>
        <p:nvGrpSpPr>
          <p:cNvPr id="102" name="Grupo 101">
            <a:extLst>
              <a:ext uri="{FF2B5EF4-FFF2-40B4-BE49-F238E27FC236}">
                <a16:creationId xmlns:a16="http://schemas.microsoft.com/office/drawing/2014/main" id="{28D5BE26-3A40-47D3-B29A-F455B2290FF0}"/>
              </a:ext>
            </a:extLst>
          </p:cNvPr>
          <p:cNvGrpSpPr/>
          <p:nvPr userDrawn="1"/>
        </p:nvGrpSpPr>
        <p:grpSpPr>
          <a:xfrm>
            <a:off x="10580559" y="518761"/>
            <a:ext cx="1147824" cy="235942"/>
            <a:chOff x="6094413" y="2516188"/>
            <a:chExt cx="2000250" cy="411162"/>
          </a:xfrm>
          <a:solidFill>
            <a:srgbClr val="000000"/>
          </a:solidFill>
        </p:grpSpPr>
        <p:sp>
          <p:nvSpPr>
            <p:cNvPr id="103" name="Freeform 7">
              <a:extLst>
                <a:ext uri="{FF2B5EF4-FFF2-40B4-BE49-F238E27FC236}">
                  <a16:creationId xmlns:a16="http://schemas.microsoft.com/office/drawing/2014/main" id="{7C6D352E-505B-495D-B3FF-B1763D1DBE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4463" y="2516188"/>
              <a:ext cx="1600200" cy="265113"/>
            </a:xfrm>
            <a:custGeom>
              <a:avLst/>
              <a:gdLst>
                <a:gd name="T0" fmla="*/ 644 w 1008"/>
                <a:gd name="T1" fmla="*/ 90 h 167"/>
                <a:gd name="T2" fmla="*/ 644 w 1008"/>
                <a:gd name="T3" fmla="*/ 39 h 167"/>
                <a:gd name="T4" fmla="*/ 363 w 1008"/>
                <a:gd name="T5" fmla="*/ 39 h 167"/>
                <a:gd name="T6" fmla="*/ 363 w 1008"/>
                <a:gd name="T7" fmla="*/ 90 h 167"/>
                <a:gd name="T8" fmla="*/ 644 w 1008"/>
                <a:gd name="T9" fmla="*/ 90 h 167"/>
                <a:gd name="T10" fmla="*/ 40 w 1008"/>
                <a:gd name="T11" fmla="*/ 0 h 167"/>
                <a:gd name="T12" fmla="*/ 40 w 1008"/>
                <a:gd name="T13" fmla="*/ 128 h 167"/>
                <a:gd name="T14" fmla="*/ 323 w 1008"/>
                <a:gd name="T15" fmla="*/ 128 h 167"/>
                <a:gd name="T16" fmla="*/ 323 w 1008"/>
                <a:gd name="T17" fmla="*/ 0 h 167"/>
                <a:gd name="T18" fmla="*/ 685 w 1008"/>
                <a:gd name="T19" fmla="*/ 0 h 167"/>
                <a:gd name="T20" fmla="*/ 685 w 1008"/>
                <a:gd name="T21" fmla="*/ 129 h 167"/>
                <a:gd name="T22" fmla="*/ 967 w 1008"/>
                <a:gd name="T23" fmla="*/ 129 h 167"/>
                <a:gd name="T24" fmla="*/ 967 w 1008"/>
                <a:gd name="T25" fmla="*/ 58 h 167"/>
                <a:gd name="T26" fmla="*/ 1008 w 1008"/>
                <a:gd name="T27" fmla="*/ 58 h 167"/>
                <a:gd name="T28" fmla="*/ 1008 w 1008"/>
                <a:gd name="T29" fmla="*/ 167 h 167"/>
                <a:gd name="T30" fmla="*/ 644 w 1008"/>
                <a:gd name="T31" fmla="*/ 167 h 167"/>
                <a:gd name="T32" fmla="*/ 644 w 1008"/>
                <a:gd name="T33" fmla="*/ 130 h 167"/>
                <a:gd name="T34" fmla="*/ 363 w 1008"/>
                <a:gd name="T35" fmla="*/ 130 h 167"/>
                <a:gd name="T36" fmla="*/ 363 w 1008"/>
                <a:gd name="T37" fmla="*/ 167 h 167"/>
                <a:gd name="T38" fmla="*/ 0 w 1008"/>
                <a:gd name="T39" fmla="*/ 167 h 167"/>
                <a:gd name="T40" fmla="*/ 0 w 1008"/>
                <a:gd name="T41" fmla="*/ 0 h 167"/>
                <a:gd name="T42" fmla="*/ 40 w 1008"/>
                <a:gd name="T43" fmla="*/ 0 h 167"/>
                <a:gd name="T44" fmla="*/ 967 w 1008"/>
                <a:gd name="T45" fmla="*/ 0 h 167"/>
                <a:gd name="T46" fmla="*/ 1007 w 1008"/>
                <a:gd name="T47" fmla="*/ 0 h 167"/>
                <a:gd name="T48" fmla="*/ 1007 w 1008"/>
                <a:gd name="T49" fmla="*/ 38 h 167"/>
                <a:gd name="T50" fmla="*/ 967 w 1008"/>
                <a:gd name="T51" fmla="*/ 38 h 167"/>
                <a:gd name="T52" fmla="*/ 967 w 1008"/>
                <a:gd name="T5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008" h="167">
                  <a:moveTo>
                    <a:pt x="644" y="90"/>
                  </a:moveTo>
                  <a:lnTo>
                    <a:pt x="644" y="39"/>
                  </a:lnTo>
                  <a:lnTo>
                    <a:pt x="363" y="39"/>
                  </a:lnTo>
                  <a:lnTo>
                    <a:pt x="363" y="90"/>
                  </a:lnTo>
                  <a:lnTo>
                    <a:pt x="644" y="90"/>
                  </a:lnTo>
                  <a:close/>
                  <a:moveTo>
                    <a:pt x="40" y="0"/>
                  </a:moveTo>
                  <a:lnTo>
                    <a:pt x="40" y="128"/>
                  </a:lnTo>
                  <a:lnTo>
                    <a:pt x="323" y="128"/>
                  </a:lnTo>
                  <a:lnTo>
                    <a:pt x="323" y="0"/>
                  </a:lnTo>
                  <a:lnTo>
                    <a:pt x="685" y="0"/>
                  </a:lnTo>
                  <a:lnTo>
                    <a:pt x="685" y="129"/>
                  </a:lnTo>
                  <a:lnTo>
                    <a:pt x="967" y="129"/>
                  </a:lnTo>
                  <a:lnTo>
                    <a:pt x="967" y="58"/>
                  </a:lnTo>
                  <a:lnTo>
                    <a:pt x="1008" y="58"/>
                  </a:lnTo>
                  <a:lnTo>
                    <a:pt x="1008" y="167"/>
                  </a:lnTo>
                  <a:lnTo>
                    <a:pt x="644" y="167"/>
                  </a:lnTo>
                  <a:lnTo>
                    <a:pt x="644" y="130"/>
                  </a:lnTo>
                  <a:lnTo>
                    <a:pt x="363" y="130"/>
                  </a:lnTo>
                  <a:lnTo>
                    <a:pt x="363" y="167"/>
                  </a:lnTo>
                  <a:lnTo>
                    <a:pt x="0" y="167"/>
                  </a:lnTo>
                  <a:lnTo>
                    <a:pt x="0" y="0"/>
                  </a:lnTo>
                  <a:lnTo>
                    <a:pt x="40" y="0"/>
                  </a:lnTo>
                  <a:close/>
                  <a:moveTo>
                    <a:pt x="967" y="0"/>
                  </a:moveTo>
                  <a:lnTo>
                    <a:pt x="1007" y="0"/>
                  </a:lnTo>
                  <a:lnTo>
                    <a:pt x="1007" y="38"/>
                  </a:lnTo>
                  <a:lnTo>
                    <a:pt x="967" y="38"/>
                  </a:lnTo>
                  <a:lnTo>
                    <a:pt x="96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4" name="Freeform 8">
              <a:extLst>
                <a:ext uri="{FF2B5EF4-FFF2-40B4-BE49-F238E27FC236}">
                  <a16:creationId xmlns:a16="http://schemas.microsoft.com/office/drawing/2014/main" id="{067D6118-44AA-415D-B0A1-366604B2DA29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4463" y="2840038"/>
              <a:ext cx="63500" cy="80963"/>
            </a:xfrm>
            <a:custGeom>
              <a:avLst/>
              <a:gdLst>
                <a:gd name="T0" fmla="*/ 29 w 29"/>
                <a:gd name="T1" fmla="*/ 0 h 37"/>
                <a:gd name="T2" fmla="*/ 22 w 29"/>
                <a:gd name="T3" fmla="*/ 0 h 37"/>
                <a:gd name="T4" fmla="*/ 22 w 29"/>
                <a:gd name="T5" fmla="*/ 23 h 37"/>
                <a:gd name="T6" fmla="*/ 21 w 29"/>
                <a:gd name="T7" fmla="*/ 28 h 37"/>
                <a:gd name="T8" fmla="*/ 16 w 29"/>
                <a:gd name="T9" fmla="*/ 30 h 37"/>
                <a:gd name="T10" fmla="*/ 10 w 29"/>
                <a:gd name="T11" fmla="*/ 28 h 37"/>
                <a:gd name="T12" fmla="*/ 9 w 29"/>
                <a:gd name="T13" fmla="*/ 23 h 37"/>
                <a:gd name="T14" fmla="*/ 9 w 29"/>
                <a:gd name="T15" fmla="*/ 0 h 37"/>
                <a:gd name="T16" fmla="*/ 0 w 29"/>
                <a:gd name="T17" fmla="*/ 0 h 37"/>
                <a:gd name="T18" fmla="*/ 0 w 29"/>
                <a:gd name="T19" fmla="*/ 23 h 37"/>
                <a:gd name="T20" fmla="*/ 3 w 29"/>
                <a:gd name="T21" fmla="*/ 33 h 37"/>
                <a:gd name="T22" fmla="*/ 15 w 29"/>
                <a:gd name="T23" fmla="*/ 37 h 37"/>
                <a:gd name="T24" fmla="*/ 26 w 29"/>
                <a:gd name="T25" fmla="*/ 34 h 37"/>
                <a:gd name="T26" fmla="*/ 29 w 29"/>
                <a:gd name="T27" fmla="*/ 23 h 37"/>
                <a:gd name="T28" fmla="*/ 29 w 29"/>
                <a:gd name="T2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" h="37">
                  <a:moveTo>
                    <a:pt x="29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6"/>
                    <a:pt x="22" y="27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cubicBezTo>
                    <a:pt x="13" y="30"/>
                    <a:pt x="11" y="29"/>
                    <a:pt x="10" y="28"/>
                  </a:cubicBezTo>
                  <a:cubicBezTo>
                    <a:pt x="10" y="27"/>
                    <a:pt x="9" y="26"/>
                    <a:pt x="9" y="2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8"/>
                    <a:pt x="1" y="31"/>
                    <a:pt x="3" y="33"/>
                  </a:cubicBezTo>
                  <a:cubicBezTo>
                    <a:pt x="6" y="36"/>
                    <a:pt x="10" y="37"/>
                    <a:pt x="15" y="37"/>
                  </a:cubicBezTo>
                  <a:cubicBezTo>
                    <a:pt x="20" y="37"/>
                    <a:pt x="23" y="36"/>
                    <a:pt x="26" y="34"/>
                  </a:cubicBezTo>
                  <a:cubicBezTo>
                    <a:pt x="28" y="31"/>
                    <a:pt x="29" y="29"/>
                    <a:pt x="29" y="23"/>
                  </a:cubicBez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5" name="Freeform 9">
              <a:extLst>
                <a:ext uri="{FF2B5EF4-FFF2-40B4-BE49-F238E27FC236}">
                  <a16:creationId xmlns:a16="http://schemas.microsoft.com/office/drawing/2014/main" id="{CE545E41-0FEB-47DC-AABC-490CCB450EE3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2250" y="2840038"/>
              <a:ext cx="60325" cy="77788"/>
            </a:xfrm>
            <a:custGeom>
              <a:avLst/>
              <a:gdLst>
                <a:gd name="T0" fmla="*/ 28 w 28"/>
                <a:gd name="T1" fmla="*/ 0 h 36"/>
                <a:gd name="T2" fmla="*/ 22 w 28"/>
                <a:gd name="T3" fmla="*/ 0 h 36"/>
                <a:gd name="T4" fmla="*/ 22 w 28"/>
                <a:gd name="T5" fmla="*/ 19 h 36"/>
                <a:gd name="T6" fmla="*/ 22 w 28"/>
                <a:gd name="T7" fmla="*/ 21 h 36"/>
                <a:gd name="T8" fmla="*/ 9 w 28"/>
                <a:gd name="T9" fmla="*/ 0 h 36"/>
                <a:gd name="T10" fmla="*/ 0 w 28"/>
                <a:gd name="T11" fmla="*/ 0 h 36"/>
                <a:gd name="T12" fmla="*/ 0 w 28"/>
                <a:gd name="T13" fmla="*/ 36 h 36"/>
                <a:gd name="T14" fmla="*/ 7 w 28"/>
                <a:gd name="T15" fmla="*/ 36 h 36"/>
                <a:gd name="T16" fmla="*/ 7 w 28"/>
                <a:gd name="T17" fmla="*/ 15 h 36"/>
                <a:gd name="T18" fmla="*/ 7 w 28"/>
                <a:gd name="T19" fmla="*/ 13 h 36"/>
                <a:gd name="T20" fmla="*/ 6 w 28"/>
                <a:gd name="T21" fmla="*/ 12 h 36"/>
                <a:gd name="T22" fmla="*/ 21 w 28"/>
                <a:gd name="T23" fmla="*/ 36 h 36"/>
                <a:gd name="T24" fmla="*/ 28 w 28"/>
                <a:gd name="T25" fmla="*/ 36 h 36"/>
                <a:gd name="T26" fmla="*/ 28 w 28"/>
                <a:gd name="T2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6">
                  <a:moveTo>
                    <a:pt x="28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6" name="Rectangle 10">
              <a:extLst>
                <a:ext uri="{FF2B5EF4-FFF2-40B4-BE49-F238E27FC236}">
                  <a16:creationId xmlns:a16="http://schemas.microsoft.com/office/drawing/2014/main" id="{D0D2EBC1-73AD-4438-95AC-896377E25F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8450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7" name="Freeform 11">
              <a:extLst>
                <a:ext uri="{FF2B5EF4-FFF2-40B4-BE49-F238E27FC236}">
                  <a16:creationId xmlns:a16="http://schemas.microsoft.com/office/drawing/2014/main" id="{4B65249F-2C0E-48EE-8C9D-85D799EB9043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3850" y="2840038"/>
              <a:ext cx="68263" cy="77788"/>
            </a:xfrm>
            <a:custGeom>
              <a:avLst/>
              <a:gdLst>
                <a:gd name="T0" fmla="*/ 43 w 43"/>
                <a:gd name="T1" fmla="*/ 0 h 49"/>
                <a:gd name="T2" fmla="*/ 33 w 43"/>
                <a:gd name="T3" fmla="*/ 0 h 49"/>
                <a:gd name="T4" fmla="*/ 24 w 43"/>
                <a:gd name="T5" fmla="*/ 36 h 49"/>
                <a:gd name="T6" fmla="*/ 13 w 43"/>
                <a:gd name="T7" fmla="*/ 0 h 49"/>
                <a:gd name="T8" fmla="*/ 0 w 43"/>
                <a:gd name="T9" fmla="*/ 0 h 49"/>
                <a:gd name="T10" fmla="*/ 15 w 43"/>
                <a:gd name="T11" fmla="*/ 49 h 49"/>
                <a:gd name="T12" fmla="*/ 28 w 43"/>
                <a:gd name="T13" fmla="*/ 49 h 49"/>
                <a:gd name="T14" fmla="*/ 43 w 43"/>
                <a:gd name="T15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49">
                  <a:moveTo>
                    <a:pt x="43" y="0"/>
                  </a:moveTo>
                  <a:lnTo>
                    <a:pt x="33" y="0"/>
                  </a:lnTo>
                  <a:lnTo>
                    <a:pt x="24" y="36"/>
                  </a:lnTo>
                  <a:lnTo>
                    <a:pt x="13" y="0"/>
                  </a:lnTo>
                  <a:lnTo>
                    <a:pt x="0" y="0"/>
                  </a:lnTo>
                  <a:lnTo>
                    <a:pt x="15" y="49"/>
                  </a:lnTo>
                  <a:lnTo>
                    <a:pt x="28" y="49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8" name="Freeform 12">
              <a:extLst>
                <a:ext uri="{FF2B5EF4-FFF2-40B4-BE49-F238E27FC236}">
                  <a16:creationId xmlns:a16="http://schemas.microsoft.com/office/drawing/2014/main" id="{B2A117A0-FE1E-46E6-8E3E-197411BD413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050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36 w 36"/>
                <a:gd name="T9" fmla="*/ 49 h 49"/>
                <a:gd name="T10" fmla="*/ 36 w 36"/>
                <a:gd name="T11" fmla="*/ 40 h 49"/>
                <a:gd name="T12" fmla="*/ 11 w 36"/>
                <a:gd name="T13" fmla="*/ 40 h 49"/>
                <a:gd name="T14" fmla="*/ 11 w 36"/>
                <a:gd name="T15" fmla="*/ 29 h 49"/>
                <a:gd name="T16" fmla="*/ 30 w 36"/>
                <a:gd name="T17" fmla="*/ 29 h 49"/>
                <a:gd name="T18" fmla="*/ 30 w 36"/>
                <a:gd name="T19" fmla="*/ 19 h 49"/>
                <a:gd name="T20" fmla="*/ 11 w 36"/>
                <a:gd name="T21" fmla="*/ 19 h 49"/>
                <a:gd name="T22" fmla="*/ 11 w 36"/>
                <a:gd name="T23" fmla="*/ 10 h 49"/>
                <a:gd name="T24" fmla="*/ 36 w 36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6" y="49"/>
                  </a:lnTo>
                  <a:lnTo>
                    <a:pt x="36" y="40"/>
                  </a:lnTo>
                  <a:lnTo>
                    <a:pt x="11" y="40"/>
                  </a:lnTo>
                  <a:lnTo>
                    <a:pt x="11" y="29"/>
                  </a:lnTo>
                  <a:lnTo>
                    <a:pt x="30" y="29"/>
                  </a:lnTo>
                  <a:lnTo>
                    <a:pt x="30" y="19"/>
                  </a:lnTo>
                  <a:lnTo>
                    <a:pt x="11" y="19"/>
                  </a:lnTo>
                  <a:lnTo>
                    <a:pt x="11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9" name="Freeform 13">
              <a:extLst>
                <a:ext uri="{FF2B5EF4-FFF2-40B4-BE49-F238E27FC236}">
                  <a16:creationId xmlns:a16="http://schemas.microsoft.com/office/drawing/2014/main" id="{2E4FC00D-2C6F-4D1C-94E5-E3F329AAEB7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16725" y="2840038"/>
              <a:ext cx="65088" cy="77788"/>
            </a:xfrm>
            <a:custGeom>
              <a:avLst/>
              <a:gdLst>
                <a:gd name="T0" fmla="*/ 8 w 30"/>
                <a:gd name="T1" fmla="*/ 22 h 36"/>
                <a:gd name="T2" fmla="*/ 15 w 30"/>
                <a:gd name="T3" fmla="*/ 22 h 36"/>
                <a:gd name="T4" fmla="*/ 20 w 30"/>
                <a:gd name="T5" fmla="*/ 36 h 36"/>
                <a:gd name="T6" fmla="*/ 30 w 30"/>
                <a:gd name="T7" fmla="*/ 36 h 36"/>
                <a:gd name="T8" fmla="*/ 23 w 30"/>
                <a:gd name="T9" fmla="*/ 20 h 36"/>
                <a:gd name="T10" fmla="*/ 26 w 30"/>
                <a:gd name="T11" fmla="*/ 18 h 36"/>
                <a:gd name="T12" fmla="*/ 29 w 30"/>
                <a:gd name="T13" fmla="*/ 11 h 36"/>
                <a:gd name="T14" fmla="*/ 25 w 30"/>
                <a:gd name="T15" fmla="*/ 2 h 36"/>
                <a:gd name="T16" fmla="*/ 16 w 30"/>
                <a:gd name="T17" fmla="*/ 0 h 36"/>
                <a:gd name="T18" fmla="*/ 0 w 30"/>
                <a:gd name="T19" fmla="*/ 0 h 36"/>
                <a:gd name="T20" fmla="*/ 0 w 30"/>
                <a:gd name="T21" fmla="*/ 36 h 36"/>
                <a:gd name="T22" fmla="*/ 8 w 30"/>
                <a:gd name="T23" fmla="*/ 36 h 36"/>
                <a:gd name="T24" fmla="*/ 8 w 30"/>
                <a:gd name="T25" fmla="*/ 22 h 36"/>
                <a:gd name="T26" fmla="*/ 8 w 30"/>
                <a:gd name="T27" fmla="*/ 6 h 36"/>
                <a:gd name="T28" fmla="*/ 13 w 30"/>
                <a:gd name="T29" fmla="*/ 6 h 36"/>
                <a:gd name="T30" fmla="*/ 19 w 30"/>
                <a:gd name="T31" fmla="*/ 7 h 36"/>
                <a:gd name="T32" fmla="*/ 20 w 30"/>
                <a:gd name="T33" fmla="*/ 11 h 36"/>
                <a:gd name="T34" fmla="*/ 18 w 30"/>
                <a:gd name="T35" fmla="*/ 15 h 36"/>
                <a:gd name="T36" fmla="*/ 14 w 30"/>
                <a:gd name="T37" fmla="*/ 16 h 36"/>
                <a:gd name="T38" fmla="*/ 8 w 30"/>
                <a:gd name="T39" fmla="*/ 16 h 36"/>
                <a:gd name="T40" fmla="*/ 8 w 30"/>
                <a:gd name="T4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6">
                  <a:moveTo>
                    <a:pt x="8" y="22"/>
                  </a:moveTo>
                  <a:cubicBezTo>
                    <a:pt x="15" y="22"/>
                    <a:pt x="15" y="22"/>
                    <a:pt x="15" y="2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5" y="19"/>
                    <a:pt x="25" y="19"/>
                    <a:pt x="26" y="18"/>
                  </a:cubicBezTo>
                  <a:cubicBezTo>
                    <a:pt x="28" y="16"/>
                    <a:pt x="29" y="14"/>
                    <a:pt x="29" y="11"/>
                  </a:cubicBezTo>
                  <a:cubicBezTo>
                    <a:pt x="29" y="8"/>
                    <a:pt x="28" y="4"/>
                    <a:pt x="25" y="2"/>
                  </a:cubicBezTo>
                  <a:cubicBezTo>
                    <a:pt x="23" y="1"/>
                    <a:pt x="21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8" y="36"/>
                    <a:pt x="8" y="36"/>
                    <a:pt x="8" y="36"/>
                  </a:cubicBezTo>
                  <a:lnTo>
                    <a:pt x="8" y="22"/>
                  </a:lnTo>
                  <a:close/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7" y="6"/>
                    <a:pt x="18" y="6"/>
                    <a:pt x="19" y="7"/>
                  </a:cubicBezTo>
                  <a:cubicBezTo>
                    <a:pt x="20" y="8"/>
                    <a:pt x="20" y="10"/>
                    <a:pt x="20" y="11"/>
                  </a:cubicBezTo>
                  <a:cubicBezTo>
                    <a:pt x="20" y="12"/>
                    <a:pt x="19" y="14"/>
                    <a:pt x="18" y="15"/>
                  </a:cubicBezTo>
                  <a:cubicBezTo>
                    <a:pt x="17" y="16"/>
                    <a:pt x="17" y="16"/>
                    <a:pt x="14" y="16"/>
                  </a:cubicBezTo>
                  <a:cubicBezTo>
                    <a:pt x="8" y="16"/>
                    <a:pt x="8" y="16"/>
                    <a:pt x="8" y="16"/>
                  </a:cubicBezTo>
                  <a:lnTo>
                    <a:pt x="8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0" name="Freeform 14">
              <a:extLst>
                <a:ext uri="{FF2B5EF4-FFF2-40B4-BE49-F238E27FC236}">
                  <a16:creationId xmlns:a16="http://schemas.microsoft.com/office/drawing/2014/main" id="{1FA01D53-E975-4AF6-9355-3F5304BDC1E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6575" y="2838450"/>
              <a:ext cx="65088" cy="82550"/>
            </a:xfrm>
            <a:custGeom>
              <a:avLst/>
              <a:gdLst>
                <a:gd name="T0" fmla="*/ 29 w 30"/>
                <a:gd name="T1" fmla="*/ 9 h 38"/>
                <a:gd name="T2" fmla="*/ 25 w 30"/>
                <a:gd name="T3" fmla="*/ 3 h 38"/>
                <a:gd name="T4" fmla="*/ 15 w 30"/>
                <a:gd name="T5" fmla="*/ 0 h 38"/>
                <a:gd name="T6" fmla="*/ 6 w 30"/>
                <a:gd name="T7" fmla="*/ 3 h 38"/>
                <a:gd name="T8" fmla="*/ 2 w 30"/>
                <a:gd name="T9" fmla="*/ 12 h 38"/>
                <a:gd name="T10" fmla="*/ 6 w 30"/>
                <a:gd name="T11" fmla="*/ 20 h 38"/>
                <a:gd name="T12" fmla="*/ 15 w 30"/>
                <a:gd name="T13" fmla="*/ 23 h 38"/>
                <a:gd name="T14" fmla="*/ 21 w 30"/>
                <a:gd name="T15" fmla="*/ 27 h 38"/>
                <a:gd name="T16" fmla="*/ 15 w 30"/>
                <a:gd name="T17" fmla="*/ 31 h 38"/>
                <a:gd name="T18" fmla="*/ 8 w 30"/>
                <a:gd name="T19" fmla="*/ 26 h 38"/>
                <a:gd name="T20" fmla="*/ 0 w 30"/>
                <a:gd name="T21" fmla="*/ 28 h 38"/>
                <a:gd name="T22" fmla="*/ 4 w 30"/>
                <a:gd name="T23" fmla="*/ 35 h 38"/>
                <a:gd name="T24" fmla="*/ 15 w 30"/>
                <a:gd name="T25" fmla="*/ 38 h 38"/>
                <a:gd name="T26" fmla="*/ 25 w 30"/>
                <a:gd name="T27" fmla="*/ 36 h 38"/>
                <a:gd name="T28" fmla="*/ 30 w 30"/>
                <a:gd name="T29" fmla="*/ 26 h 38"/>
                <a:gd name="T30" fmla="*/ 25 w 30"/>
                <a:gd name="T31" fmla="*/ 17 h 38"/>
                <a:gd name="T32" fmla="*/ 16 w 30"/>
                <a:gd name="T33" fmla="*/ 14 h 38"/>
                <a:gd name="T34" fmla="*/ 10 w 30"/>
                <a:gd name="T35" fmla="*/ 10 h 38"/>
                <a:gd name="T36" fmla="*/ 15 w 30"/>
                <a:gd name="T37" fmla="*/ 7 h 38"/>
                <a:gd name="T38" fmla="*/ 22 w 30"/>
                <a:gd name="T39" fmla="*/ 11 h 38"/>
                <a:gd name="T40" fmla="*/ 29 w 30"/>
                <a:gd name="T41" fmla="*/ 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8">
                  <a:moveTo>
                    <a:pt x="29" y="9"/>
                  </a:moveTo>
                  <a:cubicBezTo>
                    <a:pt x="28" y="6"/>
                    <a:pt x="27" y="5"/>
                    <a:pt x="25" y="3"/>
                  </a:cubicBezTo>
                  <a:cubicBezTo>
                    <a:pt x="22" y="1"/>
                    <a:pt x="19" y="0"/>
                    <a:pt x="15" y="0"/>
                  </a:cubicBezTo>
                  <a:cubicBezTo>
                    <a:pt x="11" y="0"/>
                    <a:pt x="8" y="1"/>
                    <a:pt x="6" y="3"/>
                  </a:cubicBezTo>
                  <a:cubicBezTo>
                    <a:pt x="3" y="6"/>
                    <a:pt x="2" y="9"/>
                    <a:pt x="2" y="12"/>
                  </a:cubicBezTo>
                  <a:cubicBezTo>
                    <a:pt x="2" y="16"/>
                    <a:pt x="4" y="19"/>
                    <a:pt x="6" y="20"/>
                  </a:cubicBezTo>
                  <a:cubicBezTo>
                    <a:pt x="8" y="21"/>
                    <a:pt x="11" y="22"/>
                    <a:pt x="15" y="23"/>
                  </a:cubicBezTo>
                  <a:cubicBezTo>
                    <a:pt x="20" y="24"/>
                    <a:pt x="21" y="25"/>
                    <a:pt x="21" y="27"/>
                  </a:cubicBezTo>
                  <a:cubicBezTo>
                    <a:pt x="21" y="30"/>
                    <a:pt x="19" y="31"/>
                    <a:pt x="15" y="31"/>
                  </a:cubicBezTo>
                  <a:cubicBezTo>
                    <a:pt x="11" y="31"/>
                    <a:pt x="9" y="30"/>
                    <a:pt x="8" y="2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31"/>
                    <a:pt x="2" y="33"/>
                    <a:pt x="4" y="35"/>
                  </a:cubicBezTo>
                  <a:cubicBezTo>
                    <a:pt x="7" y="37"/>
                    <a:pt x="11" y="38"/>
                    <a:pt x="15" y="38"/>
                  </a:cubicBezTo>
                  <a:cubicBezTo>
                    <a:pt x="19" y="38"/>
                    <a:pt x="22" y="37"/>
                    <a:pt x="25" y="36"/>
                  </a:cubicBezTo>
                  <a:cubicBezTo>
                    <a:pt x="28" y="33"/>
                    <a:pt x="30" y="30"/>
                    <a:pt x="30" y="26"/>
                  </a:cubicBezTo>
                  <a:cubicBezTo>
                    <a:pt x="30" y="22"/>
                    <a:pt x="28" y="19"/>
                    <a:pt x="25" y="17"/>
                  </a:cubicBezTo>
                  <a:cubicBezTo>
                    <a:pt x="24" y="16"/>
                    <a:pt x="21" y="15"/>
                    <a:pt x="16" y="14"/>
                  </a:cubicBezTo>
                  <a:cubicBezTo>
                    <a:pt x="12" y="13"/>
                    <a:pt x="10" y="12"/>
                    <a:pt x="10" y="10"/>
                  </a:cubicBezTo>
                  <a:cubicBezTo>
                    <a:pt x="10" y="8"/>
                    <a:pt x="12" y="7"/>
                    <a:pt x="15" y="7"/>
                  </a:cubicBezTo>
                  <a:cubicBezTo>
                    <a:pt x="19" y="7"/>
                    <a:pt x="20" y="8"/>
                    <a:pt x="22" y="11"/>
                  </a:cubicBezTo>
                  <a:lnTo>
                    <a:pt x="2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1" name="Rectangle 15">
              <a:extLst>
                <a:ext uri="{FF2B5EF4-FFF2-40B4-BE49-F238E27FC236}">
                  <a16:creationId xmlns:a16="http://schemas.microsoft.com/office/drawing/2014/main" id="{0E66D0D5-F539-43AF-90D4-DF2F92BDDD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4363" y="2840038"/>
              <a:ext cx="17463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2" name="Freeform 16">
              <a:extLst>
                <a:ext uri="{FF2B5EF4-FFF2-40B4-BE49-F238E27FC236}">
                  <a16:creationId xmlns:a16="http://schemas.microsoft.com/office/drawing/2014/main" id="{1F792CA8-089A-4C19-B221-59CF5B4471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97700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3" name="Freeform 17">
              <a:extLst>
                <a:ext uri="{FF2B5EF4-FFF2-40B4-BE49-F238E27FC236}">
                  <a16:creationId xmlns:a16="http://schemas.microsoft.com/office/drawing/2014/main" id="{834F7817-F932-4478-9FEA-DA8B0EBD05A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5963" y="2840038"/>
              <a:ext cx="71438" cy="77788"/>
            </a:xfrm>
            <a:custGeom>
              <a:avLst/>
              <a:gdLst>
                <a:gd name="T0" fmla="*/ 30 w 45"/>
                <a:gd name="T1" fmla="*/ 0 h 49"/>
                <a:gd name="T2" fmla="*/ 17 w 45"/>
                <a:gd name="T3" fmla="*/ 0 h 49"/>
                <a:gd name="T4" fmla="*/ 0 w 45"/>
                <a:gd name="T5" fmla="*/ 49 h 49"/>
                <a:gd name="T6" fmla="*/ 11 w 45"/>
                <a:gd name="T7" fmla="*/ 49 h 49"/>
                <a:gd name="T8" fmla="*/ 14 w 45"/>
                <a:gd name="T9" fmla="*/ 40 h 49"/>
                <a:gd name="T10" fmla="*/ 30 w 45"/>
                <a:gd name="T11" fmla="*/ 40 h 49"/>
                <a:gd name="T12" fmla="*/ 33 w 45"/>
                <a:gd name="T13" fmla="*/ 49 h 49"/>
                <a:gd name="T14" fmla="*/ 45 w 45"/>
                <a:gd name="T15" fmla="*/ 49 h 49"/>
                <a:gd name="T16" fmla="*/ 30 w 45"/>
                <a:gd name="T17" fmla="*/ 0 h 49"/>
                <a:gd name="T18" fmla="*/ 17 w 45"/>
                <a:gd name="T19" fmla="*/ 30 h 49"/>
                <a:gd name="T20" fmla="*/ 22 w 45"/>
                <a:gd name="T21" fmla="*/ 12 h 49"/>
                <a:gd name="T22" fmla="*/ 28 w 45"/>
                <a:gd name="T23" fmla="*/ 30 h 49"/>
                <a:gd name="T24" fmla="*/ 17 w 45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" h="49">
                  <a:moveTo>
                    <a:pt x="30" y="0"/>
                  </a:moveTo>
                  <a:lnTo>
                    <a:pt x="17" y="0"/>
                  </a:lnTo>
                  <a:lnTo>
                    <a:pt x="0" y="49"/>
                  </a:lnTo>
                  <a:lnTo>
                    <a:pt x="11" y="49"/>
                  </a:lnTo>
                  <a:lnTo>
                    <a:pt x="14" y="40"/>
                  </a:lnTo>
                  <a:lnTo>
                    <a:pt x="30" y="40"/>
                  </a:lnTo>
                  <a:lnTo>
                    <a:pt x="33" y="49"/>
                  </a:lnTo>
                  <a:lnTo>
                    <a:pt x="45" y="49"/>
                  </a:lnTo>
                  <a:lnTo>
                    <a:pt x="30" y="0"/>
                  </a:lnTo>
                  <a:close/>
                  <a:moveTo>
                    <a:pt x="17" y="30"/>
                  </a:moveTo>
                  <a:lnTo>
                    <a:pt x="22" y="12"/>
                  </a:lnTo>
                  <a:lnTo>
                    <a:pt x="28" y="30"/>
                  </a:lnTo>
                  <a:lnTo>
                    <a:pt x="17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4" name="Freeform 18">
              <a:extLst>
                <a:ext uri="{FF2B5EF4-FFF2-40B4-BE49-F238E27FC236}">
                  <a16:creationId xmlns:a16="http://schemas.microsoft.com/office/drawing/2014/main" id="{14E51887-E352-4149-91F9-BD52D305D3E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469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5 w 30"/>
                <a:gd name="T7" fmla="*/ 31 h 36"/>
                <a:gd name="T8" fmla="*/ 30 w 30"/>
                <a:gd name="T9" fmla="*/ 18 h 36"/>
                <a:gd name="T10" fmla="*/ 25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8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8 w 30"/>
                <a:gd name="T25" fmla="*/ 27 h 36"/>
                <a:gd name="T26" fmla="*/ 12 w 30"/>
                <a:gd name="T27" fmla="*/ 30 h 36"/>
                <a:gd name="T28" fmla="*/ 8 w 30"/>
                <a:gd name="T29" fmla="*/ 30 h 36"/>
                <a:gd name="T30" fmla="*/ 8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2" y="35"/>
                    <a:pt x="25" y="31"/>
                  </a:cubicBezTo>
                  <a:cubicBezTo>
                    <a:pt x="28" y="28"/>
                    <a:pt x="30" y="23"/>
                    <a:pt x="30" y="18"/>
                  </a:cubicBezTo>
                  <a:cubicBezTo>
                    <a:pt x="30" y="13"/>
                    <a:pt x="28" y="8"/>
                    <a:pt x="25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8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8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8" y="30"/>
                    <a:pt x="8" y="30"/>
                    <a:pt x="8" y="30"/>
                  </a:cubicBezTo>
                  <a:lnTo>
                    <a:pt x="8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5" name="Freeform 19">
              <a:extLst>
                <a:ext uri="{FF2B5EF4-FFF2-40B4-BE49-F238E27FC236}">
                  <a16:creationId xmlns:a16="http://schemas.microsoft.com/office/drawing/2014/main" id="{71AC51F5-2164-4A07-853C-563F6F3B82F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46938" y="2840038"/>
              <a:ext cx="68263" cy="77788"/>
            </a:xfrm>
            <a:custGeom>
              <a:avLst/>
              <a:gdLst>
                <a:gd name="T0" fmla="*/ 28 w 43"/>
                <a:gd name="T1" fmla="*/ 0 h 49"/>
                <a:gd name="T2" fmla="*/ 15 w 43"/>
                <a:gd name="T3" fmla="*/ 0 h 49"/>
                <a:gd name="T4" fmla="*/ 0 w 43"/>
                <a:gd name="T5" fmla="*/ 49 h 49"/>
                <a:gd name="T6" fmla="*/ 9 w 43"/>
                <a:gd name="T7" fmla="*/ 49 h 49"/>
                <a:gd name="T8" fmla="*/ 12 w 43"/>
                <a:gd name="T9" fmla="*/ 40 h 49"/>
                <a:gd name="T10" fmla="*/ 28 w 43"/>
                <a:gd name="T11" fmla="*/ 40 h 49"/>
                <a:gd name="T12" fmla="*/ 31 w 43"/>
                <a:gd name="T13" fmla="*/ 49 h 49"/>
                <a:gd name="T14" fmla="*/ 43 w 43"/>
                <a:gd name="T15" fmla="*/ 49 h 49"/>
                <a:gd name="T16" fmla="*/ 28 w 43"/>
                <a:gd name="T17" fmla="*/ 0 h 49"/>
                <a:gd name="T18" fmla="*/ 15 w 43"/>
                <a:gd name="T19" fmla="*/ 30 h 49"/>
                <a:gd name="T20" fmla="*/ 20 w 43"/>
                <a:gd name="T21" fmla="*/ 12 h 49"/>
                <a:gd name="T22" fmla="*/ 25 w 43"/>
                <a:gd name="T23" fmla="*/ 30 h 49"/>
                <a:gd name="T24" fmla="*/ 15 w 43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49">
                  <a:moveTo>
                    <a:pt x="28" y="0"/>
                  </a:moveTo>
                  <a:lnTo>
                    <a:pt x="15" y="0"/>
                  </a:lnTo>
                  <a:lnTo>
                    <a:pt x="0" y="49"/>
                  </a:lnTo>
                  <a:lnTo>
                    <a:pt x="9" y="49"/>
                  </a:lnTo>
                  <a:lnTo>
                    <a:pt x="12" y="40"/>
                  </a:lnTo>
                  <a:lnTo>
                    <a:pt x="28" y="40"/>
                  </a:lnTo>
                  <a:lnTo>
                    <a:pt x="31" y="49"/>
                  </a:lnTo>
                  <a:lnTo>
                    <a:pt x="43" y="49"/>
                  </a:lnTo>
                  <a:lnTo>
                    <a:pt x="28" y="0"/>
                  </a:lnTo>
                  <a:close/>
                  <a:moveTo>
                    <a:pt x="15" y="30"/>
                  </a:moveTo>
                  <a:lnTo>
                    <a:pt x="20" y="12"/>
                  </a:lnTo>
                  <a:lnTo>
                    <a:pt x="25" y="30"/>
                  </a:lnTo>
                  <a:lnTo>
                    <a:pt x="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6" name="Freeform 20">
              <a:extLst>
                <a:ext uri="{FF2B5EF4-FFF2-40B4-BE49-F238E27FC236}">
                  <a16:creationId xmlns:a16="http://schemas.microsoft.com/office/drawing/2014/main" id="{787BBF1A-01EA-4612-B0F0-3F4F8D4D5F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47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2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2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9" y="0"/>
                    <a:pt x="12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1" y="12"/>
                    <a:pt x="22" y="15"/>
                    <a:pt x="22" y="18"/>
                  </a:cubicBezTo>
                  <a:cubicBezTo>
                    <a:pt x="22" y="21"/>
                    <a:pt x="21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21">
              <a:extLst>
                <a:ext uri="{FF2B5EF4-FFF2-40B4-BE49-F238E27FC236}">
                  <a16:creationId xmlns:a16="http://schemas.microsoft.com/office/drawing/2014/main" id="{ABB1A0E4-5962-4377-93F0-E6A546AD1D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7750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6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6 w 31"/>
                <a:gd name="T25" fmla="*/ 31 h 38"/>
                <a:gd name="T26" fmla="*/ 9 w 31"/>
                <a:gd name="T27" fmla="*/ 19 h 38"/>
                <a:gd name="T28" fmla="*/ 16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2" y="9"/>
                    <a:pt x="0" y="14"/>
                    <a:pt x="0" y="19"/>
                  </a:cubicBezTo>
                  <a:cubicBezTo>
                    <a:pt x="0" y="24"/>
                    <a:pt x="2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5" y="36"/>
                    <a:pt x="27" y="33"/>
                  </a:cubicBezTo>
                  <a:cubicBezTo>
                    <a:pt x="30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5" y="2"/>
                    <a:pt x="21" y="0"/>
                    <a:pt x="16" y="0"/>
                  </a:cubicBezTo>
                  <a:moveTo>
                    <a:pt x="16" y="7"/>
                  </a:moveTo>
                  <a:cubicBezTo>
                    <a:pt x="18" y="7"/>
                    <a:pt x="20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6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6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8" name="Freeform 22">
              <a:extLst>
                <a:ext uri="{FF2B5EF4-FFF2-40B4-BE49-F238E27FC236}">
                  <a16:creationId xmlns:a16="http://schemas.microsoft.com/office/drawing/2014/main" id="{520E9850-6E75-4E14-9107-C14C4B062084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8713" y="2840038"/>
              <a:ext cx="49213" cy="77788"/>
            </a:xfrm>
            <a:custGeom>
              <a:avLst/>
              <a:gdLst>
                <a:gd name="T0" fmla="*/ 10 w 31"/>
                <a:gd name="T1" fmla="*/ 40 h 49"/>
                <a:gd name="T2" fmla="*/ 10 w 31"/>
                <a:gd name="T3" fmla="*/ 0 h 49"/>
                <a:gd name="T4" fmla="*/ 0 w 31"/>
                <a:gd name="T5" fmla="*/ 0 h 49"/>
                <a:gd name="T6" fmla="*/ 0 w 31"/>
                <a:gd name="T7" fmla="*/ 49 h 49"/>
                <a:gd name="T8" fmla="*/ 31 w 31"/>
                <a:gd name="T9" fmla="*/ 49 h 49"/>
                <a:gd name="T10" fmla="*/ 31 w 31"/>
                <a:gd name="T11" fmla="*/ 40 h 49"/>
                <a:gd name="T12" fmla="*/ 10 w 31"/>
                <a:gd name="T13" fmla="*/ 4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49">
                  <a:moveTo>
                    <a:pt x="10" y="40"/>
                  </a:moveTo>
                  <a:lnTo>
                    <a:pt x="10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1" y="49"/>
                  </a:lnTo>
                  <a:lnTo>
                    <a:pt x="31" y="40"/>
                  </a:lnTo>
                  <a:lnTo>
                    <a:pt x="1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9" name="Freeform 23">
              <a:extLst>
                <a:ext uri="{FF2B5EF4-FFF2-40B4-BE49-F238E27FC236}">
                  <a16:creationId xmlns:a16="http://schemas.microsoft.com/office/drawing/2014/main" id="{20842D60-6B74-4448-BE83-277CCC2ED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5863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13 w 36"/>
                <a:gd name="T9" fmla="*/ 49 h 49"/>
                <a:gd name="T10" fmla="*/ 13 w 36"/>
                <a:gd name="T11" fmla="*/ 30 h 49"/>
                <a:gd name="T12" fmla="*/ 32 w 36"/>
                <a:gd name="T13" fmla="*/ 30 h 49"/>
                <a:gd name="T14" fmla="*/ 32 w 36"/>
                <a:gd name="T15" fmla="*/ 21 h 49"/>
                <a:gd name="T16" fmla="*/ 13 w 36"/>
                <a:gd name="T17" fmla="*/ 21 h 49"/>
                <a:gd name="T18" fmla="*/ 13 w 36"/>
                <a:gd name="T19" fmla="*/ 10 h 49"/>
                <a:gd name="T20" fmla="*/ 36 w 36"/>
                <a:gd name="T21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13" y="49"/>
                  </a:lnTo>
                  <a:lnTo>
                    <a:pt x="13" y="30"/>
                  </a:lnTo>
                  <a:lnTo>
                    <a:pt x="32" y="30"/>
                  </a:lnTo>
                  <a:lnTo>
                    <a:pt x="32" y="21"/>
                  </a:lnTo>
                  <a:lnTo>
                    <a:pt x="13" y="21"/>
                  </a:lnTo>
                  <a:lnTo>
                    <a:pt x="13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24">
              <a:extLst>
                <a:ext uri="{FF2B5EF4-FFF2-40B4-BE49-F238E27FC236}">
                  <a16:creationId xmlns:a16="http://schemas.microsoft.com/office/drawing/2014/main" id="{6F62709B-D48F-4ADA-A9C1-84AF24A1AA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5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5 w 31"/>
                <a:gd name="T25" fmla="*/ 31 h 38"/>
                <a:gd name="T26" fmla="*/ 9 w 31"/>
                <a:gd name="T27" fmla="*/ 19 h 38"/>
                <a:gd name="T28" fmla="*/ 15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1" y="9"/>
                    <a:pt x="0" y="14"/>
                    <a:pt x="0" y="19"/>
                  </a:cubicBezTo>
                  <a:cubicBezTo>
                    <a:pt x="0" y="24"/>
                    <a:pt x="1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4" y="36"/>
                    <a:pt x="27" y="33"/>
                  </a:cubicBezTo>
                  <a:cubicBezTo>
                    <a:pt x="29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4" y="2"/>
                    <a:pt x="20" y="0"/>
                    <a:pt x="16" y="0"/>
                  </a:cubicBezTo>
                  <a:moveTo>
                    <a:pt x="15" y="7"/>
                  </a:moveTo>
                  <a:cubicBezTo>
                    <a:pt x="18" y="7"/>
                    <a:pt x="19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5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5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Rectangle 25">
              <a:extLst>
                <a:ext uri="{FF2B5EF4-FFF2-40B4-BE49-F238E27FC236}">
                  <a16:creationId xmlns:a16="http://schemas.microsoft.com/office/drawing/2014/main" id="{F29BFEB6-CCDD-4D62-8650-EE8CC3BE5C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7313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26">
              <a:extLst>
                <a:ext uri="{FF2B5EF4-FFF2-40B4-BE49-F238E27FC236}">
                  <a16:creationId xmlns:a16="http://schemas.microsoft.com/office/drawing/2014/main" id="{8EDB595B-6E01-46FB-A05B-F91F4D8781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42238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7 w 30"/>
                <a:gd name="T5" fmla="*/ 36 h 36"/>
                <a:gd name="T6" fmla="*/ 27 w 30"/>
                <a:gd name="T7" fmla="*/ 34 h 36"/>
                <a:gd name="T8" fmla="*/ 30 w 30"/>
                <a:gd name="T9" fmla="*/ 26 h 36"/>
                <a:gd name="T10" fmla="*/ 27 w 30"/>
                <a:gd name="T11" fmla="*/ 20 h 36"/>
                <a:gd name="T12" fmla="*/ 23 w 30"/>
                <a:gd name="T13" fmla="*/ 17 h 36"/>
                <a:gd name="T14" fmla="*/ 29 w 30"/>
                <a:gd name="T15" fmla="*/ 9 h 36"/>
                <a:gd name="T16" fmla="*/ 26 w 30"/>
                <a:gd name="T17" fmla="*/ 2 h 36"/>
                <a:gd name="T18" fmla="*/ 17 w 30"/>
                <a:gd name="T19" fmla="*/ 0 h 36"/>
                <a:gd name="T20" fmla="*/ 0 w 30"/>
                <a:gd name="T21" fmla="*/ 0 h 36"/>
                <a:gd name="T22" fmla="*/ 9 w 30"/>
                <a:gd name="T23" fmla="*/ 6 h 36"/>
                <a:gd name="T24" fmla="*/ 14 w 30"/>
                <a:gd name="T25" fmla="*/ 6 h 36"/>
                <a:gd name="T26" fmla="*/ 19 w 30"/>
                <a:gd name="T27" fmla="*/ 7 h 36"/>
                <a:gd name="T28" fmla="*/ 20 w 30"/>
                <a:gd name="T29" fmla="*/ 10 h 36"/>
                <a:gd name="T30" fmla="*/ 19 w 30"/>
                <a:gd name="T31" fmla="*/ 13 h 36"/>
                <a:gd name="T32" fmla="*/ 15 w 30"/>
                <a:gd name="T33" fmla="*/ 14 h 36"/>
                <a:gd name="T34" fmla="*/ 9 w 30"/>
                <a:gd name="T35" fmla="*/ 14 h 36"/>
                <a:gd name="T36" fmla="*/ 9 w 30"/>
                <a:gd name="T37" fmla="*/ 6 h 36"/>
                <a:gd name="T38" fmla="*/ 9 w 30"/>
                <a:gd name="T39" fmla="*/ 21 h 36"/>
                <a:gd name="T40" fmla="*/ 16 w 30"/>
                <a:gd name="T41" fmla="*/ 21 h 36"/>
                <a:gd name="T42" fmla="*/ 21 w 30"/>
                <a:gd name="T43" fmla="*/ 25 h 36"/>
                <a:gd name="T44" fmla="*/ 19 w 30"/>
                <a:gd name="T45" fmla="*/ 29 h 36"/>
                <a:gd name="T46" fmla="*/ 15 w 30"/>
                <a:gd name="T47" fmla="*/ 30 h 36"/>
                <a:gd name="T48" fmla="*/ 9 w 30"/>
                <a:gd name="T49" fmla="*/ 30 h 36"/>
                <a:gd name="T50" fmla="*/ 9 w 30"/>
                <a:gd name="T51" fmla="*/ 2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22" y="36"/>
                    <a:pt x="25" y="36"/>
                    <a:pt x="27" y="34"/>
                  </a:cubicBezTo>
                  <a:cubicBezTo>
                    <a:pt x="29" y="32"/>
                    <a:pt x="30" y="29"/>
                    <a:pt x="30" y="26"/>
                  </a:cubicBezTo>
                  <a:cubicBezTo>
                    <a:pt x="30" y="24"/>
                    <a:pt x="29" y="21"/>
                    <a:pt x="27" y="20"/>
                  </a:cubicBezTo>
                  <a:cubicBezTo>
                    <a:pt x="26" y="18"/>
                    <a:pt x="25" y="18"/>
                    <a:pt x="23" y="17"/>
                  </a:cubicBezTo>
                  <a:cubicBezTo>
                    <a:pt x="27" y="16"/>
                    <a:pt x="29" y="13"/>
                    <a:pt x="29" y="9"/>
                  </a:cubicBezTo>
                  <a:cubicBezTo>
                    <a:pt x="29" y="6"/>
                    <a:pt x="28" y="4"/>
                    <a:pt x="26" y="2"/>
                  </a:cubicBezTo>
                  <a:cubicBezTo>
                    <a:pt x="24" y="0"/>
                    <a:pt x="21" y="0"/>
                    <a:pt x="17" y="0"/>
                  </a:cubicBezTo>
                  <a:lnTo>
                    <a:pt x="0" y="0"/>
                  </a:lnTo>
                  <a:close/>
                  <a:moveTo>
                    <a:pt x="9" y="6"/>
                  </a:moveTo>
                  <a:cubicBezTo>
                    <a:pt x="14" y="6"/>
                    <a:pt x="14" y="6"/>
                    <a:pt x="14" y="6"/>
                  </a:cubicBezTo>
                  <a:cubicBezTo>
                    <a:pt x="18" y="6"/>
                    <a:pt x="18" y="6"/>
                    <a:pt x="19" y="7"/>
                  </a:cubicBezTo>
                  <a:cubicBezTo>
                    <a:pt x="20" y="8"/>
                    <a:pt x="20" y="9"/>
                    <a:pt x="20" y="10"/>
                  </a:cubicBezTo>
                  <a:cubicBezTo>
                    <a:pt x="20" y="12"/>
                    <a:pt x="20" y="13"/>
                    <a:pt x="19" y="13"/>
                  </a:cubicBezTo>
                  <a:cubicBezTo>
                    <a:pt x="18" y="14"/>
                    <a:pt x="17" y="14"/>
                    <a:pt x="15" y="14"/>
                  </a:cubicBezTo>
                  <a:cubicBezTo>
                    <a:pt x="9" y="14"/>
                    <a:pt x="9" y="14"/>
                    <a:pt x="9" y="14"/>
                  </a:cubicBezTo>
                  <a:lnTo>
                    <a:pt x="9" y="6"/>
                  </a:lnTo>
                  <a:close/>
                  <a:moveTo>
                    <a:pt x="9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9" y="21"/>
                    <a:pt x="21" y="22"/>
                    <a:pt x="21" y="25"/>
                  </a:cubicBezTo>
                  <a:cubicBezTo>
                    <a:pt x="21" y="27"/>
                    <a:pt x="20" y="28"/>
                    <a:pt x="19" y="29"/>
                  </a:cubicBezTo>
                  <a:cubicBezTo>
                    <a:pt x="18" y="29"/>
                    <a:pt x="17" y="30"/>
                    <a:pt x="15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Freeform 27">
              <a:extLst>
                <a:ext uri="{FF2B5EF4-FFF2-40B4-BE49-F238E27FC236}">
                  <a16:creationId xmlns:a16="http://schemas.microsoft.com/office/drawing/2014/main" id="{2A34DCBB-6B73-4224-AEAA-DDAC6AEE0A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12088" y="2814638"/>
              <a:ext cx="71438" cy="103188"/>
            </a:xfrm>
            <a:custGeom>
              <a:avLst/>
              <a:gdLst>
                <a:gd name="T0" fmla="*/ 30 w 45"/>
                <a:gd name="T1" fmla="*/ 16 h 65"/>
                <a:gd name="T2" fmla="*/ 16 w 45"/>
                <a:gd name="T3" fmla="*/ 16 h 65"/>
                <a:gd name="T4" fmla="*/ 0 w 45"/>
                <a:gd name="T5" fmla="*/ 65 h 65"/>
                <a:gd name="T6" fmla="*/ 9 w 45"/>
                <a:gd name="T7" fmla="*/ 65 h 65"/>
                <a:gd name="T8" fmla="*/ 13 w 45"/>
                <a:gd name="T9" fmla="*/ 56 h 65"/>
                <a:gd name="T10" fmla="*/ 30 w 45"/>
                <a:gd name="T11" fmla="*/ 56 h 65"/>
                <a:gd name="T12" fmla="*/ 32 w 45"/>
                <a:gd name="T13" fmla="*/ 65 h 65"/>
                <a:gd name="T14" fmla="*/ 45 w 45"/>
                <a:gd name="T15" fmla="*/ 65 h 65"/>
                <a:gd name="T16" fmla="*/ 30 w 45"/>
                <a:gd name="T17" fmla="*/ 16 h 65"/>
                <a:gd name="T18" fmla="*/ 16 w 45"/>
                <a:gd name="T19" fmla="*/ 46 h 65"/>
                <a:gd name="T20" fmla="*/ 21 w 45"/>
                <a:gd name="T21" fmla="*/ 28 h 65"/>
                <a:gd name="T22" fmla="*/ 27 w 45"/>
                <a:gd name="T23" fmla="*/ 46 h 65"/>
                <a:gd name="T24" fmla="*/ 16 w 45"/>
                <a:gd name="T25" fmla="*/ 46 h 65"/>
                <a:gd name="T26" fmla="*/ 32 w 45"/>
                <a:gd name="T27" fmla="*/ 0 h 65"/>
                <a:gd name="T28" fmla="*/ 16 w 45"/>
                <a:gd name="T29" fmla="*/ 8 h 65"/>
                <a:gd name="T30" fmla="*/ 19 w 45"/>
                <a:gd name="T31" fmla="*/ 12 h 65"/>
                <a:gd name="T32" fmla="*/ 35 w 45"/>
                <a:gd name="T33" fmla="*/ 7 h 65"/>
                <a:gd name="T34" fmla="*/ 32 w 45"/>
                <a:gd name="T3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5" h="65">
                  <a:moveTo>
                    <a:pt x="30" y="16"/>
                  </a:moveTo>
                  <a:lnTo>
                    <a:pt x="16" y="16"/>
                  </a:lnTo>
                  <a:lnTo>
                    <a:pt x="0" y="65"/>
                  </a:lnTo>
                  <a:lnTo>
                    <a:pt x="9" y="65"/>
                  </a:lnTo>
                  <a:lnTo>
                    <a:pt x="13" y="56"/>
                  </a:lnTo>
                  <a:lnTo>
                    <a:pt x="30" y="56"/>
                  </a:lnTo>
                  <a:lnTo>
                    <a:pt x="32" y="65"/>
                  </a:lnTo>
                  <a:lnTo>
                    <a:pt x="45" y="65"/>
                  </a:lnTo>
                  <a:lnTo>
                    <a:pt x="30" y="16"/>
                  </a:lnTo>
                  <a:close/>
                  <a:moveTo>
                    <a:pt x="16" y="46"/>
                  </a:moveTo>
                  <a:lnTo>
                    <a:pt x="21" y="28"/>
                  </a:lnTo>
                  <a:lnTo>
                    <a:pt x="27" y="46"/>
                  </a:lnTo>
                  <a:lnTo>
                    <a:pt x="16" y="46"/>
                  </a:lnTo>
                  <a:close/>
                  <a:moveTo>
                    <a:pt x="32" y="0"/>
                  </a:moveTo>
                  <a:lnTo>
                    <a:pt x="16" y="8"/>
                  </a:lnTo>
                  <a:lnTo>
                    <a:pt x="19" y="12"/>
                  </a:lnTo>
                  <a:lnTo>
                    <a:pt x="35" y="7"/>
                  </a:lnTo>
                  <a:lnTo>
                    <a:pt x="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Freeform 28">
              <a:extLst>
                <a:ext uri="{FF2B5EF4-FFF2-40B4-BE49-F238E27FC236}">
                  <a16:creationId xmlns:a16="http://schemas.microsoft.com/office/drawing/2014/main" id="{7C5A23C3-8A30-4C4A-9A71-F9FE81A7E4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91463" y="2816225"/>
              <a:ext cx="60325" cy="101600"/>
            </a:xfrm>
            <a:custGeom>
              <a:avLst/>
              <a:gdLst>
                <a:gd name="T0" fmla="*/ 28 w 28"/>
                <a:gd name="T1" fmla="*/ 11 h 47"/>
                <a:gd name="T2" fmla="*/ 21 w 28"/>
                <a:gd name="T3" fmla="*/ 11 h 47"/>
                <a:gd name="T4" fmla="*/ 21 w 28"/>
                <a:gd name="T5" fmla="*/ 30 h 47"/>
                <a:gd name="T6" fmla="*/ 22 w 28"/>
                <a:gd name="T7" fmla="*/ 32 h 47"/>
                <a:gd name="T8" fmla="*/ 9 w 28"/>
                <a:gd name="T9" fmla="*/ 11 h 47"/>
                <a:gd name="T10" fmla="*/ 0 w 28"/>
                <a:gd name="T11" fmla="*/ 11 h 47"/>
                <a:gd name="T12" fmla="*/ 0 w 28"/>
                <a:gd name="T13" fmla="*/ 47 h 47"/>
                <a:gd name="T14" fmla="*/ 7 w 28"/>
                <a:gd name="T15" fmla="*/ 47 h 47"/>
                <a:gd name="T16" fmla="*/ 7 w 28"/>
                <a:gd name="T17" fmla="*/ 26 h 47"/>
                <a:gd name="T18" fmla="*/ 6 w 28"/>
                <a:gd name="T19" fmla="*/ 24 h 47"/>
                <a:gd name="T20" fmla="*/ 6 w 28"/>
                <a:gd name="T21" fmla="*/ 23 h 47"/>
                <a:gd name="T22" fmla="*/ 21 w 28"/>
                <a:gd name="T23" fmla="*/ 47 h 47"/>
                <a:gd name="T24" fmla="*/ 28 w 28"/>
                <a:gd name="T25" fmla="*/ 47 h 47"/>
                <a:gd name="T26" fmla="*/ 28 w 28"/>
                <a:gd name="T27" fmla="*/ 11 h 47"/>
                <a:gd name="T28" fmla="*/ 22 w 28"/>
                <a:gd name="T29" fmla="*/ 0 h 47"/>
                <a:gd name="T30" fmla="*/ 18 w 28"/>
                <a:gd name="T31" fmla="*/ 3 h 47"/>
                <a:gd name="T32" fmla="*/ 15 w 28"/>
                <a:gd name="T33" fmla="*/ 2 h 47"/>
                <a:gd name="T34" fmla="*/ 11 w 28"/>
                <a:gd name="T35" fmla="*/ 1 h 47"/>
                <a:gd name="T36" fmla="*/ 5 w 28"/>
                <a:gd name="T37" fmla="*/ 4 h 47"/>
                <a:gd name="T38" fmla="*/ 7 w 28"/>
                <a:gd name="T39" fmla="*/ 7 h 47"/>
                <a:gd name="T40" fmla="*/ 11 w 28"/>
                <a:gd name="T41" fmla="*/ 5 h 47"/>
                <a:gd name="T42" fmla="*/ 13 w 28"/>
                <a:gd name="T43" fmla="*/ 5 h 47"/>
                <a:gd name="T44" fmla="*/ 18 w 28"/>
                <a:gd name="T45" fmla="*/ 7 h 47"/>
                <a:gd name="T46" fmla="*/ 24 w 28"/>
                <a:gd name="T47" fmla="*/ 3 h 47"/>
                <a:gd name="T48" fmla="*/ 22 w 28"/>
                <a:gd name="T49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47">
                  <a:moveTo>
                    <a:pt x="28" y="11"/>
                  </a:moveTo>
                  <a:cubicBezTo>
                    <a:pt x="21" y="11"/>
                    <a:pt x="21" y="11"/>
                    <a:pt x="21" y="1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1"/>
                    <a:pt x="21" y="31"/>
                    <a:pt x="22" y="3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8" y="47"/>
                    <a:pt x="28" y="47"/>
                    <a:pt x="28" y="47"/>
                  </a:cubicBezTo>
                  <a:lnTo>
                    <a:pt x="28" y="11"/>
                  </a:lnTo>
                  <a:close/>
                  <a:moveTo>
                    <a:pt x="22" y="0"/>
                  </a:moveTo>
                  <a:cubicBezTo>
                    <a:pt x="21" y="2"/>
                    <a:pt x="19" y="3"/>
                    <a:pt x="18" y="3"/>
                  </a:cubicBezTo>
                  <a:cubicBezTo>
                    <a:pt x="17" y="3"/>
                    <a:pt x="16" y="2"/>
                    <a:pt x="15" y="2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9" y="1"/>
                    <a:pt x="7" y="2"/>
                    <a:pt x="5" y="4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9" y="5"/>
                    <a:pt x="10" y="5"/>
                    <a:pt x="11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6" y="7"/>
                    <a:pt x="16" y="7"/>
                    <a:pt x="18" y="7"/>
                  </a:cubicBezTo>
                  <a:cubicBezTo>
                    <a:pt x="20" y="7"/>
                    <a:pt x="22" y="6"/>
                    <a:pt x="24" y="3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29">
              <a:extLst>
                <a:ext uri="{FF2B5EF4-FFF2-40B4-BE49-F238E27FC236}">
                  <a16:creationId xmlns:a16="http://schemas.microsoft.com/office/drawing/2014/main" id="{52CCA802-C4B9-496B-AB23-574A262F78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7663" y="2840038"/>
              <a:ext cx="55563" cy="77788"/>
            </a:xfrm>
            <a:custGeom>
              <a:avLst/>
              <a:gdLst>
                <a:gd name="T0" fmla="*/ 35 w 35"/>
                <a:gd name="T1" fmla="*/ 10 h 49"/>
                <a:gd name="T2" fmla="*/ 35 w 35"/>
                <a:gd name="T3" fmla="*/ 0 h 49"/>
                <a:gd name="T4" fmla="*/ 0 w 35"/>
                <a:gd name="T5" fmla="*/ 0 h 49"/>
                <a:gd name="T6" fmla="*/ 0 w 35"/>
                <a:gd name="T7" fmla="*/ 49 h 49"/>
                <a:gd name="T8" fmla="*/ 35 w 35"/>
                <a:gd name="T9" fmla="*/ 49 h 49"/>
                <a:gd name="T10" fmla="*/ 35 w 35"/>
                <a:gd name="T11" fmla="*/ 40 h 49"/>
                <a:gd name="T12" fmla="*/ 12 w 35"/>
                <a:gd name="T13" fmla="*/ 40 h 49"/>
                <a:gd name="T14" fmla="*/ 12 w 35"/>
                <a:gd name="T15" fmla="*/ 29 h 49"/>
                <a:gd name="T16" fmla="*/ 31 w 35"/>
                <a:gd name="T17" fmla="*/ 29 h 49"/>
                <a:gd name="T18" fmla="*/ 31 w 35"/>
                <a:gd name="T19" fmla="*/ 19 h 49"/>
                <a:gd name="T20" fmla="*/ 12 w 35"/>
                <a:gd name="T21" fmla="*/ 19 h 49"/>
                <a:gd name="T22" fmla="*/ 12 w 35"/>
                <a:gd name="T23" fmla="*/ 10 h 49"/>
                <a:gd name="T24" fmla="*/ 35 w 35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49">
                  <a:moveTo>
                    <a:pt x="35" y="10"/>
                  </a:moveTo>
                  <a:lnTo>
                    <a:pt x="35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5" y="49"/>
                  </a:lnTo>
                  <a:lnTo>
                    <a:pt x="35" y="40"/>
                  </a:lnTo>
                  <a:lnTo>
                    <a:pt x="12" y="40"/>
                  </a:lnTo>
                  <a:lnTo>
                    <a:pt x="12" y="29"/>
                  </a:lnTo>
                  <a:lnTo>
                    <a:pt x="31" y="29"/>
                  </a:lnTo>
                  <a:lnTo>
                    <a:pt x="31" y="19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35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30">
              <a:extLst>
                <a:ext uri="{FF2B5EF4-FFF2-40B4-BE49-F238E27FC236}">
                  <a16:creationId xmlns:a16="http://schemas.microsoft.com/office/drawing/2014/main" id="{F1878ED7-B72B-409A-8EE0-6E749A1F70D4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9575" y="2840038"/>
              <a:ext cx="63500" cy="77788"/>
            </a:xfrm>
            <a:custGeom>
              <a:avLst/>
              <a:gdLst>
                <a:gd name="T0" fmla="*/ 40 w 40"/>
                <a:gd name="T1" fmla="*/ 8 h 49"/>
                <a:gd name="T2" fmla="*/ 40 w 40"/>
                <a:gd name="T3" fmla="*/ 0 h 49"/>
                <a:gd name="T4" fmla="*/ 2 w 40"/>
                <a:gd name="T5" fmla="*/ 0 h 49"/>
                <a:gd name="T6" fmla="*/ 2 w 40"/>
                <a:gd name="T7" fmla="*/ 10 h 49"/>
                <a:gd name="T8" fmla="*/ 25 w 40"/>
                <a:gd name="T9" fmla="*/ 10 h 49"/>
                <a:gd name="T10" fmla="*/ 0 w 40"/>
                <a:gd name="T11" fmla="*/ 41 h 49"/>
                <a:gd name="T12" fmla="*/ 0 w 40"/>
                <a:gd name="T13" fmla="*/ 49 h 49"/>
                <a:gd name="T14" fmla="*/ 40 w 40"/>
                <a:gd name="T15" fmla="*/ 49 h 49"/>
                <a:gd name="T16" fmla="*/ 40 w 40"/>
                <a:gd name="T17" fmla="*/ 40 h 49"/>
                <a:gd name="T18" fmla="*/ 14 w 40"/>
                <a:gd name="T19" fmla="*/ 40 h 49"/>
                <a:gd name="T20" fmla="*/ 40 w 40"/>
                <a:gd name="T21" fmla="*/ 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49">
                  <a:moveTo>
                    <a:pt x="40" y="8"/>
                  </a:moveTo>
                  <a:lnTo>
                    <a:pt x="40" y="0"/>
                  </a:lnTo>
                  <a:lnTo>
                    <a:pt x="2" y="0"/>
                  </a:lnTo>
                  <a:lnTo>
                    <a:pt x="2" y="10"/>
                  </a:lnTo>
                  <a:lnTo>
                    <a:pt x="25" y="10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40" y="49"/>
                  </a:lnTo>
                  <a:lnTo>
                    <a:pt x="40" y="40"/>
                  </a:lnTo>
                  <a:lnTo>
                    <a:pt x="14" y="40"/>
                  </a:lnTo>
                  <a:lnTo>
                    <a:pt x="4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31">
              <a:extLst>
                <a:ext uri="{FF2B5EF4-FFF2-40B4-BE49-F238E27FC236}">
                  <a16:creationId xmlns:a16="http://schemas.microsoft.com/office/drawing/2014/main" id="{6F3276A4-4CFB-4593-AA9D-771C01904F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413" y="2803525"/>
              <a:ext cx="314325" cy="123825"/>
            </a:xfrm>
            <a:custGeom>
              <a:avLst/>
              <a:gdLst>
                <a:gd name="T0" fmla="*/ 135 w 145"/>
                <a:gd name="T1" fmla="*/ 15 h 57"/>
                <a:gd name="T2" fmla="*/ 24 w 145"/>
                <a:gd name="T3" fmla="*/ 16 h 57"/>
                <a:gd name="T4" fmla="*/ 10 w 145"/>
                <a:gd name="T5" fmla="*/ 13 h 57"/>
                <a:gd name="T6" fmla="*/ 142 w 145"/>
                <a:gd name="T7" fmla="*/ 8 h 57"/>
                <a:gd name="T8" fmla="*/ 120 w 145"/>
                <a:gd name="T9" fmla="*/ 18 h 57"/>
                <a:gd name="T10" fmla="*/ 42 w 145"/>
                <a:gd name="T11" fmla="*/ 47 h 57"/>
                <a:gd name="T12" fmla="*/ 11 w 145"/>
                <a:gd name="T13" fmla="*/ 20 h 57"/>
                <a:gd name="T14" fmla="*/ 127 w 145"/>
                <a:gd name="T15" fmla="*/ 32 h 57"/>
                <a:gd name="T16" fmla="*/ 98 w 145"/>
                <a:gd name="T17" fmla="*/ 49 h 57"/>
                <a:gd name="T18" fmla="*/ 85 w 145"/>
                <a:gd name="T19" fmla="*/ 50 h 57"/>
                <a:gd name="T20" fmla="*/ 70 w 145"/>
                <a:gd name="T21" fmla="*/ 52 h 57"/>
                <a:gd name="T22" fmla="*/ 97 w 145"/>
                <a:gd name="T23" fmla="*/ 47 h 57"/>
                <a:gd name="T24" fmla="*/ 92 w 145"/>
                <a:gd name="T25" fmla="*/ 50 h 57"/>
                <a:gd name="T26" fmla="*/ 0 w 145"/>
                <a:gd name="T27" fmla="*/ 26 h 57"/>
                <a:gd name="T28" fmla="*/ 138 w 145"/>
                <a:gd name="T29" fmla="*/ 17 h 57"/>
                <a:gd name="T30" fmla="*/ 82 w 145"/>
                <a:gd name="T31" fmla="*/ 44 h 57"/>
                <a:gd name="T32" fmla="*/ 64 w 145"/>
                <a:gd name="T33" fmla="*/ 44 h 57"/>
                <a:gd name="T34" fmla="*/ 13 w 145"/>
                <a:gd name="T35" fmla="*/ 27 h 57"/>
                <a:gd name="T36" fmla="*/ 13 w 145"/>
                <a:gd name="T37" fmla="*/ 33 h 57"/>
                <a:gd name="T38" fmla="*/ 17 w 145"/>
                <a:gd name="T39" fmla="*/ 31 h 57"/>
                <a:gd name="T40" fmla="*/ 18 w 145"/>
                <a:gd name="T41" fmla="*/ 31 h 57"/>
                <a:gd name="T42" fmla="*/ 19 w 145"/>
                <a:gd name="T43" fmla="*/ 34 h 57"/>
                <a:gd name="T44" fmla="*/ 18 w 145"/>
                <a:gd name="T45" fmla="*/ 35 h 57"/>
                <a:gd name="T46" fmla="*/ 26 w 145"/>
                <a:gd name="T47" fmla="*/ 43 h 57"/>
                <a:gd name="T48" fmla="*/ 22 w 145"/>
                <a:gd name="T49" fmla="*/ 41 h 57"/>
                <a:gd name="T50" fmla="*/ 28 w 145"/>
                <a:gd name="T51" fmla="*/ 38 h 57"/>
                <a:gd name="T52" fmla="*/ 27 w 145"/>
                <a:gd name="T53" fmla="*/ 44 h 57"/>
                <a:gd name="T54" fmla="*/ 31 w 145"/>
                <a:gd name="T55" fmla="*/ 39 h 57"/>
                <a:gd name="T56" fmla="*/ 35 w 145"/>
                <a:gd name="T57" fmla="*/ 41 h 57"/>
                <a:gd name="T58" fmla="*/ 39 w 145"/>
                <a:gd name="T59" fmla="*/ 42 h 57"/>
                <a:gd name="T60" fmla="*/ 41 w 145"/>
                <a:gd name="T61" fmla="*/ 50 h 57"/>
                <a:gd name="T62" fmla="*/ 39 w 145"/>
                <a:gd name="T63" fmla="*/ 49 h 57"/>
                <a:gd name="T64" fmla="*/ 44 w 145"/>
                <a:gd name="T65" fmla="*/ 50 h 57"/>
                <a:gd name="T66" fmla="*/ 46 w 145"/>
                <a:gd name="T67" fmla="*/ 51 h 57"/>
                <a:gd name="T68" fmla="*/ 49 w 145"/>
                <a:gd name="T69" fmla="*/ 45 h 57"/>
                <a:gd name="T70" fmla="*/ 62 w 145"/>
                <a:gd name="T71" fmla="*/ 54 h 57"/>
                <a:gd name="T72" fmla="*/ 61 w 145"/>
                <a:gd name="T73" fmla="*/ 47 h 57"/>
                <a:gd name="T74" fmla="*/ 66 w 145"/>
                <a:gd name="T75" fmla="*/ 54 h 57"/>
                <a:gd name="T76" fmla="*/ 65 w 145"/>
                <a:gd name="T77" fmla="*/ 48 h 57"/>
                <a:gd name="T78" fmla="*/ 69 w 145"/>
                <a:gd name="T79" fmla="*/ 54 h 57"/>
                <a:gd name="T80" fmla="*/ 74 w 145"/>
                <a:gd name="T81" fmla="*/ 53 h 57"/>
                <a:gd name="T82" fmla="*/ 74 w 145"/>
                <a:gd name="T83" fmla="*/ 48 h 57"/>
                <a:gd name="T84" fmla="*/ 77 w 145"/>
                <a:gd name="T85" fmla="*/ 51 h 57"/>
                <a:gd name="T86" fmla="*/ 77 w 145"/>
                <a:gd name="T87" fmla="*/ 54 h 57"/>
                <a:gd name="T88" fmla="*/ 83 w 145"/>
                <a:gd name="T89" fmla="*/ 52 h 57"/>
                <a:gd name="T90" fmla="*/ 80 w 145"/>
                <a:gd name="T91" fmla="*/ 48 h 57"/>
                <a:gd name="T92" fmla="*/ 87 w 145"/>
                <a:gd name="T93" fmla="*/ 54 h 57"/>
                <a:gd name="T94" fmla="*/ 92 w 145"/>
                <a:gd name="T95" fmla="*/ 51 h 57"/>
                <a:gd name="T96" fmla="*/ 89 w 145"/>
                <a:gd name="T97" fmla="*/ 53 h 57"/>
                <a:gd name="T98" fmla="*/ 97 w 145"/>
                <a:gd name="T99" fmla="*/ 52 h 57"/>
                <a:gd name="T100" fmla="*/ 99 w 145"/>
                <a:gd name="T101" fmla="*/ 48 h 57"/>
                <a:gd name="T102" fmla="*/ 101 w 145"/>
                <a:gd name="T103" fmla="*/ 44 h 57"/>
                <a:gd name="T104" fmla="*/ 111 w 145"/>
                <a:gd name="T105" fmla="*/ 48 h 57"/>
                <a:gd name="T106" fmla="*/ 105 w 145"/>
                <a:gd name="T107" fmla="*/ 44 h 57"/>
                <a:gd name="T108" fmla="*/ 109 w 145"/>
                <a:gd name="T109" fmla="*/ 42 h 57"/>
                <a:gd name="T110" fmla="*/ 115 w 145"/>
                <a:gd name="T111" fmla="*/ 42 h 57"/>
                <a:gd name="T112" fmla="*/ 121 w 145"/>
                <a:gd name="T113" fmla="*/ 43 h 57"/>
                <a:gd name="T114" fmla="*/ 119 w 145"/>
                <a:gd name="T115" fmla="*/ 37 h 57"/>
                <a:gd name="T116" fmla="*/ 124 w 145"/>
                <a:gd name="T117" fmla="*/ 34 h 57"/>
                <a:gd name="T118" fmla="*/ 135 w 145"/>
                <a:gd name="T119" fmla="*/ 34 h 57"/>
                <a:gd name="T120" fmla="*/ 132 w 145"/>
                <a:gd name="T121" fmla="*/ 28 h 57"/>
                <a:gd name="T122" fmla="*/ 137 w 145"/>
                <a:gd name="T123" fmla="*/ 3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5" h="57">
                  <a:moveTo>
                    <a:pt x="135" y="15"/>
                  </a:moveTo>
                  <a:cubicBezTo>
                    <a:pt x="133" y="15"/>
                    <a:pt x="131" y="16"/>
                    <a:pt x="127" y="18"/>
                  </a:cubicBezTo>
                  <a:cubicBezTo>
                    <a:pt x="127" y="18"/>
                    <a:pt x="124" y="20"/>
                    <a:pt x="122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6" y="28"/>
                    <a:pt x="126" y="28"/>
                    <a:pt x="126" y="28"/>
                  </a:cubicBezTo>
                  <a:cubicBezTo>
                    <a:pt x="132" y="24"/>
                    <a:pt x="135" y="21"/>
                    <a:pt x="135" y="21"/>
                  </a:cubicBezTo>
                  <a:cubicBezTo>
                    <a:pt x="135" y="21"/>
                    <a:pt x="137" y="18"/>
                    <a:pt x="137" y="17"/>
                  </a:cubicBezTo>
                  <a:cubicBezTo>
                    <a:pt x="137" y="16"/>
                    <a:pt x="137" y="16"/>
                    <a:pt x="137" y="16"/>
                  </a:cubicBezTo>
                  <a:cubicBezTo>
                    <a:pt x="137" y="15"/>
                    <a:pt x="136" y="15"/>
                    <a:pt x="135" y="15"/>
                  </a:cubicBezTo>
                  <a:moveTo>
                    <a:pt x="7" y="16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9" y="15"/>
                    <a:pt x="10" y="14"/>
                    <a:pt x="11" y="14"/>
                  </a:cubicBezTo>
                  <a:cubicBezTo>
                    <a:pt x="12" y="14"/>
                    <a:pt x="12" y="15"/>
                    <a:pt x="13" y="15"/>
                  </a:cubicBezTo>
                  <a:cubicBezTo>
                    <a:pt x="15" y="15"/>
                    <a:pt x="17" y="17"/>
                    <a:pt x="21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4" y="18"/>
                    <a:pt x="24" y="17"/>
                    <a:pt x="24" y="17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2" y="14"/>
                    <a:pt x="21" y="13"/>
                    <a:pt x="18" y="10"/>
                  </a:cubicBezTo>
                  <a:cubicBezTo>
                    <a:pt x="13" y="6"/>
                    <a:pt x="12" y="2"/>
                    <a:pt x="12" y="0"/>
                  </a:cubicBezTo>
                  <a:cubicBezTo>
                    <a:pt x="11" y="2"/>
                    <a:pt x="10" y="4"/>
                    <a:pt x="10" y="6"/>
                  </a:cubicBezTo>
                  <a:cubicBezTo>
                    <a:pt x="10" y="9"/>
                    <a:pt x="11" y="12"/>
                    <a:pt x="11" y="12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6" y="11"/>
                    <a:pt x="3" y="8"/>
                    <a:pt x="2" y="7"/>
                  </a:cubicBezTo>
                  <a:cubicBezTo>
                    <a:pt x="2" y="12"/>
                    <a:pt x="7" y="16"/>
                    <a:pt x="7" y="16"/>
                  </a:cubicBezTo>
                  <a:moveTo>
                    <a:pt x="122" y="19"/>
                  </a:moveTo>
                  <a:cubicBezTo>
                    <a:pt x="124" y="19"/>
                    <a:pt x="127" y="18"/>
                    <a:pt x="127" y="18"/>
                  </a:cubicBezTo>
                  <a:cubicBezTo>
                    <a:pt x="130" y="15"/>
                    <a:pt x="133" y="14"/>
                    <a:pt x="135" y="14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41" y="14"/>
                    <a:pt x="142" y="10"/>
                    <a:pt x="142" y="8"/>
                  </a:cubicBezTo>
                  <a:cubicBezTo>
                    <a:pt x="140" y="10"/>
                    <a:pt x="135" y="12"/>
                    <a:pt x="135" y="12"/>
                  </a:cubicBezTo>
                  <a:cubicBezTo>
                    <a:pt x="134" y="12"/>
                    <a:pt x="134" y="12"/>
                    <a:pt x="134" y="12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34" y="10"/>
                    <a:pt x="134" y="10"/>
                    <a:pt x="134" y="10"/>
                  </a:cubicBezTo>
                  <a:cubicBezTo>
                    <a:pt x="134" y="5"/>
                    <a:pt x="133" y="3"/>
                    <a:pt x="132" y="1"/>
                  </a:cubicBezTo>
                  <a:cubicBezTo>
                    <a:pt x="132" y="2"/>
                    <a:pt x="132" y="2"/>
                    <a:pt x="132" y="2"/>
                  </a:cubicBezTo>
                  <a:cubicBezTo>
                    <a:pt x="132" y="4"/>
                    <a:pt x="132" y="4"/>
                    <a:pt x="132" y="4"/>
                  </a:cubicBezTo>
                  <a:cubicBezTo>
                    <a:pt x="131" y="6"/>
                    <a:pt x="127" y="10"/>
                    <a:pt x="125" y="12"/>
                  </a:cubicBezTo>
                  <a:cubicBezTo>
                    <a:pt x="124" y="14"/>
                    <a:pt x="120" y="16"/>
                    <a:pt x="120" y="18"/>
                  </a:cubicBezTo>
                  <a:cubicBezTo>
                    <a:pt x="121" y="19"/>
                    <a:pt x="121" y="19"/>
                    <a:pt x="121" y="19"/>
                  </a:cubicBezTo>
                  <a:lnTo>
                    <a:pt x="122" y="19"/>
                  </a:lnTo>
                  <a:close/>
                  <a:moveTo>
                    <a:pt x="42" y="44"/>
                  </a:moveTo>
                  <a:cubicBezTo>
                    <a:pt x="42" y="44"/>
                    <a:pt x="42" y="44"/>
                    <a:pt x="42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lnTo>
                    <a:pt x="42" y="44"/>
                  </a:lnTo>
                  <a:close/>
                  <a:moveTo>
                    <a:pt x="21" y="18"/>
                  </a:moveTo>
                  <a:cubicBezTo>
                    <a:pt x="17" y="17"/>
                    <a:pt x="15" y="16"/>
                    <a:pt x="13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9" y="15"/>
                    <a:pt x="8" y="15"/>
                    <a:pt x="8" y="16"/>
                  </a:cubicBezTo>
                  <a:cubicBezTo>
                    <a:pt x="8" y="17"/>
                    <a:pt x="9" y="17"/>
                    <a:pt x="10" y="1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1"/>
                    <a:pt x="14" y="23"/>
                    <a:pt x="18" y="2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2" y="18"/>
                    <a:pt x="22" y="18"/>
                    <a:pt x="22" y="18"/>
                  </a:cubicBezTo>
                  <a:lnTo>
                    <a:pt x="21" y="18"/>
                  </a:lnTo>
                  <a:close/>
                  <a:moveTo>
                    <a:pt x="127" y="32"/>
                  </a:moveTo>
                  <a:cubicBezTo>
                    <a:pt x="126" y="33"/>
                    <a:pt x="126" y="34"/>
                    <a:pt x="127" y="35"/>
                  </a:cubicBezTo>
                  <a:cubicBezTo>
                    <a:pt x="127" y="37"/>
                    <a:pt x="129" y="38"/>
                    <a:pt x="131" y="37"/>
                  </a:cubicBezTo>
                  <a:cubicBezTo>
                    <a:pt x="132" y="36"/>
                    <a:pt x="132" y="35"/>
                    <a:pt x="131" y="33"/>
                  </a:cubicBezTo>
                  <a:cubicBezTo>
                    <a:pt x="130" y="32"/>
                    <a:pt x="128" y="31"/>
                    <a:pt x="127" y="32"/>
                  </a:cubicBezTo>
                  <a:moveTo>
                    <a:pt x="71" y="51"/>
                  </a:moveTo>
                  <a:cubicBezTo>
                    <a:pt x="71" y="51"/>
                    <a:pt x="71" y="51"/>
                    <a:pt x="71" y="51"/>
                  </a:cubicBezTo>
                  <a:cubicBezTo>
                    <a:pt x="72" y="50"/>
                    <a:pt x="72" y="50"/>
                    <a:pt x="72" y="50"/>
                  </a:cubicBezTo>
                  <a:cubicBezTo>
                    <a:pt x="72" y="49"/>
                    <a:pt x="72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51"/>
                    <a:pt x="70" y="51"/>
                    <a:pt x="70" y="51"/>
                  </a:cubicBezTo>
                  <a:lnTo>
                    <a:pt x="71" y="51"/>
                  </a:lnTo>
                  <a:close/>
                  <a:moveTo>
                    <a:pt x="98" y="48"/>
                  </a:moveTo>
                  <a:cubicBezTo>
                    <a:pt x="98" y="49"/>
                    <a:pt x="98" y="49"/>
                    <a:pt x="98" y="49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51"/>
                    <a:pt x="98" y="52"/>
                    <a:pt x="99" y="51"/>
                  </a:cubicBezTo>
                  <a:cubicBezTo>
                    <a:pt x="100" y="51"/>
                    <a:pt x="101" y="50"/>
                    <a:pt x="100" y="49"/>
                  </a:cubicBezTo>
                  <a:cubicBezTo>
                    <a:pt x="100" y="49"/>
                    <a:pt x="100" y="48"/>
                    <a:pt x="98" y="48"/>
                  </a:cubicBezTo>
                  <a:moveTo>
                    <a:pt x="83" y="48"/>
                  </a:moveTo>
                  <a:cubicBezTo>
                    <a:pt x="82" y="49"/>
                    <a:pt x="82" y="49"/>
                    <a:pt x="82" y="49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5" y="51"/>
                    <a:pt x="85" y="50"/>
                    <a:pt x="85" y="50"/>
                  </a:cubicBezTo>
                  <a:cubicBezTo>
                    <a:pt x="85" y="49"/>
                    <a:pt x="84" y="48"/>
                    <a:pt x="83" y="48"/>
                  </a:cubicBezTo>
                  <a:moveTo>
                    <a:pt x="26" y="38"/>
                  </a:moveTo>
                  <a:cubicBezTo>
                    <a:pt x="26" y="36"/>
                    <a:pt x="26" y="36"/>
                    <a:pt x="26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39"/>
                    <a:pt x="26" y="38"/>
                    <a:pt x="26" y="38"/>
                  </a:cubicBezTo>
                  <a:moveTo>
                    <a:pt x="70" y="52"/>
                  </a:moveTo>
                  <a:cubicBezTo>
                    <a:pt x="70" y="52"/>
                    <a:pt x="70" y="52"/>
                    <a:pt x="70" y="52"/>
                  </a:cubicBez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5"/>
                    <a:pt x="71" y="55"/>
                  </a:cubicBezTo>
                  <a:cubicBezTo>
                    <a:pt x="72" y="55"/>
                    <a:pt x="72" y="54"/>
                    <a:pt x="73" y="53"/>
                  </a:cubicBezTo>
                  <a:cubicBezTo>
                    <a:pt x="73" y="53"/>
                    <a:pt x="72" y="52"/>
                    <a:pt x="70" y="52"/>
                  </a:cubicBezTo>
                  <a:moveTo>
                    <a:pt x="98" y="48"/>
                  </a:moveTo>
                  <a:cubicBezTo>
                    <a:pt x="98" y="48"/>
                    <a:pt x="98" y="48"/>
                    <a:pt x="98" y="48"/>
                  </a:cubicBezTo>
                  <a:cubicBezTo>
                    <a:pt x="99" y="47"/>
                    <a:pt x="99" y="47"/>
                    <a:pt x="99" y="47"/>
                  </a:cubicBezTo>
                  <a:cubicBezTo>
                    <a:pt x="99" y="46"/>
                    <a:pt x="98" y="45"/>
                    <a:pt x="97" y="45"/>
                  </a:cubicBezTo>
                  <a:cubicBezTo>
                    <a:pt x="97" y="47"/>
                    <a:pt x="97" y="47"/>
                    <a:pt x="97" y="47"/>
                  </a:cubicBezTo>
                  <a:cubicBezTo>
                    <a:pt x="97" y="48"/>
                    <a:pt x="97" y="48"/>
                    <a:pt x="97" y="48"/>
                  </a:cubicBezTo>
                  <a:lnTo>
                    <a:pt x="98" y="48"/>
                  </a:lnTo>
                  <a:close/>
                  <a:moveTo>
                    <a:pt x="91" y="48"/>
                  </a:moveTo>
                  <a:cubicBezTo>
                    <a:pt x="91" y="48"/>
                    <a:pt x="91" y="48"/>
                    <a:pt x="91" y="48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90" y="50"/>
                    <a:pt x="90" y="50"/>
                    <a:pt x="90" y="50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lnTo>
                    <a:pt x="91" y="48"/>
                  </a:lnTo>
                  <a:close/>
                  <a:moveTo>
                    <a:pt x="11" y="21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8" y="18"/>
                    <a:pt x="8" y="17"/>
                    <a:pt x="8" y="16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7"/>
                    <a:pt x="5" y="19"/>
                    <a:pt x="2" y="23"/>
                  </a:cubicBezTo>
                  <a:cubicBezTo>
                    <a:pt x="1" y="24"/>
                    <a:pt x="0" y="25"/>
                    <a:pt x="0" y="26"/>
                  </a:cubicBezTo>
                  <a:cubicBezTo>
                    <a:pt x="0" y="28"/>
                    <a:pt x="2" y="30"/>
                    <a:pt x="2" y="30"/>
                  </a:cubicBezTo>
                  <a:cubicBezTo>
                    <a:pt x="2" y="30"/>
                    <a:pt x="10" y="37"/>
                    <a:pt x="23" y="44"/>
                  </a:cubicBezTo>
                  <a:cubicBezTo>
                    <a:pt x="35" y="50"/>
                    <a:pt x="53" y="57"/>
                    <a:pt x="74" y="57"/>
                  </a:cubicBezTo>
                  <a:cubicBezTo>
                    <a:pt x="114" y="57"/>
                    <a:pt x="140" y="33"/>
                    <a:pt x="143" y="30"/>
                  </a:cubicBezTo>
                  <a:cubicBezTo>
                    <a:pt x="145" y="28"/>
                    <a:pt x="145" y="26"/>
                    <a:pt x="145" y="25"/>
                  </a:cubicBezTo>
                  <a:cubicBezTo>
                    <a:pt x="145" y="24"/>
                    <a:pt x="145" y="23"/>
                    <a:pt x="145" y="23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9"/>
                    <a:pt x="135" y="21"/>
                    <a:pt x="135" y="21"/>
                  </a:cubicBezTo>
                  <a:cubicBezTo>
                    <a:pt x="135" y="21"/>
                    <a:pt x="120" y="36"/>
                    <a:pt x="95" y="42"/>
                  </a:cubicBezTo>
                  <a:cubicBezTo>
                    <a:pt x="94" y="42"/>
                    <a:pt x="94" y="42"/>
                    <a:pt x="94" y="42"/>
                  </a:cubicBezTo>
                  <a:cubicBezTo>
                    <a:pt x="93" y="43"/>
                    <a:pt x="92" y="43"/>
                    <a:pt x="91" y="43"/>
                  </a:cubicBezTo>
                  <a:cubicBezTo>
                    <a:pt x="91" y="43"/>
                    <a:pt x="91" y="43"/>
                    <a:pt x="91" y="43"/>
                  </a:cubicBezTo>
                  <a:cubicBezTo>
                    <a:pt x="89" y="44"/>
                    <a:pt x="88" y="44"/>
                    <a:pt x="87" y="44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5" y="44"/>
                    <a:pt x="84" y="44"/>
                    <a:pt x="83" y="44"/>
                  </a:cubicBezTo>
                  <a:cubicBezTo>
                    <a:pt x="82" y="44"/>
                    <a:pt x="82" y="44"/>
                    <a:pt x="82" y="44"/>
                  </a:cubicBezTo>
                  <a:cubicBezTo>
                    <a:pt x="81" y="45"/>
                    <a:pt x="80" y="45"/>
                    <a:pt x="79" y="45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6" y="45"/>
                    <a:pt x="75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3" y="45"/>
                    <a:pt x="73" y="45"/>
                    <a:pt x="73" y="45"/>
                  </a:cubicBezTo>
                  <a:cubicBezTo>
                    <a:pt x="72" y="45"/>
                    <a:pt x="71" y="45"/>
                    <a:pt x="69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7" y="45"/>
                    <a:pt x="66" y="45"/>
                    <a:pt x="65" y="44"/>
                  </a:cubicBezTo>
                  <a:cubicBezTo>
                    <a:pt x="64" y="44"/>
                    <a:pt x="64" y="44"/>
                    <a:pt x="64" y="44"/>
                  </a:cubicBezTo>
                  <a:cubicBezTo>
                    <a:pt x="63" y="44"/>
                    <a:pt x="61" y="44"/>
                    <a:pt x="60" y="44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4"/>
                    <a:pt x="57" y="43"/>
                    <a:pt x="56" y="43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28" y="37"/>
                    <a:pt x="11" y="21"/>
                    <a:pt x="11" y="21"/>
                  </a:cubicBezTo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2" y="34"/>
                    <a:pt x="12" y="34"/>
                    <a:pt x="12" y="34"/>
                  </a:cubicBezTo>
                  <a:lnTo>
                    <a:pt x="11" y="34"/>
                  </a:lnTo>
                  <a:close/>
                  <a:moveTo>
                    <a:pt x="18" y="39"/>
                  </a:moveTo>
                  <a:cubicBezTo>
                    <a:pt x="17" y="38"/>
                    <a:pt x="17" y="38"/>
                    <a:pt x="16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6"/>
                    <a:pt x="16" y="37"/>
                    <a:pt x="16" y="36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20" y="31"/>
                    <a:pt x="21" y="32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4"/>
                    <a:pt x="23" y="34"/>
                    <a:pt x="21" y="33"/>
                  </a:cubicBezTo>
                  <a:cubicBezTo>
                    <a:pt x="20" y="32"/>
                    <a:pt x="20" y="32"/>
                    <a:pt x="20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20" y="39"/>
                    <a:pt x="20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lnTo>
                    <a:pt x="18" y="39"/>
                  </a:lnTo>
                  <a:close/>
                  <a:moveTo>
                    <a:pt x="26" y="42"/>
                  </a:moveTo>
                  <a:cubicBezTo>
                    <a:pt x="26" y="42"/>
                    <a:pt x="26" y="42"/>
                    <a:pt x="26" y="4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2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1" y="40"/>
                    <a:pt x="21" y="40"/>
                    <a:pt x="22" y="39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4"/>
                    <a:pt x="23" y="34"/>
                    <a:pt x="23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8" y="36"/>
                    <a:pt x="28" y="38"/>
                    <a:pt x="28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6" y="39"/>
                    <a:pt x="26" y="41"/>
                    <a:pt x="26" y="42"/>
                  </a:cubicBezTo>
                  <a:moveTo>
                    <a:pt x="31" y="39"/>
                  </a:moveTo>
                  <a:cubicBezTo>
                    <a:pt x="29" y="43"/>
                    <a:pt x="29" y="43"/>
                    <a:pt x="29" y="43"/>
                  </a:cubicBezTo>
                  <a:cubicBezTo>
                    <a:pt x="29" y="44"/>
                    <a:pt x="30" y="45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8"/>
                    <a:pt x="31" y="39"/>
                  </a:cubicBezTo>
                  <a:moveTo>
                    <a:pt x="36" y="41"/>
                  </a:move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5" y="47"/>
                    <a:pt x="35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5"/>
                    <a:pt x="33" y="46"/>
                    <a:pt x="33" y="45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3" y="40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4" y="39"/>
                    <a:pt x="35" y="40"/>
                    <a:pt x="36" y="40"/>
                  </a:cubicBezTo>
                  <a:cubicBezTo>
                    <a:pt x="38" y="41"/>
                    <a:pt x="38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9" y="42"/>
                    <a:pt x="38" y="42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6" y="41"/>
                  </a:ln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50"/>
                    <a:pt x="43" y="50"/>
                    <a:pt x="43" y="50"/>
                  </a:cubicBezTo>
                  <a:lnTo>
                    <a:pt x="44" y="50"/>
                  </a:lnTo>
                  <a:close/>
                  <a:moveTo>
                    <a:pt x="51" y="46"/>
                  </a:move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5"/>
                    <a:pt x="49" y="45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46"/>
                    <a:pt x="48" y="47"/>
                    <a:pt x="49" y="47"/>
                  </a:cubicBezTo>
                  <a:cubicBezTo>
                    <a:pt x="50" y="48"/>
                    <a:pt x="50" y="49"/>
                    <a:pt x="50" y="50"/>
                  </a:cubicBezTo>
                  <a:cubicBezTo>
                    <a:pt x="49" y="51"/>
                    <a:pt x="48" y="52"/>
                    <a:pt x="47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50"/>
                    <a:pt x="46" y="51"/>
                    <a:pt x="47" y="51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9" y="49"/>
                    <a:pt x="49" y="49"/>
                    <a:pt x="47" y="48"/>
                  </a:cubicBezTo>
                  <a:cubicBezTo>
                    <a:pt x="47" y="47"/>
                    <a:pt x="46" y="47"/>
                    <a:pt x="46" y="46"/>
                  </a:cubicBezTo>
                  <a:cubicBezTo>
                    <a:pt x="47" y="45"/>
                    <a:pt x="48" y="44"/>
                    <a:pt x="49" y="45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1" y="45"/>
                    <a:pt x="51" y="45"/>
                    <a:pt x="51" y="45"/>
                  </a:cubicBezTo>
                  <a:lnTo>
                    <a:pt x="51" y="46"/>
                  </a:lnTo>
                  <a:close/>
                  <a:moveTo>
                    <a:pt x="55" y="49"/>
                  </a:moveTo>
                  <a:cubicBezTo>
                    <a:pt x="54" y="50"/>
                    <a:pt x="54" y="50"/>
                    <a:pt x="54" y="50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4" y="48"/>
                    <a:pt x="54" y="48"/>
                    <a:pt x="54" y="48"/>
                  </a:cubicBezTo>
                  <a:lnTo>
                    <a:pt x="55" y="49"/>
                  </a:lnTo>
                  <a:close/>
                  <a:moveTo>
                    <a:pt x="62" y="54"/>
                  </a:moveTo>
                  <a:cubicBezTo>
                    <a:pt x="60" y="54"/>
                    <a:pt x="59" y="54"/>
                    <a:pt x="59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3"/>
                    <a:pt x="58" y="54"/>
                    <a:pt x="58" y="53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8" y="47"/>
                    <a:pt x="58" y="47"/>
                    <a:pt x="58" y="47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60" y="47"/>
                    <a:pt x="60" y="47"/>
                    <a:pt x="60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4"/>
                    <a:pt x="60" y="54"/>
                    <a:pt x="60" y="54"/>
                  </a:cubicBezTo>
                  <a:cubicBezTo>
                    <a:pt x="63" y="54"/>
                    <a:pt x="63" y="53"/>
                    <a:pt x="63" y="53"/>
                  </a:cubicBezTo>
                  <a:cubicBezTo>
                    <a:pt x="63" y="53"/>
                    <a:pt x="63" y="53"/>
                    <a:pt x="63" y="53"/>
                  </a:cubicBezTo>
                  <a:lnTo>
                    <a:pt x="62" y="54"/>
                  </a:lnTo>
                  <a:close/>
                  <a:moveTo>
                    <a:pt x="66" y="49"/>
                  </a:moveTo>
                  <a:cubicBezTo>
                    <a:pt x="66" y="54"/>
                    <a:pt x="66" y="54"/>
                    <a:pt x="66" y="54"/>
                  </a:cubicBezTo>
                  <a:cubicBezTo>
                    <a:pt x="66" y="55"/>
                    <a:pt x="67" y="54"/>
                    <a:pt x="67" y="55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65" y="55"/>
                    <a:pt x="65" y="55"/>
                    <a:pt x="65" y="55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54"/>
                    <a:pt x="64" y="54"/>
                    <a:pt x="64" y="54"/>
                  </a:cubicBezTo>
                  <a:cubicBezTo>
                    <a:pt x="64" y="54"/>
                    <a:pt x="65" y="54"/>
                    <a:pt x="65" y="54"/>
                  </a:cubicBezTo>
                  <a:cubicBezTo>
                    <a:pt x="65" y="49"/>
                    <a:pt x="65" y="49"/>
                    <a:pt x="65" y="49"/>
                  </a:cubicBezTo>
                  <a:cubicBezTo>
                    <a:pt x="65" y="48"/>
                    <a:pt x="64" y="48"/>
                    <a:pt x="64" y="48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6" y="49"/>
                  </a:cubicBezTo>
                  <a:moveTo>
                    <a:pt x="71" y="55"/>
                  </a:moveTo>
                  <a:cubicBezTo>
                    <a:pt x="70" y="55"/>
                    <a:pt x="69" y="55"/>
                    <a:pt x="69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4"/>
                    <a:pt x="69" y="55"/>
                    <a:pt x="69" y="5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9" y="48"/>
                    <a:pt x="68" y="49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3" y="48"/>
                    <a:pt x="73" y="50"/>
                    <a:pt x="73" y="50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3" y="52"/>
                    <a:pt x="74" y="52"/>
                    <a:pt x="74" y="53"/>
                  </a:cubicBezTo>
                  <a:cubicBezTo>
                    <a:pt x="74" y="54"/>
                    <a:pt x="73" y="55"/>
                    <a:pt x="71" y="55"/>
                  </a:cubicBezTo>
                  <a:moveTo>
                    <a:pt x="79" y="55"/>
                  </a:moveTo>
                  <a:cubicBezTo>
                    <a:pt x="77" y="55"/>
                    <a:pt x="77" y="55"/>
                    <a:pt x="76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5" y="48"/>
                    <a:pt x="75" y="48"/>
                    <a:pt x="77" y="48"/>
                  </a:cubicBezTo>
                  <a:cubicBezTo>
                    <a:pt x="78" y="48"/>
                    <a:pt x="78" y="48"/>
                    <a:pt x="79" y="48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9" y="49"/>
                    <a:pt x="79" y="49"/>
                    <a:pt x="79" y="49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80" y="48"/>
                    <a:pt x="78" y="49"/>
                  </a:cubicBezTo>
                  <a:cubicBezTo>
                    <a:pt x="77" y="49"/>
                    <a:pt x="76" y="49"/>
                    <a:pt x="76" y="49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53"/>
                    <a:pt x="79" y="53"/>
                    <a:pt x="79" y="53"/>
                  </a:cubicBezTo>
                  <a:cubicBezTo>
                    <a:pt x="79" y="53"/>
                    <a:pt x="79" y="52"/>
                    <a:pt x="78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4"/>
                    <a:pt x="77" y="54"/>
                    <a:pt x="77" y="54"/>
                  </a:cubicBezTo>
                  <a:cubicBezTo>
                    <a:pt x="77" y="55"/>
                    <a:pt x="77" y="55"/>
                    <a:pt x="77" y="55"/>
                  </a:cubicBezTo>
                  <a:cubicBezTo>
                    <a:pt x="80" y="54"/>
                    <a:pt x="80" y="53"/>
                    <a:pt x="80" y="53"/>
                  </a:cubicBezTo>
                  <a:cubicBezTo>
                    <a:pt x="80" y="53"/>
                    <a:pt x="80" y="53"/>
                    <a:pt x="80" y="53"/>
                  </a:cubicBezTo>
                  <a:lnTo>
                    <a:pt x="79" y="55"/>
                  </a:lnTo>
                  <a:close/>
                  <a:moveTo>
                    <a:pt x="87" y="54"/>
                  </a:moveTo>
                  <a:cubicBezTo>
                    <a:pt x="85" y="53"/>
                    <a:pt x="85" y="53"/>
                    <a:pt x="85" y="53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2"/>
                    <a:pt x="83" y="52"/>
                    <a:pt x="83" y="52"/>
                  </a:cubicBezTo>
                  <a:cubicBezTo>
                    <a:pt x="83" y="54"/>
                    <a:pt x="83" y="54"/>
                    <a:pt x="83" y="54"/>
                  </a:cubicBezTo>
                  <a:cubicBezTo>
                    <a:pt x="83" y="55"/>
                    <a:pt x="84" y="54"/>
                    <a:pt x="84" y="54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4"/>
                    <a:pt x="82" y="55"/>
                    <a:pt x="82" y="53"/>
                  </a:cubicBezTo>
                  <a:cubicBezTo>
                    <a:pt x="81" y="49"/>
                    <a:pt x="81" y="49"/>
                    <a:pt x="81" y="49"/>
                  </a:cubicBezTo>
                  <a:cubicBezTo>
                    <a:pt x="81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83" y="48"/>
                    <a:pt x="83" y="48"/>
                    <a:pt x="83" y="48"/>
                  </a:cubicBezTo>
                  <a:cubicBezTo>
                    <a:pt x="86" y="47"/>
                    <a:pt x="86" y="49"/>
                    <a:pt x="86" y="49"/>
                  </a:cubicBezTo>
                  <a:cubicBezTo>
                    <a:pt x="85" y="50"/>
                    <a:pt x="85" y="50"/>
                    <a:pt x="85" y="50"/>
                  </a:cubicBezTo>
                  <a:cubicBezTo>
                    <a:pt x="85" y="51"/>
                    <a:pt x="85" y="51"/>
                    <a:pt x="85" y="51"/>
                  </a:cubicBezTo>
                  <a:cubicBezTo>
                    <a:pt x="85" y="51"/>
                    <a:pt x="86" y="52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8" y="54"/>
                    <a:pt x="88" y="54"/>
                    <a:pt x="88" y="54"/>
                  </a:cubicBezTo>
                  <a:lnTo>
                    <a:pt x="87" y="54"/>
                  </a:lnTo>
                  <a:close/>
                  <a:moveTo>
                    <a:pt x="95" y="53"/>
                  </a:moveTo>
                  <a:cubicBezTo>
                    <a:pt x="94" y="53"/>
                    <a:pt x="94" y="53"/>
                    <a:pt x="94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6" y="53"/>
                    <a:pt x="96" y="53"/>
                    <a:pt x="96" y="53"/>
                  </a:cubicBezTo>
                  <a:lnTo>
                    <a:pt x="95" y="53"/>
                  </a:lnTo>
                  <a:close/>
                  <a:moveTo>
                    <a:pt x="100" y="52"/>
                  </a:moveTo>
                  <a:cubicBezTo>
                    <a:pt x="98" y="52"/>
                    <a:pt x="98" y="52"/>
                    <a:pt x="97" y="52"/>
                  </a:cubicBezTo>
                  <a:cubicBezTo>
                    <a:pt x="97" y="52"/>
                    <a:pt x="97" y="52"/>
                    <a:pt x="97" y="52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96" y="52"/>
                    <a:pt x="97" y="52"/>
                    <a:pt x="97" y="51"/>
                  </a:cubicBezTo>
                  <a:cubicBezTo>
                    <a:pt x="96" y="47"/>
                    <a:pt x="96" y="47"/>
                    <a:pt x="96" y="47"/>
                  </a:cubicBezTo>
                  <a:cubicBezTo>
                    <a:pt x="95" y="46"/>
                    <a:pt x="94" y="46"/>
                    <a:pt x="94" y="46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6"/>
                    <a:pt x="95" y="46"/>
                    <a:pt x="95" y="46"/>
                  </a:cubicBezTo>
                  <a:cubicBezTo>
                    <a:pt x="97" y="45"/>
                    <a:pt x="97" y="45"/>
                    <a:pt x="97" y="45"/>
                  </a:cubicBezTo>
                  <a:cubicBezTo>
                    <a:pt x="100" y="44"/>
                    <a:pt x="100" y="46"/>
                    <a:pt x="100" y="46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101" y="48"/>
                    <a:pt x="101" y="48"/>
                    <a:pt x="101" y="49"/>
                  </a:cubicBezTo>
                  <a:cubicBezTo>
                    <a:pt x="102" y="50"/>
                    <a:pt x="101" y="51"/>
                    <a:pt x="100" y="52"/>
                  </a:cubicBezTo>
                  <a:moveTo>
                    <a:pt x="106" y="50"/>
                  </a:moveTo>
                  <a:cubicBezTo>
                    <a:pt x="104" y="50"/>
                    <a:pt x="104" y="50"/>
                    <a:pt x="104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6" y="49"/>
                    <a:pt x="106" y="49"/>
                  </a:cubicBezTo>
                  <a:lnTo>
                    <a:pt x="106" y="50"/>
                  </a:lnTo>
                  <a:close/>
                  <a:moveTo>
                    <a:pt x="111" y="48"/>
                  </a:moveTo>
                  <a:cubicBezTo>
                    <a:pt x="110" y="48"/>
                    <a:pt x="110" y="48"/>
                    <a:pt x="110" y="48"/>
                  </a:cubicBezTo>
                  <a:cubicBezTo>
                    <a:pt x="109" y="49"/>
                    <a:pt x="109" y="49"/>
                    <a:pt x="109" y="49"/>
                  </a:cubicBezTo>
                  <a:cubicBezTo>
                    <a:pt x="108" y="49"/>
                    <a:pt x="108" y="49"/>
                    <a:pt x="108" y="49"/>
                  </a:cubicBezTo>
                  <a:cubicBezTo>
                    <a:pt x="108" y="48"/>
                    <a:pt x="109" y="48"/>
                    <a:pt x="109" y="47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5" y="43"/>
                    <a:pt x="105" y="44"/>
                    <a:pt x="105" y="45"/>
                  </a:cubicBezTo>
                  <a:cubicBezTo>
                    <a:pt x="105" y="44"/>
                    <a:pt x="105" y="44"/>
                    <a:pt x="105" y="44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5" y="42"/>
                    <a:pt x="106" y="42"/>
                    <a:pt x="107" y="42"/>
                  </a:cubicBezTo>
                  <a:cubicBezTo>
                    <a:pt x="109" y="41"/>
                    <a:pt x="109" y="41"/>
                    <a:pt x="110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0" y="42"/>
                    <a:pt x="110" y="41"/>
                    <a:pt x="109" y="42"/>
                  </a:cubicBezTo>
                  <a:cubicBezTo>
                    <a:pt x="109" y="42"/>
                    <a:pt x="109" y="42"/>
                    <a:pt x="109" y="42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8"/>
                    <a:pt x="111" y="47"/>
                    <a:pt x="111" y="47"/>
                  </a:cubicBezTo>
                  <a:lnTo>
                    <a:pt x="111" y="48"/>
                  </a:lnTo>
                  <a:close/>
                  <a:moveTo>
                    <a:pt x="115" y="42"/>
                  </a:moveTo>
                  <a:cubicBezTo>
                    <a:pt x="114" y="42"/>
                    <a:pt x="114" y="42"/>
                    <a:pt x="114" y="42"/>
                  </a:cubicBezTo>
                  <a:cubicBezTo>
                    <a:pt x="115" y="41"/>
                    <a:pt x="115" y="41"/>
                    <a:pt x="115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5" y="42"/>
                  </a:lnTo>
                  <a:close/>
                  <a:moveTo>
                    <a:pt x="126" y="40"/>
                  </a:moveTo>
                  <a:cubicBezTo>
                    <a:pt x="126" y="40"/>
                    <a:pt x="126" y="40"/>
                    <a:pt x="126" y="40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2" y="43"/>
                    <a:pt x="122" y="42"/>
                    <a:pt x="123" y="42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0" y="44"/>
                    <a:pt x="120" y="44"/>
                    <a:pt x="120" y="44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37"/>
                    <a:pt x="117" y="38"/>
                    <a:pt x="117" y="38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9" y="37"/>
                    <a:pt x="119" y="37"/>
                    <a:pt x="119" y="37"/>
                  </a:cubicBezTo>
                  <a:cubicBezTo>
                    <a:pt x="124" y="39"/>
                    <a:pt x="124" y="39"/>
                    <a:pt x="124" y="39"/>
                  </a:cubicBezTo>
                  <a:cubicBezTo>
                    <a:pt x="125" y="39"/>
                    <a:pt x="125" y="39"/>
                    <a:pt x="125" y="39"/>
                  </a:cubicBezTo>
                  <a:cubicBezTo>
                    <a:pt x="125" y="38"/>
                    <a:pt x="125" y="38"/>
                    <a:pt x="125" y="38"/>
                  </a:cubicBezTo>
                  <a:cubicBezTo>
                    <a:pt x="123" y="35"/>
                    <a:pt x="123" y="35"/>
                    <a:pt x="123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2" y="34"/>
                    <a:pt x="122" y="34"/>
                    <a:pt x="122" y="34"/>
                  </a:cubicBezTo>
                  <a:cubicBezTo>
                    <a:pt x="123" y="34"/>
                    <a:pt x="123" y="34"/>
                    <a:pt x="123" y="34"/>
                  </a:cubicBezTo>
                  <a:cubicBezTo>
                    <a:pt x="124" y="34"/>
                    <a:pt x="124" y="34"/>
                    <a:pt x="124" y="34"/>
                  </a:cubicBezTo>
                  <a:cubicBezTo>
                    <a:pt x="124" y="34"/>
                    <a:pt x="123" y="34"/>
                    <a:pt x="123" y="35"/>
                  </a:cubicBezTo>
                  <a:cubicBezTo>
                    <a:pt x="126" y="40"/>
                    <a:pt x="126" y="40"/>
                    <a:pt x="126" y="40"/>
                  </a:cubicBezTo>
                  <a:close/>
                  <a:moveTo>
                    <a:pt x="131" y="38"/>
                  </a:moveTo>
                  <a:cubicBezTo>
                    <a:pt x="129" y="39"/>
                    <a:pt x="127" y="38"/>
                    <a:pt x="126" y="37"/>
                  </a:cubicBezTo>
                  <a:cubicBezTo>
                    <a:pt x="125" y="35"/>
                    <a:pt x="125" y="33"/>
                    <a:pt x="127" y="31"/>
                  </a:cubicBezTo>
                  <a:cubicBezTo>
                    <a:pt x="128" y="30"/>
                    <a:pt x="130" y="31"/>
                    <a:pt x="132" y="32"/>
                  </a:cubicBezTo>
                  <a:cubicBezTo>
                    <a:pt x="132" y="33"/>
                    <a:pt x="133" y="36"/>
                    <a:pt x="131" y="38"/>
                  </a:cubicBezTo>
                  <a:moveTo>
                    <a:pt x="136" y="33"/>
                  </a:moveTo>
                  <a:cubicBezTo>
                    <a:pt x="135" y="34"/>
                    <a:pt x="135" y="34"/>
                    <a:pt x="135" y="34"/>
                  </a:cubicBezTo>
                  <a:cubicBezTo>
                    <a:pt x="134" y="34"/>
                    <a:pt x="134" y="34"/>
                    <a:pt x="134" y="34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6" y="33"/>
                    <a:pt x="136" y="33"/>
                    <a:pt x="136" y="33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36" y="30"/>
                    <a:pt x="135" y="31"/>
                    <a:pt x="134" y="31"/>
                  </a:cubicBezTo>
                  <a:cubicBezTo>
                    <a:pt x="132" y="31"/>
                    <a:pt x="132" y="31"/>
                    <a:pt x="132" y="31"/>
                  </a:cubicBezTo>
                  <a:cubicBezTo>
                    <a:pt x="131" y="30"/>
                    <a:pt x="131" y="29"/>
                    <a:pt x="132" y="28"/>
                  </a:cubicBezTo>
                  <a:cubicBezTo>
                    <a:pt x="133" y="27"/>
                    <a:pt x="133" y="27"/>
                    <a:pt x="133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9"/>
                    <a:pt x="133" y="27"/>
                    <a:pt x="132" y="28"/>
                  </a:cubicBezTo>
                  <a:cubicBezTo>
                    <a:pt x="132" y="30"/>
                    <a:pt x="132" y="30"/>
                    <a:pt x="132" y="30"/>
                  </a:cubicBezTo>
                  <a:cubicBezTo>
                    <a:pt x="132" y="30"/>
                    <a:pt x="133" y="30"/>
                    <a:pt x="134" y="30"/>
                  </a:cubicBezTo>
                  <a:cubicBezTo>
                    <a:pt x="135" y="29"/>
                    <a:pt x="136" y="29"/>
                    <a:pt x="137" y="30"/>
                  </a:cubicBezTo>
                  <a:cubicBezTo>
                    <a:pt x="138" y="31"/>
                    <a:pt x="138" y="33"/>
                    <a:pt x="136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32">
              <a:extLst>
                <a:ext uri="{FF2B5EF4-FFF2-40B4-BE49-F238E27FC236}">
                  <a16:creationId xmlns:a16="http://schemas.microsoft.com/office/drawing/2014/main" id="{2407F4D3-4552-4229-8628-80C054B404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1875" y="2517775"/>
              <a:ext cx="104775" cy="215900"/>
            </a:xfrm>
            <a:custGeom>
              <a:avLst/>
              <a:gdLst>
                <a:gd name="T0" fmla="*/ 44 w 49"/>
                <a:gd name="T1" fmla="*/ 10 h 100"/>
                <a:gd name="T2" fmla="*/ 38 w 49"/>
                <a:gd name="T3" fmla="*/ 26 h 100"/>
                <a:gd name="T4" fmla="*/ 33 w 49"/>
                <a:gd name="T5" fmla="*/ 21 h 100"/>
                <a:gd name="T6" fmla="*/ 20 w 49"/>
                <a:gd name="T7" fmla="*/ 15 h 100"/>
                <a:gd name="T8" fmla="*/ 3 w 49"/>
                <a:gd name="T9" fmla="*/ 2 h 100"/>
                <a:gd name="T10" fmla="*/ 2 w 49"/>
                <a:gd name="T11" fmla="*/ 43 h 100"/>
                <a:gd name="T12" fmla="*/ 7 w 49"/>
                <a:gd name="T13" fmla="*/ 38 h 100"/>
                <a:gd name="T14" fmla="*/ 6 w 49"/>
                <a:gd name="T15" fmla="*/ 82 h 100"/>
                <a:gd name="T16" fmla="*/ 11 w 49"/>
                <a:gd name="T17" fmla="*/ 86 h 100"/>
                <a:gd name="T18" fmla="*/ 34 w 49"/>
                <a:gd name="T19" fmla="*/ 79 h 100"/>
                <a:gd name="T20" fmla="*/ 29 w 49"/>
                <a:gd name="T21" fmla="*/ 52 h 100"/>
                <a:gd name="T22" fmla="*/ 40 w 49"/>
                <a:gd name="T23" fmla="*/ 58 h 100"/>
                <a:gd name="T24" fmla="*/ 40 w 49"/>
                <a:gd name="T25" fmla="*/ 50 h 100"/>
                <a:gd name="T26" fmla="*/ 44 w 49"/>
                <a:gd name="T27" fmla="*/ 26 h 100"/>
                <a:gd name="T28" fmla="*/ 35 w 49"/>
                <a:gd name="T29" fmla="*/ 21 h 100"/>
                <a:gd name="T30" fmla="*/ 42 w 49"/>
                <a:gd name="T31" fmla="*/ 14 h 100"/>
                <a:gd name="T32" fmla="*/ 29 w 49"/>
                <a:gd name="T33" fmla="*/ 20 h 100"/>
                <a:gd name="T34" fmla="*/ 29 w 49"/>
                <a:gd name="T35" fmla="*/ 15 h 100"/>
                <a:gd name="T36" fmla="*/ 25 w 49"/>
                <a:gd name="T37" fmla="*/ 15 h 100"/>
                <a:gd name="T38" fmla="*/ 35 w 49"/>
                <a:gd name="T39" fmla="*/ 35 h 100"/>
                <a:gd name="T40" fmla="*/ 20 w 49"/>
                <a:gd name="T41" fmla="*/ 26 h 100"/>
                <a:gd name="T42" fmla="*/ 19 w 49"/>
                <a:gd name="T43" fmla="*/ 24 h 100"/>
                <a:gd name="T44" fmla="*/ 13 w 49"/>
                <a:gd name="T45" fmla="*/ 1 h 100"/>
                <a:gd name="T46" fmla="*/ 25 w 49"/>
                <a:gd name="T47" fmla="*/ 40 h 100"/>
                <a:gd name="T48" fmla="*/ 20 w 49"/>
                <a:gd name="T49" fmla="*/ 44 h 100"/>
                <a:gd name="T50" fmla="*/ 14 w 49"/>
                <a:gd name="T51" fmla="*/ 42 h 100"/>
                <a:gd name="T52" fmla="*/ 18 w 49"/>
                <a:gd name="T53" fmla="*/ 42 h 100"/>
                <a:gd name="T54" fmla="*/ 11 w 49"/>
                <a:gd name="T55" fmla="*/ 36 h 100"/>
                <a:gd name="T56" fmla="*/ 7 w 49"/>
                <a:gd name="T57" fmla="*/ 28 h 100"/>
                <a:gd name="T58" fmla="*/ 3 w 49"/>
                <a:gd name="T59" fmla="*/ 3 h 100"/>
                <a:gd name="T60" fmla="*/ 6 w 49"/>
                <a:gd name="T61" fmla="*/ 22 h 100"/>
                <a:gd name="T62" fmla="*/ 4 w 49"/>
                <a:gd name="T63" fmla="*/ 30 h 100"/>
                <a:gd name="T64" fmla="*/ 2 w 49"/>
                <a:gd name="T65" fmla="*/ 48 h 100"/>
                <a:gd name="T66" fmla="*/ 2 w 49"/>
                <a:gd name="T67" fmla="*/ 50 h 100"/>
                <a:gd name="T68" fmla="*/ 11 w 49"/>
                <a:gd name="T69" fmla="*/ 36 h 100"/>
                <a:gd name="T70" fmla="*/ 32 w 49"/>
                <a:gd name="T71" fmla="*/ 77 h 100"/>
                <a:gd name="T72" fmla="*/ 27 w 49"/>
                <a:gd name="T73" fmla="*/ 78 h 100"/>
                <a:gd name="T74" fmla="*/ 20 w 49"/>
                <a:gd name="T75" fmla="*/ 62 h 100"/>
                <a:gd name="T76" fmla="*/ 18 w 49"/>
                <a:gd name="T77" fmla="*/ 57 h 100"/>
                <a:gd name="T78" fmla="*/ 13 w 49"/>
                <a:gd name="T79" fmla="*/ 96 h 100"/>
                <a:gd name="T80" fmla="*/ 7 w 49"/>
                <a:gd name="T81" fmla="*/ 88 h 100"/>
                <a:gd name="T82" fmla="*/ 9 w 49"/>
                <a:gd name="T83" fmla="*/ 75 h 100"/>
                <a:gd name="T84" fmla="*/ 10 w 49"/>
                <a:gd name="T85" fmla="*/ 43 h 100"/>
                <a:gd name="T86" fmla="*/ 27 w 49"/>
                <a:gd name="T87" fmla="*/ 49 h 100"/>
                <a:gd name="T88" fmla="*/ 41 w 49"/>
                <a:gd name="T89" fmla="*/ 48 h 100"/>
                <a:gd name="T90" fmla="*/ 40 w 49"/>
                <a:gd name="T91" fmla="*/ 52 h 100"/>
                <a:gd name="T92" fmla="*/ 34 w 49"/>
                <a:gd name="T93" fmla="*/ 53 h 100"/>
                <a:gd name="T94" fmla="*/ 27 w 49"/>
                <a:gd name="T95" fmla="*/ 48 h 100"/>
                <a:gd name="T96" fmla="*/ 18 w 49"/>
                <a:gd name="T97" fmla="*/ 38 h 100"/>
                <a:gd name="T98" fmla="*/ 11 w 49"/>
                <a:gd name="T99" fmla="*/ 28 h 100"/>
                <a:gd name="T100" fmla="*/ 13 w 49"/>
                <a:gd name="T101" fmla="*/ 19 h 100"/>
                <a:gd name="T102" fmla="*/ 31 w 49"/>
                <a:gd name="T103" fmla="*/ 39 h 100"/>
                <a:gd name="T104" fmla="*/ 36 w 49"/>
                <a:gd name="T105" fmla="*/ 42 h 100"/>
                <a:gd name="T106" fmla="*/ 42 w 49"/>
                <a:gd name="T107" fmla="*/ 28 h 100"/>
                <a:gd name="T108" fmla="*/ 46 w 49"/>
                <a:gd name="T109" fmla="*/ 26 h 100"/>
                <a:gd name="T110" fmla="*/ 43 w 49"/>
                <a:gd name="T111" fmla="*/ 14 h 100"/>
                <a:gd name="T112" fmla="*/ 48 w 49"/>
                <a:gd name="T113" fmla="*/ 13 h 100"/>
                <a:gd name="T114" fmla="*/ 8 w 49"/>
                <a:gd name="T115" fmla="*/ 83 h 100"/>
                <a:gd name="T116" fmla="*/ 19 w 49"/>
                <a:gd name="T117" fmla="*/ 34 h 100"/>
                <a:gd name="T118" fmla="*/ 14 w 49"/>
                <a:gd name="T119" fmla="*/ 24 h 100"/>
                <a:gd name="T120" fmla="*/ 25 w 49"/>
                <a:gd name="T121" fmla="*/ 2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" h="100">
                  <a:moveTo>
                    <a:pt x="11" y="71"/>
                  </a:moveTo>
                  <a:cubicBezTo>
                    <a:pt x="11" y="72"/>
                    <a:pt x="11" y="72"/>
                    <a:pt x="11" y="72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12" y="73"/>
                    <a:pt x="12" y="73"/>
                    <a:pt x="12" y="73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1"/>
                    <a:pt x="12" y="71"/>
                    <a:pt x="12" y="71"/>
                  </a:cubicBezTo>
                  <a:lnTo>
                    <a:pt x="11" y="71"/>
                  </a:lnTo>
                  <a:close/>
                  <a:moveTo>
                    <a:pt x="49" y="12"/>
                  </a:move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1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43" y="10"/>
                    <a:pt x="43" y="11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6"/>
                    <a:pt x="42" y="17"/>
                    <a:pt x="42" y="17"/>
                  </a:cubicBezTo>
                  <a:cubicBezTo>
                    <a:pt x="43" y="18"/>
                    <a:pt x="43" y="19"/>
                    <a:pt x="43" y="20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43" y="22"/>
                    <a:pt x="42" y="24"/>
                    <a:pt x="42" y="25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0" y="26"/>
                    <a:pt x="39" y="25"/>
                    <a:pt x="39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8" y="28"/>
                    <a:pt x="38" y="29"/>
                  </a:cubicBezTo>
                  <a:cubicBezTo>
                    <a:pt x="38" y="30"/>
                    <a:pt x="38" y="30"/>
                    <a:pt x="37" y="31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5" y="32"/>
                    <a:pt x="35" y="31"/>
                    <a:pt x="34" y="30"/>
                  </a:cubicBezTo>
                  <a:cubicBezTo>
                    <a:pt x="33" y="28"/>
                    <a:pt x="31" y="27"/>
                    <a:pt x="30" y="26"/>
                  </a:cubicBezTo>
                  <a:cubicBezTo>
                    <a:pt x="28" y="25"/>
                    <a:pt x="27" y="24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0" y="22"/>
                    <a:pt x="31" y="23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7"/>
                    <a:pt x="35" y="14"/>
                    <a:pt x="32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14"/>
                    <a:pt x="29" y="13"/>
                    <a:pt x="27" y="13"/>
                  </a:cubicBezTo>
                  <a:cubicBezTo>
                    <a:pt x="26" y="13"/>
                    <a:pt x="26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19" y="17"/>
                    <a:pt x="19" y="19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7" y="17"/>
                    <a:pt x="17" y="16"/>
                    <a:pt x="17" y="16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4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3" y="11"/>
                    <a:pt x="13" y="9"/>
                    <a:pt x="13" y="8"/>
                  </a:cubicBezTo>
                  <a:cubicBezTo>
                    <a:pt x="13" y="4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9" y="6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0"/>
                    <a:pt x="6" y="8"/>
                    <a:pt x="5" y="6"/>
                  </a:cubicBezTo>
                  <a:cubicBezTo>
                    <a:pt x="4" y="4"/>
                    <a:pt x="3" y="2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4" y="13"/>
                    <a:pt x="5" y="15"/>
                  </a:cubicBezTo>
                  <a:cubicBezTo>
                    <a:pt x="4" y="14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7"/>
                    <a:pt x="3" y="20"/>
                    <a:pt x="5" y="21"/>
                  </a:cubicBezTo>
                  <a:cubicBezTo>
                    <a:pt x="3" y="21"/>
                    <a:pt x="2" y="20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4"/>
                    <a:pt x="4" y="27"/>
                    <a:pt x="5" y="28"/>
                  </a:cubicBezTo>
                  <a:cubicBezTo>
                    <a:pt x="4" y="28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1"/>
                    <a:pt x="5" y="32"/>
                    <a:pt x="6" y="33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3" y="33"/>
                    <a:pt x="0" y="35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1"/>
                    <a:pt x="2" y="42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1" y="44"/>
                    <a:pt x="1" y="44"/>
                    <a:pt x="0" y="4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1"/>
                    <a:pt x="2" y="51"/>
                    <a:pt x="3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3" y="49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7"/>
                    <a:pt x="5" y="45"/>
                    <a:pt x="6" y="43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0"/>
                    <a:pt x="4" y="39"/>
                    <a:pt x="3" y="39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9" y="39"/>
                    <a:pt x="9" y="40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8"/>
                    <a:pt x="1" y="54"/>
                    <a:pt x="1" y="59"/>
                  </a:cubicBezTo>
                  <a:cubicBezTo>
                    <a:pt x="1" y="62"/>
                    <a:pt x="4" y="65"/>
                    <a:pt x="5" y="66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5"/>
                    <a:pt x="7" y="75"/>
                    <a:pt x="7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8" y="77"/>
                    <a:pt x="8" y="77"/>
                    <a:pt x="8" y="77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6" y="82"/>
                    <a:pt x="6" y="82"/>
                    <a:pt x="6" y="82"/>
                  </a:cubicBezTo>
                  <a:cubicBezTo>
                    <a:pt x="6" y="83"/>
                    <a:pt x="7" y="84"/>
                    <a:pt x="7" y="86"/>
                  </a:cubicBezTo>
                  <a:cubicBezTo>
                    <a:pt x="7" y="87"/>
                    <a:pt x="6" y="88"/>
                    <a:pt x="6" y="88"/>
                  </a:cubicBezTo>
                  <a:cubicBezTo>
                    <a:pt x="5" y="93"/>
                    <a:pt x="5" y="93"/>
                    <a:pt x="5" y="93"/>
                  </a:cubicBezTo>
                  <a:cubicBezTo>
                    <a:pt x="6" y="95"/>
                    <a:pt x="6" y="95"/>
                    <a:pt x="6" y="95"/>
                  </a:cubicBezTo>
                  <a:cubicBezTo>
                    <a:pt x="6" y="99"/>
                    <a:pt x="6" y="99"/>
                    <a:pt x="6" y="99"/>
                  </a:cubicBezTo>
                  <a:cubicBezTo>
                    <a:pt x="7" y="100"/>
                    <a:pt x="8" y="100"/>
                    <a:pt x="9" y="100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1" y="100"/>
                    <a:pt x="12" y="100"/>
                    <a:pt x="13" y="100"/>
                  </a:cubicBezTo>
                  <a:cubicBezTo>
                    <a:pt x="15" y="100"/>
                    <a:pt x="16" y="99"/>
                    <a:pt x="17" y="98"/>
                  </a:cubicBezTo>
                  <a:cubicBezTo>
                    <a:pt x="19" y="97"/>
                    <a:pt x="19" y="97"/>
                    <a:pt x="19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5"/>
                    <a:pt x="17" y="95"/>
                    <a:pt x="17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3" y="95"/>
                    <a:pt x="12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0" y="96"/>
                    <a:pt x="10" y="94"/>
                    <a:pt x="10" y="93"/>
                  </a:cubicBezTo>
                  <a:cubicBezTo>
                    <a:pt x="10" y="92"/>
                    <a:pt x="10" y="92"/>
                    <a:pt x="10" y="92"/>
                  </a:cubicBezTo>
                  <a:cubicBezTo>
                    <a:pt x="10" y="91"/>
                    <a:pt x="10" y="91"/>
                    <a:pt x="10" y="90"/>
                  </a:cubicBezTo>
                  <a:cubicBezTo>
                    <a:pt x="11" y="89"/>
                    <a:pt x="11" y="88"/>
                    <a:pt x="11" y="87"/>
                  </a:cubicBezTo>
                  <a:cubicBezTo>
                    <a:pt x="11" y="86"/>
                    <a:pt x="11" y="86"/>
                    <a:pt x="11" y="86"/>
                  </a:cubicBezTo>
                  <a:cubicBezTo>
                    <a:pt x="11" y="85"/>
                    <a:pt x="11" y="85"/>
                    <a:pt x="12" y="84"/>
                  </a:cubicBezTo>
                  <a:cubicBezTo>
                    <a:pt x="13" y="83"/>
                    <a:pt x="12" y="82"/>
                    <a:pt x="13" y="81"/>
                  </a:cubicBezTo>
                  <a:cubicBezTo>
                    <a:pt x="13" y="80"/>
                    <a:pt x="13" y="79"/>
                    <a:pt x="14" y="78"/>
                  </a:cubicBezTo>
                  <a:cubicBezTo>
                    <a:pt x="15" y="77"/>
                    <a:pt x="16" y="75"/>
                    <a:pt x="17" y="74"/>
                  </a:cubicBezTo>
                  <a:cubicBezTo>
                    <a:pt x="17" y="72"/>
                    <a:pt x="17" y="72"/>
                    <a:pt x="17" y="72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19" y="69"/>
                    <a:pt x="20" y="69"/>
                    <a:pt x="20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1" y="69"/>
                    <a:pt x="21" y="69"/>
                    <a:pt x="21" y="69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4"/>
                    <a:pt x="20" y="74"/>
                    <a:pt x="20" y="74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5" y="78"/>
                    <a:pt x="25" y="78"/>
                    <a:pt x="25" y="78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8" y="81"/>
                    <a:pt x="28" y="81"/>
                    <a:pt x="28" y="81"/>
                  </a:cubicBezTo>
                  <a:cubicBezTo>
                    <a:pt x="28" y="82"/>
                    <a:pt x="29" y="83"/>
                    <a:pt x="31" y="83"/>
                  </a:cubicBezTo>
                  <a:cubicBezTo>
                    <a:pt x="32" y="83"/>
                    <a:pt x="34" y="80"/>
                    <a:pt x="34" y="79"/>
                  </a:cubicBezTo>
                  <a:cubicBezTo>
                    <a:pt x="35" y="78"/>
                    <a:pt x="36" y="76"/>
                    <a:pt x="36" y="75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1" y="75"/>
                    <a:pt x="31" y="75"/>
                    <a:pt x="31" y="75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0" y="76"/>
                    <a:pt x="30" y="76"/>
                    <a:pt x="30" y="76"/>
                  </a:cubicBezTo>
                  <a:cubicBezTo>
                    <a:pt x="29" y="76"/>
                    <a:pt x="27" y="74"/>
                    <a:pt x="27" y="73"/>
                  </a:cubicBezTo>
                  <a:cubicBezTo>
                    <a:pt x="26" y="72"/>
                    <a:pt x="25" y="71"/>
                    <a:pt x="25" y="70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7" y="68"/>
                    <a:pt x="29" y="66"/>
                    <a:pt x="30" y="65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31" y="62"/>
                    <a:pt x="32" y="61"/>
                    <a:pt x="32" y="61"/>
                  </a:cubicBezTo>
                  <a:cubicBezTo>
                    <a:pt x="31" y="57"/>
                    <a:pt x="29" y="56"/>
                    <a:pt x="27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1" y="52"/>
                    <a:pt x="32" y="56"/>
                    <a:pt x="32" y="56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3" y="55"/>
                    <a:pt x="34" y="54"/>
                    <a:pt x="34" y="53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6" y="54"/>
                    <a:pt x="37" y="54"/>
                    <a:pt x="38" y="55"/>
                  </a:cubicBezTo>
                  <a:cubicBezTo>
                    <a:pt x="39" y="55"/>
                    <a:pt x="39" y="55"/>
                    <a:pt x="39" y="56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40" y="61"/>
                    <a:pt x="40" y="61"/>
                    <a:pt x="40" y="61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2" y="54"/>
                    <a:pt x="43" y="52"/>
                    <a:pt x="43" y="52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4" y="47"/>
                    <a:pt x="44" y="47"/>
                    <a:pt x="44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6" y="51"/>
                    <a:pt x="35" y="50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5" y="47"/>
                    <a:pt x="34" y="47"/>
                    <a:pt x="33" y="47"/>
                  </a:cubicBezTo>
                  <a:cubicBezTo>
                    <a:pt x="34" y="46"/>
                    <a:pt x="35" y="45"/>
                    <a:pt x="36" y="4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1" y="38"/>
                    <a:pt x="41" y="37"/>
                    <a:pt x="41" y="36"/>
                  </a:cubicBezTo>
                  <a:cubicBezTo>
                    <a:pt x="41" y="35"/>
                    <a:pt x="41" y="33"/>
                    <a:pt x="42" y="33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4" y="32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1"/>
                    <a:pt x="44" y="30"/>
                    <a:pt x="43" y="30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8"/>
                    <a:pt x="44" y="27"/>
                    <a:pt x="44" y="26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19"/>
                    <a:pt x="47" y="18"/>
                    <a:pt x="47" y="18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lnTo>
                    <a:pt x="49" y="12"/>
                  </a:lnTo>
                  <a:close/>
                  <a:moveTo>
                    <a:pt x="35" y="21"/>
                  </a:move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lnTo>
                    <a:pt x="35" y="21"/>
                  </a:lnTo>
                  <a:close/>
                  <a:moveTo>
                    <a:pt x="44" y="10"/>
                  </a:moveTo>
                  <a:cubicBezTo>
                    <a:pt x="45" y="10"/>
                    <a:pt x="45" y="10"/>
                    <a:pt x="45" y="10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lnTo>
                    <a:pt x="44" y="10"/>
                  </a:lnTo>
                  <a:close/>
                  <a:moveTo>
                    <a:pt x="42" y="12"/>
                  </a:moveTo>
                  <a:cubicBezTo>
                    <a:pt x="42" y="12"/>
                    <a:pt x="42" y="12"/>
                    <a:pt x="42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3"/>
                    <a:pt x="41" y="13"/>
                    <a:pt x="41" y="13"/>
                  </a:cubicBezTo>
                  <a:lnTo>
                    <a:pt x="42" y="12"/>
                  </a:lnTo>
                  <a:close/>
                  <a:moveTo>
                    <a:pt x="43" y="17"/>
                  </a:moveTo>
                  <a:cubicBezTo>
                    <a:pt x="42" y="16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5"/>
                    <a:pt x="43" y="15"/>
                    <a:pt x="43" y="16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3" y="18"/>
                    <a:pt x="43" y="18"/>
                    <a:pt x="43" y="18"/>
                  </a:cubicBezTo>
                  <a:lnTo>
                    <a:pt x="43" y="17"/>
                  </a:lnTo>
                  <a:close/>
                  <a:moveTo>
                    <a:pt x="29" y="21"/>
                  </a:moveTo>
                  <a:cubicBezTo>
                    <a:pt x="29" y="21"/>
                    <a:pt x="29" y="21"/>
                    <a:pt x="29" y="21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1" y="22"/>
                    <a:pt x="31" y="22"/>
                    <a:pt x="31" y="22"/>
                  </a:cubicBezTo>
                  <a:lnTo>
                    <a:pt x="29" y="21"/>
                  </a:lnTo>
                  <a:close/>
                  <a:moveTo>
                    <a:pt x="27" y="20"/>
                  </a:moveTo>
                  <a:cubicBezTo>
                    <a:pt x="27" y="20"/>
                    <a:pt x="27" y="20"/>
                    <a:pt x="27" y="20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7" y="20"/>
                    <a:pt x="27" y="20"/>
                    <a:pt x="27" y="20"/>
                  </a:cubicBezTo>
                  <a:close/>
                  <a:moveTo>
                    <a:pt x="32" y="21"/>
                  </a:moveTo>
                  <a:cubicBezTo>
                    <a:pt x="34" y="22"/>
                    <a:pt x="34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lnTo>
                    <a:pt x="32" y="21"/>
                  </a:lnTo>
                  <a:close/>
                  <a:moveTo>
                    <a:pt x="32" y="15"/>
                  </a:moveTo>
                  <a:cubicBezTo>
                    <a:pt x="33" y="15"/>
                    <a:pt x="34" y="15"/>
                    <a:pt x="34" y="16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9" y="15"/>
                    <a:pt x="29" y="15"/>
                    <a:pt x="29" y="15"/>
                  </a:cubicBezTo>
                  <a:lnTo>
                    <a:pt x="32" y="15"/>
                  </a:lnTo>
                  <a:close/>
                  <a:moveTo>
                    <a:pt x="28" y="15"/>
                  </a:moveTo>
                  <a:cubicBezTo>
                    <a:pt x="28" y="15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lose/>
                  <a:moveTo>
                    <a:pt x="22" y="13"/>
                  </a:moveTo>
                  <a:cubicBezTo>
                    <a:pt x="23" y="14"/>
                    <a:pt x="23" y="14"/>
                    <a:pt x="23" y="14"/>
                  </a:cubicBezTo>
                  <a:cubicBezTo>
                    <a:pt x="22" y="14"/>
                    <a:pt x="22" y="14"/>
                    <a:pt x="22" y="14"/>
                  </a:cubicBezTo>
                  <a:lnTo>
                    <a:pt x="22" y="13"/>
                  </a:lnTo>
                  <a:close/>
                  <a:moveTo>
                    <a:pt x="21" y="16"/>
                  </a:moveTo>
                  <a:cubicBezTo>
                    <a:pt x="21" y="16"/>
                    <a:pt x="21" y="16"/>
                    <a:pt x="21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6" y="14"/>
                    <a:pt x="26" y="13"/>
                    <a:pt x="27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4"/>
                    <a:pt x="28" y="25"/>
                    <a:pt x="29" y="26"/>
                  </a:cubicBezTo>
                  <a:cubicBezTo>
                    <a:pt x="31" y="27"/>
                    <a:pt x="32" y="29"/>
                    <a:pt x="34" y="30"/>
                  </a:cubicBezTo>
                  <a:cubicBezTo>
                    <a:pt x="35" y="32"/>
                    <a:pt x="35" y="34"/>
                    <a:pt x="36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4" y="34"/>
                    <a:pt x="33" y="34"/>
                    <a:pt x="33" y="34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1" y="32"/>
                    <a:pt x="21" y="3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9"/>
                    <a:pt x="20" y="28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9" y="18"/>
                    <a:pt x="20" y="17"/>
                    <a:pt x="21" y="16"/>
                  </a:cubicBezTo>
                  <a:moveTo>
                    <a:pt x="20" y="31"/>
                  </a:moveTo>
                  <a:cubicBezTo>
                    <a:pt x="20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7" y="32"/>
                    <a:pt x="17" y="31"/>
                    <a:pt x="17" y="29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19" y="27"/>
                    <a:pt x="19" y="27"/>
                  </a:cubicBezTo>
                  <a:cubicBezTo>
                    <a:pt x="20" y="28"/>
                    <a:pt x="20" y="30"/>
                    <a:pt x="20" y="30"/>
                  </a:cubicBezTo>
                  <a:lnTo>
                    <a:pt x="20" y="31"/>
                  </a:lnTo>
                  <a:close/>
                  <a:moveTo>
                    <a:pt x="16" y="18"/>
                  </a:moveTo>
                  <a:cubicBezTo>
                    <a:pt x="16" y="18"/>
                    <a:pt x="16" y="18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9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5" y="20"/>
                    <a:pt x="15" y="20"/>
                    <a:pt x="15" y="20"/>
                  </a:cubicBezTo>
                  <a:lnTo>
                    <a:pt x="16" y="18"/>
                  </a:lnTo>
                  <a:close/>
                  <a:moveTo>
                    <a:pt x="13" y="13"/>
                  </a:move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5" y="12"/>
                    <a:pt x="15" y="16"/>
                    <a:pt x="15" y="17"/>
                  </a:cubicBezTo>
                  <a:cubicBezTo>
                    <a:pt x="15" y="18"/>
                    <a:pt x="15" y="19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5"/>
                    <a:pt x="13" y="14"/>
                    <a:pt x="13" y="13"/>
                  </a:cubicBezTo>
                  <a:moveTo>
                    <a:pt x="13" y="1"/>
                  </a:moveTo>
                  <a:cubicBezTo>
                    <a:pt x="13" y="2"/>
                    <a:pt x="13" y="5"/>
                    <a:pt x="13" y="8"/>
                  </a:cubicBezTo>
                  <a:cubicBezTo>
                    <a:pt x="13" y="9"/>
                    <a:pt x="13" y="11"/>
                    <a:pt x="13" y="12"/>
                  </a:cubicBezTo>
                  <a:cubicBezTo>
                    <a:pt x="13" y="12"/>
                    <a:pt x="13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4"/>
                    <a:pt x="11" y="10"/>
                    <a:pt x="11" y="7"/>
                  </a:cubicBezTo>
                  <a:cubicBezTo>
                    <a:pt x="11" y="5"/>
                    <a:pt x="11" y="3"/>
                    <a:pt x="13" y="1"/>
                  </a:cubicBezTo>
                  <a:moveTo>
                    <a:pt x="12" y="2"/>
                  </a:moveTo>
                  <a:cubicBezTo>
                    <a:pt x="11" y="4"/>
                    <a:pt x="10" y="5"/>
                    <a:pt x="10" y="7"/>
                  </a:cubicBezTo>
                  <a:cubicBezTo>
                    <a:pt x="10" y="11"/>
                    <a:pt x="12" y="15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7"/>
                    <a:pt x="10" y="4"/>
                    <a:pt x="12" y="2"/>
                  </a:cubicBezTo>
                  <a:moveTo>
                    <a:pt x="9" y="12"/>
                  </a:moveTo>
                  <a:cubicBezTo>
                    <a:pt x="9" y="11"/>
                    <a:pt x="9" y="11"/>
                    <a:pt x="9" y="11"/>
                  </a:cubicBezTo>
                  <a:cubicBezTo>
                    <a:pt x="9" y="13"/>
                    <a:pt x="11" y="16"/>
                    <a:pt x="12" y="17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0" y="20"/>
                    <a:pt x="9" y="16"/>
                    <a:pt x="9" y="12"/>
                  </a:cubicBezTo>
                  <a:close/>
                  <a:moveTo>
                    <a:pt x="22" y="44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4" y="43"/>
                    <a:pt x="22" y="44"/>
                  </a:cubicBezTo>
                  <a:moveTo>
                    <a:pt x="22" y="44"/>
                  </a:moveTo>
                  <a:cubicBezTo>
                    <a:pt x="19" y="48"/>
                    <a:pt x="19" y="48"/>
                    <a:pt x="19" y="48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6"/>
                    <a:pt x="20" y="45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1" y="44"/>
                    <a:pt x="21" y="44"/>
                    <a:pt x="21" y="44"/>
                  </a:cubicBezTo>
                  <a:lnTo>
                    <a:pt x="22" y="44"/>
                  </a:lnTo>
                  <a:close/>
                  <a:moveTo>
                    <a:pt x="21" y="44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2" y="41"/>
                    <a:pt x="22" y="41"/>
                    <a:pt x="22" y="41"/>
                  </a:cubicBezTo>
                  <a:lnTo>
                    <a:pt x="21" y="44"/>
                  </a:lnTo>
                  <a:close/>
                  <a:moveTo>
                    <a:pt x="20" y="44"/>
                  </a:move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18" y="45"/>
                    <a:pt x="16" y="45"/>
                  </a:cubicBezTo>
                  <a:cubicBezTo>
                    <a:pt x="18" y="45"/>
                    <a:pt x="18" y="43"/>
                    <a:pt x="18" y="42"/>
                  </a:cubicBezTo>
                  <a:cubicBezTo>
                    <a:pt x="20" y="42"/>
                    <a:pt x="20" y="42"/>
                    <a:pt x="20" y="42"/>
                  </a:cubicBezTo>
                  <a:lnTo>
                    <a:pt x="20" y="44"/>
                  </a:lnTo>
                  <a:close/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lose/>
                  <a:moveTo>
                    <a:pt x="11" y="38"/>
                  </a:moveTo>
                  <a:cubicBezTo>
                    <a:pt x="12" y="39"/>
                    <a:pt x="13" y="39"/>
                    <a:pt x="14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1"/>
                    <a:pt x="11" y="39"/>
                    <a:pt x="11" y="38"/>
                  </a:cubicBezTo>
                  <a:moveTo>
                    <a:pt x="14" y="40"/>
                  </a:moveTo>
                  <a:cubicBezTo>
                    <a:pt x="15" y="41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6" y="42"/>
                    <a:pt x="17" y="42"/>
                    <a:pt x="18" y="42"/>
                  </a:cubicBezTo>
                  <a:cubicBezTo>
                    <a:pt x="18" y="43"/>
                    <a:pt x="17" y="45"/>
                    <a:pt x="15" y="45"/>
                  </a:cubicBezTo>
                  <a:cubicBezTo>
                    <a:pt x="15" y="45"/>
                    <a:pt x="15" y="43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3" y="42"/>
                    <a:pt x="14" y="40"/>
                    <a:pt x="14" y="40"/>
                  </a:cubicBezTo>
                  <a:moveTo>
                    <a:pt x="12" y="44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4" y="43"/>
                    <a:pt x="14" y="43"/>
                    <a:pt x="14" y="43"/>
                  </a:cubicBezTo>
                  <a:cubicBezTo>
                    <a:pt x="14" y="44"/>
                    <a:pt x="14" y="45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6"/>
                    <a:pt x="15" y="46"/>
                    <a:pt x="15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48"/>
                    <a:pt x="16" y="48"/>
                    <a:pt x="15" y="50"/>
                  </a:cubicBezTo>
                  <a:cubicBezTo>
                    <a:pt x="15" y="52"/>
                    <a:pt x="12" y="54"/>
                    <a:pt x="11" y="55"/>
                  </a:cubicBezTo>
                  <a:cubicBezTo>
                    <a:pt x="9" y="57"/>
                    <a:pt x="9" y="58"/>
                    <a:pt x="8" y="60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5" y="61"/>
                    <a:pt x="5" y="59"/>
                    <a:pt x="5" y="59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4"/>
                    <a:pt x="10" y="52"/>
                    <a:pt x="12" y="44"/>
                  </a:cubicBezTo>
                  <a:moveTo>
                    <a:pt x="18" y="42"/>
                  </a:moveTo>
                  <a:cubicBezTo>
                    <a:pt x="16" y="42"/>
                    <a:pt x="16" y="42"/>
                    <a:pt x="16" y="42"/>
                  </a:cubicBezTo>
                  <a:cubicBezTo>
                    <a:pt x="17" y="41"/>
                    <a:pt x="18" y="40"/>
                    <a:pt x="18" y="39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9" y="42"/>
                    <a:pt x="19" y="42"/>
                    <a:pt x="19" y="42"/>
                  </a:cubicBezTo>
                  <a:lnTo>
                    <a:pt x="18" y="42"/>
                  </a:lnTo>
                  <a:close/>
                  <a:moveTo>
                    <a:pt x="15" y="41"/>
                  </a:move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3" y="39"/>
                    <a:pt x="12" y="38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5" y="38"/>
                    <a:pt x="16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41"/>
                    <a:pt x="15" y="41"/>
                  </a:cubicBezTo>
                  <a:moveTo>
                    <a:pt x="14" y="35"/>
                  </a:moveTo>
                  <a:cubicBezTo>
                    <a:pt x="14" y="35"/>
                    <a:pt x="14" y="35"/>
                    <a:pt x="14" y="35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2" y="37"/>
                    <a:pt x="11" y="38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5"/>
                    <a:pt x="14" y="35"/>
                    <a:pt x="14" y="35"/>
                  </a:cubicBezTo>
                  <a:close/>
                  <a:moveTo>
                    <a:pt x="9" y="34"/>
                  </a:moveTo>
                  <a:cubicBezTo>
                    <a:pt x="9" y="32"/>
                    <a:pt x="9" y="32"/>
                    <a:pt x="9" y="32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0" y="29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2" y="32"/>
                    <a:pt x="12" y="32"/>
                    <a:pt x="12" y="32"/>
                  </a:cubicBezTo>
                  <a:lnTo>
                    <a:pt x="9" y="34"/>
                  </a:lnTo>
                  <a:close/>
                  <a:moveTo>
                    <a:pt x="10" y="27"/>
                  </a:moveTo>
                  <a:cubicBezTo>
                    <a:pt x="10" y="27"/>
                    <a:pt x="8" y="27"/>
                    <a:pt x="7" y="28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0" y="27"/>
                    <a:pt x="10" y="27"/>
                    <a:pt x="10" y="27"/>
                  </a:cubicBezTo>
                  <a:close/>
                  <a:moveTo>
                    <a:pt x="9" y="25"/>
                  </a:move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8" y="25"/>
                    <a:pt x="7" y="24"/>
                    <a:pt x="7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9" y="25"/>
                    <a:pt x="9" y="25"/>
                    <a:pt x="9" y="25"/>
                  </a:cubicBezTo>
                  <a:close/>
                  <a:moveTo>
                    <a:pt x="10" y="23"/>
                  </a:moveTo>
                  <a:cubicBezTo>
                    <a:pt x="10" y="22"/>
                    <a:pt x="9" y="22"/>
                    <a:pt x="8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lnTo>
                    <a:pt x="10" y="23"/>
                  </a:lnTo>
                  <a:close/>
                  <a:moveTo>
                    <a:pt x="3" y="3"/>
                  </a:moveTo>
                  <a:cubicBezTo>
                    <a:pt x="4" y="5"/>
                    <a:pt x="7" y="10"/>
                    <a:pt x="8" y="12"/>
                  </a:cubicBezTo>
                  <a:cubicBezTo>
                    <a:pt x="8" y="13"/>
                    <a:pt x="8" y="14"/>
                    <a:pt x="8" y="15"/>
                  </a:cubicBezTo>
                  <a:cubicBezTo>
                    <a:pt x="7" y="13"/>
                    <a:pt x="3" y="7"/>
                    <a:pt x="3" y="3"/>
                  </a:cubicBezTo>
                  <a:close/>
                  <a:moveTo>
                    <a:pt x="2" y="2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2" y="2"/>
                    <a:pt x="2" y="2"/>
                    <a:pt x="2" y="2"/>
                  </a:cubicBezTo>
                  <a:close/>
                  <a:moveTo>
                    <a:pt x="2" y="5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9"/>
                    <a:pt x="9" y="16"/>
                    <a:pt x="9" y="16"/>
                  </a:cubicBezTo>
                  <a:cubicBezTo>
                    <a:pt x="9" y="17"/>
                    <a:pt x="9" y="19"/>
                    <a:pt x="10" y="20"/>
                  </a:cubicBezTo>
                  <a:cubicBezTo>
                    <a:pt x="9" y="19"/>
                    <a:pt x="8" y="18"/>
                    <a:pt x="7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2" y="10"/>
                    <a:pt x="2" y="5"/>
                  </a:cubicBezTo>
                  <a:moveTo>
                    <a:pt x="6" y="16"/>
                  </a:moveTo>
                  <a:cubicBezTo>
                    <a:pt x="7" y="18"/>
                    <a:pt x="9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1"/>
                    <a:pt x="7" y="19"/>
                    <a:pt x="6" y="18"/>
                  </a:cubicBezTo>
                  <a:cubicBezTo>
                    <a:pt x="4" y="17"/>
                    <a:pt x="3" y="15"/>
                    <a:pt x="2" y="13"/>
                  </a:cubicBezTo>
                  <a:cubicBezTo>
                    <a:pt x="3" y="14"/>
                    <a:pt x="5" y="16"/>
                    <a:pt x="6" y="16"/>
                  </a:cubicBezTo>
                  <a:moveTo>
                    <a:pt x="6" y="22"/>
                  </a:move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1" y="18"/>
                    <a:pt x="1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7"/>
                    <a:pt x="7" y="20"/>
                    <a:pt x="8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5"/>
                    <a:pt x="8" y="25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5"/>
                    <a:pt x="6" y="25"/>
                    <a:pt x="5" y="24"/>
                  </a:cubicBezTo>
                  <a:cubicBezTo>
                    <a:pt x="4" y="23"/>
                    <a:pt x="3" y="22"/>
                    <a:pt x="2" y="21"/>
                  </a:cubicBezTo>
                  <a:cubicBezTo>
                    <a:pt x="3" y="21"/>
                    <a:pt x="5" y="21"/>
                    <a:pt x="6" y="22"/>
                  </a:cubicBezTo>
                  <a:moveTo>
                    <a:pt x="4" y="26"/>
                  </a:moveTo>
                  <a:cubicBezTo>
                    <a:pt x="3" y="25"/>
                    <a:pt x="2" y="23"/>
                    <a:pt x="2" y="22"/>
                  </a:cubicBezTo>
                  <a:cubicBezTo>
                    <a:pt x="3" y="24"/>
                    <a:pt x="7" y="26"/>
                    <a:pt x="8" y="26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5" y="27"/>
                    <a:pt x="4" y="26"/>
                  </a:cubicBezTo>
                  <a:moveTo>
                    <a:pt x="4" y="29"/>
                  </a:moveTo>
                  <a:cubicBezTo>
                    <a:pt x="4" y="29"/>
                    <a:pt x="5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5" y="30"/>
                    <a:pt x="4" y="29"/>
                    <a:pt x="4" y="29"/>
                  </a:cubicBezTo>
                  <a:close/>
                  <a:moveTo>
                    <a:pt x="4" y="30"/>
                  </a:moveTo>
                  <a:cubicBezTo>
                    <a:pt x="5" y="31"/>
                    <a:pt x="8" y="31"/>
                    <a:pt x="9" y="31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6" y="33"/>
                    <a:pt x="5" y="32"/>
                    <a:pt x="4" y="30"/>
                  </a:cubicBezTo>
                  <a:moveTo>
                    <a:pt x="6" y="35"/>
                  </a:move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2" y="36"/>
                    <a:pt x="2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6" y="40"/>
                    <a:pt x="6" y="42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5" y="45"/>
                    <a:pt x="3" y="46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9"/>
                    <a:pt x="3" y="50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3" y="51"/>
                    <a:pt x="3" y="50"/>
                    <a:pt x="3" y="49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3" y="45"/>
                    <a:pt x="4" y="44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1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4" y="41"/>
                    <a:pt x="4" y="42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4" y="44"/>
                    <a:pt x="3" y="45"/>
                    <a:pt x="2" y="46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7"/>
                    <a:pt x="3" y="43"/>
                    <a:pt x="3" y="43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2" y="40"/>
                    <a:pt x="2" y="40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2" y="43"/>
                    <a:pt x="1" y="46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2" y="51"/>
                    <a:pt x="1" y="50"/>
                    <a:pt x="1" y="49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44"/>
                    <a:pt x="2" y="44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2"/>
                    <a:pt x="1" y="41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5"/>
                    <a:pt x="3" y="34"/>
                    <a:pt x="5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5"/>
                    <a:pt x="7" y="35"/>
                    <a:pt x="7" y="35"/>
                  </a:cubicBezTo>
                  <a:lnTo>
                    <a:pt x="6" y="35"/>
                  </a:lnTo>
                  <a:close/>
                  <a:moveTo>
                    <a:pt x="9" y="34"/>
                  </a:move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8" y="37"/>
                    <a:pt x="8" y="37"/>
                    <a:pt x="8" y="37"/>
                  </a:cubicBezTo>
                  <a:lnTo>
                    <a:pt x="9" y="34"/>
                  </a:lnTo>
                  <a:close/>
                  <a:moveTo>
                    <a:pt x="8" y="37"/>
                  </a:moveTo>
                  <a:cubicBezTo>
                    <a:pt x="9" y="37"/>
                    <a:pt x="10" y="36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38"/>
                    <a:pt x="9" y="37"/>
                    <a:pt x="8" y="37"/>
                  </a:cubicBezTo>
                  <a:moveTo>
                    <a:pt x="27" y="57"/>
                  </a:moveTo>
                  <a:cubicBezTo>
                    <a:pt x="29" y="57"/>
                    <a:pt x="31" y="57"/>
                    <a:pt x="31" y="61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29" y="66"/>
                    <a:pt x="27" y="68"/>
                    <a:pt x="25" y="69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25" y="71"/>
                    <a:pt x="26" y="72"/>
                    <a:pt x="26" y="73"/>
                  </a:cubicBezTo>
                  <a:cubicBezTo>
                    <a:pt x="27" y="74"/>
                    <a:pt x="28" y="76"/>
                    <a:pt x="29" y="77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2" y="77"/>
                    <a:pt x="32" y="77"/>
                    <a:pt x="32" y="77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6"/>
                    <a:pt x="32" y="76"/>
                    <a:pt x="32" y="76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4" y="79"/>
                    <a:pt x="34" y="79"/>
                    <a:pt x="34" y="79"/>
                  </a:cubicBezTo>
                  <a:cubicBezTo>
                    <a:pt x="33" y="80"/>
                    <a:pt x="31" y="82"/>
                    <a:pt x="31" y="82"/>
                  </a:cubicBezTo>
                  <a:cubicBezTo>
                    <a:pt x="29" y="82"/>
                    <a:pt x="29" y="82"/>
                    <a:pt x="28" y="81"/>
                  </a:cubicBezTo>
                  <a:cubicBezTo>
                    <a:pt x="28" y="80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6" y="78"/>
                    <a:pt x="26" y="78"/>
                    <a:pt x="26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75"/>
                    <a:pt x="23" y="75"/>
                    <a:pt x="22" y="74"/>
                  </a:cubicBezTo>
                  <a:cubicBezTo>
                    <a:pt x="21" y="73"/>
                    <a:pt x="21" y="73"/>
                    <a:pt x="21" y="73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2" y="69"/>
                    <a:pt x="22" y="69"/>
                    <a:pt x="22" y="69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5"/>
                    <a:pt x="23" y="64"/>
                    <a:pt x="23" y="63"/>
                  </a:cubicBezTo>
                  <a:cubicBezTo>
                    <a:pt x="23" y="62"/>
                    <a:pt x="25" y="62"/>
                    <a:pt x="25" y="62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2" y="64"/>
                    <a:pt x="22" y="65"/>
                    <a:pt x="22" y="67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19" y="69"/>
                    <a:pt x="19" y="69"/>
                    <a:pt x="19" y="69"/>
                  </a:cubicBezTo>
                  <a:cubicBezTo>
                    <a:pt x="20" y="67"/>
                    <a:pt x="20" y="65"/>
                    <a:pt x="20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1" y="61"/>
                    <a:pt x="21" y="61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5" y="57"/>
                    <a:pt x="26" y="57"/>
                    <a:pt x="27" y="57"/>
                  </a:cubicBezTo>
                  <a:moveTo>
                    <a:pt x="28" y="52"/>
                  </a:moveTo>
                  <a:cubicBezTo>
                    <a:pt x="28" y="52"/>
                    <a:pt x="28" y="52"/>
                    <a:pt x="28" y="52"/>
                  </a:cubicBezTo>
                  <a:cubicBezTo>
                    <a:pt x="28" y="53"/>
                    <a:pt x="25" y="54"/>
                    <a:pt x="25" y="55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19" y="61"/>
                    <a:pt x="18" y="60"/>
                    <a:pt x="18" y="60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8" y="57"/>
                    <a:pt x="18" y="58"/>
                    <a:pt x="18" y="59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60"/>
                    <a:pt x="19" y="61"/>
                    <a:pt x="19" y="62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6"/>
                    <a:pt x="19" y="68"/>
                    <a:pt x="18" y="70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6" y="74"/>
                    <a:pt x="15" y="77"/>
                    <a:pt x="14" y="78"/>
                  </a:cubicBezTo>
                  <a:cubicBezTo>
                    <a:pt x="12" y="79"/>
                    <a:pt x="12" y="80"/>
                    <a:pt x="12" y="81"/>
                  </a:cubicBezTo>
                  <a:cubicBezTo>
                    <a:pt x="12" y="82"/>
                    <a:pt x="12" y="83"/>
                    <a:pt x="11" y="83"/>
                  </a:cubicBezTo>
                  <a:cubicBezTo>
                    <a:pt x="11" y="85"/>
                    <a:pt x="10" y="85"/>
                    <a:pt x="10" y="86"/>
                  </a:cubicBezTo>
                  <a:cubicBezTo>
                    <a:pt x="10" y="87"/>
                    <a:pt x="10" y="87"/>
                    <a:pt x="10" y="87"/>
                  </a:cubicBezTo>
                  <a:cubicBezTo>
                    <a:pt x="10" y="88"/>
                    <a:pt x="10" y="88"/>
                    <a:pt x="10" y="89"/>
                  </a:cubicBezTo>
                  <a:cubicBezTo>
                    <a:pt x="9" y="90"/>
                    <a:pt x="9" y="91"/>
                    <a:pt x="9" y="92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9" y="94"/>
                    <a:pt x="9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7"/>
                    <a:pt x="15" y="97"/>
                    <a:pt x="15" y="97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6"/>
                    <a:pt x="14" y="96"/>
                    <a:pt x="14" y="96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6"/>
                    <a:pt x="17" y="96"/>
                    <a:pt x="17" y="96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6" y="99"/>
                    <a:pt x="14" y="99"/>
                    <a:pt x="13" y="100"/>
                  </a:cubicBezTo>
                  <a:cubicBezTo>
                    <a:pt x="12" y="100"/>
                    <a:pt x="11" y="100"/>
                    <a:pt x="10" y="100"/>
                  </a:cubicBezTo>
                  <a:cubicBezTo>
                    <a:pt x="9" y="100"/>
                    <a:pt x="9" y="100"/>
                    <a:pt x="9" y="100"/>
                  </a:cubicBezTo>
                  <a:cubicBezTo>
                    <a:pt x="7" y="98"/>
                    <a:pt x="7" y="98"/>
                    <a:pt x="7" y="98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6" y="93"/>
                    <a:pt x="6" y="93"/>
                    <a:pt x="6" y="93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8"/>
                    <a:pt x="7" y="87"/>
                    <a:pt x="7" y="86"/>
                  </a:cubicBezTo>
                  <a:cubicBezTo>
                    <a:pt x="7" y="84"/>
                    <a:pt x="7" y="83"/>
                    <a:pt x="7" y="82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4"/>
                    <a:pt x="10" y="73"/>
                    <a:pt x="9" y="72"/>
                  </a:cubicBezTo>
                  <a:cubicBezTo>
                    <a:pt x="9" y="70"/>
                    <a:pt x="8" y="67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5"/>
                    <a:pt x="9" y="62"/>
                    <a:pt x="9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" y="62"/>
                    <a:pt x="7" y="64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7"/>
                    <a:pt x="8" y="71"/>
                    <a:pt x="9" y="72"/>
                  </a:cubicBezTo>
                  <a:cubicBezTo>
                    <a:pt x="10" y="73"/>
                    <a:pt x="10" y="75"/>
                    <a:pt x="10" y="75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8" y="73"/>
                    <a:pt x="8" y="73"/>
                    <a:pt x="8" y="73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6" y="65"/>
                    <a:pt x="2" y="62"/>
                    <a:pt x="2" y="59"/>
                  </a:cubicBezTo>
                  <a:cubicBezTo>
                    <a:pt x="2" y="55"/>
                    <a:pt x="9" y="48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0"/>
                    <a:pt x="9" y="39"/>
                    <a:pt x="9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40"/>
                    <a:pt x="10" y="42"/>
                    <a:pt x="10" y="42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9" y="51"/>
                    <a:pt x="4" y="53"/>
                    <a:pt x="4" y="58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59"/>
                    <a:pt x="5" y="62"/>
                    <a:pt x="6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9" y="58"/>
                    <a:pt x="10" y="57"/>
                    <a:pt x="11" y="56"/>
                  </a:cubicBezTo>
                  <a:cubicBezTo>
                    <a:pt x="13" y="54"/>
                    <a:pt x="15" y="52"/>
                    <a:pt x="16" y="50"/>
                  </a:cubicBezTo>
                  <a:cubicBezTo>
                    <a:pt x="17" y="49"/>
                    <a:pt x="17" y="48"/>
                    <a:pt x="17" y="47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9" y="45"/>
                    <a:pt x="19" y="45"/>
                  </a:cubicBezTo>
                  <a:cubicBezTo>
                    <a:pt x="19" y="47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22" y="49"/>
                    <a:pt x="24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lnTo>
                    <a:pt x="28" y="52"/>
                  </a:lnTo>
                  <a:close/>
                  <a:moveTo>
                    <a:pt x="39" y="62"/>
                  </a:move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2"/>
                    <a:pt x="39" y="62"/>
                    <a:pt x="39" y="62"/>
                  </a:cubicBezTo>
                  <a:close/>
                  <a:moveTo>
                    <a:pt x="44" y="45"/>
                  </a:move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5"/>
                    <a:pt x="43" y="45"/>
                    <a:pt x="43" y="45"/>
                  </a:cubicBezTo>
                  <a:lnTo>
                    <a:pt x="44" y="45"/>
                  </a:lnTo>
                  <a:close/>
                  <a:moveTo>
                    <a:pt x="40" y="48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lose/>
                  <a:moveTo>
                    <a:pt x="40" y="49"/>
                  </a:moveTo>
                  <a:cubicBezTo>
                    <a:pt x="40" y="49"/>
                    <a:pt x="40" y="49"/>
                    <a:pt x="40" y="49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lnTo>
                    <a:pt x="40" y="49"/>
                  </a:lnTo>
                  <a:close/>
                  <a:moveTo>
                    <a:pt x="36" y="51"/>
                  </a:moveTo>
                  <a:cubicBezTo>
                    <a:pt x="35" y="51"/>
                    <a:pt x="35" y="51"/>
                    <a:pt x="35" y="51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1" y="52"/>
                    <a:pt x="41" y="52"/>
                    <a:pt x="41" y="52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0" y="56"/>
                    <a:pt x="40" y="57"/>
                    <a:pt x="40" y="58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39" y="55"/>
                    <a:pt x="39" y="55"/>
                    <a:pt x="38" y="54"/>
                  </a:cubicBezTo>
                  <a:cubicBezTo>
                    <a:pt x="37" y="54"/>
                    <a:pt x="36" y="53"/>
                    <a:pt x="36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lnTo>
                    <a:pt x="36" y="51"/>
                  </a:lnTo>
                  <a:close/>
                  <a:moveTo>
                    <a:pt x="36" y="47"/>
                  </a:move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3"/>
                    <a:pt x="33" y="54"/>
                    <a:pt x="33" y="55"/>
                  </a:cubicBezTo>
                  <a:cubicBezTo>
                    <a:pt x="32" y="54"/>
                    <a:pt x="31" y="51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2" y="47"/>
                    <a:pt x="20" y="48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5" y="43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19"/>
                    <a:pt x="12" y="18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7"/>
                    <a:pt x="13" y="18"/>
                    <a:pt x="13" y="19"/>
                  </a:cubicBezTo>
                  <a:cubicBezTo>
                    <a:pt x="14" y="20"/>
                    <a:pt x="14" y="21"/>
                    <a:pt x="16" y="22"/>
                  </a:cubicBezTo>
                  <a:cubicBezTo>
                    <a:pt x="17" y="23"/>
                    <a:pt x="18" y="24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8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1"/>
                    <a:pt x="17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2" y="35"/>
                    <a:pt x="23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1"/>
                    <a:pt x="31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6"/>
                    <a:pt x="32" y="48"/>
                    <a:pt x="32" y="48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3" y="48"/>
                    <a:pt x="34" y="48"/>
                    <a:pt x="36" y="47"/>
                  </a:cubicBezTo>
                  <a:moveTo>
                    <a:pt x="11" y="27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lose/>
                  <a:moveTo>
                    <a:pt x="36" y="42"/>
                  </a:moveTo>
                  <a:cubicBezTo>
                    <a:pt x="34" y="45"/>
                    <a:pt x="33" y="47"/>
                    <a:pt x="32" y="48"/>
                  </a:cubicBezTo>
                  <a:cubicBezTo>
                    <a:pt x="32" y="47"/>
                    <a:pt x="31" y="46"/>
                    <a:pt x="31" y="45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3"/>
                    <a:pt x="32" y="41"/>
                    <a:pt x="32" y="39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40"/>
                    <a:pt x="36" y="41"/>
                    <a:pt x="36" y="42"/>
                  </a:cubicBezTo>
                  <a:moveTo>
                    <a:pt x="44" y="32"/>
                  </a:moveTo>
                  <a:cubicBezTo>
                    <a:pt x="43" y="32"/>
                    <a:pt x="43" y="32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1" y="33"/>
                    <a:pt x="40" y="35"/>
                    <a:pt x="40" y="36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8" y="31"/>
                    <a:pt x="38" y="30"/>
                    <a:pt x="38" y="29"/>
                  </a:cubicBezTo>
                  <a:cubicBezTo>
                    <a:pt x="39" y="28"/>
                    <a:pt x="39" y="27"/>
                    <a:pt x="39" y="26"/>
                  </a:cubicBezTo>
                  <a:cubicBezTo>
                    <a:pt x="39" y="27"/>
                    <a:pt x="40" y="28"/>
                    <a:pt x="40" y="29"/>
                  </a:cubicBezTo>
                  <a:cubicBezTo>
                    <a:pt x="40" y="29"/>
                    <a:pt x="40" y="29"/>
                    <a:pt x="40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4" y="31"/>
                    <a:pt x="44" y="32"/>
                  </a:cubicBezTo>
                  <a:moveTo>
                    <a:pt x="48" y="29"/>
                  </a:move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lnTo>
                    <a:pt x="48" y="29"/>
                  </a:lnTo>
                  <a:close/>
                  <a:moveTo>
                    <a:pt x="47" y="15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6" y="18"/>
                    <a:pt x="46" y="19"/>
                    <a:pt x="46" y="20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2"/>
                    <a:pt x="45" y="22"/>
                    <a:pt x="45" y="22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4" y="25"/>
                    <a:pt x="44" y="26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3" y="24"/>
                    <a:pt x="43" y="22"/>
                    <a:pt x="43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5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4"/>
                    <a:pt x="48" y="14"/>
                    <a:pt x="48" y="14"/>
                  </a:cubicBezTo>
                  <a:lnTo>
                    <a:pt x="47" y="15"/>
                  </a:lnTo>
                  <a:close/>
                  <a:moveTo>
                    <a:pt x="48" y="13"/>
                  </a:move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lnTo>
                    <a:pt x="48" y="13"/>
                  </a:lnTo>
                  <a:close/>
                  <a:moveTo>
                    <a:pt x="11" y="78"/>
                  </a:moveTo>
                  <a:cubicBezTo>
                    <a:pt x="11" y="79"/>
                    <a:pt x="11" y="79"/>
                    <a:pt x="11" y="79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11" y="81"/>
                    <a:pt x="11" y="81"/>
                    <a:pt x="11" y="81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78"/>
                    <a:pt x="12" y="78"/>
                    <a:pt x="12" y="78"/>
                  </a:cubicBezTo>
                  <a:lnTo>
                    <a:pt x="11" y="78"/>
                  </a:lnTo>
                  <a:close/>
                  <a:moveTo>
                    <a:pt x="26" y="52"/>
                  </a:moveTo>
                  <a:cubicBezTo>
                    <a:pt x="26" y="52"/>
                    <a:pt x="24" y="53"/>
                    <a:pt x="23" y="54"/>
                  </a:cubicBezTo>
                  <a:cubicBezTo>
                    <a:pt x="21" y="55"/>
                    <a:pt x="20" y="55"/>
                    <a:pt x="20" y="56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0" y="55"/>
                    <a:pt x="21" y="55"/>
                    <a:pt x="23" y="54"/>
                  </a:cubicBezTo>
                  <a:cubicBezTo>
                    <a:pt x="25" y="54"/>
                    <a:pt x="26" y="52"/>
                    <a:pt x="26" y="52"/>
                  </a:cubicBezTo>
                  <a:close/>
                  <a:moveTo>
                    <a:pt x="8" y="82"/>
                  </a:move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8" y="85"/>
                    <a:pt x="9" y="86"/>
                    <a:pt x="8" y="86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7" y="90"/>
                    <a:pt x="7" y="91"/>
                    <a:pt x="7" y="92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91"/>
                    <a:pt x="8" y="90"/>
                    <a:pt x="8" y="89"/>
                  </a:cubicBezTo>
                  <a:cubicBezTo>
                    <a:pt x="8" y="89"/>
                    <a:pt x="8" y="89"/>
                    <a:pt x="8" y="89"/>
                  </a:cubicBezTo>
                  <a:cubicBezTo>
                    <a:pt x="9" y="87"/>
                    <a:pt x="9" y="87"/>
                    <a:pt x="9" y="87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3"/>
                    <a:pt x="8" y="83"/>
                    <a:pt x="8" y="82"/>
                  </a:cubicBezTo>
                  <a:close/>
                  <a:moveTo>
                    <a:pt x="21" y="34"/>
                  </a:moveTo>
                  <a:cubicBezTo>
                    <a:pt x="20" y="34"/>
                    <a:pt x="20" y="34"/>
                    <a:pt x="20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2"/>
                    <a:pt x="17" y="32"/>
                    <a:pt x="16" y="32"/>
                  </a:cubicBezTo>
                  <a:cubicBezTo>
                    <a:pt x="15" y="31"/>
                    <a:pt x="15" y="31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4" y="31"/>
                    <a:pt x="14" y="32"/>
                    <a:pt x="16" y="32"/>
                  </a:cubicBezTo>
                  <a:cubicBezTo>
                    <a:pt x="17" y="33"/>
                    <a:pt x="18" y="33"/>
                    <a:pt x="18" y="33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1" y="35"/>
                    <a:pt x="22" y="36"/>
                    <a:pt x="22" y="37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6"/>
                    <a:pt x="22" y="34"/>
                    <a:pt x="21" y="34"/>
                  </a:cubicBezTo>
                  <a:moveTo>
                    <a:pt x="26" y="23"/>
                  </a:moveTo>
                  <a:cubicBezTo>
                    <a:pt x="26" y="20"/>
                    <a:pt x="26" y="20"/>
                    <a:pt x="26" y="20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2"/>
                    <a:pt x="25" y="22"/>
                    <a:pt x="25" y="22"/>
                  </a:cubicBezTo>
                  <a:lnTo>
                    <a:pt x="26" y="23"/>
                  </a:lnTo>
                  <a:close/>
                  <a:moveTo>
                    <a:pt x="23" y="73"/>
                  </a:moveTo>
                  <a:cubicBezTo>
                    <a:pt x="23" y="73"/>
                    <a:pt x="23" y="73"/>
                    <a:pt x="23" y="73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25" y="75"/>
                    <a:pt x="26" y="77"/>
                    <a:pt x="27" y="78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5" y="72"/>
                    <a:pt x="25" y="72"/>
                    <a:pt x="25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3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9" name="Freeform 33">
              <a:extLst>
                <a:ext uri="{FF2B5EF4-FFF2-40B4-BE49-F238E27FC236}">
                  <a16:creationId xmlns:a16="http://schemas.microsoft.com/office/drawing/2014/main" id="{EC997D33-DE7F-4FAE-93D4-15B7357D9C4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8088" y="2517775"/>
              <a:ext cx="104775" cy="215900"/>
            </a:xfrm>
            <a:custGeom>
              <a:avLst/>
              <a:gdLst>
                <a:gd name="T0" fmla="*/ 4 w 48"/>
                <a:gd name="T1" fmla="*/ 10 h 100"/>
                <a:gd name="T2" fmla="*/ 10 w 48"/>
                <a:gd name="T3" fmla="*/ 26 h 100"/>
                <a:gd name="T4" fmla="*/ 14 w 48"/>
                <a:gd name="T5" fmla="*/ 21 h 100"/>
                <a:gd name="T6" fmla="*/ 28 w 48"/>
                <a:gd name="T7" fmla="*/ 13 h 100"/>
                <a:gd name="T8" fmla="*/ 43 w 48"/>
                <a:gd name="T9" fmla="*/ 6 h 100"/>
                <a:gd name="T10" fmla="*/ 47 w 48"/>
                <a:gd name="T11" fmla="*/ 43 h 100"/>
                <a:gd name="T12" fmla="*/ 42 w 48"/>
                <a:gd name="T13" fmla="*/ 38 h 100"/>
                <a:gd name="T14" fmla="*/ 41 w 48"/>
                <a:gd name="T15" fmla="*/ 79 h 100"/>
                <a:gd name="T16" fmla="*/ 38 w 48"/>
                <a:gd name="T17" fmla="*/ 87 h 100"/>
                <a:gd name="T18" fmla="*/ 18 w 48"/>
                <a:gd name="T19" fmla="*/ 83 h 100"/>
                <a:gd name="T20" fmla="*/ 20 w 48"/>
                <a:gd name="T21" fmla="*/ 52 h 100"/>
                <a:gd name="T22" fmla="*/ 10 w 48"/>
                <a:gd name="T23" fmla="*/ 61 h 100"/>
                <a:gd name="T24" fmla="*/ 9 w 48"/>
                <a:gd name="T25" fmla="*/ 49 h 100"/>
                <a:gd name="T26" fmla="*/ 5 w 48"/>
                <a:gd name="T27" fmla="*/ 30 h 100"/>
                <a:gd name="T28" fmla="*/ 0 w 48"/>
                <a:gd name="T29" fmla="*/ 12 h 100"/>
                <a:gd name="T30" fmla="*/ 6 w 48"/>
                <a:gd name="T31" fmla="*/ 13 h 100"/>
                <a:gd name="T32" fmla="*/ 19 w 48"/>
                <a:gd name="T33" fmla="*/ 20 h 100"/>
                <a:gd name="T34" fmla="*/ 21 w 48"/>
                <a:gd name="T35" fmla="*/ 19 h 100"/>
                <a:gd name="T36" fmla="*/ 22 w 48"/>
                <a:gd name="T37" fmla="*/ 14 h 100"/>
                <a:gd name="T38" fmla="*/ 11 w 48"/>
                <a:gd name="T39" fmla="*/ 36 h 100"/>
                <a:gd name="T40" fmla="*/ 29 w 48"/>
                <a:gd name="T41" fmla="*/ 26 h 100"/>
                <a:gd name="T42" fmla="*/ 30 w 48"/>
                <a:gd name="T43" fmla="*/ 22 h 100"/>
                <a:gd name="T44" fmla="*/ 38 w 48"/>
                <a:gd name="T45" fmla="*/ 7 h 100"/>
                <a:gd name="T46" fmla="*/ 26 w 48"/>
                <a:gd name="T47" fmla="*/ 41 h 100"/>
                <a:gd name="T48" fmla="*/ 29 w 48"/>
                <a:gd name="T49" fmla="*/ 42 h 100"/>
                <a:gd name="T50" fmla="*/ 34 w 48"/>
                <a:gd name="T51" fmla="*/ 42 h 100"/>
                <a:gd name="T52" fmla="*/ 37 w 48"/>
                <a:gd name="T53" fmla="*/ 44 h 100"/>
                <a:gd name="T54" fmla="*/ 37 w 48"/>
                <a:gd name="T55" fmla="*/ 38 h 100"/>
                <a:gd name="T56" fmla="*/ 39 w 48"/>
                <a:gd name="T57" fmla="*/ 34 h 100"/>
                <a:gd name="T58" fmla="*/ 38 w 48"/>
                <a:gd name="T59" fmla="*/ 23 h 100"/>
                <a:gd name="T60" fmla="*/ 47 w 48"/>
                <a:gd name="T61" fmla="*/ 14 h 100"/>
                <a:gd name="T62" fmla="*/ 42 w 48"/>
                <a:gd name="T63" fmla="*/ 29 h 100"/>
                <a:gd name="T64" fmla="*/ 45 w 48"/>
                <a:gd name="T65" fmla="*/ 51 h 100"/>
                <a:gd name="T66" fmla="*/ 46 w 48"/>
                <a:gd name="T67" fmla="*/ 43 h 100"/>
                <a:gd name="T68" fmla="*/ 40 w 48"/>
                <a:gd name="T69" fmla="*/ 34 h 100"/>
                <a:gd name="T70" fmla="*/ 18 w 48"/>
                <a:gd name="T71" fmla="*/ 78 h 100"/>
                <a:gd name="T72" fmla="*/ 18 w 48"/>
                <a:gd name="T73" fmla="*/ 82 h 100"/>
                <a:gd name="T74" fmla="*/ 29 w 48"/>
                <a:gd name="T75" fmla="*/ 64 h 100"/>
                <a:gd name="T76" fmla="*/ 30 w 48"/>
                <a:gd name="T77" fmla="*/ 59 h 100"/>
                <a:gd name="T78" fmla="*/ 37 w 48"/>
                <a:gd name="T79" fmla="*/ 96 h 100"/>
                <a:gd name="T80" fmla="*/ 42 w 48"/>
                <a:gd name="T81" fmla="*/ 98 h 100"/>
                <a:gd name="T82" fmla="*/ 40 w 48"/>
                <a:gd name="T83" fmla="*/ 77 h 100"/>
                <a:gd name="T84" fmla="*/ 40 w 48"/>
                <a:gd name="T85" fmla="*/ 38 h 100"/>
                <a:gd name="T86" fmla="*/ 29 w 48"/>
                <a:gd name="T87" fmla="*/ 49 h 100"/>
                <a:gd name="T88" fmla="*/ 8 w 48"/>
                <a:gd name="T89" fmla="*/ 47 h 100"/>
                <a:gd name="T90" fmla="*/ 11 w 48"/>
                <a:gd name="T91" fmla="*/ 52 h 100"/>
                <a:gd name="T92" fmla="*/ 9 w 48"/>
                <a:gd name="T93" fmla="*/ 57 h 100"/>
                <a:gd name="T94" fmla="*/ 20 w 48"/>
                <a:gd name="T95" fmla="*/ 48 h 100"/>
                <a:gd name="T96" fmla="*/ 28 w 48"/>
                <a:gd name="T97" fmla="*/ 41 h 100"/>
                <a:gd name="T98" fmla="*/ 36 w 48"/>
                <a:gd name="T99" fmla="*/ 31 h 100"/>
                <a:gd name="T100" fmla="*/ 36 w 48"/>
                <a:gd name="T101" fmla="*/ 20 h 100"/>
                <a:gd name="T102" fmla="*/ 20 w 48"/>
                <a:gd name="T103" fmla="*/ 34 h 100"/>
                <a:gd name="T104" fmla="*/ 17 w 48"/>
                <a:gd name="T105" fmla="*/ 35 h 100"/>
                <a:gd name="T106" fmla="*/ 10 w 48"/>
                <a:gd name="T107" fmla="*/ 26 h 100"/>
                <a:gd name="T108" fmla="*/ 1 w 48"/>
                <a:gd name="T109" fmla="*/ 27 h 100"/>
                <a:gd name="T110" fmla="*/ 5 w 48"/>
                <a:gd name="T111" fmla="*/ 18 h 100"/>
                <a:gd name="T112" fmla="*/ 2 w 48"/>
                <a:gd name="T113" fmla="*/ 13 h 100"/>
                <a:gd name="T114" fmla="*/ 28 w 48"/>
                <a:gd name="T115" fmla="*/ 56 h 100"/>
                <a:gd name="T116" fmla="*/ 39 w 48"/>
                <a:gd name="T117" fmla="*/ 85 h 100"/>
                <a:gd name="T118" fmla="*/ 33 w 48"/>
                <a:gd name="T119" fmla="*/ 23 h 100"/>
                <a:gd name="T120" fmla="*/ 23 w 48"/>
                <a:gd name="T121" fmla="*/ 23 h 100"/>
                <a:gd name="T122" fmla="*/ 24 w 48"/>
                <a:gd name="T123" fmla="*/ 7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8" h="100">
                  <a:moveTo>
                    <a:pt x="35" y="22"/>
                  </a:moveTo>
                  <a:cubicBezTo>
                    <a:pt x="35" y="22"/>
                    <a:pt x="35" y="22"/>
                    <a:pt x="35" y="22"/>
                  </a:cubicBezTo>
                  <a:close/>
                  <a:moveTo>
                    <a:pt x="37" y="7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2"/>
                    <a:pt x="37" y="72"/>
                    <a:pt x="37" y="72"/>
                  </a:cubicBezTo>
                  <a:cubicBezTo>
                    <a:pt x="37" y="71"/>
                    <a:pt x="37" y="71"/>
                    <a:pt x="37" y="71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1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6"/>
                    <a:pt x="7" y="17"/>
                    <a:pt x="6" y="17"/>
                  </a:cubicBezTo>
                  <a:cubicBezTo>
                    <a:pt x="6" y="18"/>
                    <a:pt x="6" y="19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2"/>
                    <a:pt x="6" y="24"/>
                    <a:pt x="7" y="25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26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7"/>
                    <a:pt x="11" y="28"/>
                    <a:pt x="11" y="29"/>
                  </a:cubicBezTo>
                  <a:cubicBezTo>
                    <a:pt x="11" y="30"/>
                    <a:pt x="11" y="30"/>
                    <a:pt x="12" y="31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2"/>
                    <a:pt x="14" y="31"/>
                    <a:pt x="14" y="30"/>
                  </a:cubicBezTo>
                  <a:cubicBezTo>
                    <a:pt x="16" y="28"/>
                    <a:pt x="18" y="27"/>
                    <a:pt x="19" y="26"/>
                  </a:cubicBezTo>
                  <a:cubicBezTo>
                    <a:pt x="20" y="25"/>
                    <a:pt x="21" y="24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2"/>
                    <a:pt x="18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7"/>
                    <a:pt x="14" y="14"/>
                    <a:pt x="16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20" y="13"/>
                    <a:pt x="21" y="13"/>
                  </a:cubicBezTo>
                  <a:cubicBezTo>
                    <a:pt x="22" y="13"/>
                    <a:pt x="23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9" y="17"/>
                    <a:pt x="30" y="19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7"/>
                    <a:pt x="32" y="16"/>
                    <a:pt x="32" y="16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4"/>
                    <a:pt x="34" y="11"/>
                    <a:pt x="34" y="1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1"/>
                    <a:pt x="35" y="9"/>
                    <a:pt x="35" y="8"/>
                  </a:cubicBezTo>
                  <a:cubicBezTo>
                    <a:pt x="35" y="4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8" y="0"/>
                    <a:pt x="40" y="6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1" y="10"/>
                    <a:pt x="42" y="8"/>
                    <a:pt x="43" y="6"/>
                  </a:cubicBezTo>
                  <a:cubicBezTo>
                    <a:pt x="45" y="4"/>
                    <a:pt x="46" y="2"/>
                    <a:pt x="46" y="2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7" y="3"/>
                    <a:pt x="48" y="4"/>
                    <a:pt x="48" y="5"/>
                  </a:cubicBezTo>
                  <a:cubicBezTo>
                    <a:pt x="47" y="9"/>
                    <a:pt x="45" y="13"/>
                    <a:pt x="44" y="15"/>
                  </a:cubicBezTo>
                  <a:cubicBezTo>
                    <a:pt x="45" y="14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7"/>
                    <a:pt x="45" y="20"/>
                    <a:pt x="44" y="21"/>
                  </a:cubicBezTo>
                  <a:cubicBezTo>
                    <a:pt x="45" y="21"/>
                    <a:pt x="47" y="20"/>
                    <a:pt x="47" y="20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4"/>
                    <a:pt x="44" y="27"/>
                    <a:pt x="43" y="28"/>
                  </a:cubicBezTo>
                  <a:cubicBezTo>
                    <a:pt x="45" y="28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5" y="31"/>
                    <a:pt x="44" y="32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6" y="33"/>
                    <a:pt x="48" y="35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41"/>
                    <a:pt x="47" y="42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8" y="44"/>
                    <a:pt x="48" y="48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51"/>
                    <a:pt x="46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5" y="51"/>
                    <a:pt x="45" y="49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6" y="47"/>
                    <a:pt x="43" y="45"/>
                    <a:pt x="43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0"/>
                    <a:pt x="45" y="39"/>
                    <a:pt x="45" y="39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0" y="39"/>
                    <a:pt x="40" y="40"/>
                    <a:pt x="40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48"/>
                    <a:pt x="47" y="54"/>
                    <a:pt x="47" y="59"/>
                  </a:cubicBezTo>
                  <a:cubicBezTo>
                    <a:pt x="47" y="62"/>
                    <a:pt x="44" y="65"/>
                    <a:pt x="43" y="66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4" y="70"/>
                    <a:pt x="44" y="70"/>
                    <a:pt x="44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2" y="73"/>
                    <a:pt x="42" y="73"/>
                    <a:pt x="42" y="73"/>
                  </a:cubicBezTo>
                  <a:cubicBezTo>
                    <a:pt x="42" y="74"/>
                    <a:pt x="42" y="74"/>
                    <a:pt x="42" y="74"/>
                  </a:cubicBezTo>
                  <a:cubicBezTo>
                    <a:pt x="42" y="75"/>
                    <a:pt x="42" y="75"/>
                    <a:pt x="42" y="75"/>
                  </a:cubicBezTo>
                  <a:cubicBezTo>
                    <a:pt x="41" y="75"/>
                    <a:pt x="41" y="75"/>
                    <a:pt x="41" y="75"/>
                  </a:cubicBezTo>
                  <a:cubicBezTo>
                    <a:pt x="41" y="77"/>
                    <a:pt x="41" y="77"/>
                    <a:pt x="41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9"/>
                    <a:pt x="41" y="79"/>
                    <a:pt x="41" y="79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3" y="83"/>
                    <a:pt x="42" y="84"/>
                    <a:pt x="42" y="86"/>
                  </a:cubicBezTo>
                  <a:cubicBezTo>
                    <a:pt x="42" y="87"/>
                    <a:pt x="42" y="88"/>
                    <a:pt x="42" y="88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3" y="95"/>
                    <a:pt x="43" y="95"/>
                    <a:pt x="43" y="95"/>
                  </a:cubicBezTo>
                  <a:cubicBezTo>
                    <a:pt x="42" y="99"/>
                    <a:pt x="42" y="99"/>
                    <a:pt x="42" y="99"/>
                  </a:cubicBezTo>
                  <a:cubicBezTo>
                    <a:pt x="42" y="100"/>
                    <a:pt x="41" y="100"/>
                    <a:pt x="40" y="100"/>
                  </a:cubicBezTo>
                  <a:cubicBezTo>
                    <a:pt x="39" y="100"/>
                    <a:pt x="39" y="100"/>
                    <a:pt x="39" y="100"/>
                  </a:cubicBezTo>
                  <a:cubicBezTo>
                    <a:pt x="38" y="100"/>
                    <a:pt x="36" y="100"/>
                    <a:pt x="35" y="100"/>
                  </a:cubicBezTo>
                  <a:cubicBezTo>
                    <a:pt x="34" y="100"/>
                    <a:pt x="32" y="99"/>
                    <a:pt x="31" y="98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2" y="95"/>
                    <a:pt x="32" y="95"/>
                    <a:pt x="32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5" y="95"/>
                    <a:pt x="35" y="95"/>
                    <a:pt x="35" y="95"/>
                  </a:cubicBezTo>
                  <a:cubicBezTo>
                    <a:pt x="36" y="95"/>
                    <a:pt x="36" y="96"/>
                    <a:pt x="37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9" y="96"/>
                    <a:pt x="39" y="94"/>
                    <a:pt x="39" y="93"/>
                  </a:cubicBezTo>
                  <a:cubicBezTo>
                    <a:pt x="39" y="92"/>
                    <a:pt x="39" y="92"/>
                    <a:pt x="39" y="92"/>
                  </a:cubicBezTo>
                  <a:cubicBezTo>
                    <a:pt x="39" y="91"/>
                    <a:pt x="39" y="91"/>
                    <a:pt x="38" y="90"/>
                  </a:cubicBezTo>
                  <a:cubicBezTo>
                    <a:pt x="38" y="89"/>
                    <a:pt x="38" y="88"/>
                    <a:pt x="38" y="87"/>
                  </a:cubicBezTo>
                  <a:cubicBezTo>
                    <a:pt x="38" y="86"/>
                    <a:pt x="38" y="86"/>
                    <a:pt x="38" y="86"/>
                  </a:cubicBezTo>
                  <a:cubicBezTo>
                    <a:pt x="38" y="85"/>
                    <a:pt x="38" y="85"/>
                    <a:pt x="37" y="84"/>
                  </a:cubicBezTo>
                  <a:cubicBezTo>
                    <a:pt x="36" y="83"/>
                    <a:pt x="36" y="82"/>
                    <a:pt x="36" y="81"/>
                  </a:cubicBezTo>
                  <a:cubicBezTo>
                    <a:pt x="36" y="80"/>
                    <a:pt x="36" y="79"/>
                    <a:pt x="35" y="78"/>
                  </a:cubicBezTo>
                  <a:cubicBezTo>
                    <a:pt x="33" y="77"/>
                    <a:pt x="32" y="75"/>
                    <a:pt x="32" y="74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29" y="69"/>
                    <a:pt x="29" y="69"/>
                    <a:pt x="28" y="68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71"/>
                    <a:pt x="28" y="71"/>
                    <a:pt x="28" y="71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26" y="75"/>
                    <a:pt x="26" y="75"/>
                    <a:pt x="26" y="75"/>
                  </a:cubicBezTo>
                  <a:cubicBezTo>
                    <a:pt x="25" y="76"/>
                    <a:pt x="25" y="76"/>
                    <a:pt x="25" y="76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1" y="81"/>
                    <a:pt x="21" y="81"/>
                    <a:pt x="21" y="81"/>
                  </a:cubicBezTo>
                  <a:cubicBezTo>
                    <a:pt x="20" y="82"/>
                    <a:pt x="19" y="83"/>
                    <a:pt x="18" y="83"/>
                  </a:cubicBezTo>
                  <a:cubicBezTo>
                    <a:pt x="16" y="83"/>
                    <a:pt x="15" y="80"/>
                    <a:pt x="14" y="79"/>
                  </a:cubicBezTo>
                  <a:cubicBezTo>
                    <a:pt x="14" y="78"/>
                    <a:pt x="13" y="76"/>
                    <a:pt x="13" y="75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5" y="73"/>
                    <a:pt x="15" y="73"/>
                    <a:pt x="15" y="73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9" y="76"/>
                    <a:pt x="19" y="76"/>
                    <a:pt x="19" y="76"/>
                  </a:cubicBezTo>
                  <a:cubicBezTo>
                    <a:pt x="20" y="76"/>
                    <a:pt x="21" y="74"/>
                    <a:pt x="22" y="73"/>
                  </a:cubicBezTo>
                  <a:cubicBezTo>
                    <a:pt x="22" y="72"/>
                    <a:pt x="23" y="71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2" y="68"/>
                    <a:pt x="19" y="66"/>
                    <a:pt x="18" y="65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17" y="62"/>
                    <a:pt x="17" y="61"/>
                    <a:pt x="17" y="61"/>
                  </a:cubicBezTo>
                  <a:cubicBezTo>
                    <a:pt x="17" y="57"/>
                    <a:pt x="20" y="56"/>
                    <a:pt x="22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7" y="52"/>
                    <a:pt x="16" y="56"/>
                    <a:pt x="16" y="56"/>
                  </a:cubicBezTo>
                  <a:cubicBezTo>
                    <a:pt x="16" y="57"/>
                    <a:pt x="16" y="57"/>
                    <a:pt x="16" y="57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5" y="55"/>
                    <a:pt x="15" y="54"/>
                    <a:pt x="15" y="53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2" y="54"/>
                    <a:pt x="12" y="54"/>
                    <a:pt x="11" y="55"/>
                  </a:cubicBezTo>
                  <a:cubicBezTo>
                    <a:pt x="10" y="55"/>
                    <a:pt x="10" y="55"/>
                    <a:pt x="9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6" y="54"/>
                    <a:pt x="6" y="52"/>
                    <a:pt x="6" y="52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1" y="52"/>
                    <a:pt x="13" y="51"/>
                    <a:pt x="14" y="50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46"/>
                    <a:pt x="14" y="45"/>
                    <a:pt x="12" y="43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8"/>
                    <a:pt x="8" y="37"/>
                    <a:pt x="8" y="36"/>
                  </a:cubicBezTo>
                  <a:cubicBezTo>
                    <a:pt x="8" y="35"/>
                    <a:pt x="7" y="33"/>
                    <a:pt x="6" y="33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4" y="32"/>
                    <a:pt x="4" y="34"/>
                    <a:pt x="4" y="34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4" y="31"/>
                    <a:pt x="5" y="30"/>
                    <a:pt x="5" y="30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28"/>
                    <a:pt x="4" y="27"/>
                    <a:pt x="4" y="26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lnTo>
                    <a:pt x="0" y="12"/>
                  </a:lnTo>
                  <a:close/>
                  <a:moveTo>
                    <a:pt x="13" y="21"/>
                  </a:moveTo>
                  <a:cubicBezTo>
                    <a:pt x="13" y="21"/>
                    <a:pt x="13" y="21"/>
                    <a:pt x="13" y="21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13" y="21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lnTo>
                    <a:pt x="4" y="10"/>
                  </a:lnTo>
                  <a:close/>
                  <a:moveTo>
                    <a:pt x="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lnTo>
                    <a:pt x="6" y="12"/>
                  </a:lnTo>
                  <a:close/>
                  <a:moveTo>
                    <a:pt x="6" y="17"/>
                  </a:moveTo>
                  <a:cubicBezTo>
                    <a:pt x="7" y="16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5"/>
                    <a:pt x="6" y="15"/>
                    <a:pt x="5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6" y="17"/>
                  </a:lnTo>
                  <a:close/>
                  <a:moveTo>
                    <a:pt x="19" y="21"/>
                  </a:moveTo>
                  <a:cubicBezTo>
                    <a:pt x="20" y="21"/>
                    <a:pt x="20" y="21"/>
                    <a:pt x="20" y="21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7" y="22"/>
                    <a:pt x="17" y="22"/>
                    <a:pt x="17" y="22"/>
                  </a:cubicBezTo>
                  <a:lnTo>
                    <a:pt x="19" y="21"/>
                  </a:lnTo>
                  <a:close/>
                  <a:moveTo>
                    <a:pt x="21" y="20"/>
                  </a:moveTo>
                  <a:cubicBezTo>
                    <a:pt x="21" y="20"/>
                    <a:pt x="21" y="20"/>
                    <a:pt x="21" y="20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1" y="20"/>
                    <a:pt x="21" y="20"/>
                    <a:pt x="21" y="20"/>
                  </a:cubicBezTo>
                  <a:close/>
                  <a:moveTo>
                    <a:pt x="16" y="21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lnTo>
                    <a:pt x="16" y="21"/>
                  </a:lnTo>
                  <a:close/>
                  <a:moveTo>
                    <a:pt x="16" y="15"/>
                  </a:moveTo>
                  <a:cubicBezTo>
                    <a:pt x="15" y="15"/>
                    <a:pt x="15" y="15"/>
                    <a:pt x="15" y="16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5"/>
                    <a:pt x="19" y="15"/>
                    <a:pt x="19" y="15"/>
                  </a:cubicBezTo>
                  <a:lnTo>
                    <a:pt x="16" y="15"/>
                  </a:lnTo>
                  <a:close/>
                  <a:moveTo>
                    <a:pt x="20" y="15"/>
                  </a:move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lose/>
                  <a:moveTo>
                    <a:pt x="26" y="13"/>
                  </a:move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lnTo>
                    <a:pt x="26" y="13"/>
                  </a:lnTo>
                  <a:close/>
                  <a:moveTo>
                    <a:pt x="28" y="16"/>
                  </a:move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2" y="14"/>
                    <a:pt x="22" y="13"/>
                    <a:pt x="21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4"/>
                    <a:pt x="21" y="25"/>
                    <a:pt x="19" y="26"/>
                  </a:cubicBezTo>
                  <a:cubicBezTo>
                    <a:pt x="18" y="27"/>
                    <a:pt x="16" y="29"/>
                    <a:pt x="15" y="30"/>
                  </a:cubicBezTo>
                  <a:cubicBezTo>
                    <a:pt x="13" y="32"/>
                    <a:pt x="13" y="34"/>
                    <a:pt x="13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2"/>
                    <a:pt x="28" y="32"/>
                    <a:pt x="28" y="31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29"/>
                    <a:pt x="29" y="28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18"/>
                    <a:pt x="28" y="17"/>
                    <a:pt x="28" y="16"/>
                  </a:cubicBezTo>
                  <a:moveTo>
                    <a:pt x="29" y="31"/>
                  </a:move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31" y="32"/>
                    <a:pt x="32" y="31"/>
                    <a:pt x="32" y="29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1" y="28"/>
                    <a:pt x="30" y="27"/>
                    <a:pt x="29" y="27"/>
                  </a:cubicBezTo>
                  <a:cubicBezTo>
                    <a:pt x="29" y="28"/>
                    <a:pt x="29" y="30"/>
                    <a:pt x="29" y="30"/>
                  </a:cubicBezTo>
                  <a:lnTo>
                    <a:pt x="29" y="31"/>
                  </a:lnTo>
                  <a:close/>
                  <a:moveTo>
                    <a:pt x="33" y="18"/>
                  </a:moveTo>
                  <a:cubicBezTo>
                    <a:pt x="33" y="18"/>
                    <a:pt x="33" y="18"/>
                    <a:pt x="33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0"/>
                    <a:pt x="33" y="20"/>
                    <a:pt x="33" y="20"/>
                  </a:cubicBezTo>
                  <a:lnTo>
                    <a:pt x="33" y="18"/>
                  </a:lnTo>
                  <a:close/>
                  <a:moveTo>
                    <a:pt x="35" y="13"/>
                  </a:moveTo>
                  <a:cubicBezTo>
                    <a:pt x="35" y="13"/>
                    <a:pt x="35" y="13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4" y="12"/>
                    <a:pt x="34" y="16"/>
                    <a:pt x="33" y="17"/>
                  </a:cubicBezTo>
                  <a:cubicBezTo>
                    <a:pt x="33" y="18"/>
                    <a:pt x="34" y="19"/>
                    <a:pt x="34" y="20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5"/>
                    <a:pt x="35" y="14"/>
                    <a:pt x="35" y="13"/>
                  </a:cubicBezTo>
                  <a:moveTo>
                    <a:pt x="36" y="1"/>
                  </a:moveTo>
                  <a:cubicBezTo>
                    <a:pt x="36" y="2"/>
                    <a:pt x="36" y="5"/>
                    <a:pt x="36" y="8"/>
                  </a:cubicBezTo>
                  <a:cubicBezTo>
                    <a:pt x="36" y="9"/>
                    <a:pt x="36" y="11"/>
                    <a:pt x="35" y="12"/>
                  </a:cubicBezTo>
                  <a:cubicBezTo>
                    <a:pt x="35" y="12"/>
                    <a:pt x="36" y="13"/>
                    <a:pt x="36" y="14"/>
                  </a:cubicBezTo>
                  <a:cubicBezTo>
                    <a:pt x="36" y="14"/>
                    <a:pt x="38" y="10"/>
                    <a:pt x="38" y="7"/>
                  </a:cubicBezTo>
                  <a:cubicBezTo>
                    <a:pt x="38" y="5"/>
                    <a:pt x="37" y="3"/>
                    <a:pt x="36" y="1"/>
                  </a:cubicBezTo>
                  <a:moveTo>
                    <a:pt x="37" y="2"/>
                  </a:moveTo>
                  <a:cubicBezTo>
                    <a:pt x="38" y="4"/>
                    <a:pt x="38" y="5"/>
                    <a:pt x="38" y="7"/>
                  </a:cubicBezTo>
                  <a:cubicBezTo>
                    <a:pt x="38" y="11"/>
                    <a:pt x="36" y="15"/>
                    <a:pt x="36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5"/>
                    <a:pt x="37" y="15"/>
                    <a:pt x="37" y="15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38" y="4"/>
                    <a:pt x="37" y="2"/>
                  </a:cubicBezTo>
                  <a:moveTo>
                    <a:pt x="40" y="12"/>
                  </a:moveTo>
                  <a:cubicBezTo>
                    <a:pt x="40" y="11"/>
                    <a:pt x="40" y="11"/>
                    <a:pt x="40" y="11"/>
                  </a:cubicBezTo>
                  <a:cubicBezTo>
                    <a:pt x="39" y="13"/>
                    <a:pt x="37" y="16"/>
                    <a:pt x="37" y="17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40" y="16"/>
                    <a:pt x="40" y="12"/>
                  </a:cubicBezTo>
                  <a:close/>
                  <a:moveTo>
                    <a:pt x="27" y="44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5" y="43"/>
                    <a:pt x="27" y="44"/>
                  </a:cubicBezTo>
                  <a:moveTo>
                    <a:pt x="27" y="44"/>
                  </a:moveTo>
                  <a:cubicBezTo>
                    <a:pt x="29" y="48"/>
                    <a:pt x="29" y="48"/>
                    <a:pt x="29" y="48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6"/>
                    <a:pt x="28" y="45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lnTo>
                    <a:pt x="27" y="44"/>
                  </a:lnTo>
                  <a:close/>
                  <a:moveTo>
                    <a:pt x="28" y="44"/>
                  </a:move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7" y="41"/>
                    <a:pt x="27" y="41"/>
                    <a:pt x="27" y="41"/>
                  </a:cubicBezTo>
                  <a:lnTo>
                    <a:pt x="28" y="44"/>
                  </a:lnTo>
                  <a:close/>
                  <a:moveTo>
                    <a:pt x="28" y="44"/>
                  </a:moveTo>
                  <a:cubicBezTo>
                    <a:pt x="28" y="44"/>
                    <a:pt x="28" y="44"/>
                    <a:pt x="28" y="44"/>
                  </a:cubicBezTo>
                  <a:cubicBezTo>
                    <a:pt x="29" y="44"/>
                    <a:pt x="30" y="45"/>
                    <a:pt x="33" y="45"/>
                  </a:cubicBezTo>
                  <a:cubicBezTo>
                    <a:pt x="31" y="45"/>
                    <a:pt x="30" y="43"/>
                    <a:pt x="30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8" y="44"/>
                  </a:lnTo>
                  <a:close/>
                  <a:moveTo>
                    <a:pt x="37" y="34"/>
                  </a:move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lose/>
                  <a:moveTo>
                    <a:pt x="37" y="38"/>
                  </a:moveTo>
                  <a:cubicBezTo>
                    <a:pt x="36" y="39"/>
                    <a:pt x="35" y="39"/>
                    <a:pt x="35" y="3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8" y="41"/>
                    <a:pt x="38" y="39"/>
                    <a:pt x="37" y="38"/>
                  </a:cubicBezTo>
                  <a:moveTo>
                    <a:pt x="34" y="40"/>
                  </a:moveTo>
                  <a:cubicBezTo>
                    <a:pt x="34" y="41"/>
                    <a:pt x="34" y="42"/>
                    <a:pt x="34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2" y="42"/>
                    <a:pt x="31" y="42"/>
                    <a:pt x="31" y="42"/>
                  </a:cubicBezTo>
                  <a:cubicBezTo>
                    <a:pt x="31" y="43"/>
                    <a:pt x="32" y="45"/>
                    <a:pt x="34" y="45"/>
                  </a:cubicBezTo>
                  <a:cubicBezTo>
                    <a:pt x="34" y="45"/>
                    <a:pt x="34" y="43"/>
                    <a:pt x="33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6" y="42"/>
                    <a:pt x="35" y="40"/>
                    <a:pt x="34" y="40"/>
                  </a:cubicBezTo>
                  <a:moveTo>
                    <a:pt x="37" y="44"/>
                  </a:moveTo>
                  <a:cubicBezTo>
                    <a:pt x="37" y="43"/>
                    <a:pt x="37" y="43"/>
                    <a:pt x="37" y="43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4"/>
                    <a:pt x="35" y="45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8"/>
                    <a:pt x="33" y="48"/>
                    <a:pt x="33" y="50"/>
                  </a:cubicBezTo>
                  <a:cubicBezTo>
                    <a:pt x="34" y="52"/>
                    <a:pt x="36" y="54"/>
                    <a:pt x="38" y="55"/>
                  </a:cubicBezTo>
                  <a:cubicBezTo>
                    <a:pt x="39" y="57"/>
                    <a:pt x="40" y="58"/>
                    <a:pt x="41" y="60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3" y="61"/>
                    <a:pt x="44" y="59"/>
                    <a:pt x="44" y="59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4" y="54"/>
                    <a:pt x="39" y="52"/>
                    <a:pt x="37" y="44"/>
                  </a:cubicBezTo>
                  <a:moveTo>
                    <a:pt x="31" y="42"/>
                  </a:moveTo>
                  <a:cubicBezTo>
                    <a:pt x="32" y="42"/>
                    <a:pt x="32" y="42"/>
                    <a:pt x="32" y="42"/>
                  </a:cubicBezTo>
                  <a:cubicBezTo>
                    <a:pt x="31" y="41"/>
                    <a:pt x="31" y="40"/>
                    <a:pt x="31" y="39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31" y="42"/>
                  </a:lnTo>
                  <a:close/>
                  <a:moveTo>
                    <a:pt x="33" y="41"/>
                  </a:move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5" y="39"/>
                    <a:pt x="37" y="38"/>
                  </a:cubicBezTo>
                  <a:cubicBezTo>
                    <a:pt x="36" y="38"/>
                    <a:pt x="35" y="37"/>
                    <a:pt x="35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3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2" y="41"/>
                    <a:pt x="33" y="41"/>
                  </a:cubicBezTo>
                  <a:moveTo>
                    <a:pt x="35" y="35"/>
                  </a:moveTo>
                  <a:cubicBezTo>
                    <a:pt x="35" y="35"/>
                    <a:pt x="35" y="35"/>
                    <a:pt x="35" y="35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7"/>
                    <a:pt x="37" y="38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5" y="35"/>
                    <a:pt x="35" y="35"/>
                    <a:pt x="35" y="35"/>
                  </a:cubicBezTo>
                  <a:close/>
                  <a:moveTo>
                    <a:pt x="39" y="34"/>
                  </a:moveTo>
                  <a:cubicBezTo>
                    <a:pt x="39" y="32"/>
                    <a:pt x="39" y="32"/>
                    <a:pt x="39" y="32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9" y="29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7" y="32"/>
                    <a:pt x="37" y="32"/>
                    <a:pt x="37" y="32"/>
                  </a:cubicBezTo>
                  <a:lnTo>
                    <a:pt x="39" y="34"/>
                  </a:lnTo>
                  <a:close/>
                  <a:moveTo>
                    <a:pt x="38" y="27"/>
                  </a:moveTo>
                  <a:cubicBezTo>
                    <a:pt x="39" y="27"/>
                    <a:pt x="40" y="27"/>
                    <a:pt x="41" y="28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8" y="27"/>
                    <a:pt x="38" y="27"/>
                    <a:pt x="38" y="27"/>
                  </a:cubicBezTo>
                  <a:close/>
                  <a:moveTo>
                    <a:pt x="40" y="25"/>
                  </a:move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1" y="24"/>
                    <a:pt x="41" y="23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9" y="25"/>
                    <a:pt x="39" y="25"/>
                    <a:pt x="39" y="25"/>
                  </a:cubicBezTo>
                  <a:lnTo>
                    <a:pt x="40" y="25"/>
                  </a:lnTo>
                  <a:close/>
                  <a:moveTo>
                    <a:pt x="38" y="23"/>
                  </a:moveTo>
                  <a:cubicBezTo>
                    <a:pt x="39" y="22"/>
                    <a:pt x="40" y="22"/>
                    <a:pt x="41" y="22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lnTo>
                    <a:pt x="38" y="23"/>
                  </a:lnTo>
                  <a:close/>
                  <a:moveTo>
                    <a:pt x="46" y="3"/>
                  </a:moveTo>
                  <a:cubicBezTo>
                    <a:pt x="45" y="5"/>
                    <a:pt x="42" y="10"/>
                    <a:pt x="40" y="12"/>
                  </a:cubicBezTo>
                  <a:cubicBezTo>
                    <a:pt x="40" y="13"/>
                    <a:pt x="40" y="14"/>
                    <a:pt x="40" y="15"/>
                  </a:cubicBezTo>
                  <a:cubicBezTo>
                    <a:pt x="42" y="13"/>
                    <a:pt x="46" y="7"/>
                    <a:pt x="46" y="3"/>
                  </a:cubicBezTo>
                  <a:close/>
                  <a:moveTo>
                    <a:pt x="46" y="2"/>
                  </a:moveTo>
                  <a:cubicBezTo>
                    <a:pt x="46" y="3"/>
                    <a:pt x="46" y="3"/>
                    <a:pt x="46" y="3"/>
                  </a:cubicBezTo>
                  <a:cubicBezTo>
                    <a:pt x="46" y="2"/>
                    <a:pt x="46" y="2"/>
                    <a:pt x="46" y="2"/>
                  </a:cubicBezTo>
                  <a:close/>
                  <a:moveTo>
                    <a:pt x="47" y="5"/>
                  </a:move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9"/>
                    <a:pt x="40" y="16"/>
                    <a:pt x="40" y="16"/>
                  </a:cubicBezTo>
                  <a:cubicBezTo>
                    <a:pt x="40" y="17"/>
                    <a:pt x="39" y="19"/>
                    <a:pt x="39" y="20"/>
                  </a:cubicBezTo>
                  <a:cubicBezTo>
                    <a:pt x="40" y="19"/>
                    <a:pt x="41" y="18"/>
                    <a:pt x="42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16"/>
                    <a:pt x="47" y="10"/>
                    <a:pt x="47" y="5"/>
                  </a:cubicBezTo>
                  <a:moveTo>
                    <a:pt x="43" y="16"/>
                  </a:moveTo>
                  <a:cubicBezTo>
                    <a:pt x="41" y="18"/>
                    <a:pt x="39" y="20"/>
                    <a:pt x="39" y="20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2" y="19"/>
                    <a:pt x="43" y="18"/>
                  </a:cubicBezTo>
                  <a:cubicBezTo>
                    <a:pt x="44" y="17"/>
                    <a:pt x="46" y="15"/>
                    <a:pt x="47" y="13"/>
                  </a:cubicBezTo>
                  <a:cubicBezTo>
                    <a:pt x="46" y="14"/>
                    <a:pt x="44" y="16"/>
                    <a:pt x="43" y="16"/>
                  </a:cubicBezTo>
                  <a:moveTo>
                    <a:pt x="43" y="22"/>
                  </a:move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7" y="18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6" y="17"/>
                    <a:pt x="41" y="20"/>
                    <a:pt x="40" y="21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4"/>
                    <a:pt x="41" y="25"/>
                    <a:pt x="40" y="25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1" y="25"/>
                    <a:pt x="42" y="25"/>
                    <a:pt x="43" y="24"/>
                  </a:cubicBezTo>
                  <a:cubicBezTo>
                    <a:pt x="45" y="23"/>
                    <a:pt x="46" y="22"/>
                    <a:pt x="46" y="21"/>
                  </a:cubicBezTo>
                  <a:cubicBezTo>
                    <a:pt x="45" y="21"/>
                    <a:pt x="44" y="21"/>
                    <a:pt x="43" y="22"/>
                  </a:cubicBezTo>
                  <a:moveTo>
                    <a:pt x="44" y="26"/>
                  </a:moveTo>
                  <a:cubicBezTo>
                    <a:pt x="45" y="25"/>
                    <a:pt x="46" y="23"/>
                    <a:pt x="47" y="22"/>
                  </a:cubicBezTo>
                  <a:cubicBezTo>
                    <a:pt x="45" y="24"/>
                    <a:pt x="42" y="26"/>
                    <a:pt x="41" y="26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4" y="27"/>
                    <a:pt x="44" y="26"/>
                  </a:cubicBezTo>
                  <a:moveTo>
                    <a:pt x="45" y="29"/>
                  </a:moveTo>
                  <a:cubicBezTo>
                    <a:pt x="44" y="29"/>
                    <a:pt x="44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0"/>
                    <a:pt x="45" y="29"/>
                    <a:pt x="45" y="29"/>
                  </a:cubicBezTo>
                  <a:close/>
                  <a:moveTo>
                    <a:pt x="45" y="30"/>
                  </a:moveTo>
                  <a:cubicBezTo>
                    <a:pt x="43" y="31"/>
                    <a:pt x="41" y="31"/>
                    <a:pt x="40" y="31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2" y="33"/>
                    <a:pt x="44" y="32"/>
                    <a:pt x="45" y="30"/>
                  </a:cubicBezTo>
                  <a:moveTo>
                    <a:pt x="43" y="35"/>
                  </a:moveTo>
                  <a:cubicBezTo>
                    <a:pt x="43" y="35"/>
                    <a:pt x="43" y="35"/>
                    <a:pt x="43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35"/>
                    <a:pt x="46" y="36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40"/>
                    <a:pt x="43" y="40"/>
                    <a:pt x="43" y="42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5"/>
                    <a:pt x="46" y="46"/>
                    <a:pt x="46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5" y="50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6" y="50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5" y="45"/>
                    <a:pt x="44" y="44"/>
                    <a:pt x="44" y="43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1"/>
                    <a:pt x="46" y="40"/>
                    <a:pt x="46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5" y="41"/>
                    <a:pt x="45" y="42"/>
                  </a:cubicBezTo>
                  <a:cubicBezTo>
                    <a:pt x="45" y="43"/>
                    <a:pt x="45" y="43"/>
                    <a:pt x="45" y="43"/>
                  </a:cubicBezTo>
                  <a:cubicBezTo>
                    <a:pt x="45" y="44"/>
                    <a:pt x="46" y="45"/>
                    <a:pt x="46" y="46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6" y="50"/>
                    <a:pt x="46" y="50"/>
                    <a:pt x="46" y="50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7" y="49"/>
                    <a:pt x="47" y="49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7"/>
                    <a:pt x="46" y="43"/>
                    <a:pt x="45" y="43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5" y="41"/>
                    <a:pt x="47" y="40"/>
                    <a:pt x="47" y="40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6" y="43"/>
                    <a:pt x="47" y="46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8" y="50"/>
                    <a:pt x="48" y="49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7" y="44"/>
                    <a:pt x="47" y="44"/>
                    <a:pt x="46" y="43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7" y="42"/>
                    <a:pt x="48" y="41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35"/>
                    <a:pt x="46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3" y="35"/>
                  </a:lnTo>
                  <a:close/>
                  <a:moveTo>
                    <a:pt x="40" y="34"/>
                  </a:move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41" y="37"/>
                    <a:pt x="41" y="37"/>
                    <a:pt x="41" y="37"/>
                  </a:cubicBezTo>
                  <a:lnTo>
                    <a:pt x="40" y="34"/>
                  </a:lnTo>
                  <a:close/>
                  <a:moveTo>
                    <a:pt x="41" y="37"/>
                  </a:moveTo>
                  <a:cubicBezTo>
                    <a:pt x="40" y="37"/>
                    <a:pt x="38" y="36"/>
                    <a:pt x="38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40" y="37"/>
                    <a:pt x="41" y="37"/>
                  </a:cubicBezTo>
                  <a:moveTo>
                    <a:pt x="22" y="57"/>
                  </a:moveTo>
                  <a:cubicBezTo>
                    <a:pt x="20" y="57"/>
                    <a:pt x="18" y="57"/>
                    <a:pt x="17" y="61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0" y="66"/>
                    <a:pt x="22" y="68"/>
                    <a:pt x="23" y="69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24" y="71"/>
                    <a:pt x="23" y="72"/>
                    <a:pt x="22" y="73"/>
                  </a:cubicBezTo>
                  <a:cubicBezTo>
                    <a:pt x="22" y="74"/>
                    <a:pt x="20" y="76"/>
                    <a:pt x="19" y="77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8" y="80"/>
                    <a:pt x="18" y="80"/>
                    <a:pt x="18" y="80"/>
                  </a:cubicBezTo>
                  <a:cubicBezTo>
                    <a:pt x="18" y="79"/>
                    <a:pt x="18" y="79"/>
                    <a:pt x="18" y="79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7" y="78"/>
                    <a:pt x="17" y="78"/>
                    <a:pt x="17" y="78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5" y="76"/>
                    <a:pt x="15" y="76"/>
                    <a:pt x="15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5" y="79"/>
                    <a:pt x="15" y="79"/>
                    <a:pt x="15" y="79"/>
                  </a:cubicBezTo>
                  <a:cubicBezTo>
                    <a:pt x="15" y="80"/>
                    <a:pt x="17" y="82"/>
                    <a:pt x="18" y="82"/>
                  </a:cubicBezTo>
                  <a:cubicBezTo>
                    <a:pt x="19" y="82"/>
                    <a:pt x="20" y="82"/>
                    <a:pt x="20" y="81"/>
                  </a:cubicBezTo>
                  <a:cubicBezTo>
                    <a:pt x="21" y="80"/>
                    <a:pt x="21" y="78"/>
                    <a:pt x="21" y="78"/>
                  </a:cubicBezTo>
                  <a:cubicBezTo>
                    <a:pt x="21" y="78"/>
                    <a:pt x="21" y="78"/>
                    <a:pt x="21" y="78"/>
                  </a:cubicBezTo>
                  <a:cubicBezTo>
                    <a:pt x="22" y="78"/>
                    <a:pt x="22" y="78"/>
                    <a:pt x="22" y="78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26" y="65"/>
                    <a:pt x="26" y="64"/>
                    <a:pt x="25" y="63"/>
                  </a:cubicBezTo>
                  <a:cubicBezTo>
                    <a:pt x="25" y="62"/>
                    <a:pt x="23" y="62"/>
                    <a:pt x="23" y="62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4"/>
                    <a:pt x="27" y="65"/>
                    <a:pt x="27" y="67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9" y="67"/>
                    <a:pt x="29" y="65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8" y="61"/>
                    <a:pt x="27" y="61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4" y="57"/>
                    <a:pt x="23" y="57"/>
                    <a:pt x="22" y="57"/>
                  </a:cubicBezTo>
                  <a:moveTo>
                    <a:pt x="21" y="52"/>
                  </a:moveTo>
                  <a:cubicBezTo>
                    <a:pt x="21" y="52"/>
                    <a:pt x="21" y="52"/>
                    <a:pt x="21" y="52"/>
                  </a:cubicBezTo>
                  <a:cubicBezTo>
                    <a:pt x="21" y="53"/>
                    <a:pt x="23" y="54"/>
                    <a:pt x="24" y="55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30" y="61"/>
                    <a:pt x="30" y="60"/>
                    <a:pt x="30" y="60"/>
                  </a:cubicBezTo>
                  <a:cubicBezTo>
                    <a:pt x="30" y="59"/>
                    <a:pt x="30" y="59"/>
                    <a:pt x="30" y="59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1" y="58"/>
                    <a:pt x="31" y="59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1" y="60"/>
                    <a:pt x="30" y="61"/>
                    <a:pt x="30" y="62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6"/>
                    <a:pt x="30" y="68"/>
                    <a:pt x="31" y="70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33" y="74"/>
                    <a:pt x="34" y="77"/>
                    <a:pt x="35" y="78"/>
                  </a:cubicBezTo>
                  <a:cubicBezTo>
                    <a:pt x="36" y="79"/>
                    <a:pt x="36" y="80"/>
                    <a:pt x="37" y="81"/>
                  </a:cubicBezTo>
                  <a:cubicBezTo>
                    <a:pt x="37" y="82"/>
                    <a:pt x="36" y="83"/>
                    <a:pt x="37" y="83"/>
                  </a:cubicBezTo>
                  <a:cubicBezTo>
                    <a:pt x="38" y="85"/>
                    <a:pt x="38" y="85"/>
                    <a:pt x="38" y="86"/>
                  </a:cubicBezTo>
                  <a:cubicBezTo>
                    <a:pt x="38" y="87"/>
                    <a:pt x="38" y="87"/>
                    <a:pt x="38" y="87"/>
                  </a:cubicBezTo>
                  <a:cubicBezTo>
                    <a:pt x="38" y="88"/>
                    <a:pt x="38" y="88"/>
                    <a:pt x="39" y="89"/>
                  </a:cubicBezTo>
                  <a:cubicBezTo>
                    <a:pt x="39" y="90"/>
                    <a:pt x="40" y="91"/>
                    <a:pt x="40" y="92"/>
                  </a:cubicBezTo>
                  <a:cubicBezTo>
                    <a:pt x="39" y="93"/>
                    <a:pt x="39" y="93"/>
                    <a:pt x="39" y="93"/>
                  </a:cubicBezTo>
                  <a:cubicBezTo>
                    <a:pt x="39" y="94"/>
                    <a:pt x="39" y="96"/>
                    <a:pt x="38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8"/>
                    <a:pt x="32" y="98"/>
                    <a:pt x="32" y="98"/>
                  </a:cubicBezTo>
                  <a:cubicBezTo>
                    <a:pt x="33" y="99"/>
                    <a:pt x="34" y="99"/>
                    <a:pt x="35" y="100"/>
                  </a:cubicBezTo>
                  <a:cubicBezTo>
                    <a:pt x="36" y="100"/>
                    <a:pt x="38" y="100"/>
                    <a:pt x="39" y="100"/>
                  </a:cubicBezTo>
                  <a:cubicBezTo>
                    <a:pt x="40" y="100"/>
                    <a:pt x="40" y="100"/>
                    <a:pt x="40" y="100"/>
                  </a:cubicBezTo>
                  <a:cubicBezTo>
                    <a:pt x="42" y="98"/>
                    <a:pt x="42" y="98"/>
                    <a:pt x="42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2" y="88"/>
                    <a:pt x="42" y="88"/>
                    <a:pt x="42" y="88"/>
                  </a:cubicBezTo>
                  <a:cubicBezTo>
                    <a:pt x="42" y="88"/>
                    <a:pt x="41" y="87"/>
                    <a:pt x="41" y="86"/>
                  </a:cubicBezTo>
                  <a:cubicBezTo>
                    <a:pt x="41" y="84"/>
                    <a:pt x="42" y="83"/>
                    <a:pt x="42" y="82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8"/>
                    <a:pt x="40" y="78"/>
                    <a:pt x="40" y="78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4"/>
                    <a:pt x="38" y="73"/>
                    <a:pt x="39" y="72"/>
                  </a:cubicBezTo>
                  <a:cubicBezTo>
                    <a:pt x="40" y="70"/>
                    <a:pt x="41" y="67"/>
                    <a:pt x="41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1" y="65"/>
                    <a:pt x="40" y="62"/>
                    <a:pt x="40" y="62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2"/>
                    <a:pt x="42" y="64"/>
                    <a:pt x="42" y="66"/>
                  </a:cubicBezTo>
                  <a:cubicBezTo>
                    <a:pt x="42" y="66"/>
                    <a:pt x="42" y="66"/>
                    <a:pt x="42" y="66"/>
                  </a:cubicBezTo>
                  <a:cubicBezTo>
                    <a:pt x="41" y="67"/>
                    <a:pt x="40" y="71"/>
                    <a:pt x="40" y="72"/>
                  </a:cubicBezTo>
                  <a:cubicBezTo>
                    <a:pt x="39" y="73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40" y="75"/>
                    <a:pt x="40" y="75"/>
                    <a:pt x="40" y="75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41" y="73"/>
                    <a:pt x="41" y="73"/>
                    <a:pt x="41" y="73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2" y="70"/>
                    <a:pt x="42" y="70"/>
                    <a:pt x="42" y="70"/>
                  </a:cubicBezTo>
                  <a:cubicBezTo>
                    <a:pt x="42" y="69"/>
                    <a:pt x="42" y="69"/>
                    <a:pt x="42" y="69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65"/>
                    <a:pt x="47" y="62"/>
                    <a:pt x="47" y="59"/>
                  </a:cubicBezTo>
                  <a:cubicBezTo>
                    <a:pt x="47" y="55"/>
                    <a:pt x="39" y="48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0"/>
                    <a:pt x="39" y="39"/>
                    <a:pt x="40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0"/>
                    <a:pt x="38" y="42"/>
                    <a:pt x="38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9" y="51"/>
                    <a:pt x="45" y="53"/>
                    <a:pt x="45" y="58"/>
                  </a:cubicBezTo>
                  <a:cubicBezTo>
                    <a:pt x="45" y="59"/>
                    <a:pt x="45" y="59"/>
                    <a:pt x="45" y="59"/>
                  </a:cubicBezTo>
                  <a:cubicBezTo>
                    <a:pt x="45" y="59"/>
                    <a:pt x="44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39" y="58"/>
                    <a:pt x="39" y="57"/>
                    <a:pt x="37" y="56"/>
                  </a:cubicBezTo>
                  <a:cubicBezTo>
                    <a:pt x="36" y="54"/>
                    <a:pt x="33" y="52"/>
                    <a:pt x="33" y="50"/>
                  </a:cubicBezTo>
                  <a:cubicBezTo>
                    <a:pt x="32" y="49"/>
                    <a:pt x="31" y="48"/>
                    <a:pt x="31" y="47"/>
                  </a:cubicBezTo>
                  <a:cubicBezTo>
                    <a:pt x="31" y="46"/>
                    <a:pt x="31" y="46"/>
                    <a:pt x="31" y="46"/>
                  </a:cubicBezTo>
                  <a:cubicBezTo>
                    <a:pt x="30" y="46"/>
                    <a:pt x="30" y="45"/>
                    <a:pt x="29" y="45"/>
                  </a:cubicBezTo>
                  <a:cubicBezTo>
                    <a:pt x="30" y="47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27" y="49"/>
                    <a:pt x="25" y="46"/>
                    <a:pt x="24" y="46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21" y="52"/>
                  </a:lnTo>
                  <a:close/>
                  <a:moveTo>
                    <a:pt x="9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2"/>
                    <a:pt x="10" y="62"/>
                    <a:pt x="10" y="62"/>
                  </a:cubicBezTo>
                  <a:lnTo>
                    <a:pt x="9" y="62"/>
                  </a:lnTo>
                  <a:close/>
                  <a:moveTo>
                    <a:pt x="5" y="45"/>
                  </a:move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8" y="48"/>
                  </a:move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8"/>
                    <a:pt x="8" y="48"/>
                    <a:pt x="8" y="48"/>
                  </a:cubicBezTo>
                  <a:close/>
                  <a:moveTo>
                    <a:pt x="9" y="49"/>
                  </a:move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lnTo>
                    <a:pt x="9" y="49"/>
                  </a:lnTo>
                  <a:close/>
                  <a:moveTo>
                    <a:pt x="13" y="51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2" y="52"/>
                    <a:pt x="11" y="52"/>
                    <a:pt x="11" y="52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6"/>
                    <a:pt x="9" y="57"/>
                    <a:pt x="9" y="58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5"/>
                    <a:pt x="10" y="55"/>
                    <a:pt x="11" y="54"/>
                  </a:cubicBezTo>
                  <a:cubicBezTo>
                    <a:pt x="12" y="54"/>
                    <a:pt x="12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lnTo>
                    <a:pt x="13" y="51"/>
                  </a:lnTo>
                  <a:close/>
                  <a:moveTo>
                    <a:pt x="13" y="47"/>
                  </a:moveTo>
                  <a:cubicBezTo>
                    <a:pt x="14" y="49"/>
                    <a:pt x="14" y="49"/>
                    <a:pt x="14" y="4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3"/>
                    <a:pt x="15" y="54"/>
                    <a:pt x="16" y="55"/>
                  </a:cubicBezTo>
                  <a:cubicBezTo>
                    <a:pt x="16" y="54"/>
                    <a:pt x="18" y="51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6" y="47"/>
                    <a:pt x="29" y="48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3" y="43"/>
                    <a:pt x="22" y="41"/>
                    <a:pt x="22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7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7" y="19"/>
                    <a:pt x="37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7"/>
                    <a:pt x="36" y="18"/>
                    <a:pt x="35" y="19"/>
                  </a:cubicBezTo>
                  <a:cubicBezTo>
                    <a:pt x="35" y="20"/>
                    <a:pt x="34" y="21"/>
                    <a:pt x="32" y="22"/>
                  </a:cubicBezTo>
                  <a:cubicBezTo>
                    <a:pt x="31" y="23"/>
                    <a:pt x="30" y="24"/>
                    <a:pt x="30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6"/>
                    <a:pt x="31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31"/>
                    <a:pt x="32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6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41"/>
                    <a:pt x="18" y="43"/>
                    <a:pt x="18" y="44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46"/>
                    <a:pt x="17" y="48"/>
                    <a:pt x="17" y="48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5" y="48"/>
                    <a:pt x="13" y="47"/>
                  </a:cubicBezTo>
                  <a:moveTo>
                    <a:pt x="37" y="27"/>
                  </a:moveTo>
                  <a:cubicBezTo>
                    <a:pt x="37" y="27"/>
                    <a:pt x="37" y="27"/>
                    <a:pt x="37" y="27"/>
                  </a:cubicBezTo>
                  <a:cubicBezTo>
                    <a:pt x="37" y="27"/>
                    <a:pt x="37" y="27"/>
                    <a:pt x="37" y="27"/>
                  </a:cubicBezTo>
                  <a:close/>
                  <a:moveTo>
                    <a:pt x="13" y="42"/>
                  </a:moveTo>
                  <a:cubicBezTo>
                    <a:pt x="14" y="45"/>
                    <a:pt x="16" y="47"/>
                    <a:pt x="17" y="48"/>
                  </a:cubicBezTo>
                  <a:cubicBezTo>
                    <a:pt x="17" y="47"/>
                    <a:pt x="18" y="46"/>
                    <a:pt x="18" y="45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3"/>
                    <a:pt x="17" y="41"/>
                    <a:pt x="17" y="39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40"/>
                    <a:pt x="12" y="41"/>
                    <a:pt x="13" y="42"/>
                  </a:cubicBezTo>
                  <a:moveTo>
                    <a:pt x="4" y="32"/>
                  </a:moveTo>
                  <a:cubicBezTo>
                    <a:pt x="5" y="32"/>
                    <a:pt x="5" y="32"/>
                    <a:pt x="5" y="32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8" y="33"/>
                    <a:pt x="8" y="35"/>
                    <a:pt x="8" y="36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0" y="30"/>
                    <a:pt x="10" y="29"/>
                  </a:cubicBezTo>
                  <a:cubicBezTo>
                    <a:pt x="10" y="28"/>
                    <a:pt x="10" y="27"/>
                    <a:pt x="10" y="26"/>
                  </a:cubicBezTo>
                  <a:cubicBezTo>
                    <a:pt x="9" y="27"/>
                    <a:pt x="8" y="28"/>
                    <a:pt x="8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5" y="31"/>
                    <a:pt x="4" y="32"/>
                  </a:cubicBezTo>
                  <a:moveTo>
                    <a:pt x="1" y="29"/>
                  </a:move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lnTo>
                    <a:pt x="1" y="29"/>
                  </a:lnTo>
                  <a:close/>
                  <a:moveTo>
                    <a:pt x="1" y="15"/>
                  </a:moveTo>
                  <a:cubicBezTo>
                    <a:pt x="3" y="18"/>
                    <a:pt x="3" y="18"/>
                    <a:pt x="3" y="18"/>
                  </a:cubicBezTo>
                  <a:cubicBezTo>
                    <a:pt x="3" y="18"/>
                    <a:pt x="3" y="19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5" y="25"/>
                    <a:pt x="5" y="26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4"/>
                    <a:pt x="1" y="14"/>
                    <a:pt x="1" y="14"/>
                  </a:cubicBezTo>
                  <a:lnTo>
                    <a:pt x="1" y="15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1" y="13"/>
                  </a:lnTo>
                  <a:close/>
                  <a:moveTo>
                    <a:pt x="37" y="78"/>
                  </a:moveTo>
                  <a:cubicBezTo>
                    <a:pt x="38" y="79"/>
                    <a:pt x="38" y="79"/>
                    <a:pt x="38" y="79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78"/>
                    <a:pt x="37" y="78"/>
                    <a:pt x="37" y="78"/>
                  </a:cubicBezTo>
                  <a:close/>
                  <a:moveTo>
                    <a:pt x="23" y="52"/>
                  </a:moveTo>
                  <a:cubicBezTo>
                    <a:pt x="23" y="52"/>
                    <a:pt x="24" y="53"/>
                    <a:pt x="26" y="54"/>
                  </a:cubicBezTo>
                  <a:cubicBezTo>
                    <a:pt x="28" y="55"/>
                    <a:pt x="29" y="55"/>
                    <a:pt x="29" y="56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28" y="55"/>
                    <a:pt x="28" y="55"/>
                    <a:pt x="26" y="54"/>
                  </a:cubicBezTo>
                  <a:cubicBezTo>
                    <a:pt x="24" y="54"/>
                    <a:pt x="22" y="52"/>
                    <a:pt x="22" y="52"/>
                  </a:cubicBezTo>
                  <a:lnTo>
                    <a:pt x="23" y="52"/>
                  </a:lnTo>
                  <a:close/>
                  <a:moveTo>
                    <a:pt x="41" y="82"/>
                  </a:move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40" y="85"/>
                    <a:pt x="40" y="86"/>
                    <a:pt x="40" y="86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2" y="89"/>
                    <a:pt x="42" y="89"/>
                    <a:pt x="42" y="89"/>
                  </a:cubicBezTo>
                  <a:cubicBezTo>
                    <a:pt x="42" y="90"/>
                    <a:pt x="41" y="91"/>
                    <a:pt x="41" y="92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6"/>
                    <a:pt x="41" y="96"/>
                    <a:pt x="41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2"/>
                    <a:pt x="41" y="92"/>
                    <a:pt x="41" y="92"/>
                  </a:cubicBezTo>
                  <a:cubicBezTo>
                    <a:pt x="41" y="91"/>
                    <a:pt x="41" y="90"/>
                    <a:pt x="41" y="89"/>
                  </a:cubicBezTo>
                  <a:cubicBezTo>
                    <a:pt x="41" y="89"/>
                    <a:pt x="41" y="89"/>
                    <a:pt x="41" y="89"/>
                  </a:cubicBezTo>
                  <a:cubicBezTo>
                    <a:pt x="40" y="87"/>
                    <a:pt x="40" y="87"/>
                    <a:pt x="40" y="87"/>
                  </a:cubicBezTo>
                  <a:cubicBezTo>
                    <a:pt x="39" y="85"/>
                    <a:pt x="39" y="85"/>
                    <a:pt x="39" y="85"/>
                  </a:cubicBezTo>
                  <a:cubicBezTo>
                    <a:pt x="39" y="84"/>
                    <a:pt x="39" y="84"/>
                    <a:pt x="39" y="84"/>
                  </a:cubicBezTo>
                  <a:cubicBezTo>
                    <a:pt x="39" y="83"/>
                    <a:pt x="40" y="83"/>
                    <a:pt x="40" y="82"/>
                  </a:cubicBezTo>
                  <a:lnTo>
                    <a:pt x="41" y="82"/>
                  </a:lnTo>
                  <a:close/>
                  <a:moveTo>
                    <a:pt x="28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2"/>
                    <a:pt x="31" y="32"/>
                    <a:pt x="33" y="32"/>
                  </a:cubicBezTo>
                  <a:cubicBezTo>
                    <a:pt x="34" y="31"/>
                    <a:pt x="34" y="31"/>
                    <a:pt x="34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1"/>
                    <a:pt x="34" y="32"/>
                    <a:pt x="33" y="32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6" y="36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6"/>
                    <a:pt x="27" y="34"/>
                    <a:pt x="28" y="34"/>
                  </a:cubicBezTo>
                  <a:moveTo>
                    <a:pt x="23" y="23"/>
                  </a:moveTo>
                  <a:cubicBezTo>
                    <a:pt x="23" y="20"/>
                    <a:pt x="23" y="20"/>
                    <a:pt x="23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2"/>
                    <a:pt x="23" y="22"/>
                    <a:pt x="23" y="22"/>
                  </a:cubicBezTo>
                  <a:lnTo>
                    <a:pt x="23" y="23"/>
                  </a:lnTo>
                  <a:close/>
                  <a:moveTo>
                    <a:pt x="26" y="73"/>
                  </a:moveTo>
                  <a:cubicBezTo>
                    <a:pt x="26" y="73"/>
                    <a:pt x="26" y="73"/>
                    <a:pt x="26" y="73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23" y="75"/>
                    <a:pt x="23" y="77"/>
                    <a:pt x="22" y="78"/>
                  </a:cubicBezTo>
                  <a:cubicBezTo>
                    <a:pt x="21" y="78"/>
                    <a:pt x="21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1" y="77"/>
                    <a:pt x="21" y="77"/>
                    <a:pt x="21" y="77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3"/>
                    <a:pt x="25" y="73"/>
                    <a:pt x="25" y="73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5" y="72"/>
                    <a:pt x="26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0" name="Freeform 34">
              <a:extLst>
                <a:ext uri="{FF2B5EF4-FFF2-40B4-BE49-F238E27FC236}">
                  <a16:creationId xmlns:a16="http://schemas.microsoft.com/office/drawing/2014/main" id="{2790B280-6A7C-456D-823F-406C401638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8700" y="2516188"/>
              <a:ext cx="288925" cy="365125"/>
            </a:xfrm>
            <a:custGeom>
              <a:avLst/>
              <a:gdLst>
                <a:gd name="T0" fmla="*/ 127 w 133"/>
                <a:gd name="T1" fmla="*/ 60 h 169"/>
                <a:gd name="T2" fmla="*/ 60 w 133"/>
                <a:gd name="T3" fmla="*/ 165 h 169"/>
                <a:gd name="T4" fmla="*/ 79 w 133"/>
                <a:gd name="T5" fmla="*/ 158 h 169"/>
                <a:gd name="T6" fmla="*/ 60 w 133"/>
                <a:gd name="T7" fmla="*/ 157 h 169"/>
                <a:gd name="T8" fmla="*/ 79 w 133"/>
                <a:gd name="T9" fmla="*/ 154 h 169"/>
                <a:gd name="T10" fmla="*/ 42 w 133"/>
                <a:gd name="T11" fmla="*/ 151 h 169"/>
                <a:gd name="T12" fmla="*/ 66 w 133"/>
                <a:gd name="T13" fmla="*/ 164 h 169"/>
                <a:gd name="T14" fmla="*/ 123 w 133"/>
                <a:gd name="T15" fmla="*/ 35 h 169"/>
                <a:gd name="T16" fmla="*/ 86 w 133"/>
                <a:gd name="T17" fmla="*/ 152 h 169"/>
                <a:gd name="T18" fmla="*/ 53 w 133"/>
                <a:gd name="T19" fmla="*/ 150 h 169"/>
                <a:gd name="T20" fmla="*/ 85 w 133"/>
                <a:gd name="T21" fmla="*/ 153 h 169"/>
                <a:gd name="T22" fmla="*/ 39 w 133"/>
                <a:gd name="T23" fmla="*/ 62 h 169"/>
                <a:gd name="T24" fmla="*/ 29 w 133"/>
                <a:gd name="T25" fmla="*/ 53 h 169"/>
                <a:gd name="T26" fmla="*/ 32 w 133"/>
                <a:gd name="T27" fmla="*/ 78 h 169"/>
                <a:gd name="T28" fmla="*/ 27 w 133"/>
                <a:gd name="T29" fmla="*/ 79 h 169"/>
                <a:gd name="T30" fmla="*/ 18 w 133"/>
                <a:gd name="T31" fmla="*/ 72 h 169"/>
                <a:gd name="T32" fmla="*/ 17 w 133"/>
                <a:gd name="T33" fmla="*/ 96 h 169"/>
                <a:gd name="T34" fmla="*/ 7 w 133"/>
                <a:gd name="T35" fmla="*/ 83 h 169"/>
                <a:gd name="T36" fmla="*/ 7 w 133"/>
                <a:gd name="T37" fmla="*/ 71 h 169"/>
                <a:gd name="T38" fmla="*/ 6 w 133"/>
                <a:gd name="T39" fmla="*/ 37 h 169"/>
                <a:gd name="T40" fmla="*/ 8 w 133"/>
                <a:gd name="T41" fmla="*/ 35 h 169"/>
                <a:gd name="T42" fmla="*/ 10 w 133"/>
                <a:gd name="T43" fmla="*/ 11 h 169"/>
                <a:gd name="T44" fmla="*/ 21 w 133"/>
                <a:gd name="T45" fmla="*/ 14 h 169"/>
                <a:gd name="T46" fmla="*/ 33 w 133"/>
                <a:gd name="T47" fmla="*/ 16 h 169"/>
                <a:gd name="T48" fmla="*/ 30 w 133"/>
                <a:gd name="T49" fmla="*/ 23 h 169"/>
                <a:gd name="T50" fmla="*/ 41 w 133"/>
                <a:gd name="T51" fmla="*/ 30 h 169"/>
                <a:gd name="T52" fmla="*/ 44 w 133"/>
                <a:gd name="T53" fmla="*/ 12 h 169"/>
                <a:gd name="T54" fmla="*/ 46 w 133"/>
                <a:gd name="T55" fmla="*/ 16 h 169"/>
                <a:gd name="T56" fmla="*/ 47 w 133"/>
                <a:gd name="T57" fmla="*/ 22 h 169"/>
                <a:gd name="T58" fmla="*/ 47 w 133"/>
                <a:gd name="T59" fmla="*/ 27 h 169"/>
                <a:gd name="T60" fmla="*/ 37 w 133"/>
                <a:gd name="T61" fmla="*/ 43 h 169"/>
                <a:gd name="T62" fmla="*/ 40 w 133"/>
                <a:gd name="T63" fmla="*/ 50 h 169"/>
                <a:gd name="T64" fmla="*/ 0 w 133"/>
                <a:gd name="T65" fmla="*/ 82 h 169"/>
                <a:gd name="T66" fmla="*/ 12 w 133"/>
                <a:gd name="T67" fmla="*/ 45 h 169"/>
                <a:gd name="T68" fmla="*/ 12 w 133"/>
                <a:gd name="T69" fmla="*/ 44 h 169"/>
                <a:gd name="T70" fmla="*/ 44 w 133"/>
                <a:gd name="T71" fmla="*/ 50 h 169"/>
                <a:gd name="T72" fmla="*/ 40 w 133"/>
                <a:gd name="T73" fmla="*/ 62 h 169"/>
                <a:gd name="T74" fmla="*/ 132 w 133"/>
                <a:gd name="T75" fmla="*/ 0 h 169"/>
                <a:gd name="T76" fmla="*/ 124 w 133"/>
                <a:gd name="T77" fmla="*/ 38 h 169"/>
                <a:gd name="T78" fmla="*/ 125 w 133"/>
                <a:gd name="T79" fmla="*/ 72 h 169"/>
                <a:gd name="T80" fmla="*/ 125 w 133"/>
                <a:gd name="T81" fmla="*/ 89 h 169"/>
                <a:gd name="T82" fmla="*/ 121 w 133"/>
                <a:gd name="T83" fmla="*/ 97 h 169"/>
                <a:gd name="T84" fmla="*/ 111 w 133"/>
                <a:gd name="T85" fmla="*/ 69 h 169"/>
                <a:gd name="T86" fmla="*/ 103 w 133"/>
                <a:gd name="T87" fmla="*/ 82 h 169"/>
                <a:gd name="T88" fmla="*/ 102 w 133"/>
                <a:gd name="T89" fmla="*/ 78 h 169"/>
                <a:gd name="T90" fmla="*/ 99 w 133"/>
                <a:gd name="T91" fmla="*/ 57 h 169"/>
                <a:gd name="T92" fmla="*/ 92 w 133"/>
                <a:gd name="T93" fmla="*/ 63 h 169"/>
                <a:gd name="T94" fmla="*/ 88 w 133"/>
                <a:gd name="T95" fmla="*/ 47 h 169"/>
                <a:gd name="T96" fmla="*/ 91 w 133"/>
                <a:gd name="T97" fmla="*/ 53 h 169"/>
                <a:gd name="T98" fmla="*/ 92 w 133"/>
                <a:gd name="T99" fmla="*/ 39 h 169"/>
                <a:gd name="T100" fmla="*/ 85 w 133"/>
                <a:gd name="T101" fmla="*/ 29 h 169"/>
                <a:gd name="T102" fmla="*/ 84 w 133"/>
                <a:gd name="T103" fmla="*/ 16 h 169"/>
                <a:gd name="T104" fmla="*/ 87 w 133"/>
                <a:gd name="T105" fmla="*/ 13 h 169"/>
                <a:gd name="T106" fmla="*/ 90 w 133"/>
                <a:gd name="T107" fmla="*/ 14 h 169"/>
                <a:gd name="T108" fmla="*/ 93 w 133"/>
                <a:gd name="T109" fmla="*/ 30 h 169"/>
                <a:gd name="T110" fmla="*/ 97 w 133"/>
                <a:gd name="T111" fmla="*/ 23 h 169"/>
                <a:gd name="T112" fmla="*/ 107 w 133"/>
                <a:gd name="T113" fmla="*/ 14 h 169"/>
                <a:gd name="T114" fmla="*/ 113 w 133"/>
                <a:gd name="T115" fmla="*/ 22 h 169"/>
                <a:gd name="T116" fmla="*/ 129 w 133"/>
                <a:gd name="T117" fmla="*/ 3 h 169"/>
                <a:gd name="T118" fmla="*/ 130 w 133"/>
                <a:gd name="T119" fmla="*/ 4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3" h="169">
                  <a:moveTo>
                    <a:pt x="120" y="44"/>
                  </a:moveTo>
                  <a:cubicBezTo>
                    <a:pt x="118" y="44"/>
                    <a:pt x="117" y="43"/>
                    <a:pt x="117" y="43"/>
                  </a:cubicBezTo>
                  <a:cubicBezTo>
                    <a:pt x="117" y="45"/>
                    <a:pt x="117" y="47"/>
                    <a:pt x="117" y="47"/>
                  </a:cubicBezTo>
                  <a:cubicBezTo>
                    <a:pt x="116" y="47"/>
                    <a:pt x="116" y="47"/>
                    <a:pt x="115" y="47"/>
                  </a:cubicBezTo>
                  <a:cubicBezTo>
                    <a:pt x="115" y="48"/>
                    <a:pt x="115" y="48"/>
                    <a:pt x="115" y="48"/>
                  </a:cubicBezTo>
                  <a:cubicBezTo>
                    <a:pt x="115" y="49"/>
                    <a:pt x="115" y="50"/>
                    <a:pt x="116" y="51"/>
                  </a:cubicBezTo>
                  <a:cubicBezTo>
                    <a:pt x="116" y="53"/>
                    <a:pt x="119" y="55"/>
                    <a:pt x="121" y="56"/>
                  </a:cubicBezTo>
                  <a:cubicBezTo>
                    <a:pt x="122" y="58"/>
                    <a:pt x="123" y="59"/>
                    <a:pt x="123" y="61"/>
                  </a:cubicBezTo>
                  <a:cubicBezTo>
                    <a:pt x="124" y="62"/>
                    <a:pt x="123" y="63"/>
                    <a:pt x="125" y="63"/>
                  </a:cubicBezTo>
                  <a:cubicBezTo>
                    <a:pt x="127" y="62"/>
                    <a:pt x="127" y="60"/>
                    <a:pt x="127" y="60"/>
                  </a:cubicBezTo>
                  <a:cubicBezTo>
                    <a:pt x="128" y="54"/>
                    <a:pt x="122" y="53"/>
                    <a:pt x="120" y="45"/>
                  </a:cubicBezTo>
                  <a:lnTo>
                    <a:pt x="120" y="44"/>
                  </a:lnTo>
                  <a:close/>
                  <a:moveTo>
                    <a:pt x="112" y="26"/>
                  </a:moveTo>
                  <a:cubicBezTo>
                    <a:pt x="113" y="24"/>
                    <a:pt x="113" y="24"/>
                    <a:pt x="113" y="24"/>
                  </a:cubicBezTo>
                  <a:lnTo>
                    <a:pt x="112" y="26"/>
                  </a:lnTo>
                  <a:close/>
                  <a:moveTo>
                    <a:pt x="67" y="169"/>
                  </a:moveTo>
                  <a:cubicBezTo>
                    <a:pt x="67" y="169"/>
                    <a:pt x="72" y="167"/>
                    <a:pt x="79" y="163"/>
                  </a:cubicBezTo>
                  <a:cubicBezTo>
                    <a:pt x="76" y="163"/>
                    <a:pt x="76" y="165"/>
                    <a:pt x="73" y="165"/>
                  </a:cubicBezTo>
                  <a:cubicBezTo>
                    <a:pt x="70" y="165"/>
                    <a:pt x="69" y="163"/>
                    <a:pt x="66" y="163"/>
                  </a:cubicBezTo>
                  <a:cubicBezTo>
                    <a:pt x="62" y="163"/>
                    <a:pt x="62" y="165"/>
                    <a:pt x="60" y="165"/>
                  </a:cubicBezTo>
                  <a:cubicBezTo>
                    <a:pt x="57" y="165"/>
                    <a:pt x="56" y="164"/>
                    <a:pt x="55" y="163"/>
                  </a:cubicBezTo>
                  <a:cubicBezTo>
                    <a:pt x="49" y="160"/>
                    <a:pt x="49" y="160"/>
                    <a:pt x="49" y="160"/>
                  </a:cubicBezTo>
                  <a:cubicBezTo>
                    <a:pt x="50" y="160"/>
                    <a:pt x="51" y="159"/>
                    <a:pt x="53" y="159"/>
                  </a:cubicBezTo>
                  <a:cubicBezTo>
                    <a:pt x="56" y="159"/>
                    <a:pt x="57" y="161"/>
                    <a:pt x="60" y="161"/>
                  </a:cubicBezTo>
                  <a:cubicBezTo>
                    <a:pt x="62" y="161"/>
                    <a:pt x="62" y="159"/>
                    <a:pt x="66" y="159"/>
                  </a:cubicBezTo>
                  <a:cubicBezTo>
                    <a:pt x="69" y="159"/>
                    <a:pt x="70" y="161"/>
                    <a:pt x="73" y="161"/>
                  </a:cubicBezTo>
                  <a:cubicBezTo>
                    <a:pt x="76" y="161"/>
                    <a:pt x="76" y="159"/>
                    <a:pt x="79" y="159"/>
                  </a:cubicBezTo>
                  <a:cubicBezTo>
                    <a:pt x="82" y="159"/>
                    <a:pt x="82" y="160"/>
                    <a:pt x="84" y="161"/>
                  </a:cubicBezTo>
                  <a:cubicBezTo>
                    <a:pt x="85" y="160"/>
                    <a:pt x="85" y="160"/>
                    <a:pt x="85" y="160"/>
                  </a:cubicBezTo>
                  <a:cubicBezTo>
                    <a:pt x="83" y="160"/>
                    <a:pt x="82" y="158"/>
                    <a:pt x="79" y="158"/>
                  </a:cubicBezTo>
                  <a:cubicBezTo>
                    <a:pt x="76" y="158"/>
                    <a:pt x="76" y="160"/>
                    <a:pt x="73" y="160"/>
                  </a:cubicBezTo>
                  <a:cubicBezTo>
                    <a:pt x="70" y="160"/>
                    <a:pt x="69" y="158"/>
                    <a:pt x="66" y="158"/>
                  </a:cubicBezTo>
                  <a:cubicBezTo>
                    <a:pt x="62" y="158"/>
                    <a:pt x="62" y="160"/>
                    <a:pt x="60" y="160"/>
                  </a:cubicBezTo>
                  <a:cubicBezTo>
                    <a:pt x="57" y="160"/>
                    <a:pt x="56" y="158"/>
                    <a:pt x="53" y="158"/>
                  </a:cubicBezTo>
                  <a:cubicBezTo>
                    <a:pt x="50" y="158"/>
                    <a:pt x="50" y="159"/>
                    <a:pt x="48" y="160"/>
                  </a:cubicBezTo>
                  <a:cubicBezTo>
                    <a:pt x="41" y="155"/>
                    <a:pt x="41" y="155"/>
                    <a:pt x="41" y="155"/>
                  </a:cubicBezTo>
                  <a:cubicBezTo>
                    <a:pt x="42" y="155"/>
                    <a:pt x="42" y="155"/>
                    <a:pt x="42" y="155"/>
                  </a:cubicBezTo>
                  <a:cubicBezTo>
                    <a:pt x="46" y="155"/>
                    <a:pt x="47" y="157"/>
                    <a:pt x="47" y="157"/>
                  </a:cubicBezTo>
                  <a:cubicBezTo>
                    <a:pt x="50" y="157"/>
                    <a:pt x="50" y="155"/>
                    <a:pt x="53" y="155"/>
                  </a:cubicBezTo>
                  <a:cubicBezTo>
                    <a:pt x="56" y="155"/>
                    <a:pt x="57" y="157"/>
                    <a:pt x="60" y="157"/>
                  </a:cubicBezTo>
                  <a:cubicBezTo>
                    <a:pt x="62" y="157"/>
                    <a:pt x="62" y="155"/>
                    <a:pt x="66" y="155"/>
                  </a:cubicBezTo>
                  <a:cubicBezTo>
                    <a:pt x="69" y="155"/>
                    <a:pt x="70" y="157"/>
                    <a:pt x="73" y="157"/>
                  </a:cubicBezTo>
                  <a:cubicBezTo>
                    <a:pt x="76" y="156"/>
                    <a:pt x="76" y="155"/>
                    <a:pt x="79" y="155"/>
                  </a:cubicBezTo>
                  <a:cubicBezTo>
                    <a:pt x="82" y="155"/>
                    <a:pt x="83" y="157"/>
                    <a:pt x="85" y="157"/>
                  </a:cubicBezTo>
                  <a:cubicBezTo>
                    <a:pt x="88" y="157"/>
                    <a:pt x="88" y="155"/>
                    <a:pt x="92" y="155"/>
                  </a:cubicBezTo>
                  <a:cubicBezTo>
                    <a:pt x="92" y="155"/>
                    <a:pt x="92" y="155"/>
                    <a:pt x="92" y="155"/>
                  </a:cubicBezTo>
                  <a:cubicBezTo>
                    <a:pt x="94" y="154"/>
                    <a:pt x="94" y="154"/>
                    <a:pt x="94" y="154"/>
                  </a:cubicBezTo>
                  <a:cubicBezTo>
                    <a:pt x="93" y="154"/>
                    <a:pt x="93" y="154"/>
                    <a:pt x="92" y="154"/>
                  </a:cubicBezTo>
                  <a:cubicBezTo>
                    <a:pt x="88" y="154"/>
                    <a:pt x="88" y="156"/>
                    <a:pt x="85" y="156"/>
                  </a:cubicBezTo>
                  <a:cubicBezTo>
                    <a:pt x="83" y="156"/>
                    <a:pt x="82" y="154"/>
                    <a:pt x="79" y="154"/>
                  </a:cubicBezTo>
                  <a:cubicBezTo>
                    <a:pt x="76" y="154"/>
                    <a:pt x="76" y="156"/>
                    <a:pt x="73" y="156"/>
                  </a:cubicBezTo>
                  <a:cubicBezTo>
                    <a:pt x="70" y="156"/>
                    <a:pt x="69" y="154"/>
                    <a:pt x="66" y="154"/>
                  </a:cubicBezTo>
                  <a:cubicBezTo>
                    <a:pt x="62" y="154"/>
                    <a:pt x="62" y="156"/>
                    <a:pt x="60" y="156"/>
                  </a:cubicBezTo>
                  <a:cubicBezTo>
                    <a:pt x="57" y="156"/>
                    <a:pt x="56" y="154"/>
                    <a:pt x="53" y="154"/>
                  </a:cubicBezTo>
                  <a:cubicBezTo>
                    <a:pt x="50" y="154"/>
                    <a:pt x="50" y="155"/>
                    <a:pt x="47" y="156"/>
                  </a:cubicBezTo>
                  <a:cubicBezTo>
                    <a:pt x="47" y="156"/>
                    <a:pt x="46" y="154"/>
                    <a:pt x="42" y="154"/>
                  </a:cubicBezTo>
                  <a:cubicBezTo>
                    <a:pt x="41" y="154"/>
                    <a:pt x="40" y="154"/>
                    <a:pt x="40" y="154"/>
                  </a:cubicBezTo>
                  <a:cubicBezTo>
                    <a:pt x="37" y="152"/>
                    <a:pt x="37" y="152"/>
                    <a:pt x="37" y="152"/>
                  </a:cubicBezTo>
                  <a:cubicBezTo>
                    <a:pt x="39" y="152"/>
                    <a:pt x="39" y="151"/>
                    <a:pt x="42" y="151"/>
                  </a:cubicBezTo>
                  <a:cubicBezTo>
                    <a:pt x="42" y="151"/>
                    <a:pt x="42" y="151"/>
                    <a:pt x="42" y="151"/>
                  </a:cubicBezTo>
                  <a:cubicBezTo>
                    <a:pt x="41" y="150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2" y="147"/>
                    <a:pt x="44" y="146"/>
                  </a:cubicBezTo>
                  <a:cubicBezTo>
                    <a:pt x="45" y="145"/>
                    <a:pt x="45" y="144"/>
                    <a:pt x="46" y="144"/>
                  </a:cubicBezTo>
                  <a:cubicBezTo>
                    <a:pt x="48" y="142"/>
                    <a:pt x="48" y="142"/>
                    <a:pt x="48" y="142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19" y="135"/>
                    <a:pt x="19" y="135"/>
                    <a:pt x="19" y="135"/>
                  </a:cubicBezTo>
                  <a:cubicBezTo>
                    <a:pt x="39" y="160"/>
                    <a:pt x="67" y="169"/>
                    <a:pt x="67" y="169"/>
                  </a:cubicBezTo>
                  <a:moveTo>
                    <a:pt x="66" y="164"/>
                  </a:moveTo>
                  <a:cubicBezTo>
                    <a:pt x="69" y="164"/>
                    <a:pt x="70" y="166"/>
                    <a:pt x="73" y="166"/>
                  </a:cubicBezTo>
                  <a:cubicBezTo>
                    <a:pt x="67" y="169"/>
                    <a:pt x="67" y="169"/>
                    <a:pt x="67" y="16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2" y="166"/>
                    <a:pt x="62" y="164"/>
                    <a:pt x="66" y="164"/>
                  </a:cubicBezTo>
                  <a:moveTo>
                    <a:pt x="59" y="0"/>
                  </a:moveTo>
                  <a:cubicBezTo>
                    <a:pt x="72" y="0"/>
                    <a:pt x="72" y="0"/>
                    <a:pt x="7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59" y="0"/>
                    <a:pt x="59" y="0"/>
                    <a:pt x="59" y="0"/>
                  </a:cubicBezTo>
                  <a:close/>
                  <a:moveTo>
                    <a:pt x="123" y="35"/>
                  </a:moveTo>
                  <a:cubicBezTo>
                    <a:pt x="123" y="35"/>
                    <a:pt x="123" y="35"/>
                    <a:pt x="123" y="35"/>
                  </a:cubicBezTo>
                  <a:cubicBezTo>
                    <a:pt x="123" y="35"/>
                    <a:pt x="123" y="35"/>
                    <a:pt x="123" y="35"/>
                  </a:cubicBezTo>
                  <a:close/>
                  <a:moveTo>
                    <a:pt x="85" y="142"/>
                  </a:moveTo>
                  <a:cubicBezTo>
                    <a:pt x="85" y="143"/>
                    <a:pt x="85" y="143"/>
                    <a:pt x="85" y="143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8" y="146"/>
                    <a:pt x="88" y="146"/>
                    <a:pt x="88" y="146"/>
                  </a:cubicBezTo>
                  <a:cubicBezTo>
                    <a:pt x="91" y="150"/>
                    <a:pt x="91" y="150"/>
                    <a:pt x="91" y="150"/>
                  </a:cubicBezTo>
                  <a:cubicBezTo>
                    <a:pt x="92" y="150"/>
                    <a:pt x="92" y="150"/>
                    <a:pt x="92" y="150"/>
                  </a:cubicBezTo>
                  <a:cubicBezTo>
                    <a:pt x="91" y="151"/>
                    <a:pt x="91" y="151"/>
                    <a:pt x="91" y="151"/>
                  </a:cubicBezTo>
                  <a:cubicBezTo>
                    <a:pt x="91" y="151"/>
                    <a:pt x="89" y="151"/>
                    <a:pt x="87" y="151"/>
                  </a:cubicBezTo>
                  <a:cubicBezTo>
                    <a:pt x="86" y="152"/>
                    <a:pt x="86" y="152"/>
                    <a:pt x="86" y="152"/>
                  </a:cubicBezTo>
                  <a:cubicBezTo>
                    <a:pt x="85" y="152"/>
                    <a:pt x="84" y="151"/>
                    <a:pt x="83" y="151"/>
                  </a:cubicBezTo>
                  <a:cubicBezTo>
                    <a:pt x="81" y="151"/>
                    <a:pt x="80" y="150"/>
                    <a:pt x="78" y="150"/>
                  </a:cubicBezTo>
                  <a:cubicBezTo>
                    <a:pt x="76" y="150"/>
                    <a:pt x="75" y="151"/>
                    <a:pt x="73" y="152"/>
                  </a:cubicBezTo>
                  <a:cubicBezTo>
                    <a:pt x="72" y="152"/>
                    <a:pt x="72" y="152"/>
                    <a:pt x="72" y="152"/>
                  </a:cubicBezTo>
                  <a:cubicBezTo>
                    <a:pt x="70" y="152"/>
                    <a:pt x="67" y="150"/>
                    <a:pt x="66" y="150"/>
                  </a:cubicBezTo>
                  <a:cubicBezTo>
                    <a:pt x="66" y="150"/>
                    <a:pt x="66" y="150"/>
                    <a:pt x="66" y="150"/>
                  </a:cubicBezTo>
                  <a:cubicBezTo>
                    <a:pt x="64" y="150"/>
                    <a:pt x="61" y="152"/>
                    <a:pt x="60" y="152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59" y="152"/>
                    <a:pt x="58" y="152"/>
                    <a:pt x="57" y="151"/>
                  </a:cubicBezTo>
                  <a:cubicBezTo>
                    <a:pt x="56" y="151"/>
                    <a:pt x="54" y="150"/>
                    <a:pt x="53" y="150"/>
                  </a:cubicBezTo>
                  <a:cubicBezTo>
                    <a:pt x="53" y="150"/>
                    <a:pt x="53" y="150"/>
                    <a:pt x="53" y="150"/>
                  </a:cubicBezTo>
                  <a:cubicBezTo>
                    <a:pt x="52" y="150"/>
                    <a:pt x="50" y="151"/>
                    <a:pt x="49" y="152"/>
                  </a:cubicBezTo>
                  <a:cubicBezTo>
                    <a:pt x="49" y="152"/>
                    <a:pt x="48" y="152"/>
                    <a:pt x="47" y="152"/>
                  </a:cubicBezTo>
                  <a:cubicBezTo>
                    <a:pt x="47" y="153"/>
                    <a:pt x="47" y="153"/>
                    <a:pt x="47" y="153"/>
                  </a:cubicBezTo>
                  <a:cubicBezTo>
                    <a:pt x="50" y="152"/>
                    <a:pt x="50" y="151"/>
                    <a:pt x="53" y="151"/>
                  </a:cubicBezTo>
                  <a:cubicBezTo>
                    <a:pt x="56" y="151"/>
                    <a:pt x="57" y="153"/>
                    <a:pt x="60" y="153"/>
                  </a:cubicBezTo>
                  <a:cubicBezTo>
                    <a:pt x="62" y="153"/>
                    <a:pt x="62" y="151"/>
                    <a:pt x="66" y="151"/>
                  </a:cubicBezTo>
                  <a:cubicBezTo>
                    <a:pt x="69" y="151"/>
                    <a:pt x="70" y="153"/>
                    <a:pt x="73" y="153"/>
                  </a:cubicBezTo>
                  <a:cubicBezTo>
                    <a:pt x="76" y="153"/>
                    <a:pt x="76" y="151"/>
                    <a:pt x="79" y="151"/>
                  </a:cubicBezTo>
                  <a:cubicBezTo>
                    <a:pt x="82" y="151"/>
                    <a:pt x="83" y="153"/>
                    <a:pt x="85" y="153"/>
                  </a:cubicBezTo>
                  <a:cubicBezTo>
                    <a:pt x="88" y="153"/>
                    <a:pt x="88" y="151"/>
                    <a:pt x="92" y="151"/>
                  </a:cubicBezTo>
                  <a:cubicBezTo>
                    <a:pt x="95" y="151"/>
                    <a:pt x="94" y="152"/>
                    <a:pt x="96" y="152"/>
                  </a:cubicBezTo>
                  <a:cubicBezTo>
                    <a:pt x="102" y="148"/>
                    <a:pt x="108" y="142"/>
                    <a:pt x="113" y="136"/>
                  </a:cubicBezTo>
                  <a:cubicBezTo>
                    <a:pt x="84" y="136"/>
                    <a:pt x="84" y="136"/>
                    <a:pt x="84" y="136"/>
                  </a:cubicBezTo>
                  <a:lnTo>
                    <a:pt x="85" y="142"/>
                  </a:lnTo>
                  <a:close/>
                  <a:moveTo>
                    <a:pt x="0" y="82"/>
                  </a:moveTo>
                  <a:cubicBezTo>
                    <a:pt x="0" y="105"/>
                    <a:pt x="9" y="122"/>
                    <a:pt x="19" y="135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0" y="57"/>
                    <a:pt x="40" y="57"/>
                    <a:pt x="40" y="57"/>
                  </a:cubicBezTo>
                  <a:cubicBezTo>
                    <a:pt x="40" y="56"/>
                    <a:pt x="40" y="56"/>
                    <a:pt x="39" y="55"/>
                  </a:cubicBezTo>
                  <a:cubicBezTo>
                    <a:pt x="38" y="55"/>
                    <a:pt x="37" y="54"/>
                    <a:pt x="37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5"/>
                    <a:pt x="34" y="56"/>
                    <a:pt x="34" y="57"/>
                  </a:cubicBezTo>
                  <a:cubicBezTo>
                    <a:pt x="34" y="57"/>
                    <a:pt x="32" y="53"/>
                    <a:pt x="30" y="52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30" y="54"/>
                    <a:pt x="27" y="55"/>
                    <a:pt x="26" y="56"/>
                  </a:cubicBezTo>
                  <a:cubicBezTo>
                    <a:pt x="25" y="57"/>
                    <a:pt x="25" y="58"/>
                    <a:pt x="25" y="58"/>
                  </a:cubicBezTo>
                  <a:cubicBezTo>
                    <a:pt x="26" y="58"/>
                    <a:pt x="32" y="56"/>
                    <a:pt x="32" y="62"/>
                  </a:cubicBezTo>
                  <a:cubicBezTo>
                    <a:pt x="32" y="62"/>
                    <a:pt x="32" y="64"/>
                    <a:pt x="31" y="64"/>
                  </a:cubicBezTo>
                  <a:cubicBezTo>
                    <a:pt x="31" y="64"/>
                    <a:pt x="32" y="65"/>
                    <a:pt x="31" y="66"/>
                  </a:cubicBezTo>
                  <a:cubicBezTo>
                    <a:pt x="30" y="67"/>
                    <a:pt x="28" y="69"/>
                    <a:pt x="27" y="70"/>
                  </a:cubicBezTo>
                  <a:cubicBezTo>
                    <a:pt x="25" y="72"/>
                    <a:pt x="27" y="73"/>
                    <a:pt x="28" y="74"/>
                  </a:cubicBezTo>
                  <a:cubicBezTo>
                    <a:pt x="28" y="75"/>
                    <a:pt x="30" y="77"/>
                    <a:pt x="30" y="78"/>
                  </a:cubicBezTo>
                  <a:cubicBezTo>
                    <a:pt x="32" y="79"/>
                    <a:pt x="32" y="79"/>
                    <a:pt x="32" y="79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6" y="73"/>
                    <a:pt x="36" y="73"/>
                    <a:pt x="36" y="73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6" y="76"/>
                    <a:pt x="36" y="79"/>
                    <a:pt x="35" y="80"/>
                  </a:cubicBezTo>
                  <a:cubicBezTo>
                    <a:pt x="34" y="81"/>
                    <a:pt x="33" y="83"/>
                    <a:pt x="32" y="83"/>
                  </a:cubicBezTo>
                  <a:cubicBezTo>
                    <a:pt x="30" y="83"/>
                    <a:pt x="30" y="83"/>
                    <a:pt x="29" y="82"/>
                  </a:cubicBezTo>
                  <a:cubicBezTo>
                    <a:pt x="29" y="81"/>
                    <a:pt x="28" y="79"/>
                    <a:pt x="28" y="79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3" y="68"/>
                    <a:pt x="22" y="69"/>
                    <a:pt x="21" y="69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8" y="72"/>
                    <a:pt x="18" y="74"/>
                    <a:pt x="18" y="75"/>
                  </a:cubicBezTo>
                  <a:cubicBezTo>
                    <a:pt x="17" y="75"/>
                    <a:pt x="16" y="78"/>
                    <a:pt x="15" y="79"/>
                  </a:cubicBezTo>
                  <a:cubicBezTo>
                    <a:pt x="14" y="80"/>
                    <a:pt x="13" y="81"/>
                    <a:pt x="13" y="82"/>
                  </a:cubicBezTo>
                  <a:cubicBezTo>
                    <a:pt x="13" y="83"/>
                    <a:pt x="13" y="84"/>
                    <a:pt x="13" y="85"/>
                  </a:cubicBezTo>
                  <a:cubicBezTo>
                    <a:pt x="12" y="86"/>
                    <a:pt x="12" y="86"/>
                    <a:pt x="12" y="87"/>
                  </a:cubicBezTo>
                  <a:cubicBezTo>
                    <a:pt x="12" y="88"/>
                    <a:pt x="12" y="89"/>
                    <a:pt x="11" y="91"/>
                  </a:cubicBezTo>
                  <a:cubicBezTo>
                    <a:pt x="10" y="92"/>
                    <a:pt x="10" y="93"/>
                    <a:pt x="10" y="94"/>
                  </a:cubicBezTo>
                  <a:cubicBezTo>
                    <a:pt x="11" y="95"/>
                    <a:pt x="11" y="97"/>
                    <a:pt x="12" y="97"/>
                  </a:cubicBezTo>
                  <a:cubicBezTo>
                    <a:pt x="13" y="97"/>
                    <a:pt x="14" y="96"/>
                    <a:pt x="15" y="96"/>
                  </a:cubicBezTo>
                  <a:cubicBezTo>
                    <a:pt x="16" y="96"/>
                    <a:pt x="17" y="96"/>
                    <a:pt x="17" y="96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9" y="99"/>
                    <a:pt x="19" y="98"/>
                    <a:pt x="18" y="99"/>
                  </a:cubicBezTo>
                  <a:cubicBezTo>
                    <a:pt x="17" y="100"/>
                    <a:pt x="16" y="101"/>
                    <a:pt x="14" y="101"/>
                  </a:cubicBezTo>
                  <a:cubicBezTo>
                    <a:pt x="13" y="101"/>
                    <a:pt x="11" y="101"/>
                    <a:pt x="10" y="101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7" y="96"/>
                    <a:pt x="7" y="96"/>
                    <a:pt x="7" y="96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8" y="89"/>
                    <a:pt x="8" y="88"/>
                    <a:pt x="8" y="87"/>
                  </a:cubicBezTo>
                  <a:cubicBezTo>
                    <a:pt x="8" y="85"/>
                    <a:pt x="7" y="84"/>
                    <a:pt x="7" y="83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7" y="67"/>
                    <a:pt x="3" y="64"/>
                    <a:pt x="3" y="60"/>
                  </a:cubicBezTo>
                  <a:cubicBezTo>
                    <a:pt x="3" y="55"/>
                    <a:pt x="10" y="49"/>
                    <a:pt x="10" y="42"/>
                  </a:cubicBezTo>
                  <a:cubicBezTo>
                    <a:pt x="10" y="41"/>
                    <a:pt x="10" y="39"/>
                    <a:pt x="10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6"/>
                    <a:pt x="6" y="37"/>
                    <a:pt x="6" y="37"/>
                  </a:cubicBezTo>
                  <a:cubicBezTo>
                    <a:pt x="6" y="36"/>
                    <a:pt x="4" y="37"/>
                    <a:pt x="4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4" y="40"/>
                    <a:pt x="8" y="41"/>
                    <a:pt x="7" y="44"/>
                  </a:cubicBezTo>
                  <a:cubicBezTo>
                    <a:pt x="6" y="46"/>
                    <a:pt x="4" y="48"/>
                    <a:pt x="4" y="49"/>
                  </a:cubicBezTo>
                  <a:cubicBezTo>
                    <a:pt x="4" y="50"/>
                    <a:pt x="5" y="52"/>
                    <a:pt x="5" y="52"/>
                  </a:cubicBezTo>
                  <a:cubicBezTo>
                    <a:pt x="6" y="52"/>
                    <a:pt x="1" y="53"/>
                    <a:pt x="2" y="49"/>
                  </a:cubicBezTo>
                  <a:cubicBezTo>
                    <a:pt x="2" y="45"/>
                    <a:pt x="3" y="45"/>
                    <a:pt x="3" y="44"/>
                  </a:cubicBezTo>
                  <a:cubicBezTo>
                    <a:pt x="3" y="43"/>
                    <a:pt x="1" y="42"/>
                    <a:pt x="1" y="39"/>
                  </a:cubicBezTo>
                  <a:cubicBezTo>
                    <a:pt x="2" y="36"/>
                    <a:pt x="4" y="35"/>
                    <a:pt x="6" y="34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7" y="34"/>
                    <a:pt x="5" y="33"/>
                    <a:pt x="4" y="30"/>
                  </a:cubicBezTo>
                  <a:cubicBezTo>
                    <a:pt x="4" y="30"/>
                    <a:pt x="5" y="29"/>
                    <a:pt x="7" y="29"/>
                  </a:cubicBezTo>
                  <a:cubicBezTo>
                    <a:pt x="6" y="29"/>
                    <a:pt x="2" y="24"/>
                    <a:pt x="3" y="22"/>
                  </a:cubicBezTo>
                  <a:cubicBezTo>
                    <a:pt x="3" y="22"/>
                    <a:pt x="6" y="22"/>
                    <a:pt x="7" y="23"/>
                  </a:cubicBezTo>
                  <a:cubicBezTo>
                    <a:pt x="7" y="23"/>
                    <a:pt x="1" y="18"/>
                    <a:pt x="2" y="14"/>
                  </a:cubicBezTo>
                  <a:cubicBezTo>
                    <a:pt x="2" y="14"/>
                    <a:pt x="6" y="17"/>
                    <a:pt x="7" y="17"/>
                  </a:cubicBezTo>
                  <a:cubicBezTo>
                    <a:pt x="7" y="17"/>
                    <a:pt x="0" y="7"/>
                    <a:pt x="4" y="3"/>
                  </a:cubicBezTo>
                  <a:cubicBezTo>
                    <a:pt x="4" y="3"/>
                    <a:pt x="8" y="12"/>
                    <a:pt x="9" y="13"/>
                  </a:cubicBezTo>
                  <a:cubicBezTo>
                    <a:pt x="9" y="13"/>
                    <a:pt x="10" y="12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8"/>
                    <a:pt x="12" y="2"/>
                    <a:pt x="14" y="1"/>
                  </a:cubicBezTo>
                  <a:cubicBezTo>
                    <a:pt x="14" y="1"/>
                    <a:pt x="13" y="11"/>
                    <a:pt x="15" y="13"/>
                  </a:cubicBezTo>
                  <a:cubicBezTo>
                    <a:pt x="15" y="13"/>
                    <a:pt x="15" y="12"/>
                    <a:pt x="16" y="12"/>
                  </a:cubicBezTo>
                  <a:cubicBezTo>
                    <a:pt x="16" y="12"/>
                    <a:pt x="16" y="17"/>
                    <a:pt x="17" y="18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20"/>
                    <a:pt x="20" y="21"/>
                  </a:cubicBezTo>
                  <a:cubicBezTo>
                    <a:pt x="20" y="21"/>
                    <a:pt x="20" y="21"/>
                    <a:pt x="20" y="22"/>
                  </a:cubicBezTo>
                  <a:cubicBezTo>
                    <a:pt x="20" y="19"/>
                    <a:pt x="21" y="18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4"/>
                    <a:pt x="28" y="14"/>
                  </a:cubicBezTo>
                  <a:cubicBezTo>
                    <a:pt x="30" y="14"/>
                    <a:pt x="30" y="16"/>
                    <a:pt x="30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6" y="16"/>
                    <a:pt x="36" y="19"/>
                    <a:pt x="36" y="1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4" y="24"/>
                    <a:pt x="33" y="24"/>
                  </a:cubicBezTo>
                  <a:cubicBezTo>
                    <a:pt x="32" y="24"/>
                    <a:pt x="31" y="23"/>
                    <a:pt x="30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5"/>
                    <a:pt x="29" y="26"/>
                    <a:pt x="30" y="27"/>
                  </a:cubicBezTo>
                  <a:cubicBezTo>
                    <a:pt x="32" y="28"/>
                    <a:pt x="34" y="30"/>
                    <a:pt x="35" y="31"/>
                  </a:cubicBezTo>
                  <a:cubicBezTo>
                    <a:pt x="36" y="32"/>
                    <a:pt x="36" y="34"/>
                    <a:pt x="37" y="35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1"/>
                    <a:pt x="39" y="31"/>
                    <a:pt x="39" y="30"/>
                  </a:cubicBezTo>
                  <a:cubicBezTo>
                    <a:pt x="39" y="29"/>
                    <a:pt x="40" y="27"/>
                    <a:pt x="40" y="27"/>
                  </a:cubicBezTo>
                  <a:cubicBezTo>
                    <a:pt x="40" y="27"/>
                    <a:pt x="42" y="28"/>
                    <a:pt x="41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4" y="25"/>
                    <a:pt x="44" y="23"/>
                    <a:pt x="44" y="21"/>
                  </a:cubicBezTo>
                  <a:cubicBezTo>
                    <a:pt x="44" y="20"/>
                    <a:pt x="44" y="19"/>
                    <a:pt x="43" y="18"/>
                  </a:cubicBezTo>
                  <a:cubicBezTo>
                    <a:pt x="43" y="17"/>
                    <a:pt x="42" y="16"/>
                    <a:pt x="42" y="16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1"/>
                    <a:pt x="46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6" y="11"/>
                    <a:pt x="45" y="12"/>
                    <a:pt x="45" y="1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7" y="12"/>
                    <a:pt x="50" y="13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6"/>
                    <a:pt x="45" y="27"/>
                  </a:cubicBezTo>
                  <a:cubicBezTo>
                    <a:pt x="45" y="28"/>
                    <a:pt x="44" y="29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4" y="31"/>
                    <a:pt x="46" y="31"/>
                    <a:pt x="46" y="35"/>
                  </a:cubicBezTo>
                  <a:cubicBezTo>
                    <a:pt x="46" y="35"/>
                    <a:pt x="45" y="32"/>
                    <a:pt x="43" y="33"/>
                  </a:cubicBezTo>
                  <a:cubicBezTo>
                    <a:pt x="41" y="35"/>
                    <a:pt x="42" y="39"/>
                    <a:pt x="41" y="39"/>
                  </a:cubicBezTo>
                  <a:cubicBezTo>
                    <a:pt x="40" y="39"/>
                    <a:pt x="38" y="40"/>
                    <a:pt x="38" y="41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5" y="46"/>
                    <a:pt x="34" y="48"/>
                    <a:pt x="33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9"/>
                    <a:pt x="35" y="48"/>
                    <a:pt x="37" y="48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7" y="52"/>
                    <a:pt x="38" y="53"/>
                    <a:pt x="39" y="53"/>
                  </a:cubicBezTo>
                  <a:cubicBezTo>
                    <a:pt x="40" y="54"/>
                    <a:pt x="40" y="54"/>
                    <a:pt x="40" y="54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2"/>
                  </a:lnTo>
                  <a:close/>
                  <a:moveTo>
                    <a:pt x="115" y="29"/>
                  </a:moveTo>
                  <a:cubicBezTo>
                    <a:pt x="113" y="29"/>
                    <a:pt x="113" y="27"/>
                    <a:pt x="112" y="27"/>
                  </a:cubicBezTo>
                  <a:cubicBezTo>
                    <a:pt x="112" y="29"/>
                    <a:pt x="111" y="31"/>
                    <a:pt x="111" y="31"/>
                  </a:cubicBezTo>
                  <a:cubicBezTo>
                    <a:pt x="111" y="33"/>
                    <a:pt x="112" y="33"/>
                    <a:pt x="112" y="34"/>
                  </a:cubicBezTo>
                  <a:cubicBezTo>
                    <a:pt x="116" y="33"/>
                    <a:pt x="115" y="29"/>
                    <a:pt x="115" y="29"/>
                  </a:cubicBezTo>
                  <a:moveTo>
                    <a:pt x="20" y="26"/>
                  </a:moveTo>
                  <a:cubicBezTo>
                    <a:pt x="20" y="24"/>
                    <a:pt x="20" y="24"/>
                    <a:pt x="20" y="24"/>
                  </a:cubicBezTo>
                  <a:lnTo>
                    <a:pt x="20" y="26"/>
                  </a:lnTo>
                  <a:close/>
                  <a:moveTo>
                    <a:pt x="12" y="44"/>
                  </a:moveTo>
                  <a:cubicBezTo>
                    <a:pt x="12" y="45"/>
                    <a:pt x="12" y="45"/>
                    <a:pt x="12" y="45"/>
                  </a:cubicBezTo>
                  <a:cubicBezTo>
                    <a:pt x="10" y="53"/>
                    <a:pt x="5" y="54"/>
                    <a:pt x="5" y="60"/>
                  </a:cubicBezTo>
                  <a:cubicBezTo>
                    <a:pt x="5" y="60"/>
                    <a:pt x="6" y="62"/>
                    <a:pt x="7" y="63"/>
                  </a:cubicBezTo>
                  <a:cubicBezTo>
                    <a:pt x="9" y="63"/>
                    <a:pt x="8" y="62"/>
                    <a:pt x="9" y="61"/>
                  </a:cubicBezTo>
                  <a:cubicBezTo>
                    <a:pt x="10" y="59"/>
                    <a:pt x="10" y="58"/>
                    <a:pt x="12" y="56"/>
                  </a:cubicBezTo>
                  <a:cubicBezTo>
                    <a:pt x="14" y="55"/>
                    <a:pt x="16" y="53"/>
                    <a:pt x="17" y="51"/>
                  </a:cubicBezTo>
                  <a:cubicBezTo>
                    <a:pt x="17" y="50"/>
                    <a:pt x="18" y="49"/>
                    <a:pt x="18" y="48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7" y="47"/>
                    <a:pt x="16" y="47"/>
                    <a:pt x="15" y="47"/>
                  </a:cubicBezTo>
                  <a:cubicBezTo>
                    <a:pt x="15" y="47"/>
                    <a:pt x="15" y="45"/>
                    <a:pt x="16" y="43"/>
                  </a:cubicBezTo>
                  <a:cubicBezTo>
                    <a:pt x="16" y="43"/>
                    <a:pt x="15" y="44"/>
                    <a:pt x="12" y="44"/>
                  </a:cubicBezTo>
                  <a:moveTo>
                    <a:pt x="21" y="34"/>
                  </a:moveTo>
                  <a:cubicBezTo>
                    <a:pt x="21" y="33"/>
                    <a:pt x="21" y="33"/>
                    <a:pt x="21" y="31"/>
                  </a:cubicBezTo>
                  <a:cubicBezTo>
                    <a:pt x="21" y="31"/>
                    <a:pt x="21" y="29"/>
                    <a:pt x="20" y="27"/>
                  </a:cubicBezTo>
                  <a:cubicBezTo>
                    <a:pt x="20" y="27"/>
                    <a:pt x="19" y="29"/>
                    <a:pt x="18" y="29"/>
                  </a:cubicBezTo>
                  <a:cubicBezTo>
                    <a:pt x="18" y="29"/>
                    <a:pt x="16" y="33"/>
                    <a:pt x="21" y="34"/>
                  </a:cubicBezTo>
                  <a:moveTo>
                    <a:pt x="9" y="35"/>
                  </a:moveTo>
                  <a:cubicBezTo>
                    <a:pt x="9" y="35"/>
                    <a:pt x="9" y="35"/>
                    <a:pt x="9" y="35"/>
                  </a:cubicBezTo>
                  <a:cubicBezTo>
                    <a:pt x="9" y="35"/>
                    <a:pt x="9" y="35"/>
                    <a:pt x="9" y="35"/>
                  </a:cubicBez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3" y="52"/>
                    <a:pt x="43" y="52"/>
                    <a:pt x="43" y="52"/>
                  </a:cubicBezTo>
                  <a:lnTo>
                    <a:pt x="44" y="50"/>
                  </a:lnTo>
                  <a:close/>
                  <a:moveTo>
                    <a:pt x="45" y="47"/>
                  </a:moveTo>
                  <a:cubicBezTo>
                    <a:pt x="45" y="47"/>
                    <a:pt x="45" y="47"/>
                    <a:pt x="45" y="47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7"/>
                  </a:lnTo>
                  <a:close/>
                  <a:moveTo>
                    <a:pt x="40" y="61"/>
                  </a:moveTo>
                  <a:cubicBezTo>
                    <a:pt x="40" y="62"/>
                    <a:pt x="40" y="62"/>
                    <a:pt x="40" y="62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7"/>
                    <a:pt x="41" y="58"/>
                    <a:pt x="41" y="59"/>
                  </a:cubicBezTo>
                  <a:lnTo>
                    <a:pt x="40" y="61"/>
                  </a:lnTo>
                  <a:close/>
                  <a:moveTo>
                    <a:pt x="72" y="0"/>
                  </a:moveTo>
                  <a:cubicBezTo>
                    <a:pt x="113" y="136"/>
                    <a:pt x="113" y="136"/>
                    <a:pt x="113" y="136"/>
                  </a:cubicBezTo>
                  <a:cubicBezTo>
                    <a:pt x="124" y="123"/>
                    <a:pt x="132" y="105"/>
                    <a:pt x="132" y="82"/>
                  </a:cubicBezTo>
                  <a:cubicBezTo>
                    <a:pt x="132" y="0"/>
                    <a:pt x="132" y="0"/>
                    <a:pt x="132" y="0"/>
                  </a:cubicBezTo>
                  <a:lnTo>
                    <a:pt x="72" y="0"/>
                  </a:lnTo>
                  <a:close/>
                  <a:moveTo>
                    <a:pt x="131" y="49"/>
                  </a:moveTo>
                  <a:cubicBezTo>
                    <a:pt x="132" y="53"/>
                    <a:pt x="127" y="52"/>
                    <a:pt x="127" y="52"/>
                  </a:cubicBezTo>
                  <a:cubicBezTo>
                    <a:pt x="128" y="52"/>
                    <a:pt x="129" y="50"/>
                    <a:pt x="129" y="49"/>
                  </a:cubicBezTo>
                  <a:cubicBezTo>
                    <a:pt x="129" y="48"/>
                    <a:pt x="127" y="46"/>
                    <a:pt x="126" y="44"/>
                  </a:cubicBezTo>
                  <a:cubicBezTo>
                    <a:pt x="125" y="41"/>
                    <a:pt x="128" y="40"/>
                    <a:pt x="128" y="40"/>
                  </a:cubicBezTo>
                  <a:cubicBezTo>
                    <a:pt x="129" y="39"/>
                    <a:pt x="129" y="39"/>
                    <a:pt x="129" y="39"/>
                  </a:cubicBezTo>
                  <a:cubicBezTo>
                    <a:pt x="129" y="37"/>
                    <a:pt x="127" y="36"/>
                    <a:pt x="126" y="37"/>
                  </a:cubicBezTo>
                  <a:cubicBezTo>
                    <a:pt x="126" y="37"/>
                    <a:pt x="125" y="36"/>
                    <a:pt x="124" y="37"/>
                  </a:cubicBezTo>
                  <a:cubicBezTo>
                    <a:pt x="124" y="38"/>
                    <a:pt x="124" y="38"/>
                    <a:pt x="124" y="38"/>
                  </a:cubicBezTo>
                  <a:cubicBezTo>
                    <a:pt x="123" y="39"/>
                    <a:pt x="123" y="39"/>
                    <a:pt x="123" y="39"/>
                  </a:cubicBezTo>
                  <a:cubicBezTo>
                    <a:pt x="123" y="39"/>
                    <a:pt x="123" y="41"/>
                    <a:pt x="123" y="42"/>
                  </a:cubicBezTo>
                  <a:cubicBezTo>
                    <a:pt x="123" y="49"/>
                    <a:pt x="130" y="55"/>
                    <a:pt x="130" y="60"/>
                  </a:cubicBezTo>
                  <a:cubicBezTo>
                    <a:pt x="130" y="64"/>
                    <a:pt x="126" y="67"/>
                    <a:pt x="126" y="67"/>
                  </a:cubicBezTo>
                  <a:cubicBezTo>
                    <a:pt x="127" y="69"/>
                    <a:pt x="127" y="69"/>
                    <a:pt x="127" y="69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5" y="71"/>
                    <a:pt x="125" y="71"/>
                    <a:pt x="125" y="71"/>
                  </a:cubicBezTo>
                  <a:cubicBezTo>
                    <a:pt x="126" y="72"/>
                    <a:pt x="126" y="72"/>
                    <a:pt x="126" y="72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5" y="74"/>
                    <a:pt x="125" y="74"/>
                    <a:pt x="125" y="74"/>
                  </a:cubicBezTo>
                  <a:cubicBezTo>
                    <a:pt x="124" y="74"/>
                    <a:pt x="124" y="74"/>
                    <a:pt x="124" y="74"/>
                  </a:cubicBezTo>
                  <a:cubicBezTo>
                    <a:pt x="125" y="75"/>
                    <a:pt x="125" y="75"/>
                    <a:pt x="125" y="75"/>
                  </a:cubicBezTo>
                  <a:cubicBezTo>
                    <a:pt x="123" y="75"/>
                    <a:pt x="123" y="75"/>
                    <a:pt x="123" y="75"/>
                  </a:cubicBezTo>
                  <a:cubicBezTo>
                    <a:pt x="124" y="78"/>
                    <a:pt x="124" y="78"/>
                    <a:pt x="124" y="78"/>
                  </a:cubicBezTo>
                  <a:cubicBezTo>
                    <a:pt x="123" y="78"/>
                    <a:pt x="123" y="78"/>
                    <a:pt x="123" y="78"/>
                  </a:cubicBezTo>
                  <a:cubicBezTo>
                    <a:pt x="124" y="80"/>
                    <a:pt x="124" y="80"/>
                    <a:pt x="124" y="80"/>
                  </a:cubicBezTo>
                  <a:cubicBezTo>
                    <a:pt x="125" y="83"/>
                    <a:pt x="125" y="83"/>
                    <a:pt x="125" y="83"/>
                  </a:cubicBezTo>
                  <a:cubicBezTo>
                    <a:pt x="125" y="84"/>
                    <a:pt x="125" y="85"/>
                    <a:pt x="125" y="87"/>
                  </a:cubicBezTo>
                  <a:cubicBezTo>
                    <a:pt x="125" y="88"/>
                    <a:pt x="125" y="89"/>
                    <a:pt x="125" y="89"/>
                  </a:cubicBezTo>
                  <a:cubicBezTo>
                    <a:pt x="126" y="94"/>
                    <a:pt x="126" y="94"/>
                    <a:pt x="126" y="94"/>
                  </a:cubicBezTo>
                  <a:cubicBezTo>
                    <a:pt x="125" y="96"/>
                    <a:pt x="125" y="96"/>
                    <a:pt x="125" y="96"/>
                  </a:cubicBezTo>
                  <a:cubicBezTo>
                    <a:pt x="125" y="100"/>
                    <a:pt x="125" y="100"/>
                    <a:pt x="125" y="100"/>
                  </a:cubicBezTo>
                  <a:cubicBezTo>
                    <a:pt x="123" y="101"/>
                    <a:pt x="123" y="101"/>
                    <a:pt x="123" y="101"/>
                  </a:cubicBezTo>
                  <a:cubicBezTo>
                    <a:pt x="122" y="101"/>
                    <a:pt x="120" y="101"/>
                    <a:pt x="118" y="101"/>
                  </a:cubicBezTo>
                  <a:cubicBezTo>
                    <a:pt x="117" y="101"/>
                    <a:pt x="116" y="100"/>
                    <a:pt x="114" y="99"/>
                  </a:cubicBezTo>
                  <a:cubicBezTo>
                    <a:pt x="113" y="98"/>
                    <a:pt x="113" y="99"/>
                    <a:pt x="113" y="98"/>
                  </a:cubicBezTo>
                  <a:cubicBezTo>
                    <a:pt x="115" y="96"/>
                    <a:pt x="115" y="96"/>
                    <a:pt x="115" y="96"/>
                  </a:cubicBezTo>
                  <a:cubicBezTo>
                    <a:pt x="116" y="96"/>
                    <a:pt x="117" y="96"/>
                    <a:pt x="118" y="96"/>
                  </a:cubicBezTo>
                  <a:cubicBezTo>
                    <a:pt x="119" y="96"/>
                    <a:pt x="119" y="97"/>
                    <a:pt x="121" y="97"/>
                  </a:cubicBezTo>
                  <a:cubicBezTo>
                    <a:pt x="122" y="97"/>
                    <a:pt x="122" y="95"/>
                    <a:pt x="122" y="94"/>
                  </a:cubicBezTo>
                  <a:cubicBezTo>
                    <a:pt x="122" y="93"/>
                    <a:pt x="123" y="92"/>
                    <a:pt x="122" y="91"/>
                  </a:cubicBezTo>
                  <a:cubicBezTo>
                    <a:pt x="121" y="89"/>
                    <a:pt x="121" y="88"/>
                    <a:pt x="121" y="87"/>
                  </a:cubicBezTo>
                  <a:cubicBezTo>
                    <a:pt x="121" y="86"/>
                    <a:pt x="121" y="86"/>
                    <a:pt x="120" y="85"/>
                  </a:cubicBezTo>
                  <a:cubicBezTo>
                    <a:pt x="119" y="84"/>
                    <a:pt x="119" y="83"/>
                    <a:pt x="119" y="82"/>
                  </a:cubicBezTo>
                  <a:cubicBezTo>
                    <a:pt x="119" y="81"/>
                    <a:pt x="119" y="80"/>
                    <a:pt x="118" y="79"/>
                  </a:cubicBezTo>
                  <a:cubicBezTo>
                    <a:pt x="117" y="78"/>
                    <a:pt x="116" y="75"/>
                    <a:pt x="115" y="75"/>
                  </a:cubicBezTo>
                  <a:cubicBezTo>
                    <a:pt x="115" y="74"/>
                    <a:pt x="114" y="72"/>
                    <a:pt x="114" y="72"/>
                  </a:cubicBezTo>
                  <a:cubicBezTo>
                    <a:pt x="113" y="70"/>
                    <a:pt x="113" y="70"/>
                    <a:pt x="113" y="70"/>
                  </a:cubicBezTo>
                  <a:cubicBezTo>
                    <a:pt x="111" y="69"/>
                    <a:pt x="111" y="69"/>
                    <a:pt x="111" y="69"/>
                  </a:cubicBezTo>
                  <a:cubicBezTo>
                    <a:pt x="110" y="68"/>
                    <a:pt x="110" y="68"/>
                    <a:pt x="110" y="68"/>
                  </a:cubicBezTo>
                  <a:cubicBezTo>
                    <a:pt x="110" y="69"/>
                    <a:pt x="110" y="69"/>
                    <a:pt x="110" y="69"/>
                  </a:cubicBezTo>
                  <a:cubicBezTo>
                    <a:pt x="110" y="70"/>
                    <a:pt x="110" y="70"/>
                    <a:pt x="110" y="70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11" y="74"/>
                    <a:pt x="111" y="74"/>
                    <a:pt x="111" y="74"/>
                  </a:cubicBezTo>
                  <a:cubicBezTo>
                    <a:pt x="109" y="75"/>
                    <a:pt x="109" y="75"/>
                    <a:pt x="109" y="75"/>
                  </a:cubicBezTo>
                  <a:cubicBezTo>
                    <a:pt x="107" y="77"/>
                    <a:pt x="107" y="77"/>
                    <a:pt x="107" y="77"/>
                  </a:cubicBezTo>
                  <a:cubicBezTo>
                    <a:pt x="106" y="79"/>
                    <a:pt x="106" y="79"/>
                    <a:pt x="106" y="79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105" y="79"/>
                    <a:pt x="104" y="81"/>
                    <a:pt x="103" y="82"/>
                  </a:cubicBezTo>
                  <a:cubicBezTo>
                    <a:pt x="103" y="83"/>
                    <a:pt x="102" y="83"/>
                    <a:pt x="101" y="83"/>
                  </a:cubicBezTo>
                  <a:cubicBezTo>
                    <a:pt x="100" y="83"/>
                    <a:pt x="98" y="81"/>
                    <a:pt x="98" y="80"/>
                  </a:cubicBezTo>
                  <a:cubicBezTo>
                    <a:pt x="97" y="79"/>
                    <a:pt x="96" y="76"/>
                    <a:pt x="96" y="76"/>
                  </a:cubicBezTo>
                  <a:cubicBezTo>
                    <a:pt x="96" y="73"/>
                    <a:pt x="96" y="73"/>
                    <a:pt x="96" y="73"/>
                  </a:cubicBezTo>
                  <a:cubicBezTo>
                    <a:pt x="98" y="74"/>
                    <a:pt x="98" y="74"/>
                    <a:pt x="98" y="74"/>
                  </a:cubicBezTo>
                  <a:cubicBezTo>
                    <a:pt x="99" y="75"/>
                    <a:pt x="99" y="75"/>
                    <a:pt x="99" y="75"/>
                  </a:cubicBezTo>
                  <a:cubicBezTo>
                    <a:pt x="100" y="76"/>
                    <a:pt x="100" y="76"/>
                    <a:pt x="100" y="76"/>
                  </a:cubicBezTo>
                  <a:cubicBezTo>
                    <a:pt x="100" y="78"/>
                    <a:pt x="100" y="78"/>
                    <a:pt x="100" y="78"/>
                  </a:cubicBezTo>
                  <a:cubicBezTo>
                    <a:pt x="101" y="79"/>
                    <a:pt x="101" y="79"/>
                    <a:pt x="101" y="79"/>
                  </a:cubicBezTo>
                  <a:cubicBezTo>
                    <a:pt x="101" y="78"/>
                    <a:pt x="101" y="78"/>
                    <a:pt x="102" y="78"/>
                  </a:cubicBezTo>
                  <a:cubicBezTo>
                    <a:pt x="103" y="77"/>
                    <a:pt x="105" y="75"/>
                    <a:pt x="105" y="74"/>
                  </a:cubicBezTo>
                  <a:cubicBezTo>
                    <a:pt x="106" y="73"/>
                    <a:pt x="107" y="72"/>
                    <a:pt x="106" y="70"/>
                  </a:cubicBezTo>
                  <a:cubicBezTo>
                    <a:pt x="105" y="69"/>
                    <a:pt x="103" y="67"/>
                    <a:pt x="102" y="66"/>
                  </a:cubicBezTo>
                  <a:cubicBezTo>
                    <a:pt x="100" y="65"/>
                    <a:pt x="102" y="64"/>
                    <a:pt x="102" y="64"/>
                  </a:cubicBezTo>
                  <a:cubicBezTo>
                    <a:pt x="100" y="64"/>
                    <a:pt x="100" y="62"/>
                    <a:pt x="100" y="62"/>
                  </a:cubicBezTo>
                  <a:cubicBezTo>
                    <a:pt x="101" y="56"/>
                    <a:pt x="107" y="58"/>
                    <a:pt x="108" y="58"/>
                  </a:cubicBezTo>
                  <a:cubicBezTo>
                    <a:pt x="108" y="58"/>
                    <a:pt x="107" y="57"/>
                    <a:pt x="107" y="56"/>
                  </a:cubicBezTo>
                  <a:cubicBezTo>
                    <a:pt x="106" y="55"/>
                    <a:pt x="103" y="54"/>
                    <a:pt x="103" y="53"/>
                  </a:cubicBezTo>
                  <a:cubicBezTo>
                    <a:pt x="103" y="52"/>
                    <a:pt x="103" y="52"/>
                    <a:pt x="103" y="52"/>
                  </a:cubicBezTo>
                  <a:cubicBezTo>
                    <a:pt x="100" y="53"/>
                    <a:pt x="99" y="57"/>
                    <a:pt x="99" y="57"/>
                  </a:cubicBezTo>
                  <a:cubicBezTo>
                    <a:pt x="98" y="56"/>
                    <a:pt x="98" y="55"/>
                    <a:pt x="98" y="54"/>
                  </a:cubicBezTo>
                  <a:cubicBezTo>
                    <a:pt x="96" y="54"/>
                    <a:pt x="96" y="54"/>
                    <a:pt x="96" y="54"/>
                  </a:cubicBezTo>
                  <a:cubicBezTo>
                    <a:pt x="95" y="54"/>
                    <a:pt x="95" y="55"/>
                    <a:pt x="94" y="55"/>
                  </a:cubicBezTo>
                  <a:cubicBezTo>
                    <a:pt x="93" y="56"/>
                    <a:pt x="93" y="56"/>
                    <a:pt x="92" y="57"/>
                  </a:cubicBezTo>
                  <a:cubicBezTo>
                    <a:pt x="93" y="58"/>
                    <a:pt x="93" y="58"/>
                    <a:pt x="93" y="58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61"/>
                    <a:pt x="94" y="61"/>
                    <a:pt x="94" y="6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93" y="63"/>
                    <a:pt x="93" y="63"/>
                    <a:pt x="93" y="63"/>
                  </a:cubicBezTo>
                  <a:cubicBezTo>
                    <a:pt x="93" y="62"/>
                    <a:pt x="93" y="62"/>
                    <a:pt x="93" y="62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91" y="59"/>
                    <a:pt x="91" y="59"/>
                    <a:pt x="91" y="59"/>
                  </a:cubicBezTo>
                  <a:cubicBezTo>
                    <a:pt x="91" y="58"/>
                    <a:pt x="91" y="57"/>
                    <a:pt x="90" y="56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9" y="46"/>
                    <a:pt x="89" y="46"/>
                    <a:pt x="89" y="46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1" y="53"/>
                    <a:pt x="91" y="53"/>
                    <a:pt x="91" y="53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94" y="53"/>
                    <a:pt x="94" y="53"/>
                    <a:pt x="94" y="53"/>
                  </a:cubicBezTo>
                  <a:cubicBezTo>
                    <a:pt x="94" y="53"/>
                    <a:pt x="96" y="52"/>
                    <a:pt x="97" y="51"/>
                  </a:cubicBezTo>
                  <a:cubicBezTo>
                    <a:pt x="97" y="50"/>
                    <a:pt x="97" y="50"/>
                    <a:pt x="97" y="50"/>
                  </a:cubicBezTo>
                  <a:cubicBezTo>
                    <a:pt x="95" y="48"/>
                    <a:pt x="95" y="48"/>
                    <a:pt x="95" y="48"/>
                  </a:cubicBezTo>
                  <a:cubicBezTo>
                    <a:pt x="98" y="48"/>
                    <a:pt x="99" y="49"/>
                    <a:pt x="99" y="49"/>
                  </a:cubicBezTo>
                  <a:cubicBezTo>
                    <a:pt x="99" y="49"/>
                    <a:pt x="99" y="49"/>
                    <a:pt x="99" y="49"/>
                  </a:cubicBezTo>
                  <a:cubicBezTo>
                    <a:pt x="99" y="48"/>
                    <a:pt x="97" y="46"/>
                    <a:pt x="95" y="43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2" y="39"/>
                    <a:pt x="92" y="39"/>
                  </a:cubicBezTo>
                  <a:cubicBezTo>
                    <a:pt x="91" y="39"/>
                    <a:pt x="92" y="35"/>
                    <a:pt x="90" y="33"/>
                  </a:cubicBezTo>
                  <a:cubicBezTo>
                    <a:pt x="87" y="32"/>
                    <a:pt x="87" y="35"/>
                    <a:pt x="87" y="35"/>
                  </a:cubicBezTo>
                  <a:cubicBezTo>
                    <a:pt x="87" y="31"/>
                    <a:pt x="88" y="31"/>
                    <a:pt x="89" y="31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7" y="26"/>
                    <a:pt x="86" y="25"/>
                    <a:pt x="86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6" y="29"/>
                    <a:pt x="86" y="29"/>
                    <a:pt x="86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5" y="26"/>
                    <a:pt x="85" y="26"/>
                    <a:pt x="85" y="26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85" y="19"/>
                    <a:pt x="85" y="19"/>
                    <a:pt x="85" y="19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5" y="12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8" y="12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8" y="11"/>
                    <a:pt x="88" y="13"/>
                    <a:pt x="88" y="13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90" y="13"/>
                    <a:pt x="90" y="14"/>
                    <a:pt x="90" y="14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1" y="16"/>
                    <a:pt x="90" y="17"/>
                    <a:pt x="89" y="18"/>
                  </a:cubicBezTo>
                  <a:cubicBezTo>
                    <a:pt x="89" y="19"/>
                    <a:pt x="89" y="20"/>
                    <a:pt x="88" y="21"/>
                  </a:cubicBezTo>
                  <a:cubicBezTo>
                    <a:pt x="88" y="23"/>
                    <a:pt x="89" y="25"/>
                    <a:pt x="90" y="27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1" y="30"/>
                    <a:pt x="91" y="30"/>
                    <a:pt x="91" y="30"/>
                  </a:cubicBezTo>
                  <a:cubicBezTo>
                    <a:pt x="91" y="28"/>
                    <a:pt x="93" y="27"/>
                    <a:pt x="93" y="27"/>
                  </a:cubicBezTo>
                  <a:cubicBezTo>
                    <a:pt x="93" y="27"/>
                    <a:pt x="93" y="29"/>
                    <a:pt x="93" y="30"/>
                  </a:cubicBezTo>
                  <a:cubicBezTo>
                    <a:pt x="94" y="31"/>
                    <a:pt x="94" y="31"/>
                    <a:pt x="94" y="32"/>
                  </a:cubicBezTo>
                  <a:cubicBezTo>
                    <a:pt x="96" y="35"/>
                    <a:pt x="96" y="35"/>
                    <a:pt x="96" y="35"/>
                  </a:cubicBezTo>
                  <a:cubicBezTo>
                    <a:pt x="96" y="34"/>
                    <a:pt x="97" y="32"/>
                    <a:pt x="98" y="31"/>
                  </a:cubicBezTo>
                  <a:cubicBezTo>
                    <a:pt x="99" y="30"/>
                    <a:pt x="101" y="28"/>
                    <a:pt x="102" y="27"/>
                  </a:cubicBezTo>
                  <a:cubicBezTo>
                    <a:pt x="103" y="26"/>
                    <a:pt x="105" y="25"/>
                    <a:pt x="105" y="24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2" y="23"/>
                    <a:pt x="102" y="23"/>
                    <a:pt x="102" y="23"/>
                  </a:cubicBezTo>
                  <a:cubicBezTo>
                    <a:pt x="102" y="23"/>
                    <a:pt x="101" y="24"/>
                    <a:pt x="100" y="24"/>
                  </a:cubicBezTo>
                  <a:cubicBezTo>
                    <a:pt x="98" y="24"/>
                    <a:pt x="98" y="23"/>
                    <a:pt x="97" y="23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0" y="21"/>
                    <a:pt x="100" y="21"/>
                    <a:pt x="100" y="21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7" y="19"/>
                    <a:pt x="97" y="19"/>
                    <a:pt x="97" y="19"/>
                  </a:cubicBezTo>
                  <a:cubicBezTo>
                    <a:pt x="97" y="19"/>
                    <a:pt x="97" y="16"/>
                    <a:pt x="99" y="16"/>
                  </a:cubicBezTo>
                  <a:cubicBezTo>
                    <a:pt x="102" y="16"/>
                    <a:pt x="102" y="16"/>
                    <a:pt x="102" y="16"/>
                  </a:cubicBezTo>
                  <a:cubicBezTo>
                    <a:pt x="102" y="16"/>
                    <a:pt x="103" y="14"/>
                    <a:pt x="104" y="14"/>
                  </a:cubicBezTo>
                  <a:cubicBezTo>
                    <a:pt x="105" y="14"/>
                    <a:pt x="106" y="14"/>
                    <a:pt x="107" y="14"/>
                  </a:cubicBezTo>
                  <a:cubicBezTo>
                    <a:pt x="108" y="15"/>
                    <a:pt x="108" y="15"/>
                    <a:pt x="108" y="15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9" y="14"/>
                    <a:pt x="109" y="14"/>
                    <a:pt x="109" y="14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09" y="15"/>
                    <a:pt x="109" y="15"/>
                    <a:pt x="109" y="15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2" y="17"/>
                    <a:pt x="112" y="17"/>
                    <a:pt x="112" y="17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1" y="18"/>
                    <a:pt x="113" y="19"/>
                    <a:pt x="113" y="22"/>
                  </a:cubicBezTo>
                  <a:cubicBezTo>
                    <a:pt x="113" y="21"/>
                    <a:pt x="113" y="21"/>
                    <a:pt x="113" y="21"/>
                  </a:cubicBezTo>
                  <a:cubicBezTo>
                    <a:pt x="114" y="20"/>
                    <a:pt x="115" y="17"/>
                    <a:pt x="115" y="17"/>
                  </a:cubicBezTo>
                  <a:cubicBezTo>
                    <a:pt x="116" y="18"/>
                    <a:pt x="116" y="18"/>
                    <a:pt x="116" y="18"/>
                  </a:cubicBezTo>
                  <a:cubicBezTo>
                    <a:pt x="116" y="17"/>
                    <a:pt x="117" y="12"/>
                    <a:pt x="117" y="12"/>
                  </a:cubicBezTo>
                  <a:cubicBezTo>
                    <a:pt x="118" y="12"/>
                    <a:pt x="118" y="13"/>
                    <a:pt x="118" y="13"/>
                  </a:cubicBezTo>
                  <a:cubicBezTo>
                    <a:pt x="119" y="11"/>
                    <a:pt x="118" y="1"/>
                    <a:pt x="118" y="1"/>
                  </a:cubicBezTo>
                  <a:cubicBezTo>
                    <a:pt x="121" y="2"/>
                    <a:pt x="123" y="8"/>
                    <a:pt x="122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3" y="12"/>
                    <a:pt x="123" y="13"/>
                    <a:pt x="123" y="13"/>
                  </a:cubicBezTo>
                  <a:cubicBezTo>
                    <a:pt x="125" y="12"/>
                    <a:pt x="129" y="3"/>
                    <a:pt x="129" y="3"/>
                  </a:cubicBezTo>
                  <a:cubicBezTo>
                    <a:pt x="133" y="7"/>
                    <a:pt x="126" y="17"/>
                    <a:pt x="126" y="17"/>
                  </a:cubicBezTo>
                  <a:cubicBezTo>
                    <a:pt x="127" y="17"/>
                    <a:pt x="130" y="14"/>
                    <a:pt x="130" y="14"/>
                  </a:cubicBezTo>
                  <a:cubicBezTo>
                    <a:pt x="132" y="18"/>
                    <a:pt x="125" y="23"/>
                    <a:pt x="125" y="23"/>
                  </a:cubicBezTo>
                  <a:cubicBezTo>
                    <a:pt x="127" y="22"/>
                    <a:pt x="130" y="22"/>
                    <a:pt x="130" y="22"/>
                  </a:cubicBezTo>
                  <a:cubicBezTo>
                    <a:pt x="130" y="24"/>
                    <a:pt x="126" y="29"/>
                    <a:pt x="125" y="29"/>
                  </a:cubicBezTo>
                  <a:cubicBezTo>
                    <a:pt x="128" y="29"/>
                    <a:pt x="129" y="30"/>
                    <a:pt x="129" y="30"/>
                  </a:cubicBezTo>
                  <a:cubicBezTo>
                    <a:pt x="128" y="33"/>
                    <a:pt x="126" y="34"/>
                    <a:pt x="124" y="35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9" y="35"/>
                    <a:pt x="131" y="36"/>
                    <a:pt x="131" y="39"/>
                  </a:cubicBezTo>
                  <a:cubicBezTo>
                    <a:pt x="131" y="42"/>
                    <a:pt x="130" y="43"/>
                    <a:pt x="130" y="44"/>
                  </a:cubicBezTo>
                  <a:cubicBezTo>
                    <a:pt x="130" y="45"/>
                    <a:pt x="130" y="45"/>
                    <a:pt x="131" y="4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1" name="Freeform 35">
              <a:extLst>
                <a:ext uri="{FF2B5EF4-FFF2-40B4-BE49-F238E27FC236}">
                  <a16:creationId xmlns:a16="http://schemas.microsoft.com/office/drawing/2014/main" id="{08201962-9093-439C-8F3D-54623CAFEF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0775" y="2614613"/>
              <a:ext cx="103188" cy="122238"/>
            </a:xfrm>
            <a:custGeom>
              <a:avLst/>
              <a:gdLst>
                <a:gd name="T0" fmla="*/ 21 w 48"/>
                <a:gd name="T1" fmla="*/ 19 h 56"/>
                <a:gd name="T2" fmla="*/ 23 w 48"/>
                <a:gd name="T3" fmla="*/ 4 h 56"/>
                <a:gd name="T4" fmla="*/ 19 w 48"/>
                <a:gd name="T5" fmla="*/ 21 h 56"/>
                <a:gd name="T6" fmla="*/ 7 w 48"/>
                <a:gd name="T7" fmla="*/ 22 h 56"/>
                <a:gd name="T8" fmla="*/ 25 w 48"/>
                <a:gd name="T9" fmla="*/ 24 h 56"/>
                <a:gd name="T10" fmla="*/ 42 w 48"/>
                <a:gd name="T11" fmla="*/ 23 h 56"/>
                <a:gd name="T12" fmla="*/ 43 w 48"/>
                <a:gd name="T13" fmla="*/ 23 h 56"/>
                <a:gd name="T14" fmla="*/ 25 w 48"/>
                <a:gd name="T15" fmla="*/ 23 h 56"/>
                <a:gd name="T16" fmla="*/ 31 w 48"/>
                <a:gd name="T17" fmla="*/ 17 h 56"/>
                <a:gd name="T18" fmla="*/ 24 w 48"/>
                <a:gd name="T19" fmla="*/ 22 h 56"/>
                <a:gd name="T20" fmla="*/ 24 w 48"/>
                <a:gd name="T21" fmla="*/ 4 h 56"/>
                <a:gd name="T22" fmla="*/ 24 w 48"/>
                <a:gd name="T23" fmla="*/ 4 h 56"/>
                <a:gd name="T24" fmla="*/ 24 w 48"/>
                <a:gd name="T25" fmla="*/ 22 h 56"/>
                <a:gd name="T26" fmla="*/ 17 w 48"/>
                <a:gd name="T27" fmla="*/ 17 h 56"/>
                <a:gd name="T28" fmla="*/ 23 w 48"/>
                <a:gd name="T29" fmla="*/ 23 h 56"/>
                <a:gd name="T30" fmla="*/ 7 w 48"/>
                <a:gd name="T31" fmla="*/ 23 h 56"/>
                <a:gd name="T32" fmla="*/ 5 w 48"/>
                <a:gd name="T33" fmla="*/ 23 h 56"/>
                <a:gd name="T34" fmla="*/ 6 w 48"/>
                <a:gd name="T35" fmla="*/ 23 h 56"/>
                <a:gd name="T36" fmla="*/ 18 w 48"/>
                <a:gd name="T37" fmla="*/ 28 h 56"/>
                <a:gd name="T38" fmla="*/ 19 w 48"/>
                <a:gd name="T39" fmla="*/ 29 h 56"/>
                <a:gd name="T40" fmla="*/ 24 w 48"/>
                <a:gd name="T41" fmla="*/ 49 h 56"/>
                <a:gd name="T42" fmla="*/ 24 w 48"/>
                <a:gd name="T43" fmla="*/ 50 h 56"/>
                <a:gd name="T44" fmla="*/ 24 w 48"/>
                <a:gd name="T45" fmla="*/ 25 h 56"/>
                <a:gd name="T46" fmla="*/ 29 w 48"/>
                <a:gd name="T47" fmla="*/ 29 h 56"/>
                <a:gd name="T48" fmla="*/ 30 w 48"/>
                <a:gd name="T49" fmla="*/ 28 h 56"/>
                <a:gd name="T50" fmla="*/ 44 w 48"/>
                <a:gd name="T51" fmla="*/ 23 h 56"/>
                <a:gd name="T52" fmla="*/ 26 w 48"/>
                <a:gd name="T53" fmla="*/ 24 h 56"/>
                <a:gd name="T54" fmla="*/ 48 w 48"/>
                <a:gd name="T55" fmla="*/ 23 h 56"/>
                <a:gd name="T56" fmla="*/ 43 w 48"/>
                <a:gd name="T57" fmla="*/ 22 h 56"/>
                <a:gd name="T58" fmla="*/ 44 w 48"/>
                <a:gd name="T59" fmla="*/ 23 h 56"/>
                <a:gd name="T60" fmla="*/ 24 w 48"/>
                <a:gd name="T61" fmla="*/ 50 h 56"/>
                <a:gd name="T62" fmla="*/ 23 w 48"/>
                <a:gd name="T63" fmla="*/ 25 h 56"/>
                <a:gd name="T64" fmla="*/ 24 w 48"/>
                <a:gd name="T65" fmla="*/ 56 h 56"/>
                <a:gd name="T66" fmla="*/ 28 w 48"/>
                <a:gd name="T67" fmla="*/ 29 h 56"/>
                <a:gd name="T68" fmla="*/ 25 w 48"/>
                <a:gd name="T69" fmla="*/ 49 h 56"/>
                <a:gd name="T70" fmla="*/ 6 w 48"/>
                <a:gd name="T71" fmla="*/ 24 h 56"/>
                <a:gd name="T72" fmla="*/ 6 w 48"/>
                <a:gd name="T73" fmla="*/ 22 h 56"/>
                <a:gd name="T74" fmla="*/ 0 w 48"/>
                <a:gd name="T75" fmla="*/ 23 h 56"/>
                <a:gd name="T76" fmla="*/ 22 w 48"/>
                <a:gd name="T77" fmla="*/ 24 h 56"/>
                <a:gd name="T78" fmla="*/ 43 w 48"/>
                <a:gd name="T79" fmla="*/ 22 h 56"/>
                <a:gd name="T80" fmla="*/ 26 w 48"/>
                <a:gd name="T81" fmla="*/ 22 h 56"/>
                <a:gd name="T82" fmla="*/ 25 w 48"/>
                <a:gd name="T83" fmla="*/ 4 h 56"/>
                <a:gd name="T84" fmla="*/ 25 w 48"/>
                <a:gd name="T85" fmla="*/ 21 h 56"/>
                <a:gd name="T86" fmla="*/ 24 w 48"/>
                <a:gd name="T87" fmla="*/ 0 h 56"/>
                <a:gd name="T88" fmla="*/ 23 w 48"/>
                <a:gd name="T89" fmla="*/ 4 h 56"/>
                <a:gd name="T90" fmla="*/ 24 w 48"/>
                <a:gd name="T91" fmla="*/ 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8" h="56">
                  <a:moveTo>
                    <a:pt x="23" y="4"/>
                  </a:moveTo>
                  <a:cubicBezTo>
                    <a:pt x="21" y="19"/>
                    <a:pt x="21" y="19"/>
                    <a:pt x="21" y="19"/>
                  </a:cubicBezTo>
                  <a:cubicBezTo>
                    <a:pt x="23" y="21"/>
                    <a:pt x="23" y="21"/>
                    <a:pt x="23" y="21"/>
                  </a:cubicBezTo>
                  <a:lnTo>
                    <a:pt x="23" y="4"/>
                  </a:lnTo>
                  <a:close/>
                  <a:moveTo>
                    <a:pt x="22" y="22"/>
                  </a:moveTo>
                  <a:cubicBezTo>
                    <a:pt x="19" y="21"/>
                    <a:pt x="19" y="21"/>
                    <a:pt x="19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10" y="22"/>
                    <a:pt x="19" y="22"/>
                    <a:pt x="22" y="22"/>
                  </a:cubicBezTo>
                  <a:moveTo>
                    <a:pt x="25" y="24"/>
                  </a:moveTo>
                  <a:cubicBezTo>
                    <a:pt x="26" y="24"/>
                    <a:pt x="26" y="24"/>
                    <a:pt x="26" y="24"/>
                  </a:cubicBezTo>
                  <a:cubicBezTo>
                    <a:pt x="26" y="24"/>
                    <a:pt x="40" y="23"/>
                    <a:pt x="42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10" y="23"/>
                    <a:pt x="7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8"/>
                    <a:pt x="30" y="28"/>
                    <a:pt x="30" y="28"/>
                  </a:cubicBezTo>
                  <a:lnTo>
                    <a:pt x="25" y="24"/>
                  </a:lnTo>
                  <a:close/>
                  <a:moveTo>
                    <a:pt x="44" y="23"/>
                  </a:moveTo>
                  <a:cubicBezTo>
                    <a:pt x="42" y="24"/>
                    <a:pt x="42" y="24"/>
                    <a:pt x="42" y="24"/>
                  </a:cubicBezTo>
                  <a:cubicBezTo>
                    <a:pt x="41" y="24"/>
                    <a:pt x="29" y="24"/>
                    <a:pt x="26" y="24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3" y="22"/>
                    <a:pt x="43" y="22"/>
                    <a:pt x="43" y="22"/>
                  </a:cubicBezTo>
                  <a:lnTo>
                    <a:pt x="44" y="23"/>
                  </a:lnTo>
                  <a:close/>
                  <a:moveTo>
                    <a:pt x="25" y="49"/>
                  </a:moveTo>
                  <a:cubicBezTo>
                    <a:pt x="25" y="50"/>
                    <a:pt x="25" y="50"/>
                    <a:pt x="24" y="50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5" y="25"/>
                    <a:pt x="25" y="25"/>
                    <a:pt x="25" y="25"/>
                  </a:cubicBezTo>
                  <a:lnTo>
                    <a:pt x="25" y="49"/>
                  </a:lnTo>
                  <a:close/>
                  <a:moveTo>
                    <a:pt x="22" y="24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5" y="24"/>
                    <a:pt x="5" y="2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9" y="26"/>
                    <a:pt x="19" y="26"/>
                    <a:pt x="19" y="26"/>
                  </a:cubicBezTo>
                  <a:lnTo>
                    <a:pt x="22" y="24"/>
                  </a:lnTo>
                  <a:close/>
                  <a:moveTo>
                    <a:pt x="26" y="22"/>
                  </a:moveTo>
                  <a:cubicBezTo>
                    <a:pt x="43" y="22"/>
                    <a:pt x="43" y="22"/>
                    <a:pt x="43" y="22"/>
                  </a:cubicBezTo>
                  <a:cubicBezTo>
                    <a:pt x="28" y="20"/>
                    <a:pt x="28" y="20"/>
                    <a:pt x="28" y="20"/>
                  </a:cubicBezTo>
                  <a:lnTo>
                    <a:pt x="26" y="22"/>
                  </a:lnTo>
                  <a:close/>
                  <a:moveTo>
                    <a:pt x="24" y="4"/>
                  </a:moveTo>
                  <a:cubicBezTo>
                    <a:pt x="25" y="4"/>
                    <a:pt x="25" y="4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lnTo>
                    <a:pt x="2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2" name="Freeform 36">
              <a:extLst>
                <a:ext uri="{FF2B5EF4-FFF2-40B4-BE49-F238E27FC236}">
                  <a16:creationId xmlns:a16="http://schemas.microsoft.com/office/drawing/2014/main" id="{BCCA80F3-D8D1-489B-94C8-059F29446A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97600" y="2746375"/>
              <a:ext cx="107950" cy="98425"/>
            </a:xfrm>
            <a:custGeom>
              <a:avLst/>
              <a:gdLst>
                <a:gd name="T0" fmla="*/ 14 w 50"/>
                <a:gd name="T1" fmla="*/ 20 h 45"/>
                <a:gd name="T2" fmla="*/ 15 w 50"/>
                <a:gd name="T3" fmla="*/ 11 h 45"/>
                <a:gd name="T4" fmla="*/ 13 w 50"/>
                <a:gd name="T5" fmla="*/ 27 h 45"/>
                <a:gd name="T6" fmla="*/ 22 w 50"/>
                <a:gd name="T7" fmla="*/ 14 h 45"/>
                <a:gd name="T8" fmla="*/ 37 w 50"/>
                <a:gd name="T9" fmla="*/ 24 h 45"/>
                <a:gd name="T10" fmla="*/ 25 w 50"/>
                <a:gd name="T11" fmla="*/ 24 h 45"/>
                <a:gd name="T12" fmla="*/ 43 w 50"/>
                <a:gd name="T13" fmla="*/ 31 h 45"/>
                <a:gd name="T14" fmla="*/ 25 w 50"/>
                <a:gd name="T15" fmla="*/ 22 h 45"/>
                <a:gd name="T16" fmla="*/ 38 w 50"/>
                <a:gd name="T17" fmla="*/ 3 h 45"/>
                <a:gd name="T18" fmla="*/ 19 w 50"/>
                <a:gd name="T19" fmla="*/ 3 h 45"/>
                <a:gd name="T20" fmla="*/ 40 w 50"/>
                <a:gd name="T21" fmla="*/ 0 h 45"/>
                <a:gd name="T22" fmla="*/ 43 w 50"/>
                <a:gd name="T23" fmla="*/ 39 h 45"/>
                <a:gd name="T24" fmla="*/ 46 w 50"/>
                <a:gd name="T25" fmla="*/ 41 h 45"/>
                <a:gd name="T26" fmla="*/ 47 w 50"/>
                <a:gd name="T27" fmla="*/ 44 h 45"/>
                <a:gd name="T28" fmla="*/ 7 w 50"/>
                <a:gd name="T29" fmla="*/ 39 h 45"/>
                <a:gd name="T30" fmla="*/ 10 w 50"/>
                <a:gd name="T31" fmla="*/ 41 h 45"/>
                <a:gd name="T32" fmla="*/ 14 w 50"/>
                <a:gd name="T33" fmla="*/ 41 h 45"/>
                <a:gd name="T34" fmla="*/ 17 w 50"/>
                <a:gd name="T35" fmla="*/ 43 h 45"/>
                <a:gd name="T36" fmla="*/ 20 w 50"/>
                <a:gd name="T37" fmla="*/ 42 h 45"/>
                <a:gd name="T38" fmla="*/ 18 w 50"/>
                <a:gd name="T39" fmla="*/ 38 h 45"/>
                <a:gd name="T40" fmla="*/ 10 w 50"/>
                <a:gd name="T41" fmla="*/ 38 h 45"/>
                <a:gd name="T42" fmla="*/ 5 w 50"/>
                <a:gd name="T43" fmla="*/ 37 h 45"/>
                <a:gd name="T44" fmla="*/ 32 w 50"/>
                <a:gd name="T45" fmla="*/ 10 h 45"/>
                <a:gd name="T46" fmla="*/ 26 w 50"/>
                <a:gd name="T47" fmla="*/ 17 h 45"/>
                <a:gd name="T48" fmla="*/ 37 w 50"/>
                <a:gd name="T49" fmla="*/ 17 h 45"/>
                <a:gd name="T50" fmla="*/ 33 w 50"/>
                <a:gd name="T51" fmla="*/ 21 h 45"/>
                <a:gd name="T52" fmla="*/ 42 w 50"/>
                <a:gd name="T53" fmla="*/ 43 h 45"/>
                <a:gd name="T54" fmla="*/ 42 w 50"/>
                <a:gd name="T55" fmla="*/ 42 h 45"/>
                <a:gd name="T56" fmla="*/ 38 w 50"/>
                <a:gd name="T57" fmla="*/ 27 h 45"/>
                <a:gd name="T58" fmla="*/ 12 w 50"/>
                <a:gd name="T59" fmla="*/ 24 h 45"/>
                <a:gd name="T60" fmla="*/ 10 w 50"/>
                <a:gd name="T61" fmla="*/ 37 h 45"/>
                <a:gd name="T62" fmla="*/ 18 w 50"/>
                <a:gd name="T63" fmla="*/ 38 h 45"/>
                <a:gd name="T64" fmla="*/ 32 w 50"/>
                <a:gd name="T65" fmla="*/ 38 h 45"/>
                <a:gd name="T66" fmla="*/ 45 w 50"/>
                <a:gd name="T67" fmla="*/ 38 h 45"/>
                <a:gd name="T68" fmla="*/ 43 w 50"/>
                <a:gd name="T69" fmla="*/ 40 h 45"/>
                <a:gd name="T70" fmla="*/ 38 w 50"/>
                <a:gd name="T71" fmla="*/ 39 h 45"/>
                <a:gd name="T72" fmla="*/ 40 w 50"/>
                <a:gd name="T73" fmla="*/ 42 h 45"/>
                <a:gd name="T74" fmla="*/ 42 w 50"/>
                <a:gd name="T75" fmla="*/ 41 h 45"/>
                <a:gd name="T76" fmla="*/ 31 w 50"/>
                <a:gd name="T77" fmla="*/ 40 h 45"/>
                <a:gd name="T78" fmla="*/ 28 w 50"/>
                <a:gd name="T79" fmla="*/ 39 h 45"/>
                <a:gd name="T80" fmla="*/ 23 w 50"/>
                <a:gd name="T81" fmla="*/ 40 h 45"/>
                <a:gd name="T82" fmla="*/ 20 w 50"/>
                <a:gd name="T83" fmla="*/ 41 h 45"/>
                <a:gd name="T84" fmla="*/ 44 w 50"/>
                <a:gd name="T85" fmla="*/ 42 h 45"/>
                <a:gd name="T86" fmla="*/ 41 w 50"/>
                <a:gd name="T87" fmla="*/ 43 h 45"/>
                <a:gd name="T88" fmla="*/ 34 w 50"/>
                <a:gd name="T89" fmla="*/ 43 h 45"/>
                <a:gd name="T90" fmla="*/ 27 w 50"/>
                <a:gd name="T91" fmla="*/ 43 h 45"/>
                <a:gd name="T92" fmla="*/ 46 w 50"/>
                <a:gd name="T93" fmla="*/ 44 h 45"/>
                <a:gd name="T94" fmla="*/ 18 w 50"/>
                <a:gd name="T95" fmla="*/ 44 h 45"/>
                <a:gd name="T96" fmla="*/ 14 w 50"/>
                <a:gd name="T97" fmla="*/ 42 h 45"/>
                <a:gd name="T98" fmla="*/ 11 w 50"/>
                <a:gd name="T99" fmla="*/ 42 h 45"/>
                <a:gd name="T100" fmla="*/ 1 w 50"/>
                <a:gd name="T101" fmla="*/ 44 h 45"/>
                <a:gd name="T102" fmla="*/ 19 w 50"/>
                <a:gd name="T103" fmla="*/ 45 h 45"/>
                <a:gd name="T104" fmla="*/ 38 w 50"/>
                <a:gd name="T105" fmla="*/ 40 h 45"/>
                <a:gd name="T106" fmla="*/ 35 w 50"/>
                <a:gd name="T107" fmla="*/ 40 h 45"/>
                <a:gd name="T108" fmla="*/ 17 w 50"/>
                <a:gd name="T109" fmla="*/ 24 h 45"/>
                <a:gd name="T110" fmla="*/ 36 w 50"/>
                <a:gd name="T111" fmla="*/ 11 h 45"/>
                <a:gd name="T112" fmla="*/ 41 w 50"/>
                <a:gd name="T113" fmla="*/ 24 h 45"/>
                <a:gd name="T114" fmla="*/ 13 w 50"/>
                <a:gd name="T115" fmla="*/ 17 h 45"/>
                <a:gd name="T116" fmla="*/ 11 w 50"/>
                <a:gd name="T117" fmla="*/ 14 h 45"/>
                <a:gd name="T118" fmla="*/ 38 w 50"/>
                <a:gd name="T119" fmla="*/ 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" h="45">
                  <a:moveTo>
                    <a:pt x="20" y="24"/>
                  </a:moveTo>
                  <a:cubicBezTo>
                    <a:pt x="21" y="23"/>
                    <a:pt x="22" y="22"/>
                    <a:pt x="25" y="22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20" y="24"/>
                    <a:pt x="20" y="24"/>
                    <a:pt x="20" y="24"/>
                  </a:cubicBezTo>
                  <a:close/>
                  <a:moveTo>
                    <a:pt x="21" y="17"/>
                  </a:moveTo>
                  <a:cubicBezTo>
                    <a:pt x="14" y="17"/>
                    <a:pt x="14" y="17"/>
                    <a:pt x="14" y="17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21" y="20"/>
                    <a:pt x="21" y="20"/>
                    <a:pt x="21" y="20"/>
                  </a:cubicBezTo>
                  <a:lnTo>
                    <a:pt x="21" y="17"/>
                  </a:lnTo>
                  <a:close/>
                  <a:moveTo>
                    <a:pt x="25" y="15"/>
                  </a:moveTo>
                  <a:cubicBezTo>
                    <a:pt x="18" y="15"/>
                    <a:pt x="18" y="15"/>
                    <a:pt x="18" y="15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25" y="17"/>
                    <a:pt x="25" y="17"/>
                    <a:pt x="25" y="17"/>
                  </a:cubicBezTo>
                  <a:lnTo>
                    <a:pt x="25" y="15"/>
                  </a:lnTo>
                  <a:close/>
                  <a:moveTo>
                    <a:pt x="21" y="11"/>
                  </a:moveTo>
                  <a:cubicBezTo>
                    <a:pt x="15" y="11"/>
                    <a:pt x="15" y="11"/>
                    <a:pt x="15" y="11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21" y="14"/>
                    <a:pt x="21" y="14"/>
                    <a:pt x="21" y="14"/>
                  </a:cubicBezTo>
                  <a:lnTo>
                    <a:pt x="21" y="11"/>
                  </a:lnTo>
                  <a:close/>
                  <a:moveTo>
                    <a:pt x="13" y="27"/>
                  </a:moveTo>
                  <a:cubicBezTo>
                    <a:pt x="19" y="27"/>
                    <a:pt x="19" y="27"/>
                    <a:pt x="19" y="27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13" y="24"/>
                    <a:pt x="13" y="24"/>
                    <a:pt x="13" y="24"/>
                  </a:cubicBezTo>
                  <a:lnTo>
                    <a:pt x="13" y="27"/>
                  </a:lnTo>
                  <a:close/>
                  <a:moveTo>
                    <a:pt x="30" y="30"/>
                  </a:moveTo>
                  <a:cubicBezTo>
                    <a:pt x="34" y="30"/>
                    <a:pt x="34" y="30"/>
                    <a:pt x="34" y="30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0" y="29"/>
                    <a:pt x="30" y="29"/>
                    <a:pt x="30" y="29"/>
                  </a:cubicBezTo>
                  <a:lnTo>
                    <a:pt x="30" y="30"/>
                  </a:lnTo>
                  <a:close/>
                  <a:moveTo>
                    <a:pt x="22" y="14"/>
                  </a:moveTo>
                  <a:cubicBezTo>
                    <a:pt x="28" y="14"/>
                    <a:pt x="28" y="14"/>
                    <a:pt x="28" y="14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2" y="11"/>
                    <a:pt x="22" y="11"/>
                    <a:pt x="22" y="11"/>
                  </a:cubicBezTo>
                  <a:lnTo>
                    <a:pt x="22" y="14"/>
                  </a:lnTo>
                  <a:close/>
                  <a:moveTo>
                    <a:pt x="37" y="24"/>
                  </a:moveTo>
                  <a:cubicBezTo>
                    <a:pt x="31" y="24"/>
                    <a:pt x="31" y="24"/>
                    <a:pt x="31" y="24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7" y="27"/>
                    <a:pt x="37" y="27"/>
                    <a:pt x="37" y="27"/>
                  </a:cubicBezTo>
                  <a:lnTo>
                    <a:pt x="37" y="24"/>
                  </a:lnTo>
                  <a:close/>
                  <a:moveTo>
                    <a:pt x="20" y="29"/>
                  </a:move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20" y="30"/>
                    <a:pt x="20" y="30"/>
                    <a:pt x="20" y="30"/>
                  </a:cubicBezTo>
                  <a:lnTo>
                    <a:pt x="20" y="29"/>
                  </a:lnTo>
                  <a:close/>
                  <a:moveTo>
                    <a:pt x="25" y="24"/>
                  </a:moveTo>
                  <a:cubicBezTo>
                    <a:pt x="21" y="24"/>
                    <a:pt x="21" y="27"/>
                    <a:pt x="21" y="29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0" y="28"/>
                    <a:pt x="29" y="24"/>
                    <a:pt x="25" y="24"/>
                  </a:cubicBezTo>
                  <a:moveTo>
                    <a:pt x="30" y="35"/>
                  </a:moveTo>
                  <a:cubicBezTo>
                    <a:pt x="32" y="35"/>
                    <a:pt x="32" y="35"/>
                    <a:pt x="32" y="35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30" y="31"/>
                    <a:pt x="30" y="31"/>
                    <a:pt x="30" y="31"/>
                  </a:cubicBezTo>
                  <a:lnTo>
                    <a:pt x="30" y="35"/>
                  </a:lnTo>
                  <a:close/>
                  <a:moveTo>
                    <a:pt x="34" y="30"/>
                  </a:moveTo>
                  <a:cubicBezTo>
                    <a:pt x="43" y="30"/>
                    <a:pt x="43" y="30"/>
                    <a:pt x="43" y="30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34" y="27"/>
                    <a:pt x="34" y="27"/>
                    <a:pt x="34" y="27"/>
                  </a:cubicBezTo>
                  <a:lnTo>
                    <a:pt x="34" y="30"/>
                  </a:lnTo>
                  <a:close/>
                  <a:moveTo>
                    <a:pt x="32" y="28"/>
                  </a:moveTo>
                  <a:cubicBezTo>
                    <a:pt x="32" y="27"/>
                    <a:pt x="31" y="22"/>
                    <a:pt x="25" y="22"/>
                  </a:cubicBezTo>
                  <a:cubicBezTo>
                    <a:pt x="20" y="22"/>
                    <a:pt x="19" y="27"/>
                    <a:pt x="19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7"/>
                    <a:pt x="21" y="26"/>
                    <a:pt x="21" y="25"/>
                  </a:cubicBezTo>
                  <a:cubicBezTo>
                    <a:pt x="22" y="24"/>
                    <a:pt x="23" y="23"/>
                    <a:pt x="25" y="23"/>
                  </a:cubicBezTo>
                  <a:cubicBezTo>
                    <a:pt x="30" y="23"/>
                    <a:pt x="30" y="27"/>
                    <a:pt x="30" y="29"/>
                  </a:cubicBezTo>
                  <a:lnTo>
                    <a:pt x="32" y="28"/>
                  </a:lnTo>
                  <a:close/>
                  <a:moveTo>
                    <a:pt x="4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40" y="5"/>
                    <a:pt x="40" y="5"/>
                    <a:pt x="40" y="5"/>
                  </a:cubicBezTo>
                  <a:lnTo>
                    <a:pt x="40" y="0"/>
                  </a:lnTo>
                  <a:close/>
                  <a:moveTo>
                    <a:pt x="47" y="39"/>
                  </a:move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8" y="44"/>
                    <a:pt x="49" y="43"/>
                    <a:pt x="50" y="43"/>
                  </a:cubicBezTo>
                  <a:cubicBezTo>
                    <a:pt x="49" y="42"/>
                    <a:pt x="47" y="39"/>
                    <a:pt x="47" y="39"/>
                  </a:cubicBezTo>
                  <a:moveTo>
                    <a:pt x="6" y="39"/>
                  </a:move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7" y="39"/>
                    <a:pt x="16" y="39"/>
                    <a:pt x="15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8"/>
                    <a:pt x="12" y="38"/>
                    <a:pt x="11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9" y="38"/>
                    <a:pt x="8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4" y="38"/>
                    <a:pt x="3" y="39"/>
                  </a:cubicBezTo>
                  <a:cubicBezTo>
                    <a:pt x="2" y="40"/>
                    <a:pt x="1" y="42"/>
                    <a:pt x="0" y="42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2" y="43"/>
                    <a:pt x="3" y="42"/>
                    <a:pt x="4" y="41"/>
                  </a:cubicBezTo>
                  <a:lnTo>
                    <a:pt x="6" y="39"/>
                  </a:lnTo>
                  <a:close/>
                  <a:moveTo>
                    <a:pt x="26" y="10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26" y="9"/>
                    <a:pt x="26" y="9"/>
                    <a:pt x="26" y="9"/>
                  </a:cubicBezTo>
                  <a:lnTo>
                    <a:pt x="26" y="10"/>
                  </a:lnTo>
                  <a:close/>
                  <a:moveTo>
                    <a:pt x="29" y="14"/>
                  </a:moveTo>
                  <a:cubicBezTo>
                    <a:pt x="36" y="14"/>
                    <a:pt x="36" y="14"/>
                    <a:pt x="36" y="14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29" y="11"/>
                    <a:pt x="29" y="11"/>
                    <a:pt x="29" y="11"/>
                  </a:cubicBezTo>
                  <a:lnTo>
                    <a:pt x="29" y="14"/>
                  </a:lnTo>
                  <a:close/>
                  <a:moveTo>
                    <a:pt x="26" y="17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26" y="15"/>
                    <a:pt x="26" y="15"/>
                    <a:pt x="26" y="15"/>
                  </a:cubicBezTo>
                  <a:lnTo>
                    <a:pt x="26" y="17"/>
                  </a:lnTo>
                  <a:close/>
                  <a:moveTo>
                    <a:pt x="37" y="17"/>
                  </a:moveTo>
                  <a:cubicBezTo>
                    <a:pt x="29" y="17"/>
                    <a:pt x="29" y="17"/>
                    <a:pt x="29" y="17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7" y="20"/>
                    <a:pt x="37" y="20"/>
                    <a:pt x="37" y="20"/>
                  </a:cubicBezTo>
                  <a:lnTo>
                    <a:pt x="37" y="17"/>
                  </a:lnTo>
                  <a:close/>
                  <a:moveTo>
                    <a:pt x="29" y="17"/>
                  </a:moveTo>
                  <a:cubicBezTo>
                    <a:pt x="22" y="17"/>
                    <a:pt x="22" y="17"/>
                    <a:pt x="22" y="17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9" y="20"/>
                    <a:pt x="29" y="20"/>
                    <a:pt x="29" y="20"/>
                  </a:cubicBezTo>
                  <a:lnTo>
                    <a:pt x="29" y="17"/>
                  </a:lnTo>
                  <a:close/>
                  <a:moveTo>
                    <a:pt x="26" y="22"/>
                  </a:moveTo>
                  <a:cubicBezTo>
                    <a:pt x="28" y="22"/>
                    <a:pt x="29" y="23"/>
                    <a:pt x="30" y="24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26" y="21"/>
                    <a:pt x="26" y="21"/>
                    <a:pt x="26" y="21"/>
                  </a:cubicBezTo>
                  <a:lnTo>
                    <a:pt x="26" y="22"/>
                  </a:lnTo>
                  <a:close/>
                  <a:moveTo>
                    <a:pt x="19" y="10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19" y="9"/>
                    <a:pt x="19" y="9"/>
                    <a:pt x="19" y="9"/>
                  </a:cubicBezTo>
                  <a:lnTo>
                    <a:pt x="19" y="10"/>
                  </a:lnTo>
                  <a:close/>
                  <a:moveTo>
                    <a:pt x="42" y="43"/>
                  </a:move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3"/>
                    <a:pt x="42" y="43"/>
                    <a:pt x="42" y="43"/>
                  </a:cubicBezTo>
                  <a:close/>
                  <a:moveTo>
                    <a:pt x="20" y="31"/>
                  </a:moveTo>
                  <a:cubicBezTo>
                    <a:pt x="8" y="31"/>
                    <a:pt x="8" y="31"/>
                    <a:pt x="8" y="31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31"/>
                  </a:lnTo>
                  <a:close/>
                  <a:moveTo>
                    <a:pt x="38" y="27"/>
                  </a:moveTo>
                  <a:cubicBezTo>
                    <a:pt x="42" y="27"/>
                    <a:pt x="42" y="27"/>
                    <a:pt x="42" y="27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38" y="24"/>
                    <a:pt x="38" y="24"/>
                    <a:pt x="38" y="24"/>
                  </a:cubicBezTo>
                  <a:lnTo>
                    <a:pt x="38" y="27"/>
                  </a:lnTo>
                  <a:close/>
                  <a:moveTo>
                    <a:pt x="12" y="24"/>
                  </a:moveTo>
                  <a:cubicBezTo>
                    <a:pt x="9" y="24"/>
                    <a:pt x="9" y="24"/>
                    <a:pt x="9" y="24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12" y="27"/>
                    <a:pt x="12" y="27"/>
                    <a:pt x="12" y="27"/>
                  </a:cubicBezTo>
                  <a:lnTo>
                    <a:pt x="12" y="24"/>
                  </a:lnTo>
                  <a:close/>
                  <a:moveTo>
                    <a:pt x="16" y="27"/>
                  </a:moveTo>
                  <a:cubicBezTo>
                    <a:pt x="9" y="27"/>
                    <a:pt x="9" y="27"/>
                    <a:pt x="9" y="27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16" y="30"/>
                    <a:pt x="16" y="30"/>
                    <a:pt x="16" y="30"/>
                  </a:cubicBezTo>
                  <a:lnTo>
                    <a:pt x="16" y="27"/>
                  </a:lnTo>
                  <a:close/>
                  <a:moveTo>
                    <a:pt x="7" y="37"/>
                  </a:move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8" y="37"/>
                    <a:pt x="9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3" y="38"/>
                    <a:pt x="14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6" y="38"/>
                    <a:pt x="17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2" y="38"/>
                    <a:pt x="24" y="38"/>
                    <a:pt x="27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9" y="38"/>
                    <a:pt x="30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lnTo>
                    <a:pt x="7" y="37"/>
                  </a:lnTo>
                  <a:close/>
                  <a:moveTo>
                    <a:pt x="43" y="40"/>
                  </a:moveTo>
                  <a:cubicBezTo>
                    <a:pt x="42" y="39"/>
                    <a:pt x="42" y="39"/>
                    <a:pt x="42" y="39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0"/>
                    <a:pt x="43" y="40"/>
                    <a:pt x="43" y="40"/>
                  </a:cubicBezTo>
                  <a:close/>
                  <a:moveTo>
                    <a:pt x="29" y="40"/>
                  </a:move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1"/>
                    <a:pt x="33" y="43"/>
                    <a:pt x="34" y="43"/>
                  </a:cubicBezTo>
                  <a:cubicBezTo>
                    <a:pt x="34" y="42"/>
                    <a:pt x="34" y="41"/>
                    <a:pt x="34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0" y="39"/>
                    <a:pt x="29" y="39"/>
                    <a:pt x="28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3" y="38"/>
                    <a:pt x="22" y="38"/>
                    <a:pt x="21" y="38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4" y="42"/>
                    <a:pt x="26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42"/>
                    <a:pt x="28" y="41"/>
                    <a:pt x="29" y="40"/>
                  </a:cubicBezTo>
                  <a:moveTo>
                    <a:pt x="46" y="42"/>
                  </a:moveTo>
                  <a:cubicBezTo>
                    <a:pt x="46" y="42"/>
                    <a:pt x="46" y="42"/>
                    <a:pt x="46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2"/>
                    <a:pt x="43" y="43"/>
                    <a:pt x="43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1"/>
                    <a:pt x="35" y="42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2" y="43"/>
                    <a:pt x="31" y="41"/>
                    <a:pt x="31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7" y="43"/>
                    <a:pt x="30" y="44"/>
                    <a:pt x="31" y="44"/>
                  </a:cubicBezTo>
                  <a:cubicBezTo>
                    <a:pt x="34" y="44"/>
                    <a:pt x="35" y="43"/>
                    <a:pt x="37" y="43"/>
                  </a:cubicBezTo>
                  <a:cubicBezTo>
                    <a:pt x="39" y="43"/>
                    <a:pt x="40" y="43"/>
                    <a:pt x="42" y="44"/>
                  </a:cubicBezTo>
                  <a:cubicBezTo>
                    <a:pt x="43" y="44"/>
                    <a:pt x="44" y="44"/>
                    <a:pt x="45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lnTo>
                    <a:pt x="46" y="42"/>
                  </a:lnTo>
                  <a:close/>
                  <a:moveTo>
                    <a:pt x="22" y="42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5" y="43"/>
                    <a:pt x="5" y="43"/>
                    <a:pt x="4" y="42"/>
                  </a:cubicBezTo>
                  <a:cubicBezTo>
                    <a:pt x="4" y="42"/>
                    <a:pt x="3" y="43"/>
                    <a:pt x="1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3" y="44"/>
                    <a:pt x="3" y="44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7" y="45"/>
                    <a:pt x="8" y="44"/>
                    <a:pt x="8" y="44"/>
                  </a:cubicBezTo>
                  <a:cubicBezTo>
                    <a:pt x="9" y="44"/>
                    <a:pt x="11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5" y="43"/>
                    <a:pt x="16" y="44"/>
                  </a:cubicBezTo>
                  <a:cubicBezTo>
                    <a:pt x="17" y="44"/>
                    <a:pt x="18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0" y="45"/>
                    <a:pt x="22" y="43"/>
                    <a:pt x="24" y="43"/>
                  </a:cubicBezTo>
                  <a:lnTo>
                    <a:pt x="22" y="42"/>
                  </a:lnTo>
                  <a:close/>
                  <a:moveTo>
                    <a:pt x="37" y="42"/>
                  </a:move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7" y="42"/>
                  </a:lnTo>
                  <a:close/>
                  <a:moveTo>
                    <a:pt x="17" y="21"/>
                  </a:moveTo>
                  <a:cubicBezTo>
                    <a:pt x="10" y="21"/>
                    <a:pt x="10" y="21"/>
                    <a:pt x="10" y="21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7" y="24"/>
                    <a:pt x="17" y="24"/>
                    <a:pt x="17" y="24"/>
                  </a:cubicBezTo>
                  <a:lnTo>
                    <a:pt x="17" y="21"/>
                  </a:lnTo>
                  <a:close/>
                  <a:moveTo>
                    <a:pt x="32" y="9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8" y="9"/>
                    <a:pt x="38" y="9"/>
                    <a:pt x="38" y="9"/>
                  </a:cubicBezTo>
                  <a:lnTo>
                    <a:pt x="32" y="9"/>
                  </a:lnTo>
                  <a:close/>
                  <a:moveTo>
                    <a:pt x="39" y="14"/>
                  </a:moveTo>
                  <a:cubicBezTo>
                    <a:pt x="39" y="11"/>
                    <a:pt x="39" y="11"/>
                    <a:pt x="39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4"/>
                    <a:pt x="36" y="14"/>
                    <a:pt x="36" y="14"/>
                  </a:cubicBezTo>
                  <a:lnTo>
                    <a:pt x="39" y="14"/>
                  </a:lnTo>
                  <a:close/>
                  <a:moveTo>
                    <a:pt x="40" y="15"/>
                  </a:moveTo>
                  <a:cubicBezTo>
                    <a:pt x="33" y="15"/>
                    <a:pt x="33" y="15"/>
                    <a:pt x="33" y="15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40" y="15"/>
                  </a:lnTo>
                  <a:close/>
                  <a:moveTo>
                    <a:pt x="34" y="24"/>
                  </a:moveTo>
                  <a:cubicBezTo>
                    <a:pt x="41" y="24"/>
                    <a:pt x="41" y="24"/>
                    <a:pt x="41" y="24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34" y="21"/>
                    <a:pt x="34" y="21"/>
                    <a:pt x="34" y="21"/>
                  </a:cubicBezTo>
                  <a:lnTo>
                    <a:pt x="34" y="24"/>
                  </a:lnTo>
                  <a:close/>
                  <a:moveTo>
                    <a:pt x="37" y="17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41" y="20"/>
                    <a:pt x="41" y="20"/>
                    <a:pt x="41" y="20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37" y="17"/>
                  </a:lnTo>
                  <a:close/>
                  <a:moveTo>
                    <a:pt x="13" y="17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3" y="20"/>
                    <a:pt x="13" y="20"/>
                    <a:pt x="13" y="20"/>
                  </a:cubicBezTo>
                  <a:lnTo>
                    <a:pt x="13" y="17"/>
                  </a:lnTo>
                  <a:close/>
                  <a:moveTo>
                    <a:pt x="11" y="14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2" y="11"/>
                    <a:pt x="12" y="11"/>
                    <a:pt x="12" y="11"/>
                  </a:cubicBezTo>
                  <a:lnTo>
                    <a:pt x="11" y="14"/>
                  </a:lnTo>
                  <a:close/>
                  <a:moveTo>
                    <a:pt x="18" y="15"/>
                  </a:moveTo>
                  <a:cubicBezTo>
                    <a:pt x="11" y="15"/>
                    <a:pt x="11" y="15"/>
                    <a:pt x="11" y="15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8" y="15"/>
                  </a:lnTo>
                  <a:close/>
                  <a:moveTo>
                    <a:pt x="10" y="6"/>
                  </a:moveTo>
                  <a:cubicBezTo>
                    <a:pt x="12" y="8"/>
                    <a:pt x="12" y="8"/>
                    <a:pt x="12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0" y="6"/>
                    <a:pt x="40" y="6"/>
                    <a:pt x="40" y="6"/>
                  </a:cubicBezTo>
                  <a:lnTo>
                    <a:pt x="10" y="6"/>
                  </a:lnTo>
                  <a:close/>
                  <a:moveTo>
                    <a:pt x="18" y="9"/>
                  </a:moveTo>
                  <a:cubicBezTo>
                    <a:pt x="12" y="9"/>
                    <a:pt x="12" y="9"/>
                    <a:pt x="12" y="9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8" y="10"/>
                    <a:pt x="18" y="10"/>
                    <a:pt x="18" y="10"/>
                  </a:cubicBezTo>
                  <a:lnTo>
                    <a:pt x="1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33" name="Grupo 132">
            <a:extLst>
              <a:ext uri="{FF2B5EF4-FFF2-40B4-BE49-F238E27FC236}">
                <a16:creationId xmlns:a16="http://schemas.microsoft.com/office/drawing/2014/main" id="{9F2E9E04-119F-49AA-8E58-22D8B31369CE}"/>
              </a:ext>
            </a:extLst>
          </p:cNvPr>
          <p:cNvGrpSpPr/>
          <p:nvPr userDrawn="1"/>
        </p:nvGrpSpPr>
        <p:grpSpPr>
          <a:xfrm>
            <a:off x="9269672" y="352811"/>
            <a:ext cx="1108652" cy="538385"/>
            <a:chOff x="3838575" y="2246313"/>
            <a:chExt cx="1931988" cy="938213"/>
          </a:xfrm>
        </p:grpSpPr>
        <p:sp>
          <p:nvSpPr>
            <p:cNvPr id="134" name="Rectangle 5">
              <a:extLst>
                <a:ext uri="{FF2B5EF4-FFF2-40B4-BE49-F238E27FC236}">
                  <a16:creationId xmlns:a16="http://schemas.microsoft.com/office/drawing/2014/main" id="{9150D7C5-0ACA-420E-A7B4-EF35F9ACF2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575" y="2246313"/>
              <a:ext cx="1931988" cy="938213"/>
            </a:xfrm>
            <a:prstGeom prst="rect">
              <a:avLst/>
            </a:prstGeom>
            <a:solidFill>
              <a:srgbClr val="00B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5" name="Freeform 37">
              <a:extLst>
                <a:ext uri="{FF2B5EF4-FFF2-40B4-BE49-F238E27FC236}">
                  <a16:creationId xmlns:a16="http://schemas.microsoft.com/office/drawing/2014/main" id="{CEA593E1-A104-43C5-B93E-3160F9DF50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727325"/>
              <a:ext cx="1668463" cy="123825"/>
            </a:xfrm>
            <a:custGeom>
              <a:avLst/>
              <a:gdLst>
                <a:gd name="T0" fmla="*/ 768 w 770"/>
                <a:gd name="T1" fmla="*/ 17 h 57"/>
                <a:gd name="T2" fmla="*/ 743 w 770"/>
                <a:gd name="T3" fmla="*/ 44 h 57"/>
                <a:gd name="T4" fmla="*/ 715 w 770"/>
                <a:gd name="T5" fmla="*/ 22 h 57"/>
                <a:gd name="T6" fmla="*/ 720 w 770"/>
                <a:gd name="T7" fmla="*/ 17 h 57"/>
                <a:gd name="T8" fmla="*/ 704 w 770"/>
                <a:gd name="T9" fmla="*/ 51 h 57"/>
                <a:gd name="T10" fmla="*/ 689 w 770"/>
                <a:gd name="T11" fmla="*/ 56 h 57"/>
                <a:gd name="T12" fmla="*/ 669 w 770"/>
                <a:gd name="T13" fmla="*/ 20 h 57"/>
                <a:gd name="T14" fmla="*/ 662 w 770"/>
                <a:gd name="T15" fmla="*/ 48 h 57"/>
                <a:gd name="T16" fmla="*/ 662 w 770"/>
                <a:gd name="T17" fmla="*/ 17 h 57"/>
                <a:gd name="T18" fmla="*/ 607 w 770"/>
                <a:gd name="T19" fmla="*/ 17 h 57"/>
                <a:gd name="T20" fmla="*/ 593 w 770"/>
                <a:gd name="T21" fmla="*/ 17 h 57"/>
                <a:gd name="T22" fmla="*/ 597 w 770"/>
                <a:gd name="T23" fmla="*/ 56 h 57"/>
                <a:gd name="T24" fmla="*/ 610 w 770"/>
                <a:gd name="T25" fmla="*/ 56 h 57"/>
                <a:gd name="T26" fmla="*/ 563 w 770"/>
                <a:gd name="T27" fmla="*/ 51 h 57"/>
                <a:gd name="T28" fmla="*/ 560 w 770"/>
                <a:gd name="T29" fmla="*/ 29 h 57"/>
                <a:gd name="T30" fmla="*/ 568 w 770"/>
                <a:gd name="T31" fmla="*/ 17 h 57"/>
                <a:gd name="T32" fmla="*/ 569 w 770"/>
                <a:gd name="T33" fmla="*/ 56 h 57"/>
                <a:gd name="T34" fmla="*/ 511 w 770"/>
                <a:gd name="T35" fmla="*/ 17 h 57"/>
                <a:gd name="T36" fmla="*/ 504 w 770"/>
                <a:gd name="T37" fmla="*/ 54 h 57"/>
                <a:gd name="T38" fmla="*/ 504 w 770"/>
                <a:gd name="T39" fmla="*/ 29 h 57"/>
                <a:gd name="T40" fmla="*/ 453 w 770"/>
                <a:gd name="T41" fmla="*/ 17 h 57"/>
                <a:gd name="T42" fmla="*/ 430 w 770"/>
                <a:gd name="T43" fmla="*/ 17 h 57"/>
                <a:gd name="T44" fmla="*/ 422 w 770"/>
                <a:gd name="T45" fmla="*/ 56 h 57"/>
                <a:gd name="T46" fmla="*/ 379 w 770"/>
                <a:gd name="T47" fmla="*/ 41 h 57"/>
                <a:gd name="T48" fmla="*/ 395 w 770"/>
                <a:gd name="T49" fmla="*/ 56 h 57"/>
                <a:gd name="T50" fmla="*/ 350 w 770"/>
                <a:gd name="T51" fmla="*/ 56 h 57"/>
                <a:gd name="T52" fmla="*/ 377 w 770"/>
                <a:gd name="T53" fmla="*/ 52 h 57"/>
                <a:gd name="T54" fmla="*/ 347 w 770"/>
                <a:gd name="T55" fmla="*/ 20 h 57"/>
                <a:gd name="T56" fmla="*/ 327 w 770"/>
                <a:gd name="T57" fmla="*/ 56 h 57"/>
                <a:gd name="T58" fmla="*/ 310 w 770"/>
                <a:gd name="T59" fmla="*/ 28 h 57"/>
                <a:gd name="T60" fmla="*/ 320 w 770"/>
                <a:gd name="T61" fmla="*/ 52 h 57"/>
                <a:gd name="T62" fmla="*/ 284 w 770"/>
                <a:gd name="T63" fmla="*/ 17 h 57"/>
                <a:gd name="T64" fmla="*/ 303 w 770"/>
                <a:gd name="T65" fmla="*/ 52 h 57"/>
                <a:gd name="T66" fmla="*/ 275 w 770"/>
                <a:gd name="T67" fmla="*/ 45 h 57"/>
                <a:gd name="T68" fmla="*/ 271 w 770"/>
                <a:gd name="T69" fmla="*/ 42 h 57"/>
                <a:gd name="T70" fmla="*/ 270 w 770"/>
                <a:gd name="T71" fmla="*/ 27 h 57"/>
                <a:gd name="T72" fmla="*/ 245 w 770"/>
                <a:gd name="T73" fmla="*/ 52 h 57"/>
                <a:gd name="T74" fmla="*/ 238 w 770"/>
                <a:gd name="T75" fmla="*/ 20 h 57"/>
                <a:gd name="T76" fmla="*/ 218 w 770"/>
                <a:gd name="T77" fmla="*/ 56 h 57"/>
                <a:gd name="T78" fmla="*/ 199 w 770"/>
                <a:gd name="T79" fmla="*/ 35 h 57"/>
                <a:gd name="T80" fmla="*/ 171 w 770"/>
                <a:gd name="T81" fmla="*/ 21 h 57"/>
                <a:gd name="T82" fmla="*/ 177 w 770"/>
                <a:gd name="T83" fmla="*/ 34 h 57"/>
                <a:gd name="T84" fmla="*/ 211 w 770"/>
                <a:gd name="T85" fmla="*/ 20 h 57"/>
                <a:gd name="T86" fmla="*/ 145 w 770"/>
                <a:gd name="T87" fmla="*/ 38 h 57"/>
                <a:gd name="T88" fmla="*/ 138 w 770"/>
                <a:gd name="T89" fmla="*/ 21 h 57"/>
                <a:gd name="T90" fmla="*/ 131 w 770"/>
                <a:gd name="T91" fmla="*/ 21 h 57"/>
                <a:gd name="T92" fmla="*/ 102 w 770"/>
                <a:gd name="T93" fmla="*/ 35 h 57"/>
                <a:gd name="T94" fmla="*/ 108 w 770"/>
                <a:gd name="T95" fmla="*/ 22 h 57"/>
                <a:gd name="T96" fmla="*/ 115 w 770"/>
                <a:gd name="T97" fmla="*/ 54 h 57"/>
                <a:gd name="T98" fmla="*/ 62 w 770"/>
                <a:gd name="T99" fmla="*/ 21 h 57"/>
                <a:gd name="T100" fmla="*/ 27 w 770"/>
                <a:gd name="T101" fmla="*/ 20 h 57"/>
                <a:gd name="T102" fmla="*/ 40 w 770"/>
                <a:gd name="T103" fmla="*/ 51 h 57"/>
                <a:gd name="T104" fmla="*/ 69 w 770"/>
                <a:gd name="T105" fmla="*/ 21 h 57"/>
                <a:gd name="T106" fmla="*/ 20 w 770"/>
                <a:gd name="T107" fmla="*/ 17 h 57"/>
                <a:gd name="T108" fmla="*/ 20 w 770"/>
                <a:gd name="T109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70" h="57">
                  <a:moveTo>
                    <a:pt x="770" y="44"/>
                  </a:moveTo>
                  <a:cubicBezTo>
                    <a:pt x="770" y="31"/>
                    <a:pt x="750" y="35"/>
                    <a:pt x="750" y="27"/>
                  </a:cubicBezTo>
                  <a:cubicBezTo>
                    <a:pt x="750" y="23"/>
                    <a:pt x="752" y="21"/>
                    <a:pt x="758" y="21"/>
                  </a:cubicBezTo>
                  <a:cubicBezTo>
                    <a:pt x="759" y="21"/>
                    <a:pt x="761" y="21"/>
                    <a:pt x="762" y="21"/>
                  </a:cubicBezTo>
                  <a:cubicBezTo>
                    <a:pt x="763" y="23"/>
                    <a:pt x="763" y="25"/>
                    <a:pt x="763" y="28"/>
                  </a:cubicBezTo>
                  <a:cubicBezTo>
                    <a:pt x="768" y="28"/>
                    <a:pt x="768" y="28"/>
                    <a:pt x="768" y="28"/>
                  </a:cubicBezTo>
                  <a:cubicBezTo>
                    <a:pt x="768" y="17"/>
                    <a:pt x="768" y="17"/>
                    <a:pt x="768" y="17"/>
                  </a:cubicBezTo>
                  <a:cubicBezTo>
                    <a:pt x="765" y="16"/>
                    <a:pt x="761" y="16"/>
                    <a:pt x="758" y="16"/>
                  </a:cubicBezTo>
                  <a:cubicBezTo>
                    <a:pt x="748" y="16"/>
                    <a:pt x="742" y="21"/>
                    <a:pt x="742" y="28"/>
                  </a:cubicBezTo>
                  <a:cubicBezTo>
                    <a:pt x="742" y="40"/>
                    <a:pt x="763" y="36"/>
                    <a:pt x="763" y="45"/>
                  </a:cubicBezTo>
                  <a:cubicBezTo>
                    <a:pt x="763" y="50"/>
                    <a:pt x="758" y="51"/>
                    <a:pt x="754" y="51"/>
                  </a:cubicBezTo>
                  <a:cubicBezTo>
                    <a:pt x="752" y="51"/>
                    <a:pt x="750" y="51"/>
                    <a:pt x="749" y="51"/>
                  </a:cubicBezTo>
                  <a:cubicBezTo>
                    <a:pt x="748" y="49"/>
                    <a:pt x="748" y="47"/>
                    <a:pt x="748" y="44"/>
                  </a:cubicBezTo>
                  <a:cubicBezTo>
                    <a:pt x="743" y="44"/>
                    <a:pt x="743" y="44"/>
                    <a:pt x="743" y="44"/>
                  </a:cubicBezTo>
                  <a:cubicBezTo>
                    <a:pt x="743" y="55"/>
                    <a:pt x="743" y="55"/>
                    <a:pt x="743" y="55"/>
                  </a:cubicBezTo>
                  <a:cubicBezTo>
                    <a:pt x="746" y="56"/>
                    <a:pt x="750" y="57"/>
                    <a:pt x="753" y="57"/>
                  </a:cubicBezTo>
                  <a:cubicBezTo>
                    <a:pt x="763" y="57"/>
                    <a:pt x="770" y="52"/>
                    <a:pt x="770" y="44"/>
                  </a:cubicBezTo>
                  <a:moveTo>
                    <a:pt x="722" y="41"/>
                  </a:moveTo>
                  <a:cubicBezTo>
                    <a:pt x="708" y="41"/>
                    <a:pt x="708" y="41"/>
                    <a:pt x="708" y="41"/>
                  </a:cubicBezTo>
                  <a:cubicBezTo>
                    <a:pt x="713" y="29"/>
                    <a:pt x="713" y="29"/>
                    <a:pt x="713" y="29"/>
                  </a:cubicBezTo>
                  <a:cubicBezTo>
                    <a:pt x="713" y="27"/>
                    <a:pt x="714" y="24"/>
                    <a:pt x="715" y="22"/>
                  </a:cubicBezTo>
                  <a:cubicBezTo>
                    <a:pt x="715" y="22"/>
                    <a:pt x="715" y="22"/>
                    <a:pt x="715" y="22"/>
                  </a:cubicBezTo>
                  <a:cubicBezTo>
                    <a:pt x="715" y="24"/>
                    <a:pt x="716" y="27"/>
                    <a:pt x="717" y="29"/>
                  </a:cubicBezTo>
                  <a:lnTo>
                    <a:pt x="722" y="41"/>
                  </a:lnTo>
                  <a:close/>
                  <a:moveTo>
                    <a:pt x="737" y="56"/>
                  </a:moveTo>
                  <a:cubicBezTo>
                    <a:pt x="737" y="52"/>
                    <a:pt x="737" y="52"/>
                    <a:pt x="737" y="52"/>
                  </a:cubicBezTo>
                  <a:cubicBezTo>
                    <a:pt x="736" y="52"/>
                    <a:pt x="734" y="51"/>
                    <a:pt x="733" y="51"/>
                  </a:cubicBezTo>
                  <a:cubicBezTo>
                    <a:pt x="720" y="17"/>
                    <a:pt x="720" y="17"/>
                    <a:pt x="720" y="17"/>
                  </a:cubicBezTo>
                  <a:cubicBezTo>
                    <a:pt x="711" y="17"/>
                    <a:pt x="711" y="17"/>
                    <a:pt x="711" y="17"/>
                  </a:cubicBezTo>
                  <a:cubicBezTo>
                    <a:pt x="697" y="51"/>
                    <a:pt x="697" y="51"/>
                    <a:pt x="697" y="51"/>
                  </a:cubicBezTo>
                  <a:cubicBezTo>
                    <a:pt x="696" y="51"/>
                    <a:pt x="694" y="52"/>
                    <a:pt x="693" y="52"/>
                  </a:cubicBezTo>
                  <a:cubicBezTo>
                    <a:pt x="693" y="56"/>
                    <a:pt x="693" y="56"/>
                    <a:pt x="693" y="56"/>
                  </a:cubicBezTo>
                  <a:cubicBezTo>
                    <a:pt x="710" y="56"/>
                    <a:pt x="710" y="56"/>
                    <a:pt x="710" y="56"/>
                  </a:cubicBezTo>
                  <a:cubicBezTo>
                    <a:pt x="710" y="52"/>
                    <a:pt x="710" y="52"/>
                    <a:pt x="710" y="52"/>
                  </a:cubicBezTo>
                  <a:cubicBezTo>
                    <a:pt x="708" y="52"/>
                    <a:pt x="706" y="51"/>
                    <a:pt x="704" y="51"/>
                  </a:cubicBezTo>
                  <a:cubicBezTo>
                    <a:pt x="706" y="46"/>
                    <a:pt x="706" y="46"/>
                    <a:pt x="706" y="46"/>
                  </a:cubicBezTo>
                  <a:cubicBezTo>
                    <a:pt x="723" y="46"/>
                    <a:pt x="723" y="46"/>
                    <a:pt x="723" y="46"/>
                  </a:cubicBezTo>
                  <a:cubicBezTo>
                    <a:pt x="725" y="51"/>
                    <a:pt x="725" y="51"/>
                    <a:pt x="725" y="51"/>
                  </a:cubicBezTo>
                  <a:cubicBezTo>
                    <a:pt x="723" y="51"/>
                    <a:pt x="721" y="52"/>
                    <a:pt x="719" y="52"/>
                  </a:cubicBezTo>
                  <a:cubicBezTo>
                    <a:pt x="719" y="56"/>
                    <a:pt x="719" y="56"/>
                    <a:pt x="719" y="56"/>
                  </a:cubicBezTo>
                  <a:lnTo>
                    <a:pt x="737" y="56"/>
                  </a:lnTo>
                  <a:close/>
                  <a:moveTo>
                    <a:pt x="689" y="56"/>
                  </a:moveTo>
                  <a:cubicBezTo>
                    <a:pt x="689" y="52"/>
                    <a:pt x="689" y="52"/>
                    <a:pt x="689" y="52"/>
                  </a:cubicBezTo>
                  <a:cubicBezTo>
                    <a:pt x="687" y="52"/>
                    <a:pt x="685" y="51"/>
                    <a:pt x="683" y="51"/>
                  </a:cubicBezTo>
                  <a:cubicBezTo>
                    <a:pt x="683" y="21"/>
                    <a:pt x="683" y="21"/>
                    <a:pt x="683" y="21"/>
                  </a:cubicBezTo>
                  <a:cubicBezTo>
                    <a:pt x="685" y="21"/>
                    <a:pt x="687" y="21"/>
                    <a:pt x="689" y="20"/>
                  </a:cubicBezTo>
                  <a:cubicBezTo>
                    <a:pt x="689" y="17"/>
                    <a:pt x="689" y="17"/>
                    <a:pt x="689" y="17"/>
                  </a:cubicBezTo>
                  <a:cubicBezTo>
                    <a:pt x="669" y="17"/>
                    <a:pt x="669" y="17"/>
                    <a:pt x="669" y="17"/>
                  </a:cubicBezTo>
                  <a:cubicBezTo>
                    <a:pt x="669" y="20"/>
                    <a:pt x="669" y="20"/>
                    <a:pt x="669" y="20"/>
                  </a:cubicBezTo>
                  <a:cubicBezTo>
                    <a:pt x="671" y="21"/>
                    <a:pt x="674" y="21"/>
                    <a:pt x="676" y="21"/>
                  </a:cubicBezTo>
                  <a:cubicBezTo>
                    <a:pt x="676" y="51"/>
                    <a:pt x="676" y="51"/>
                    <a:pt x="676" y="51"/>
                  </a:cubicBezTo>
                  <a:cubicBezTo>
                    <a:pt x="674" y="51"/>
                    <a:pt x="671" y="52"/>
                    <a:pt x="669" y="52"/>
                  </a:cubicBezTo>
                  <a:cubicBezTo>
                    <a:pt x="669" y="56"/>
                    <a:pt x="669" y="56"/>
                    <a:pt x="669" y="56"/>
                  </a:cubicBezTo>
                  <a:lnTo>
                    <a:pt x="689" y="56"/>
                  </a:lnTo>
                  <a:close/>
                  <a:moveTo>
                    <a:pt x="662" y="54"/>
                  </a:moveTo>
                  <a:cubicBezTo>
                    <a:pt x="662" y="48"/>
                    <a:pt x="662" y="48"/>
                    <a:pt x="662" y="48"/>
                  </a:cubicBezTo>
                  <a:cubicBezTo>
                    <a:pt x="659" y="49"/>
                    <a:pt x="655" y="50"/>
                    <a:pt x="652" y="50"/>
                  </a:cubicBezTo>
                  <a:cubicBezTo>
                    <a:pt x="643" y="50"/>
                    <a:pt x="638" y="45"/>
                    <a:pt x="638" y="36"/>
                  </a:cubicBezTo>
                  <a:cubicBezTo>
                    <a:pt x="638" y="28"/>
                    <a:pt x="643" y="22"/>
                    <a:pt x="651" y="22"/>
                  </a:cubicBezTo>
                  <a:cubicBezTo>
                    <a:pt x="653" y="22"/>
                    <a:pt x="654" y="22"/>
                    <a:pt x="656" y="23"/>
                  </a:cubicBezTo>
                  <a:cubicBezTo>
                    <a:pt x="656" y="25"/>
                    <a:pt x="656" y="27"/>
                    <a:pt x="657" y="29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62" y="17"/>
                    <a:pt x="662" y="17"/>
                    <a:pt x="662" y="17"/>
                  </a:cubicBezTo>
                  <a:cubicBezTo>
                    <a:pt x="659" y="17"/>
                    <a:pt x="655" y="16"/>
                    <a:pt x="652" y="16"/>
                  </a:cubicBezTo>
                  <a:cubicBezTo>
                    <a:pt x="638" y="16"/>
                    <a:pt x="631" y="26"/>
                    <a:pt x="631" y="37"/>
                  </a:cubicBezTo>
                  <a:cubicBezTo>
                    <a:pt x="631" y="49"/>
                    <a:pt x="638" y="56"/>
                    <a:pt x="651" y="56"/>
                  </a:cubicBezTo>
                  <a:cubicBezTo>
                    <a:pt x="655" y="56"/>
                    <a:pt x="659" y="56"/>
                    <a:pt x="662" y="54"/>
                  </a:cubicBezTo>
                  <a:moveTo>
                    <a:pt x="625" y="20"/>
                  </a:moveTo>
                  <a:cubicBezTo>
                    <a:pt x="625" y="17"/>
                    <a:pt x="625" y="17"/>
                    <a:pt x="625" y="17"/>
                  </a:cubicBezTo>
                  <a:cubicBezTo>
                    <a:pt x="607" y="17"/>
                    <a:pt x="607" y="17"/>
                    <a:pt x="607" y="17"/>
                  </a:cubicBezTo>
                  <a:cubicBezTo>
                    <a:pt x="607" y="20"/>
                    <a:pt x="607" y="20"/>
                    <a:pt x="607" y="20"/>
                  </a:cubicBezTo>
                  <a:cubicBezTo>
                    <a:pt x="608" y="21"/>
                    <a:pt x="611" y="21"/>
                    <a:pt x="613" y="21"/>
                  </a:cubicBezTo>
                  <a:cubicBezTo>
                    <a:pt x="613" y="35"/>
                    <a:pt x="613" y="35"/>
                    <a:pt x="613" y="35"/>
                  </a:cubicBezTo>
                  <a:cubicBezTo>
                    <a:pt x="613" y="41"/>
                    <a:pt x="613" y="45"/>
                    <a:pt x="613" y="48"/>
                  </a:cubicBezTo>
                  <a:cubicBezTo>
                    <a:pt x="613" y="48"/>
                    <a:pt x="613" y="48"/>
                    <a:pt x="613" y="48"/>
                  </a:cubicBezTo>
                  <a:cubicBezTo>
                    <a:pt x="612" y="45"/>
                    <a:pt x="610" y="42"/>
                    <a:pt x="608" y="40"/>
                  </a:cubicBezTo>
                  <a:cubicBezTo>
                    <a:pt x="593" y="17"/>
                    <a:pt x="593" y="17"/>
                    <a:pt x="593" y="17"/>
                  </a:cubicBezTo>
                  <a:cubicBezTo>
                    <a:pt x="577" y="17"/>
                    <a:pt x="577" y="17"/>
                    <a:pt x="577" y="17"/>
                  </a:cubicBezTo>
                  <a:cubicBezTo>
                    <a:pt x="577" y="20"/>
                    <a:pt x="577" y="20"/>
                    <a:pt x="577" y="20"/>
                  </a:cubicBezTo>
                  <a:cubicBezTo>
                    <a:pt x="579" y="21"/>
                    <a:pt x="582" y="21"/>
                    <a:pt x="584" y="21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2" y="51"/>
                    <a:pt x="579" y="52"/>
                    <a:pt x="577" y="52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97" y="56"/>
                    <a:pt x="597" y="56"/>
                    <a:pt x="597" y="56"/>
                  </a:cubicBezTo>
                  <a:cubicBezTo>
                    <a:pt x="597" y="52"/>
                    <a:pt x="597" y="52"/>
                    <a:pt x="597" y="52"/>
                  </a:cubicBezTo>
                  <a:cubicBezTo>
                    <a:pt x="595" y="52"/>
                    <a:pt x="593" y="51"/>
                    <a:pt x="591" y="51"/>
                  </a:cubicBezTo>
                  <a:cubicBezTo>
                    <a:pt x="591" y="34"/>
                    <a:pt x="591" y="34"/>
                    <a:pt x="591" y="34"/>
                  </a:cubicBezTo>
                  <a:cubicBezTo>
                    <a:pt x="591" y="30"/>
                    <a:pt x="590" y="27"/>
                    <a:pt x="590" y="25"/>
                  </a:cubicBezTo>
                  <a:cubicBezTo>
                    <a:pt x="590" y="25"/>
                    <a:pt x="590" y="25"/>
                    <a:pt x="590" y="25"/>
                  </a:cubicBezTo>
                  <a:cubicBezTo>
                    <a:pt x="592" y="27"/>
                    <a:pt x="593" y="30"/>
                    <a:pt x="595" y="32"/>
                  </a:cubicBezTo>
                  <a:cubicBezTo>
                    <a:pt x="610" y="56"/>
                    <a:pt x="610" y="56"/>
                    <a:pt x="610" y="56"/>
                  </a:cubicBezTo>
                  <a:cubicBezTo>
                    <a:pt x="619" y="56"/>
                    <a:pt x="619" y="56"/>
                    <a:pt x="619" y="56"/>
                  </a:cubicBezTo>
                  <a:cubicBezTo>
                    <a:pt x="619" y="21"/>
                    <a:pt x="619" y="21"/>
                    <a:pt x="619" y="21"/>
                  </a:cubicBezTo>
                  <a:cubicBezTo>
                    <a:pt x="621" y="21"/>
                    <a:pt x="623" y="21"/>
                    <a:pt x="625" y="20"/>
                  </a:cubicBezTo>
                  <a:moveTo>
                    <a:pt x="569" y="56"/>
                  </a:moveTo>
                  <a:cubicBezTo>
                    <a:pt x="569" y="45"/>
                    <a:pt x="569" y="45"/>
                    <a:pt x="569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3" y="47"/>
                    <a:pt x="563" y="49"/>
                    <a:pt x="563" y="51"/>
                  </a:cubicBezTo>
                  <a:cubicBezTo>
                    <a:pt x="552" y="51"/>
                    <a:pt x="552" y="51"/>
                    <a:pt x="552" y="51"/>
                  </a:cubicBezTo>
                  <a:cubicBezTo>
                    <a:pt x="552" y="38"/>
                    <a:pt x="552" y="38"/>
                    <a:pt x="552" y="38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559" y="40"/>
                    <a:pt x="559" y="41"/>
                    <a:pt x="560" y="42"/>
                  </a:cubicBezTo>
                  <a:cubicBezTo>
                    <a:pt x="564" y="42"/>
                    <a:pt x="564" y="42"/>
                    <a:pt x="564" y="42"/>
                  </a:cubicBezTo>
                  <a:cubicBezTo>
                    <a:pt x="564" y="29"/>
                    <a:pt x="564" y="29"/>
                    <a:pt x="564" y="29"/>
                  </a:cubicBezTo>
                  <a:cubicBezTo>
                    <a:pt x="560" y="29"/>
                    <a:pt x="560" y="29"/>
                    <a:pt x="560" y="29"/>
                  </a:cubicBezTo>
                  <a:cubicBezTo>
                    <a:pt x="559" y="30"/>
                    <a:pt x="559" y="32"/>
                    <a:pt x="55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21"/>
                    <a:pt x="552" y="21"/>
                    <a:pt x="552" y="21"/>
                  </a:cubicBezTo>
                  <a:cubicBezTo>
                    <a:pt x="563" y="21"/>
                    <a:pt x="563" y="21"/>
                    <a:pt x="563" y="21"/>
                  </a:cubicBezTo>
                  <a:cubicBezTo>
                    <a:pt x="563" y="23"/>
                    <a:pt x="563" y="25"/>
                    <a:pt x="564" y="27"/>
                  </a:cubicBezTo>
                  <a:cubicBezTo>
                    <a:pt x="568" y="27"/>
                    <a:pt x="568" y="27"/>
                    <a:pt x="568" y="27"/>
                  </a:cubicBezTo>
                  <a:cubicBezTo>
                    <a:pt x="568" y="17"/>
                    <a:pt x="568" y="17"/>
                    <a:pt x="568" y="17"/>
                  </a:cubicBezTo>
                  <a:cubicBezTo>
                    <a:pt x="538" y="17"/>
                    <a:pt x="538" y="17"/>
                    <a:pt x="538" y="17"/>
                  </a:cubicBezTo>
                  <a:cubicBezTo>
                    <a:pt x="538" y="20"/>
                    <a:pt x="538" y="20"/>
                    <a:pt x="538" y="20"/>
                  </a:cubicBezTo>
                  <a:cubicBezTo>
                    <a:pt x="540" y="21"/>
                    <a:pt x="543" y="21"/>
                    <a:pt x="545" y="21"/>
                  </a:cubicBezTo>
                  <a:cubicBezTo>
                    <a:pt x="545" y="51"/>
                    <a:pt x="545" y="51"/>
                    <a:pt x="545" y="51"/>
                  </a:cubicBezTo>
                  <a:cubicBezTo>
                    <a:pt x="543" y="51"/>
                    <a:pt x="540" y="52"/>
                    <a:pt x="538" y="52"/>
                  </a:cubicBezTo>
                  <a:cubicBezTo>
                    <a:pt x="538" y="56"/>
                    <a:pt x="538" y="56"/>
                    <a:pt x="538" y="56"/>
                  </a:cubicBezTo>
                  <a:lnTo>
                    <a:pt x="569" y="56"/>
                  </a:lnTo>
                  <a:close/>
                  <a:moveTo>
                    <a:pt x="531" y="56"/>
                  </a:moveTo>
                  <a:cubicBezTo>
                    <a:pt x="531" y="52"/>
                    <a:pt x="531" y="52"/>
                    <a:pt x="531" y="52"/>
                  </a:cubicBezTo>
                  <a:cubicBezTo>
                    <a:pt x="529" y="52"/>
                    <a:pt x="527" y="51"/>
                    <a:pt x="525" y="51"/>
                  </a:cubicBezTo>
                  <a:cubicBezTo>
                    <a:pt x="525" y="21"/>
                    <a:pt x="525" y="21"/>
                    <a:pt x="525" y="21"/>
                  </a:cubicBezTo>
                  <a:cubicBezTo>
                    <a:pt x="527" y="21"/>
                    <a:pt x="529" y="21"/>
                    <a:pt x="531" y="20"/>
                  </a:cubicBezTo>
                  <a:cubicBezTo>
                    <a:pt x="531" y="17"/>
                    <a:pt x="531" y="17"/>
                    <a:pt x="531" y="17"/>
                  </a:cubicBezTo>
                  <a:cubicBezTo>
                    <a:pt x="511" y="17"/>
                    <a:pt x="511" y="17"/>
                    <a:pt x="511" y="17"/>
                  </a:cubicBezTo>
                  <a:cubicBezTo>
                    <a:pt x="511" y="20"/>
                    <a:pt x="511" y="20"/>
                    <a:pt x="511" y="20"/>
                  </a:cubicBezTo>
                  <a:cubicBezTo>
                    <a:pt x="513" y="21"/>
                    <a:pt x="516" y="21"/>
                    <a:pt x="518" y="21"/>
                  </a:cubicBezTo>
                  <a:cubicBezTo>
                    <a:pt x="518" y="51"/>
                    <a:pt x="518" y="51"/>
                    <a:pt x="518" y="51"/>
                  </a:cubicBezTo>
                  <a:cubicBezTo>
                    <a:pt x="516" y="51"/>
                    <a:pt x="513" y="52"/>
                    <a:pt x="511" y="52"/>
                  </a:cubicBezTo>
                  <a:cubicBezTo>
                    <a:pt x="511" y="56"/>
                    <a:pt x="511" y="56"/>
                    <a:pt x="511" y="56"/>
                  </a:cubicBezTo>
                  <a:lnTo>
                    <a:pt x="531" y="56"/>
                  </a:lnTo>
                  <a:close/>
                  <a:moveTo>
                    <a:pt x="504" y="54"/>
                  </a:moveTo>
                  <a:cubicBezTo>
                    <a:pt x="504" y="48"/>
                    <a:pt x="504" y="48"/>
                    <a:pt x="504" y="48"/>
                  </a:cubicBezTo>
                  <a:cubicBezTo>
                    <a:pt x="501" y="49"/>
                    <a:pt x="497" y="50"/>
                    <a:pt x="494" y="50"/>
                  </a:cubicBezTo>
                  <a:cubicBezTo>
                    <a:pt x="485" y="50"/>
                    <a:pt x="481" y="45"/>
                    <a:pt x="481" y="36"/>
                  </a:cubicBezTo>
                  <a:cubicBezTo>
                    <a:pt x="481" y="28"/>
                    <a:pt x="485" y="22"/>
                    <a:pt x="493" y="22"/>
                  </a:cubicBezTo>
                  <a:cubicBezTo>
                    <a:pt x="495" y="22"/>
                    <a:pt x="496" y="22"/>
                    <a:pt x="498" y="23"/>
                  </a:cubicBezTo>
                  <a:cubicBezTo>
                    <a:pt x="498" y="25"/>
                    <a:pt x="499" y="27"/>
                    <a:pt x="499" y="29"/>
                  </a:cubicBezTo>
                  <a:cubicBezTo>
                    <a:pt x="504" y="29"/>
                    <a:pt x="504" y="29"/>
                    <a:pt x="504" y="29"/>
                  </a:cubicBezTo>
                  <a:cubicBezTo>
                    <a:pt x="504" y="17"/>
                    <a:pt x="504" y="17"/>
                    <a:pt x="504" y="17"/>
                  </a:cubicBezTo>
                  <a:cubicBezTo>
                    <a:pt x="501" y="17"/>
                    <a:pt x="497" y="16"/>
                    <a:pt x="494" y="16"/>
                  </a:cubicBezTo>
                  <a:cubicBezTo>
                    <a:pt x="480" y="16"/>
                    <a:pt x="473" y="26"/>
                    <a:pt x="473" y="37"/>
                  </a:cubicBezTo>
                  <a:cubicBezTo>
                    <a:pt x="473" y="49"/>
                    <a:pt x="480" y="56"/>
                    <a:pt x="493" y="56"/>
                  </a:cubicBezTo>
                  <a:cubicBezTo>
                    <a:pt x="497" y="56"/>
                    <a:pt x="501" y="56"/>
                    <a:pt x="504" y="54"/>
                  </a:cubicBezTo>
                  <a:moveTo>
                    <a:pt x="453" y="20"/>
                  </a:moveTo>
                  <a:cubicBezTo>
                    <a:pt x="453" y="17"/>
                    <a:pt x="453" y="17"/>
                    <a:pt x="453" y="17"/>
                  </a:cubicBezTo>
                  <a:cubicBezTo>
                    <a:pt x="436" y="17"/>
                    <a:pt x="436" y="17"/>
                    <a:pt x="436" y="17"/>
                  </a:cubicBezTo>
                  <a:cubicBezTo>
                    <a:pt x="436" y="20"/>
                    <a:pt x="436" y="20"/>
                    <a:pt x="436" y="20"/>
                  </a:cubicBezTo>
                  <a:cubicBezTo>
                    <a:pt x="437" y="21"/>
                    <a:pt x="439" y="21"/>
                    <a:pt x="440" y="21"/>
                  </a:cubicBezTo>
                  <a:cubicBezTo>
                    <a:pt x="433" y="36"/>
                    <a:pt x="433" y="36"/>
                    <a:pt x="433" y="36"/>
                  </a:cubicBezTo>
                  <a:cubicBezTo>
                    <a:pt x="425" y="21"/>
                    <a:pt x="425" y="21"/>
                    <a:pt x="425" y="21"/>
                  </a:cubicBezTo>
                  <a:cubicBezTo>
                    <a:pt x="426" y="21"/>
                    <a:pt x="428" y="21"/>
                    <a:pt x="430" y="20"/>
                  </a:cubicBezTo>
                  <a:cubicBezTo>
                    <a:pt x="430" y="17"/>
                    <a:pt x="430" y="17"/>
                    <a:pt x="430" y="17"/>
                  </a:cubicBezTo>
                  <a:cubicBezTo>
                    <a:pt x="412" y="17"/>
                    <a:pt x="412" y="17"/>
                    <a:pt x="412" y="17"/>
                  </a:cubicBezTo>
                  <a:cubicBezTo>
                    <a:pt x="412" y="20"/>
                    <a:pt x="412" y="20"/>
                    <a:pt x="412" y="20"/>
                  </a:cubicBezTo>
                  <a:cubicBezTo>
                    <a:pt x="414" y="21"/>
                    <a:pt x="415" y="21"/>
                    <a:pt x="417" y="21"/>
                  </a:cubicBezTo>
                  <a:cubicBezTo>
                    <a:pt x="429" y="42"/>
                    <a:pt x="429" y="42"/>
                    <a:pt x="429" y="42"/>
                  </a:cubicBezTo>
                  <a:cubicBezTo>
                    <a:pt x="429" y="51"/>
                    <a:pt x="429" y="51"/>
                    <a:pt x="429" y="51"/>
                  </a:cubicBezTo>
                  <a:cubicBezTo>
                    <a:pt x="427" y="51"/>
                    <a:pt x="424" y="52"/>
                    <a:pt x="422" y="52"/>
                  </a:cubicBezTo>
                  <a:cubicBezTo>
                    <a:pt x="422" y="56"/>
                    <a:pt x="422" y="56"/>
                    <a:pt x="422" y="56"/>
                  </a:cubicBezTo>
                  <a:cubicBezTo>
                    <a:pt x="442" y="56"/>
                    <a:pt x="442" y="56"/>
                    <a:pt x="442" y="56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0" y="52"/>
                    <a:pt x="438" y="51"/>
                    <a:pt x="436" y="51"/>
                  </a:cubicBezTo>
                  <a:cubicBezTo>
                    <a:pt x="436" y="42"/>
                    <a:pt x="436" y="42"/>
                    <a:pt x="436" y="42"/>
                  </a:cubicBezTo>
                  <a:cubicBezTo>
                    <a:pt x="448" y="21"/>
                    <a:pt x="448" y="21"/>
                    <a:pt x="448" y="21"/>
                  </a:cubicBezTo>
                  <a:cubicBezTo>
                    <a:pt x="449" y="21"/>
                    <a:pt x="451" y="21"/>
                    <a:pt x="453" y="20"/>
                  </a:cubicBezTo>
                  <a:moveTo>
                    <a:pt x="379" y="41"/>
                  </a:moveTo>
                  <a:cubicBezTo>
                    <a:pt x="365" y="41"/>
                    <a:pt x="365" y="41"/>
                    <a:pt x="365" y="41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71" y="27"/>
                    <a:pt x="372" y="24"/>
                    <a:pt x="372" y="22"/>
                  </a:cubicBezTo>
                  <a:cubicBezTo>
                    <a:pt x="372" y="22"/>
                    <a:pt x="372" y="22"/>
                    <a:pt x="372" y="22"/>
                  </a:cubicBezTo>
                  <a:cubicBezTo>
                    <a:pt x="373" y="24"/>
                    <a:pt x="373" y="27"/>
                    <a:pt x="374" y="29"/>
                  </a:cubicBezTo>
                  <a:lnTo>
                    <a:pt x="379" y="41"/>
                  </a:lnTo>
                  <a:close/>
                  <a:moveTo>
                    <a:pt x="395" y="56"/>
                  </a:moveTo>
                  <a:cubicBezTo>
                    <a:pt x="395" y="52"/>
                    <a:pt x="395" y="52"/>
                    <a:pt x="395" y="52"/>
                  </a:cubicBezTo>
                  <a:cubicBezTo>
                    <a:pt x="393" y="52"/>
                    <a:pt x="392" y="51"/>
                    <a:pt x="390" y="51"/>
                  </a:cubicBezTo>
                  <a:cubicBezTo>
                    <a:pt x="377" y="17"/>
                    <a:pt x="377" y="17"/>
                    <a:pt x="377" y="17"/>
                  </a:cubicBezTo>
                  <a:cubicBezTo>
                    <a:pt x="368" y="17"/>
                    <a:pt x="368" y="17"/>
                    <a:pt x="368" y="17"/>
                  </a:cubicBezTo>
                  <a:cubicBezTo>
                    <a:pt x="355" y="51"/>
                    <a:pt x="355" y="51"/>
                    <a:pt x="355" y="51"/>
                  </a:cubicBezTo>
                  <a:cubicBezTo>
                    <a:pt x="353" y="51"/>
                    <a:pt x="351" y="52"/>
                    <a:pt x="350" y="52"/>
                  </a:cubicBezTo>
                  <a:cubicBezTo>
                    <a:pt x="350" y="56"/>
                    <a:pt x="350" y="56"/>
                    <a:pt x="350" y="56"/>
                  </a:cubicBezTo>
                  <a:cubicBezTo>
                    <a:pt x="367" y="56"/>
                    <a:pt x="367" y="56"/>
                    <a:pt x="367" y="56"/>
                  </a:cubicBezTo>
                  <a:cubicBezTo>
                    <a:pt x="367" y="52"/>
                    <a:pt x="367" y="52"/>
                    <a:pt x="367" y="52"/>
                  </a:cubicBezTo>
                  <a:cubicBezTo>
                    <a:pt x="366" y="52"/>
                    <a:pt x="363" y="51"/>
                    <a:pt x="362" y="51"/>
                  </a:cubicBezTo>
                  <a:cubicBezTo>
                    <a:pt x="364" y="46"/>
                    <a:pt x="364" y="46"/>
                    <a:pt x="364" y="46"/>
                  </a:cubicBezTo>
                  <a:cubicBezTo>
                    <a:pt x="381" y="46"/>
                    <a:pt x="381" y="46"/>
                    <a:pt x="381" y="46"/>
                  </a:cubicBezTo>
                  <a:cubicBezTo>
                    <a:pt x="383" y="51"/>
                    <a:pt x="383" y="51"/>
                    <a:pt x="383" y="51"/>
                  </a:cubicBezTo>
                  <a:cubicBezTo>
                    <a:pt x="381" y="51"/>
                    <a:pt x="379" y="52"/>
                    <a:pt x="377" y="52"/>
                  </a:cubicBezTo>
                  <a:cubicBezTo>
                    <a:pt x="377" y="56"/>
                    <a:pt x="377" y="56"/>
                    <a:pt x="377" y="56"/>
                  </a:cubicBezTo>
                  <a:lnTo>
                    <a:pt x="395" y="56"/>
                  </a:lnTo>
                  <a:close/>
                  <a:moveTo>
                    <a:pt x="347" y="56"/>
                  </a:moveTo>
                  <a:cubicBezTo>
                    <a:pt x="347" y="52"/>
                    <a:pt x="347" y="52"/>
                    <a:pt x="347" y="52"/>
                  </a:cubicBezTo>
                  <a:cubicBezTo>
                    <a:pt x="345" y="52"/>
                    <a:pt x="342" y="51"/>
                    <a:pt x="340" y="5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2" y="21"/>
                    <a:pt x="345" y="21"/>
                    <a:pt x="347" y="20"/>
                  </a:cubicBezTo>
                  <a:cubicBezTo>
                    <a:pt x="347" y="17"/>
                    <a:pt x="347" y="17"/>
                    <a:pt x="347" y="17"/>
                  </a:cubicBezTo>
                  <a:cubicBezTo>
                    <a:pt x="327" y="17"/>
                    <a:pt x="327" y="17"/>
                    <a:pt x="327" y="17"/>
                  </a:cubicBezTo>
                  <a:cubicBezTo>
                    <a:pt x="327" y="20"/>
                    <a:pt x="327" y="20"/>
                    <a:pt x="327" y="20"/>
                  </a:cubicBezTo>
                  <a:cubicBezTo>
                    <a:pt x="329" y="21"/>
                    <a:pt x="331" y="21"/>
                    <a:pt x="333" y="21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1" y="51"/>
                    <a:pt x="329" y="52"/>
                    <a:pt x="327" y="52"/>
                  </a:cubicBezTo>
                  <a:cubicBezTo>
                    <a:pt x="327" y="56"/>
                    <a:pt x="327" y="56"/>
                    <a:pt x="327" y="56"/>
                  </a:cubicBezTo>
                  <a:lnTo>
                    <a:pt x="347" y="56"/>
                  </a:lnTo>
                  <a:close/>
                  <a:moveTo>
                    <a:pt x="346" y="5"/>
                  </a:moveTo>
                  <a:cubicBezTo>
                    <a:pt x="343" y="0"/>
                    <a:pt x="343" y="0"/>
                    <a:pt x="343" y="0"/>
                  </a:cubicBezTo>
                  <a:cubicBezTo>
                    <a:pt x="332" y="9"/>
                    <a:pt x="332" y="9"/>
                    <a:pt x="332" y="9"/>
                  </a:cubicBezTo>
                  <a:cubicBezTo>
                    <a:pt x="335" y="12"/>
                    <a:pt x="335" y="12"/>
                    <a:pt x="335" y="12"/>
                  </a:cubicBezTo>
                  <a:lnTo>
                    <a:pt x="346" y="5"/>
                  </a:lnTo>
                  <a:close/>
                  <a:moveTo>
                    <a:pt x="310" y="28"/>
                  </a:moveTo>
                  <a:cubicBezTo>
                    <a:pt x="310" y="32"/>
                    <a:pt x="307" y="34"/>
                    <a:pt x="302" y="34"/>
                  </a:cubicBezTo>
                  <a:cubicBezTo>
                    <a:pt x="300" y="34"/>
                    <a:pt x="299" y="34"/>
                    <a:pt x="298" y="34"/>
                  </a:cubicBezTo>
                  <a:cubicBezTo>
                    <a:pt x="298" y="22"/>
                    <a:pt x="298" y="22"/>
                    <a:pt x="298" y="22"/>
                  </a:cubicBezTo>
                  <a:cubicBezTo>
                    <a:pt x="299" y="22"/>
                    <a:pt x="300" y="21"/>
                    <a:pt x="302" y="21"/>
                  </a:cubicBezTo>
                  <a:cubicBezTo>
                    <a:pt x="307" y="21"/>
                    <a:pt x="310" y="23"/>
                    <a:pt x="310" y="28"/>
                  </a:cubicBezTo>
                  <a:moveTo>
                    <a:pt x="320" y="56"/>
                  </a:moveTo>
                  <a:cubicBezTo>
                    <a:pt x="320" y="52"/>
                    <a:pt x="320" y="52"/>
                    <a:pt x="320" y="52"/>
                  </a:cubicBezTo>
                  <a:cubicBezTo>
                    <a:pt x="319" y="52"/>
                    <a:pt x="317" y="51"/>
                    <a:pt x="315" y="51"/>
                  </a:cubicBezTo>
                  <a:cubicBezTo>
                    <a:pt x="309" y="42"/>
                    <a:pt x="309" y="42"/>
                    <a:pt x="309" y="42"/>
                  </a:cubicBezTo>
                  <a:cubicBezTo>
                    <a:pt x="308" y="40"/>
                    <a:pt x="307" y="39"/>
                    <a:pt x="306" y="38"/>
                  </a:cubicBezTo>
                  <a:cubicBezTo>
                    <a:pt x="313" y="37"/>
                    <a:pt x="317" y="33"/>
                    <a:pt x="317" y="27"/>
                  </a:cubicBezTo>
                  <a:cubicBezTo>
                    <a:pt x="317" y="20"/>
                    <a:pt x="312" y="16"/>
                    <a:pt x="303" y="16"/>
                  </a:cubicBezTo>
                  <a:cubicBezTo>
                    <a:pt x="298" y="16"/>
                    <a:pt x="293" y="17"/>
                    <a:pt x="290" y="17"/>
                  </a:cubicBezTo>
                  <a:cubicBezTo>
                    <a:pt x="284" y="17"/>
                    <a:pt x="284" y="17"/>
                    <a:pt x="284" y="17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6" y="21"/>
                    <a:pt x="288" y="21"/>
                    <a:pt x="291" y="2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88" y="51"/>
                    <a:pt x="286" y="52"/>
                    <a:pt x="284" y="52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303" y="56"/>
                    <a:pt x="303" y="56"/>
                    <a:pt x="303" y="56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299" y="51"/>
                    <a:pt x="298" y="51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310" y="56"/>
                    <a:pt x="310" y="56"/>
                    <a:pt x="310" y="56"/>
                  </a:cubicBezTo>
                  <a:lnTo>
                    <a:pt x="320" y="56"/>
                  </a:lnTo>
                  <a:close/>
                  <a:moveTo>
                    <a:pt x="275" y="56"/>
                  </a:moveTo>
                  <a:cubicBezTo>
                    <a:pt x="275" y="45"/>
                    <a:pt x="275" y="45"/>
                    <a:pt x="275" y="45"/>
                  </a:cubicBezTo>
                  <a:cubicBezTo>
                    <a:pt x="270" y="45"/>
                    <a:pt x="270" y="45"/>
                    <a:pt x="270" y="45"/>
                  </a:cubicBezTo>
                  <a:cubicBezTo>
                    <a:pt x="270" y="47"/>
                    <a:pt x="270" y="49"/>
                    <a:pt x="269" y="51"/>
                  </a:cubicBezTo>
                  <a:cubicBezTo>
                    <a:pt x="258" y="51"/>
                    <a:pt x="258" y="51"/>
                    <a:pt x="258" y="51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40"/>
                    <a:pt x="266" y="41"/>
                    <a:pt x="266" y="42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1" y="29"/>
                    <a:pt x="271" y="29"/>
                    <a:pt x="271" y="29"/>
                  </a:cubicBezTo>
                  <a:cubicBezTo>
                    <a:pt x="266" y="29"/>
                    <a:pt x="266" y="29"/>
                    <a:pt x="266" y="29"/>
                  </a:cubicBezTo>
                  <a:cubicBezTo>
                    <a:pt x="266" y="30"/>
                    <a:pt x="266" y="32"/>
                    <a:pt x="266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8" y="21"/>
                    <a:pt x="258" y="21"/>
                    <a:pt x="258" y="21"/>
                  </a:cubicBezTo>
                  <a:cubicBezTo>
                    <a:pt x="269" y="21"/>
                    <a:pt x="269" y="21"/>
                    <a:pt x="269" y="21"/>
                  </a:cubicBezTo>
                  <a:cubicBezTo>
                    <a:pt x="269" y="23"/>
                    <a:pt x="270" y="25"/>
                    <a:pt x="270" y="27"/>
                  </a:cubicBezTo>
                  <a:cubicBezTo>
                    <a:pt x="275" y="27"/>
                    <a:pt x="275" y="27"/>
                    <a:pt x="275" y="27"/>
                  </a:cubicBezTo>
                  <a:cubicBezTo>
                    <a:pt x="275" y="17"/>
                    <a:pt x="275" y="17"/>
                    <a:pt x="275" y="17"/>
                  </a:cubicBezTo>
                  <a:cubicBezTo>
                    <a:pt x="245" y="17"/>
                    <a:pt x="245" y="17"/>
                    <a:pt x="245" y="1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7" y="21"/>
                    <a:pt x="249" y="21"/>
                    <a:pt x="252" y="21"/>
                  </a:cubicBezTo>
                  <a:cubicBezTo>
                    <a:pt x="252" y="51"/>
                    <a:pt x="252" y="51"/>
                    <a:pt x="252" y="51"/>
                  </a:cubicBezTo>
                  <a:cubicBezTo>
                    <a:pt x="249" y="51"/>
                    <a:pt x="247" y="52"/>
                    <a:pt x="245" y="52"/>
                  </a:cubicBezTo>
                  <a:cubicBezTo>
                    <a:pt x="245" y="56"/>
                    <a:pt x="245" y="56"/>
                    <a:pt x="245" y="56"/>
                  </a:cubicBezTo>
                  <a:lnTo>
                    <a:pt x="275" y="56"/>
                  </a:lnTo>
                  <a:close/>
                  <a:moveTo>
                    <a:pt x="238" y="56"/>
                  </a:moveTo>
                  <a:cubicBezTo>
                    <a:pt x="238" y="52"/>
                    <a:pt x="238" y="52"/>
                    <a:pt x="238" y="52"/>
                  </a:cubicBezTo>
                  <a:cubicBezTo>
                    <a:pt x="236" y="52"/>
                    <a:pt x="234" y="51"/>
                    <a:pt x="232" y="51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4" y="21"/>
                    <a:pt x="236" y="21"/>
                    <a:pt x="238" y="20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18" y="17"/>
                    <a:pt x="218" y="17"/>
                    <a:pt x="218" y="17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20" y="21"/>
                    <a:pt x="222" y="21"/>
                    <a:pt x="225" y="21"/>
                  </a:cubicBezTo>
                  <a:cubicBezTo>
                    <a:pt x="225" y="51"/>
                    <a:pt x="225" y="51"/>
                    <a:pt x="225" y="51"/>
                  </a:cubicBezTo>
                  <a:cubicBezTo>
                    <a:pt x="222" y="51"/>
                    <a:pt x="220" y="52"/>
                    <a:pt x="218" y="52"/>
                  </a:cubicBezTo>
                  <a:cubicBezTo>
                    <a:pt x="218" y="56"/>
                    <a:pt x="218" y="56"/>
                    <a:pt x="218" y="56"/>
                  </a:cubicBezTo>
                  <a:lnTo>
                    <a:pt x="238" y="56"/>
                  </a:lnTo>
                  <a:close/>
                  <a:moveTo>
                    <a:pt x="211" y="20"/>
                  </a:moveTo>
                  <a:cubicBezTo>
                    <a:pt x="211" y="17"/>
                    <a:pt x="211" y="17"/>
                    <a:pt x="211" y="17"/>
                  </a:cubicBezTo>
                  <a:cubicBezTo>
                    <a:pt x="193" y="17"/>
                    <a:pt x="193" y="17"/>
                    <a:pt x="193" y="17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5" y="21"/>
                    <a:pt x="197" y="21"/>
                    <a:pt x="199" y="21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9" y="41"/>
                    <a:pt x="199" y="45"/>
                    <a:pt x="200" y="48"/>
                  </a:cubicBezTo>
                  <a:cubicBezTo>
                    <a:pt x="199" y="48"/>
                    <a:pt x="199" y="48"/>
                    <a:pt x="199" y="48"/>
                  </a:cubicBezTo>
                  <a:cubicBezTo>
                    <a:pt x="198" y="45"/>
                    <a:pt x="196" y="42"/>
                    <a:pt x="195" y="40"/>
                  </a:cubicBezTo>
                  <a:cubicBezTo>
                    <a:pt x="180" y="17"/>
                    <a:pt x="180" y="17"/>
                    <a:pt x="180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4" y="20"/>
                    <a:pt x="164" y="20"/>
                    <a:pt x="164" y="20"/>
                  </a:cubicBezTo>
                  <a:cubicBezTo>
                    <a:pt x="166" y="21"/>
                    <a:pt x="168" y="21"/>
                    <a:pt x="171" y="21"/>
                  </a:cubicBezTo>
                  <a:cubicBezTo>
                    <a:pt x="171" y="51"/>
                    <a:pt x="171" y="51"/>
                    <a:pt x="171" y="51"/>
                  </a:cubicBezTo>
                  <a:cubicBezTo>
                    <a:pt x="168" y="51"/>
                    <a:pt x="166" y="52"/>
                    <a:pt x="164" y="52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83" y="56"/>
                    <a:pt x="183" y="56"/>
                    <a:pt x="183" y="56"/>
                  </a:cubicBezTo>
                  <a:cubicBezTo>
                    <a:pt x="183" y="52"/>
                    <a:pt x="183" y="52"/>
                    <a:pt x="183" y="52"/>
                  </a:cubicBezTo>
                  <a:cubicBezTo>
                    <a:pt x="182" y="52"/>
                    <a:pt x="179" y="51"/>
                    <a:pt x="177" y="51"/>
                  </a:cubicBezTo>
                  <a:cubicBezTo>
                    <a:pt x="177" y="34"/>
                    <a:pt x="177" y="34"/>
                    <a:pt x="177" y="34"/>
                  </a:cubicBezTo>
                  <a:cubicBezTo>
                    <a:pt x="177" y="30"/>
                    <a:pt x="177" y="27"/>
                    <a:pt x="177" y="25"/>
                  </a:cubicBezTo>
                  <a:cubicBezTo>
                    <a:pt x="177" y="25"/>
                    <a:pt x="177" y="25"/>
                    <a:pt x="177" y="25"/>
                  </a:cubicBezTo>
                  <a:cubicBezTo>
                    <a:pt x="178" y="27"/>
                    <a:pt x="180" y="30"/>
                    <a:pt x="181" y="32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8" y="21"/>
                    <a:pt x="210" y="21"/>
                    <a:pt x="211" y="20"/>
                  </a:cubicBezTo>
                  <a:moveTo>
                    <a:pt x="155" y="56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0" y="47"/>
                    <a:pt x="149" y="49"/>
                    <a:pt x="149" y="51"/>
                  </a:cubicBezTo>
                  <a:cubicBezTo>
                    <a:pt x="138" y="51"/>
                    <a:pt x="138" y="51"/>
                    <a:pt x="138" y="51"/>
                  </a:cubicBezTo>
                  <a:cubicBezTo>
                    <a:pt x="138" y="38"/>
                    <a:pt x="138" y="38"/>
                    <a:pt x="138" y="38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5" y="40"/>
                    <a:pt x="146" y="41"/>
                    <a:pt x="146" y="42"/>
                  </a:cubicBezTo>
                  <a:cubicBezTo>
                    <a:pt x="151" y="42"/>
                    <a:pt x="151" y="42"/>
                    <a:pt x="151" y="42"/>
                  </a:cubicBezTo>
                  <a:cubicBezTo>
                    <a:pt x="151" y="29"/>
                    <a:pt x="151" y="29"/>
                    <a:pt x="151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30"/>
                    <a:pt x="146" y="32"/>
                    <a:pt x="145" y="33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49" y="23"/>
                    <a:pt x="150" y="25"/>
                    <a:pt x="150" y="27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25" y="17"/>
                    <a:pt x="125" y="17"/>
                    <a:pt x="125" y="17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7" y="21"/>
                    <a:pt x="129" y="21"/>
                    <a:pt x="131" y="21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29" y="51"/>
                    <a:pt x="127" y="52"/>
                    <a:pt x="125" y="52"/>
                  </a:cubicBezTo>
                  <a:cubicBezTo>
                    <a:pt x="125" y="56"/>
                    <a:pt x="125" y="56"/>
                    <a:pt x="125" y="56"/>
                  </a:cubicBezTo>
                  <a:lnTo>
                    <a:pt x="155" y="56"/>
                  </a:lnTo>
                  <a:close/>
                  <a:moveTo>
                    <a:pt x="120" y="39"/>
                  </a:moveTo>
                  <a:cubicBezTo>
                    <a:pt x="120" y="35"/>
                    <a:pt x="120" y="35"/>
                    <a:pt x="12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104" y="40"/>
                    <a:pt x="106" y="40"/>
                    <a:pt x="108" y="40"/>
                  </a:cubicBezTo>
                  <a:cubicBezTo>
                    <a:pt x="108" y="50"/>
                    <a:pt x="108" y="50"/>
                    <a:pt x="108" y="50"/>
                  </a:cubicBezTo>
                  <a:cubicBezTo>
                    <a:pt x="106" y="50"/>
                    <a:pt x="104" y="51"/>
                    <a:pt x="102" y="51"/>
                  </a:cubicBezTo>
                  <a:cubicBezTo>
                    <a:pt x="93" y="51"/>
                    <a:pt x="88" y="46"/>
                    <a:pt x="88" y="36"/>
                  </a:cubicBezTo>
                  <a:cubicBezTo>
                    <a:pt x="88" y="27"/>
                    <a:pt x="94" y="22"/>
                    <a:pt x="102" y="22"/>
                  </a:cubicBezTo>
                  <a:cubicBezTo>
                    <a:pt x="104" y="22"/>
                    <a:pt x="106" y="22"/>
                    <a:pt x="108" y="22"/>
                  </a:cubicBezTo>
                  <a:cubicBezTo>
                    <a:pt x="108" y="24"/>
                    <a:pt x="109" y="26"/>
                    <a:pt x="109" y="29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0" y="16"/>
                    <a:pt x="106" y="16"/>
                    <a:pt x="102" y="16"/>
                  </a:cubicBezTo>
                  <a:cubicBezTo>
                    <a:pt x="88" y="16"/>
                    <a:pt x="80" y="25"/>
                    <a:pt x="80" y="37"/>
                  </a:cubicBezTo>
                  <a:cubicBezTo>
                    <a:pt x="80" y="50"/>
                    <a:pt x="89" y="56"/>
                    <a:pt x="101" y="56"/>
                  </a:cubicBezTo>
                  <a:cubicBezTo>
                    <a:pt x="106" y="56"/>
                    <a:pt x="111" y="56"/>
                    <a:pt x="115" y="54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8" y="40"/>
                    <a:pt x="120" y="39"/>
                  </a:cubicBezTo>
                  <a:moveTo>
                    <a:pt x="74" y="20"/>
                  </a:moveTo>
                  <a:cubicBezTo>
                    <a:pt x="74" y="17"/>
                    <a:pt x="74" y="17"/>
                    <a:pt x="74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8" y="21"/>
                    <a:pt x="60" y="21"/>
                    <a:pt x="62" y="21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41"/>
                    <a:pt x="62" y="45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1" y="45"/>
                    <a:pt x="59" y="42"/>
                    <a:pt x="58" y="40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1"/>
                    <a:pt x="31" y="21"/>
                    <a:pt x="34" y="2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1" y="51"/>
                    <a:pt x="29" y="52"/>
                    <a:pt x="27" y="52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4" y="52"/>
                    <a:pt x="42" y="51"/>
                    <a:pt x="40" y="51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0"/>
                    <a:pt x="40" y="27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1" y="27"/>
                    <a:pt x="43" y="30"/>
                    <a:pt x="44" y="32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1" y="21"/>
                    <a:pt x="73" y="21"/>
                    <a:pt x="74" y="20"/>
                  </a:cubicBezTo>
                  <a:moveTo>
                    <a:pt x="20" y="56"/>
                  </a:moveTo>
                  <a:cubicBezTo>
                    <a:pt x="20" y="52"/>
                    <a:pt x="20" y="52"/>
                    <a:pt x="20" y="52"/>
                  </a:cubicBezTo>
                  <a:cubicBezTo>
                    <a:pt x="18" y="52"/>
                    <a:pt x="16" y="51"/>
                    <a:pt x="13" y="5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21"/>
                    <a:pt x="18" y="21"/>
                    <a:pt x="20" y="20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21"/>
                    <a:pt x="4" y="21"/>
                    <a:pt x="7" y="2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4" y="51"/>
                    <a:pt x="2" y="52"/>
                    <a:pt x="0" y="52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6" name="Freeform 38">
              <a:extLst>
                <a:ext uri="{FF2B5EF4-FFF2-40B4-BE49-F238E27FC236}">
                  <a16:creationId xmlns:a16="http://schemas.microsoft.com/office/drawing/2014/main" id="{68BBB12C-BC2A-42F0-9684-6D2A42C820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597150"/>
              <a:ext cx="908050" cy="88900"/>
            </a:xfrm>
            <a:custGeom>
              <a:avLst/>
              <a:gdLst>
                <a:gd name="T0" fmla="*/ 413 w 419"/>
                <a:gd name="T1" fmla="*/ 35 h 41"/>
                <a:gd name="T2" fmla="*/ 410 w 419"/>
                <a:gd name="T3" fmla="*/ 27 h 41"/>
                <a:gd name="T4" fmla="*/ 410 w 419"/>
                <a:gd name="T5" fmla="*/ 18 h 41"/>
                <a:gd name="T6" fmla="*/ 414 w 419"/>
                <a:gd name="T7" fmla="*/ 12 h 41"/>
                <a:gd name="T8" fmla="*/ 389 w 419"/>
                <a:gd name="T9" fmla="*/ 5 h 41"/>
                <a:gd name="T10" fmla="*/ 389 w 419"/>
                <a:gd name="T11" fmla="*/ 40 h 41"/>
                <a:gd name="T12" fmla="*/ 355 w 419"/>
                <a:gd name="T13" fmla="*/ 35 h 41"/>
                <a:gd name="T14" fmla="*/ 383 w 419"/>
                <a:gd name="T15" fmla="*/ 20 h 41"/>
                <a:gd name="T16" fmla="*/ 342 w 419"/>
                <a:gd name="T17" fmla="*/ 5 h 41"/>
                <a:gd name="T18" fmla="*/ 342 w 419"/>
                <a:gd name="T19" fmla="*/ 40 h 41"/>
                <a:gd name="T20" fmla="*/ 312 w 419"/>
                <a:gd name="T21" fmla="*/ 20 h 41"/>
                <a:gd name="T22" fmla="*/ 297 w 419"/>
                <a:gd name="T23" fmla="*/ 6 h 41"/>
                <a:gd name="T24" fmla="*/ 285 w 419"/>
                <a:gd name="T25" fmla="*/ 1 h 41"/>
                <a:gd name="T26" fmla="*/ 285 w 419"/>
                <a:gd name="T27" fmla="*/ 35 h 41"/>
                <a:gd name="T28" fmla="*/ 296 w 419"/>
                <a:gd name="T29" fmla="*/ 41 h 41"/>
                <a:gd name="T30" fmla="*/ 250 w 419"/>
                <a:gd name="T31" fmla="*/ 13 h 41"/>
                <a:gd name="T32" fmla="*/ 259 w 419"/>
                <a:gd name="T33" fmla="*/ 25 h 41"/>
                <a:gd name="T34" fmla="*/ 257 w 419"/>
                <a:gd name="T35" fmla="*/ 1 h 41"/>
                <a:gd name="T36" fmla="*/ 230 w 419"/>
                <a:gd name="T37" fmla="*/ 40 h 41"/>
                <a:gd name="T38" fmla="*/ 243 w 419"/>
                <a:gd name="T39" fmla="*/ 30 h 41"/>
                <a:gd name="T40" fmla="*/ 257 w 419"/>
                <a:gd name="T41" fmla="*/ 40 h 41"/>
                <a:gd name="T42" fmla="*/ 195 w 419"/>
                <a:gd name="T43" fmla="*/ 1 h 41"/>
                <a:gd name="T44" fmla="*/ 209 w 419"/>
                <a:gd name="T45" fmla="*/ 6 h 41"/>
                <a:gd name="T46" fmla="*/ 223 w 419"/>
                <a:gd name="T47" fmla="*/ 40 h 41"/>
                <a:gd name="T48" fmla="*/ 225 w 419"/>
                <a:gd name="T49" fmla="*/ 6 h 41"/>
                <a:gd name="T50" fmla="*/ 194 w 419"/>
                <a:gd name="T51" fmla="*/ 28 h 41"/>
                <a:gd name="T52" fmla="*/ 178 w 419"/>
                <a:gd name="T53" fmla="*/ 6 h 41"/>
                <a:gd name="T54" fmla="*/ 164 w 419"/>
                <a:gd name="T55" fmla="*/ 5 h 41"/>
                <a:gd name="T56" fmla="*/ 164 w 419"/>
                <a:gd name="T57" fmla="*/ 40 h 41"/>
                <a:gd name="T58" fmla="*/ 140 w 419"/>
                <a:gd name="T59" fmla="*/ 1 h 41"/>
                <a:gd name="T60" fmla="*/ 136 w 419"/>
                <a:gd name="T61" fmla="*/ 35 h 41"/>
                <a:gd name="T62" fmla="*/ 132 w 419"/>
                <a:gd name="T63" fmla="*/ 1 h 41"/>
                <a:gd name="T64" fmla="*/ 119 w 419"/>
                <a:gd name="T65" fmla="*/ 27 h 41"/>
                <a:gd name="T66" fmla="*/ 158 w 419"/>
                <a:gd name="T67" fmla="*/ 5 h 41"/>
                <a:gd name="T68" fmla="*/ 84 w 419"/>
                <a:gd name="T69" fmla="*/ 21 h 41"/>
                <a:gd name="T70" fmla="*/ 107 w 419"/>
                <a:gd name="T71" fmla="*/ 13 h 41"/>
                <a:gd name="T72" fmla="*/ 96 w 419"/>
                <a:gd name="T73" fmla="*/ 41 h 41"/>
                <a:gd name="T74" fmla="*/ 49 w 419"/>
                <a:gd name="T75" fmla="*/ 13 h 41"/>
                <a:gd name="T76" fmla="*/ 58 w 419"/>
                <a:gd name="T77" fmla="*/ 25 h 41"/>
                <a:gd name="T78" fmla="*/ 56 w 419"/>
                <a:gd name="T79" fmla="*/ 1 h 41"/>
                <a:gd name="T80" fmla="*/ 29 w 419"/>
                <a:gd name="T81" fmla="*/ 40 h 41"/>
                <a:gd name="T82" fmla="*/ 43 w 419"/>
                <a:gd name="T83" fmla="*/ 30 h 41"/>
                <a:gd name="T84" fmla="*/ 56 w 419"/>
                <a:gd name="T85" fmla="*/ 40 h 41"/>
                <a:gd name="T86" fmla="*/ 0 w 419"/>
                <a:gd name="T87" fmla="*/ 1 h 41"/>
                <a:gd name="T88" fmla="*/ 0 w 419"/>
                <a:gd name="T89" fmla="*/ 36 h 41"/>
                <a:gd name="T90" fmla="*/ 13 w 419"/>
                <a:gd name="T91" fmla="*/ 35 h 41"/>
                <a:gd name="T92" fmla="*/ 26 w 419"/>
                <a:gd name="T93" fmla="*/ 27 h 41"/>
                <a:gd name="T94" fmla="*/ 13 w 419"/>
                <a:gd name="T95" fmla="*/ 18 h 41"/>
                <a:gd name="T96" fmla="*/ 30 w 419"/>
                <a:gd name="T97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9" h="41">
                  <a:moveTo>
                    <a:pt x="419" y="40"/>
                  </a:moveTo>
                  <a:cubicBezTo>
                    <a:pt x="419" y="29"/>
                    <a:pt x="419" y="29"/>
                    <a:pt x="419" y="29"/>
                  </a:cubicBezTo>
                  <a:cubicBezTo>
                    <a:pt x="414" y="29"/>
                    <a:pt x="414" y="29"/>
                    <a:pt x="414" y="29"/>
                  </a:cubicBezTo>
                  <a:cubicBezTo>
                    <a:pt x="414" y="31"/>
                    <a:pt x="414" y="34"/>
                    <a:pt x="413" y="35"/>
                  </a:cubicBezTo>
                  <a:cubicBezTo>
                    <a:pt x="402" y="35"/>
                    <a:pt x="402" y="35"/>
                    <a:pt x="402" y="35"/>
                  </a:cubicBezTo>
                  <a:cubicBezTo>
                    <a:pt x="402" y="22"/>
                    <a:pt x="402" y="22"/>
                    <a:pt x="402" y="22"/>
                  </a:cubicBezTo>
                  <a:cubicBezTo>
                    <a:pt x="410" y="22"/>
                    <a:pt x="410" y="22"/>
                    <a:pt x="410" y="22"/>
                  </a:cubicBezTo>
                  <a:cubicBezTo>
                    <a:pt x="410" y="24"/>
                    <a:pt x="410" y="25"/>
                    <a:pt x="410" y="27"/>
                  </a:cubicBezTo>
                  <a:cubicBezTo>
                    <a:pt x="415" y="27"/>
                    <a:pt x="415" y="27"/>
                    <a:pt x="415" y="27"/>
                  </a:cubicBezTo>
                  <a:cubicBezTo>
                    <a:pt x="415" y="14"/>
                    <a:pt x="415" y="14"/>
                    <a:pt x="415" y="14"/>
                  </a:cubicBezTo>
                  <a:cubicBezTo>
                    <a:pt x="410" y="14"/>
                    <a:pt x="410" y="14"/>
                    <a:pt x="410" y="14"/>
                  </a:cubicBezTo>
                  <a:cubicBezTo>
                    <a:pt x="410" y="15"/>
                    <a:pt x="410" y="16"/>
                    <a:pt x="410" y="18"/>
                  </a:cubicBezTo>
                  <a:cubicBezTo>
                    <a:pt x="402" y="18"/>
                    <a:pt x="402" y="18"/>
                    <a:pt x="402" y="18"/>
                  </a:cubicBezTo>
                  <a:cubicBezTo>
                    <a:pt x="402" y="6"/>
                    <a:pt x="402" y="6"/>
                    <a:pt x="402" y="6"/>
                  </a:cubicBezTo>
                  <a:cubicBezTo>
                    <a:pt x="413" y="6"/>
                    <a:pt x="413" y="6"/>
                    <a:pt x="413" y="6"/>
                  </a:cubicBezTo>
                  <a:cubicBezTo>
                    <a:pt x="413" y="7"/>
                    <a:pt x="414" y="10"/>
                    <a:pt x="414" y="12"/>
                  </a:cubicBezTo>
                  <a:cubicBezTo>
                    <a:pt x="419" y="12"/>
                    <a:pt x="419" y="12"/>
                    <a:pt x="419" y="12"/>
                  </a:cubicBezTo>
                  <a:cubicBezTo>
                    <a:pt x="419" y="1"/>
                    <a:pt x="419" y="1"/>
                    <a:pt x="419" y="1"/>
                  </a:cubicBezTo>
                  <a:cubicBezTo>
                    <a:pt x="389" y="1"/>
                    <a:pt x="389" y="1"/>
                    <a:pt x="389" y="1"/>
                  </a:cubicBezTo>
                  <a:cubicBezTo>
                    <a:pt x="389" y="5"/>
                    <a:pt x="389" y="5"/>
                    <a:pt x="389" y="5"/>
                  </a:cubicBezTo>
                  <a:cubicBezTo>
                    <a:pt x="391" y="5"/>
                    <a:pt x="393" y="6"/>
                    <a:pt x="396" y="6"/>
                  </a:cubicBezTo>
                  <a:cubicBezTo>
                    <a:pt x="396" y="35"/>
                    <a:pt x="396" y="35"/>
                    <a:pt x="396" y="35"/>
                  </a:cubicBezTo>
                  <a:cubicBezTo>
                    <a:pt x="393" y="36"/>
                    <a:pt x="391" y="36"/>
                    <a:pt x="389" y="36"/>
                  </a:cubicBezTo>
                  <a:cubicBezTo>
                    <a:pt x="389" y="40"/>
                    <a:pt x="389" y="40"/>
                    <a:pt x="389" y="40"/>
                  </a:cubicBezTo>
                  <a:lnTo>
                    <a:pt x="419" y="40"/>
                  </a:lnTo>
                  <a:close/>
                  <a:moveTo>
                    <a:pt x="376" y="20"/>
                  </a:moveTo>
                  <a:cubicBezTo>
                    <a:pt x="376" y="30"/>
                    <a:pt x="369" y="35"/>
                    <a:pt x="360" y="35"/>
                  </a:cubicBezTo>
                  <a:cubicBezTo>
                    <a:pt x="359" y="35"/>
                    <a:pt x="356" y="35"/>
                    <a:pt x="355" y="35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7" y="6"/>
                    <a:pt x="359" y="6"/>
                    <a:pt x="361" y="6"/>
                  </a:cubicBezTo>
                  <a:cubicBezTo>
                    <a:pt x="371" y="6"/>
                    <a:pt x="376" y="11"/>
                    <a:pt x="376" y="20"/>
                  </a:cubicBezTo>
                  <a:moveTo>
                    <a:pt x="383" y="20"/>
                  </a:moveTo>
                  <a:cubicBezTo>
                    <a:pt x="383" y="6"/>
                    <a:pt x="375" y="1"/>
                    <a:pt x="362" y="1"/>
                  </a:cubicBezTo>
                  <a:cubicBezTo>
                    <a:pt x="357" y="1"/>
                    <a:pt x="352" y="1"/>
                    <a:pt x="348" y="1"/>
                  </a:cubicBezTo>
                  <a:cubicBezTo>
                    <a:pt x="342" y="1"/>
                    <a:pt x="342" y="1"/>
                    <a:pt x="342" y="1"/>
                  </a:cubicBezTo>
                  <a:cubicBezTo>
                    <a:pt x="342" y="5"/>
                    <a:pt x="342" y="5"/>
                    <a:pt x="342" y="5"/>
                  </a:cubicBezTo>
                  <a:cubicBezTo>
                    <a:pt x="344" y="5"/>
                    <a:pt x="346" y="6"/>
                    <a:pt x="348" y="6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46" y="36"/>
                    <a:pt x="344" y="36"/>
                    <a:pt x="342" y="36"/>
                  </a:cubicBezTo>
                  <a:cubicBezTo>
                    <a:pt x="342" y="40"/>
                    <a:pt x="342" y="40"/>
                    <a:pt x="342" y="40"/>
                  </a:cubicBezTo>
                  <a:cubicBezTo>
                    <a:pt x="348" y="40"/>
                    <a:pt x="348" y="40"/>
                    <a:pt x="348" y="40"/>
                  </a:cubicBezTo>
                  <a:cubicBezTo>
                    <a:pt x="352" y="40"/>
                    <a:pt x="355" y="41"/>
                    <a:pt x="360" y="41"/>
                  </a:cubicBezTo>
                  <a:cubicBezTo>
                    <a:pt x="373" y="41"/>
                    <a:pt x="383" y="34"/>
                    <a:pt x="383" y="20"/>
                  </a:cubicBezTo>
                  <a:moveTo>
                    <a:pt x="312" y="20"/>
                  </a:moveTo>
                  <a:cubicBezTo>
                    <a:pt x="312" y="30"/>
                    <a:pt x="306" y="35"/>
                    <a:pt x="297" y="35"/>
                  </a:cubicBezTo>
                  <a:cubicBezTo>
                    <a:pt x="295" y="35"/>
                    <a:pt x="293" y="35"/>
                    <a:pt x="291" y="35"/>
                  </a:cubicBezTo>
                  <a:cubicBezTo>
                    <a:pt x="291" y="6"/>
                    <a:pt x="291" y="6"/>
                    <a:pt x="291" y="6"/>
                  </a:cubicBezTo>
                  <a:cubicBezTo>
                    <a:pt x="293" y="6"/>
                    <a:pt x="295" y="6"/>
                    <a:pt x="297" y="6"/>
                  </a:cubicBezTo>
                  <a:cubicBezTo>
                    <a:pt x="307" y="6"/>
                    <a:pt x="312" y="11"/>
                    <a:pt x="312" y="20"/>
                  </a:cubicBezTo>
                  <a:moveTo>
                    <a:pt x="319" y="20"/>
                  </a:moveTo>
                  <a:cubicBezTo>
                    <a:pt x="319" y="6"/>
                    <a:pt x="311" y="1"/>
                    <a:pt x="298" y="1"/>
                  </a:cubicBezTo>
                  <a:cubicBezTo>
                    <a:pt x="294" y="1"/>
                    <a:pt x="288" y="1"/>
                    <a:pt x="285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5"/>
                    <a:pt x="278" y="5"/>
                    <a:pt x="278" y="5"/>
                  </a:cubicBezTo>
                  <a:cubicBezTo>
                    <a:pt x="280" y="5"/>
                    <a:pt x="282" y="6"/>
                    <a:pt x="285" y="6"/>
                  </a:cubicBezTo>
                  <a:cubicBezTo>
                    <a:pt x="285" y="35"/>
                    <a:pt x="285" y="35"/>
                    <a:pt x="285" y="35"/>
                  </a:cubicBezTo>
                  <a:cubicBezTo>
                    <a:pt x="282" y="36"/>
                    <a:pt x="280" y="36"/>
                    <a:pt x="278" y="36"/>
                  </a:cubicBezTo>
                  <a:cubicBezTo>
                    <a:pt x="278" y="40"/>
                    <a:pt x="278" y="40"/>
                    <a:pt x="278" y="40"/>
                  </a:cubicBezTo>
                  <a:cubicBezTo>
                    <a:pt x="285" y="40"/>
                    <a:pt x="285" y="40"/>
                    <a:pt x="285" y="40"/>
                  </a:cubicBezTo>
                  <a:cubicBezTo>
                    <a:pt x="288" y="40"/>
                    <a:pt x="291" y="41"/>
                    <a:pt x="296" y="41"/>
                  </a:cubicBezTo>
                  <a:cubicBezTo>
                    <a:pt x="309" y="41"/>
                    <a:pt x="319" y="34"/>
                    <a:pt x="319" y="20"/>
                  </a:cubicBezTo>
                  <a:moveTo>
                    <a:pt x="259" y="25"/>
                  </a:moveTo>
                  <a:cubicBezTo>
                    <a:pt x="245" y="25"/>
                    <a:pt x="245" y="25"/>
                    <a:pt x="245" y="25"/>
                  </a:cubicBezTo>
                  <a:cubicBezTo>
                    <a:pt x="250" y="13"/>
                    <a:pt x="250" y="13"/>
                    <a:pt x="250" y="13"/>
                  </a:cubicBezTo>
                  <a:cubicBezTo>
                    <a:pt x="251" y="11"/>
                    <a:pt x="251" y="9"/>
                    <a:pt x="252" y="7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3" y="9"/>
                    <a:pt x="253" y="11"/>
                    <a:pt x="254" y="13"/>
                  </a:cubicBezTo>
                  <a:lnTo>
                    <a:pt x="259" y="25"/>
                  </a:lnTo>
                  <a:close/>
                  <a:moveTo>
                    <a:pt x="275" y="40"/>
                  </a:moveTo>
                  <a:cubicBezTo>
                    <a:pt x="275" y="36"/>
                    <a:pt x="275" y="36"/>
                    <a:pt x="275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57" y="1"/>
                    <a:pt x="257" y="1"/>
                    <a:pt x="257" y="1"/>
                  </a:cubicBezTo>
                  <a:cubicBezTo>
                    <a:pt x="248" y="1"/>
                    <a:pt x="248" y="1"/>
                    <a:pt x="248" y="1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3" y="36"/>
                    <a:pt x="231" y="36"/>
                    <a:pt x="230" y="36"/>
                  </a:cubicBezTo>
                  <a:cubicBezTo>
                    <a:pt x="230" y="40"/>
                    <a:pt x="230" y="40"/>
                    <a:pt x="230" y="40"/>
                  </a:cubicBezTo>
                  <a:cubicBezTo>
                    <a:pt x="247" y="40"/>
                    <a:pt x="247" y="40"/>
                    <a:pt x="247" y="40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6" y="36"/>
                    <a:pt x="243" y="36"/>
                    <a:pt x="241" y="36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61" y="30"/>
                    <a:pt x="261" y="30"/>
                    <a:pt x="261" y="30"/>
                  </a:cubicBezTo>
                  <a:cubicBezTo>
                    <a:pt x="262" y="36"/>
                    <a:pt x="262" y="36"/>
                    <a:pt x="262" y="36"/>
                  </a:cubicBezTo>
                  <a:cubicBezTo>
                    <a:pt x="261" y="36"/>
                    <a:pt x="258" y="36"/>
                    <a:pt x="257" y="36"/>
                  </a:cubicBezTo>
                  <a:cubicBezTo>
                    <a:pt x="257" y="40"/>
                    <a:pt x="257" y="40"/>
                    <a:pt x="257" y="40"/>
                  </a:cubicBezTo>
                  <a:lnTo>
                    <a:pt x="275" y="40"/>
                  </a:lnTo>
                  <a:close/>
                  <a:moveTo>
                    <a:pt x="231" y="14"/>
                  </a:moveTo>
                  <a:cubicBezTo>
                    <a:pt x="231" y="1"/>
                    <a:pt x="231" y="1"/>
                    <a:pt x="231" y="1"/>
                  </a:cubicBezTo>
                  <a:cubicBezTo>
                    <a:pt x="195" y="1"/>
                    <a:pt x="195" y="1"/>
                    <a:pt x="195" y="1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9" y="14"/>
                    <a:pt x="199" y="14"/>
                    <a:pt x="199" y="14"/>
                  </a:cubicBezTo>
                  <a:cubicBezTo>
                    <a:pt x="200" y="11"/>
                    <a:pt x="200" y="8"/>
                    <a:pt x="200" y="6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7" y="36"/>
                    <a:pt x="205" y="36"/>
                    <a:pt x="203" y="36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23" y="40"/>
                    <a:pt x="223" y="40"/>
                    <a:pt x="223" y="40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1" y="36"/>
                    <a:pt x="218" y="36"/>
                    <a:pt x="216" y="35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225" y="6"/>
                    <a:pt x="225" y="6"/>
                    <a:pt x="225" y="6"/>
                  </a:cubicBezTo>
                  <a:cubicBezTo>
                    <a:pt x="225" y="8"/>
                    <a:pt x="226" y="11"/>
                    <a:pt x="226" y="14"/>
                  </a:cubicBezTo>
                  <a:lnTo>
                    <a:pt x="231" y="14"/>
                  </a:lnTo>
                  <a:close/>
                  <a:moveTo>
                    <a:pt x="194" y="40"/>
                  </a:moveTo>
                  <a:cubicBezTo>
                    <a:pt x="194" y="28"/>
                    <a:pt x="194" y="28"/>
                    <a:pt x="194" y="28"/>
                  </a:cubicBezTo>
                  <a:cubicBezTo>
                    <a:pt x="189" y="28"/>
                    <a:pt x="189" y="28"/>
                    <a:pt x="189" y="28"/>
                  </a:cubicBezTo>
                  <a:cubicBezTo>
                    <a:pt x="189" y="30"/>
                    <a:pt x="189" y="33"/>
                    <a:pt x="188" y="35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80" y="6"/>
                    <a:pt x="182" y="5"/>
                    <a:pt x="184" y="5"/>
                  </a:cubicBezTo>
                  <a:cubicBezTo>
                    <a:pt x="184" y="1"/>
                    <a:pt x="184" y="1"/>
                    <a:pt x="184" y="1"/>
                  </a:cubicBezTo>
                  <a:cubicBezTo>
                    <a:pt x="164" y="1"/>
                    <a:pt x="164" y="1"/>
                    <a:pt x="164" y="1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6" y="5"/>
                    <a:pt x="169" y="6"/>
                    <a:pt x="171" y="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69" y="36"/>
                    <a:pt x="166" y="36"/>
                    <a:pt x="164" y="36"/>
                  </a:cubicBezTo>
                  <a:cubicBezTo>
                    <a:pt x="164" y="40"/>
                    <a:pt x="164" y="40"/>
                    <a:pt x="164" y="40"/>
                  </a:cubicBezTo>
                  <a:lnTo>
                    <a:pt x="194" y="40"/>
                  </a:lnTo>
                  <a:close/>
                  <a:moveTo>
                    <a:pt x="158" y="5"/>
                  </a:moveTo>
                  <a:cubicBezTo>
                    <a:pt x="158" y="1"/>
                    <a:pt x="158" y="1"/>
                    <a:pt x="158" y="1"/>
                  </a:cubicBezTo>
                  <a:cubicBezTo>
                    <a:pt x="140" y="1"/>
                    <a:pt x="140" y="1"/>
                    <a:pt x="140" y="1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2" y="5"/>
                    <a:pt x="144" y="6"/>
                    <a:pt x="146" y="6"/>
                  </a:cubicBezTo>
                  <a:cubicBezTo>
                    <a:pt x="146" y="25"/>
                    <a:pt x="146" y="25"/>
                    <a:pt x="146" y="25"/>
                  </a:cubicBezTo>
                  <a:cubicBezTo>
                    <a:pt x="146" y="31"/>
                    <a:pt x="143" y="35"/>
                    <a:pt x="136" y="35"/>
                  </a:cubicBezTo>
                  <a:cubicBezTo>
                    <a:pt x="129" y="35"/>
                    <a:pt x="126" y="32"/>
                    <a:pt x="126" y="25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8" y="6"/>
                    <a:pt x="130" y="5"/>
                    <a:pt x="132" y="5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5" y="5"/>
                    <a:pt x="117" y="6"/>
                    <a:pt x="119" y="6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36"/>
                    <a:pt x="125" y="41"/>
                    <a:pt x="135" y="41"/>
                  </a:cubicBezTo>
                  <a:cubicBezTo>
                    <a:pt x="148" y="41"/>
                    <a:pt x="153" y="34"/>
                    <a:pt x="153" y="25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5" y="6"/>
                    <a:pt x="157" y="5"/>
                    <a:pt x="158" y="5"/>
                  </a:cubicBezTo>
                  <a:moveTo>
                    <a:pt x="107" y="39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4" y="34"/>
                    <a:pt x="101" y="35"/>
                    <a:pt x="97" y="35"/>
                  </a:cubicBezTo>
                  <a:cubicBezTo>
                    <a:pt x="88" y="35"/>
                    <a:pt x="84" y="30"/>
                    <a:pt x="84" y="21"/>
                  </a:cubicBezTo>
                  <a:cubicBezTo>
                    <a:pt x="84" y="13"/>
                    <a:pt x="88" y="6"/>
                    <a:pt x="96" y="6"/>
                  </a:cubicBezTo>
                  <a:cubicBezTo>
                    <a:pt x="98" y="6"/>
                    <a:pt x="99" y="7"/>
                    <a:pt x="101" y="7"/>
                  </a:cubicBezTo>
                  <a:cubicBezTo>
                    <a:pt x="101" y="9"/>
                    <a:pt x="102" y="11"/>
                    <a:pt x="102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2"/>
                    <a:pt x="107" y="2"/>
                    <a:pt x="107" y="2"/>
                  </a:cubicBezTo>
                  <a:cubicBezTo>
                    <a:pt x="104" y="1"/>
                    <a:pt x="100" y="0"/>
                    <a:pt x="97" y="0"/>
                  </a:cubicBezTo>
                  <a:cubicBezTo>
                    <a:pt x="83" y="0"/>
                    <a:pt x="76" y="10"/>
                    <a:pt x="76" y="21"/>
                  </a:cubicBezTo>
                  <a:cubicBezTo>
                    <a:pt x="76" y="33"/>
                    <a:pt x="83" y="41"/>
                    <a:pt x="96" y="41"/>
                  </a:cubicBezTo>
                  <a:cubicBezTo>
                    <a:pt x="100" y="41"/>
                    <a:pt x="104" y="40"/>
                    <a:pt x="107" y="39"/>
                  </a:cubicBezTo>
                  <a:moveTo>
                    <a:pt x="58" y="25"/>
                  </a:moveTo>
                  <a:cubicBezTo>
                    <a:pt x="45" y="25"/>
                    <a:pt x="45" y="25"/>
                    <a:pt x="45" y="25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0" y="11"/>
                    <a:pt x="51" y="9"/>
                    <a:pt x="51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9"/>
                    <a:pt x="53" y="11"/>
                    <a:pt x="54" y="13"/>
                  </a:cubicBezTo>
                  <a:lnTo>
                    <a:pt x="58" y="25"/>
                  </a:lnTo>
                  <a:close/>
                  <a:moveTo>
                    <a:pt x="74" y="40"/>
                  </a:moveTo>
                  <a:cubicBezTo>
                    <a:pt x="74" y="36"/>
                    <a:pt x="74" y="36"/>
                    <a:pt x="74" y="36"/>
                  </a:cubicBezTo>
                  <a:cubicBezTo>
                    <a:pt x="73" y="36"/>
                    <a:pt x="71" y="36"/>
                    <a:pt x="69" y="36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1" y="36"/>
                    <a:pt x="29" y="36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5" y="36"/>
                    <a:pt x="43" y="36"/>
                    <a:pt x="41" y="36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0" y="36"/>
                    <a:pt x="58" y="36"/>
                    <a:pt x="56" y="36"/>
                  </a:cubicBezTo>
                  <a:cubicBezTo>
                    <a:pt x="56" y="40"/>
                    <a:pt x="56" y="40"/>
                    <a:pt x="56" y="40"/>
                  </a:cubicBezTo>
                  <a:lnTo>
                    <a:pt x="74" y="40"/>
                  </a:lnTo>
                  <a:close/>
                  <a:moveTo>
                    <a:pt x="30" y="12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6"/>
                    <a:pt x="7" y="6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4" y="36"/>
                    <a:pt x="2" y="36"/>
                    <a:pt x="0" y="3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8" y="36"/>
                    <a:pt x="16" y="36"/>
                    <a:pt x="13" y="35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6"/>
                    <a:pt x="22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7"/>
                    <a:pt x="21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10"/>
                    <a:pt x="25" y="12"/>
                  </a:cubicBezTo>
                  <a:lnTo>
                    <a:pt x="3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98" name="Grupo 197">
            <a:extLst>
              <a:ext uri="{FF2B5EF4-FFF2-40B4-BE49-F238E27FC236}">
                <a16:creationId xmlns:a16="http://schemas.microsoft.com/office/drawing/2014/main" id="{EE6603AC-AB47-4B29-B379-F603E331CC4D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</p:grpSpPr>
        <p:sp>
          <p:nvSpPr>
            <p:cNvPr id="199" name="Freeform 109">
              <a:extLst>
                <a:ext uri="{FF2B5EF4-FFF2-40B4-BE49-F238E27FC236}">
                  <a16:creationId xmlns:a16="http://schemas.microsoft.com/office/drawing/2014/main" id="{245007CF-6DC6-4102-8947-BF483A7673A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0" name="Freeform 110">
              <a:extLst>
                <a:ext uri="{FF2B5EF4-FFF2-40B4-BE49-F238E27FC236}">
                  <a16:creationId xmlns:a16="http://schemas.microsoft.com/office/drawing/2014/main" id="{EB7BAD8A-5A19-4046-9E1A-FECFD189EA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201" name="Grupo 200">
              <a:extLst>
                <a:ext uri="{FF2B5EF4-FFF2-40B4-BE49-F238E27FC236}">
                  <a16:creationId xmlns:a16="http://schemas.microsoft.com/office/drawing/2014/main" id="{621283A6-3CDE-4782-835D-B5F7C49E43C2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</p:grpSpPr>
          <p:sp>
            <p:nvSpPr>
              <p:cNvPr id="212" name="Freeform 111">
                <a:extLst>
                  <a:ext uri="{FF2B5EF4-FFF2-40B4-BE49-F238E27FC236}">
                    <a16:creationId xmlns:a16="http://schemas.microsoft.com/office/drawing/2014/main" id="{BB6BDADD-00D2-4E08-98E7-62A42952E5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3" name="Freeform 112">
                <a:extLst>
                  <a:ext uri="{FF2B5EF4-FFF2-40B4-BE49-F238E27FC236}">
                    <a16:creationId xmlns:a16="http://schemas.microsoft.com/office/drawing/2014/main" id="{93A2BA46-C620-4491-9D52-806EC1B839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4" name="Freeform 113">
                <a:extLst>
                  <a:ext uri="{FF2B5EF4-FFF2-40B4-BE49-F238E27FC236}">
                    <a16:creationId xmlns:a16="http://schemas.microsoft.com/office/drawing/2014/main" id="{7AC779F9-A759-44E6-A41D-3740E1C2831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5" name="Freeform 114">
                <a:extLst>
                  <a:ext uri="{FF2B5EF4-FFF2-40B4-BE49-F238E27FC236}">
                    <a16:creationId xmlns:a16="http://schemas.microsoft.com/office/drawing/2014/main" id="{E2F90FDF-77E0-47BB-9190-CAA7FAD18D2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6" name="Freeform 115">
                <a:extLst>
                  <a:ext uri="{FF2B5EF4-FFF2-40B4-BE49-F238E27FC236}">
                    <a16:creationId xmlns:a16="http://schemas.microsoft.com/office/drawing/2014/main" id="{1CF39C91-BD22-456F-AF73-3AB98D8492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7" name="Freeform 116">
                <a:extLst>
                  <a:ext uri="{FF2B5EF4-FFF2-40B4-BE49-F238E27FC236}">
                    <a16:creationId xmlns:a16="http://schemas.microsoft.com/office/drawing/2014/main" id="{6DB5F3C3-1EC6-40EA-9225-2286DC1420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8" name="Freeform 117">
                <a:extLst>
                  <a:ext uri="{FF2B5EF4-FFF2-40B4-BE49-F238E27FC236}">
                    <a16:creationId xmlns:a16="http://schemas.microsoft.com/office/drawing/2014/main" id="{0B3ED509-4775-4E0C-A10A-E046A526A8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9" name="Freeform 118">
                <a:extLst>
                  <a:ext uri="{FF2B5EF4-FFF2-40B4-BE49-F238E27FC236}">
                    <a16:creationId xmlns:a16="http://schemas.microsoft.com/office/drawing/2014/main" id="{DF5E93A4-AC03-4D9E-8254-DE104865EA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0" name="Freeform 119">
                <a:extLst>
                  <a:ext uri="{FF2B5EF4-FFF2-40B4-BE49-F238E27FC236}">
                    <a16:creationId xmlns:a16="http://schemas.microsoft.com/office/drawing/2014/main" id="{E0F1DEC2-1822-40F7-901C-0E711FFC3C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1" name="Freeform 120">
                <a:extLst>
                  <a:ext uri="{FF2B5EF4-FFF2-40B4-BE49-F238E27FC236}">
                    <a16:creationId xmlns:a16="http://schemas.microsoft.com/office/drawing/2014/main" id="{8D840E56-8959-436A-B712-B47DE1520A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2" name="Freeform 121">
                <a:extLst>
                  <a:ext uri="{FF2B5EF4-FFF2-40B4-BE49-F238E27FC236}">
                    <a16:creationId xmlns:a16="http://schemas.microsoft.com/office/drawing/2014/main" id="{D83C984A-B65E-413C-B962-56324FA32C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3" name="Freeform 122">
                <a:extLst>
                  <a:ext uri="{FF2B5EF4-FFF2-40B4-BE49-F238E27FC236}">
                    <a16:creationId xmlns:a16="http://schemas.microsoft.com/office/drawing/2014/main" id="{7F2E8CE2-2E55-47BD-870F-59B79C09BF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4" name="Freeform 123">
                <a:extLst>
                  <a:ext uri="{FF2B5EF4-FFF2-40B4-BE49-F238E27FC236}">
                    <a16:creationId xmlns:a16="http://schemas.microsoft.com/office/drawing/2014/main" id="{3E414593-8649-4EBD-AF98-02BF077C625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5" name="Freeform 124">
                <a:extLst>
                  <a:ext uri="{FF2B5EF4-FFF2-40B4-BE49-F238E27FC236}">
                    <a16:creationId xmlns:a16="http://schemas.microsoft.com/office/drawing/2014/main" id="{570554D6-D116-48DE-B28B-E4338C0A8D4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6" name="Freeform 125">
                <a:extLst>
                  <a:ext uri="{FF2B5EF4-FFF2-40B4-BE49-F238E27FC236}">
                    <a16:creationId xmlns:a16="http://schemas.microsoft.com/office/drawing/2014/main" id="{9F22ACCE-35A7-4082-9ABD-1F227DC399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7" name="Freeform 126">
                <a:extLst>
                  <a:ext uri="{FF2B5EF4-FFF2-40B4-BE49-F238E27FC236}">
                    <a16:creationId xmlns:a16="http://schemas.microsoft.com/office/drawing/2014/main" id="{4876B10C-2140-4D7E-980F-F06E112090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8" name="Freeform 127">
                <a:extLst>
                  <a:ext uri="{FF2B5EF4-FFF2-40B4-BE49-F238E27FC236}">
                    <a16:creationId xmlns:a16="http://schemas.microsoft.com/office/drawing/2014/main" id="{28430070-56F5-4E5E-9B58-9A005795CB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202" name="Freeform 128">
              <a:extLst>
                <a:ext uri="{FF2B5EF4-FFF2-40B4-BE49-F238E27FC236}">
                  <a16:creationId xmlns:a16="http://schemas.microsoft.com/office/drawing/2014/main" id="{BED7E100-E2A7-4576-9C09-7EC162D5FF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3" name="Freeform 129">
              <a:extLst>
                <a:ext uri="{FF2B5EF4-FFF2-40B4-BE49-F238E27FC236}">
                  <a16:creationId xmlns:a16="http://schemas.microsoft.com/office/drawing/2014/main" id="{A787F0B4-1CDB-4947-A330-F5D733FEE89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4" name="Freeform 130">
              <a:extLst>
                <a:ext uri="{FF2B5EF4-FFF2-40B4-BE49-F238E27FC236}">
                  <a16:creationId xmlns:a16="http://schemas.microsoft.com/office/drawing/2014/main" id="{F7A5B330-6B60-4BD7-B8A8-E2D06D9094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5" name="Freeform 131">
              <a:extLst>
                <a:ext uri="{FF2B5EF4-FFF2-40B4-BE49-F238E27FC236}">
                  <a16:creationId xmlns:a16="http://schemas.microsoft.com/office/drawing/2014/main" id="{AE35F4B4-4BEB-4CCE-BA59-0CFBBE3B490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6" name="Freeform 132">
              <a:extLst>
                <a:ext uri="{FF2B5EF4-FFF2-40B4-BE49-F238E27FC236}">
                  <a16:creationId xmlns:a16="http://schemas.microsoft.com/office/drawing/2014/main" id="{04EEC533-D593-41FA-B48D-AC747FDE378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7" name="Freeform 133">
              <a:extLst>
                <a:ext uri="{FF2B5EF4-FFF2-40B4-BE49-F238E27FC236}">
                  <a16:creationId xmlns:a16="http://schemas.microsoft.com/office/drawing/2014/main" id="{7719BD16-FFA5-4837-B916-829B4B03D47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8" name="Freeform 134">
              <a:extLst>
                <a:ext uri="{FF2B5EF4-FFF2-40B4-BE49-F238E27FC236}">
                  <a16:creationId xmlns:a16="http://schemas.microsoft.com/office/drawing/2014/main" id="{E7F329FD-23AA-49DA-B4D1-82FD85D58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9" name="Freeform 135">
              <a:extLst>
                <a:ext uri="{FF2B5EF4-FFF2-40B4-BE49-F238E27FC236}">
                  <a16:creationId xmlns:a16="http://schemas.microsoft.com/office/drawing/2014/main" id="{C6CFD023-7157-4CB7-AEDD-37DFB1580BE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10" name="Freeform 136">
              <a:extLst>
                <a:ext uri="{FF2B5EF4-FFF2-40B4-BE49-F238E27FC236}">
                  <a16:creationId xmlns:a16="http://schemas.microsoft.com/office/drawing/2014/main" id="{E01809A6-966C-41E8-A276-62910141AE14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11" name="Freeform 137">
              <a:extLst>
                <a:ext uri="{FF2B5EF4-FFF2-40B4-BE49-F238E27FC236}">
                  <a16:creationId xmlns:a16="http://schemas.microsoft.com/office/drawing/2014/main" id="{FF7A5D7D-38E9-4FE3-B84D-09FF25715E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75" name="Marcador de número de diapositiva 70">
            <a:extLst>
              <a:ext uri="{FF2B5EF4-FFF2-40B4-BE49-F238E27FC236}">
                <a16:creationId xmlns:a16="http://schemas.microsoft.com/office/drawing/2014/main" id="{F5C5AE08-5AE1-4643-9207-8BC98EE629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72203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69" r:id="rId2"/>
    <p:sldLayoutId id="2147483670" r:id="rId3"/>
    <p:sldLayoutId id="2147483656" r:id="rId4"/>
    <p:sldLayoutId id="2147483676" r:id="rId5"/>
    <p:sldLayoutId id="2147483649" r:id="rId6"/>
    <p:sldLayoutId id="2147483661" r:id="rId7"/>
    <p:sldLayoutId id="2147483680" r:id="rId8"/>
    <p:sldLayoutId id="2147483677" r:id="rId9"/>
    <p:sldLayoutId id="2147483658" r:id="rId10"/>
    <p:sldLayoutId id="2147483654" r:id="rId11"/>
    <p:sldLayoutId id="2147483657" r:id="rId12"/>
    <p:sldLayoutId id="2147483663" r:id="rId13"/>
    <p:sldLayoutId id="2147483660" r:id="rId14"/>
    <p:sldLayoutId id="2147483683" r:id="rId15"/>
    <p:sldLayoutId id="2147483659" r:id="rId16"/>
    <p:sldLayoutId id="2147483681" r:id="rId17"/>
    <p:sldLayoutId id="2147483682" r:id="rId18"/>
    <p:sldLayoutId id="2147483678" r:id="rId19"/>
    <p:sldLayoutId id="2147483684" r:id="rId20"/>
    <p:sldLayoutId id="2147483650" r:id="rId21"/>
    <p:sldLayoutId id="2147483679" r:id="rId22"/>
    <p:sldLayoutId id="2147483667" r:id="rId23"/>
    <p:sldLayoutId id="2147483687" r:id="rId24"/>
    <p:sldLayoutId id="2147483694" r:id="rId25"/>
    <p:sldLayoutId id="2147483695" r:id="rId26"/>
    <p:sldLayoutId id="2147483668" r:id="rId27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1000" b="0" kern="1200" spc="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78" userDrawn="1">
          <p15:clr>
            <a:srgbClr val="F26B43"/>
          </p15:clr>
        </p15:guide>
        <p15:guide id="2" orient="horz" pos="527" userDrawn="1">
          <p15:clr>
            <a:srgbClr val="F26B43"/>
          </p15:clr>
        </p15:guide>
        <p15:guide id="3" pos="3840" userDrawn="1">
          <p15:clr>
            <a:srgbClr val="F26B43"/>
          </p15:clr>
        </p15:guide>
        <p15:guide id="4" pos="1323" userDrawn="1">
          <p15:clr>
            <a:srgbClr val="F26B43"/>
          </p15:clr>
        </p15:guide>
        <p15:guide id="5" pos="166" userDrawn="1">
          <p15:clr>
            <a:srgbClr val="F26B43"/>
          </p15:clr>
        </p15:guide>
        <p15:guide id="6" pos="7378" userDrawn="1">
          <p15:clr>
            <a:srgbClr val="F26B43"/>
          </p15:clr>
        </p15:guide>
        <p15:guide id="7" pos="105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48550/arXiv.1505.04597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48550/arXiv.1804.03999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jpg"/><Relationship Id="rId4" Type="http://schemas.openxmlformats.org/officeDocument/2006/relationships/hyperlink" Target="https://doi.org/10.48550/arXiv.2110.03352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07/978-3-030-75015-2_2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3390/app13031493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CuadroTexto 37">
            <a:extLst>
              <a:ext uri="{FF2B5EF4-FFF2-40B4-BE49-F238E27FC236}">
                <a16:creationId xmlns:a16="http://schemas.microsoft.com/office/drawing/2014/main" id="{3EA85186-DB61-44DB-AC9B-36382C9DEAE5}"/>
              </a:ext>
            </a:extLst>
          </p:cNvPr>
          <p:cNvSpPr txBox="1"/>
          <p:nvPr/>
        </p:nvSpPr>
        <p:spPr>
          <a:xfrm>
            <a:off x="-247794" y="2230866"/>
            <a:ext cx="314325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000" dirty="0">
                <a:solidFill>
                  <a:schemeClr val="bg2">
                    <a:alpha val="26000"/>
                  </a:schemeClr>
                </a:solidFill>
                <a:latin typeface="+mj-lt"/>
                <a:cs typeface="Segoe UI" panose="020B0502040204020203" pitchFamily="34" charset="0"/>
              </a:rPr>
              <a:t>20</a:t>
            </a:r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FE4D25E6-1475-41EF-BF64-AD8F37820790}"/>
              </a:ext>
            </a:extLst>
          </p:cNvPr>
          <p:cNvSpPr txBox="1"/>
          <p:nvPr/>
        </p:nvSpPr>
        <p:spPr>
          <a:xfrm>
            <a:off x="-247794" y="4421616"/>
            <a:ext cx="314325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000" dirty="0">
                <a:solidFill>
                  <a:schemeClr val="bg2">
                    <a:alpha val="26000"/>
                  </a:schemeClr>
                </a:solidFill>
                <a:latin typeface="+mj-lt"/>
                <a:cs typeface="Segoe UI" panose="020B0502040204020203" pitchFamily="34" charset="0"/>
              </a:rPr>
              <a:t>26</a:t>
            </a:r>
          </a:p>
        </p:txBody>
      </p:sp>
      <p:grpSp>
        <p:nvGrpSpPr>
          <p:cNvPr id="74" name="Grupo 73">
            <a:extLst>
              <a:ext uri="{FF2B5EF4-FFF2-40B4-BE49-F238E27FC236}">
                <a16:creationId xmlns:a16="http://schemas.microsoft.com/office/drawing/2014/main" id="{7EE8F19A-4B94-46D7-848B-682BCA26792F}"/>
              </a:ext>
            </a:extLst>
          </p:cNvPr>
          <p:cNvGrpSpPr/>
          <p:nvPr/>
        </p:nvGrpSpPr>
        <p:grpSpPr>
          <a:xfrm>
            <a:off x="4664487" y="2820152"/>
            <a:ext cx="2810041" cy="471179"/>
            <a:chOff x="4146859" y="3656362"/>
            <a:chExt cx="4114181" cy="689853"/>
          </a:xfrm>
        </p:grpSpPr>
        <p:sp>
          <p:nvSpPr>
            <p:cNvPr id="16" name="Freeform 84">
              <a:extLst>
                <a:ext uri="{FF2B5EF4-FFF2-40B4-BE49-F238E27FC236}">
                  <a16:creationId xmlns:a16="http://schemas.microsoft.com/office/drawing/2014/main" id="{DC30F01A-AFA6-4122-99C9-6AB759AD2F3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6859" y="3656362"/>
              <a:ext cx="362934" cy="667689"/>
            </a:xfrm>
            <a:custGeom>
              <a:avLst/>
              <a:gdLst>
                <a:gd name="T0" fmla="*/ 146 w 151"/>
                <a:gd name="T1" fmla="*/ 63 h 276"/>
                <a:gd name="T2" fmla="*/ 141 w 151"/>
                <a:gd name="T3" fmla="*/ 82 h 276"/>
                <a:gd name="T4" fmla="*/ 123 w 151"/>
                <a:gd name="T5" fmla="*/ 82 h 276"/>
                <a:gd name="T6" fmla="*/ 129 w 151"/>
                <a:gd name="T7" fmla="*/ 58 h 276"/>
                <a:gd name="T8" fmla="*/ 132 w 151"/>
                <a:gd name="T9" fmla="*/ 41 h 276"/>
                <a:gd name="T10" fmla="*/ 104 w 151"/>
                <a:gd name="T11" fmla="*/ 16 h 276"/>
                <a:gd name="T12" fmla="*/ 75 w 151"/>
                <a:gd name="T13" fmla="*/ 32 h 276"/>
                <a:gd name="T14" fmla="*/ 62 w 151"/>
                <a:gd name="T15" fmla="*/ 77 h 276"/>
                <a:gd name="T16" fmla="*/ 75 w 151"/>
                <a:gd name="T17" fmla="*/ 112 h 276"/>
                <a:gd name="T18" fmla="*/ 96 w 151"/>
                <a:gd name="T19" fmla="*/ 142 h 276"/>
                <a:gd name="T20" fmla="*/ 112 w 151"/>
                <a:gd name="T21" fmla="*/ 170 h 276"/>
                <a:gd name="T22" fmla="*/ 116 w 151"/>
                <a:gd name="T23" fmla="*/ 195 h 276"/>
                <a:gd name="T24" fmla="*/ 92 w 151"/>
                <a:gd name="T25" fmla="*/ 262 h 276"/>
                <a:gd name="T26" fmla="*/ 50 w 151"/>
                <a:gd name="T27" fmla="*/ 276 h 276"/>
                <a:gd name="T28" fmla="*/ 0 w 151"/>
                <a:gd name="T29" fmla="*/ 233 h 276"/>
                <a:gd name="T30" fmla="*/ 5 w 151"/>
                <a:gd name="T31" fmla="*/ 202 h 276"/>
                <a:gd name="T32" fmla="*/ 10 w 151"/>
                <a:gd name="T33" fmla="*/ 184 h 276"/>
                <a:gd name="T34" fmla="*/ 28 w 151"/>
                <a:gd name="T35" fmla="*/ 184 h 276"/>
                <a:gd name="T36" fmla="*/ 23 w 151"/>
                <a:gd name="T37" fmla="*/ 205 h 276"/>
                <a:gd name="T38" fmla="*/ 20 w 151"/>
                <a:gd name="T39" fmla="*/ 217 h 276"/>
                <a:gd name="T40" fmla="*/ 18 w 151"/>
                <a:gd name="T41" fmla="*/ 231 h 276"/>
                <a:gd name="T42" fmla="*/ 51 w 151"/>
                <a:gd name="T43" fmla="*/ 260 h 276"/>
                <a:gd name="T44" fmla="*/ 82 w 151"/>
                <a:gd name="T45" fmla="*/ 249 h 276"/>
                <a:gd name="T46" fmla="*/ 97 w 151"/>
                <a:gd name="T47" fmla="*/ 196 h 276"/>
                <a:gd name="T48" fmla="*/ 81 w 151"/>
                <a:gd name="T49" fmla="*/ 153 h 276"/>
                <a:gd name="T50" fmla="*/ 59 w 151"/>
                <a:gd name="T51" fmla="*/ 123 h 276"/>
                <a:gd name="T52" fmla="*/ 44 w 151"/>
                <a:gd name="T53" fmla="*/ 76 h 276"/>
                <a:gd name="T54" fmla="*/ 51 w 151"/>
                <a:gd name="T55" fmla="*/ 39 h 276"/>
                <a:gd name="T56" fmla="*/ 106 w 151"/>
                <a:gd name="T57" fmla="*/ 0 h 276"/>
                <a:gd name="T58" fmla="*/ 150 w 151"/>
                <a:gd name="T59" fmla="*/ 36 h 276"/>
                <a:gd name="T60" fmla="*/ 146 w 151"/>
                <a:gd name="T61" fmla="*/ 63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51" h="276">
                  <a:moveTo>
                    <a:pt x="146" y="63"/>
                  </a:moveTo>
                  <a:cubicBezTo>
                    <a:pt x="141" y="82"/>
                    <a:pt x="141" y="82"/>
                    <a:pt x="141" y="82"/>
                  </a:cubicBezTo>
                  <a:cubicBezTo>
                    <a:pt x="123" y="82"/>
                    <a:pt x="123" y="82"/>
                    <a:pt x="123" y="82"/>
                  </a:cubicBezTo>
                  <a:cubicBezTo>
                    <a:pt x="129" y="58"/>
                    <a:pt x="129" y="58"/>
                    <a:pt x="129" y="58"/>
                  </a:cubicBezTo>
                  <a:cubicBezTo>
                    <a:pt x="131" y="49"/>
                    <a:pt x="132" y="46"/>
                    <a:pt x="132" y="41"/>
                  </a:cubicBezTo>
                  <a:cubicBezTo>
                    <a:pt x="132" y="24"/>
                    <a:pt x="123" y="16"/>
                    <a:pt x="104" y="16"/>
                  </a:cubicBezTo>
                  <a:cubicBezTo>
                    <a:pt x="90" y="16"/>
                    <a:pt x="81" y="20"/>
                    <a:pt x="75" y="32"/>
                  </a:cubicBezTo>
                  <a:cubicBezTo>
                    <a:pt x="68" y="43"/>
                    <a:pt x="62" y="63"/>
                    <a:pt x="62" y="77"/>
                  </a:cubicBezTo>
                  <a:cubicBezTo>
                    <a:pt x="62" y="88"/>
                    <a:pt x="66" y="99"/>
                    <a:pt x="75" y="112"/>
                  </a:cubicBezTo>
                  <a:cubicBezTo>
                    <a:pt x="96" y="142"/>
                    <a:pt x="96" y="142"/>
                    <a:pt x="96" y="142"/>
                  </a:cubicBezTo>
                  <a:cubicBezTo>
                    <a:pt x="105" y="155"/>
                    <a:pt x="109" y="163"/>
                    <a:pt x="112" y="170"/>
                  </a:cubicBezTo>
                  <a:cubicBezTo>
                    <a:pt x="114" y="178"/>
                    <a:pt x="116" y="186"/>
                    <a:pt x="116" y="195"/>
                  </a:cubicBezTo>
                  <a:cubicBezTo>
                    <a:pt x="115" y="222"/>
                    <a:pt x="106" y="249"/>
                    <a:pt x="92" y="262"/>
                  </a:cubicBezTo>
                  <a:cubicBezTo>
                    <a:pt x="82" y="271"/>
                    <a:pt x="66" y="276"/>
                    <a:pt x="50" y="276"/>
                  </a:cubicBezTo>
                  <a:cubicBezTo>
                    <a:pt x="19" y="276"/>
                    <a:pt x="0" y="260"/>
                    <a:pt x="0" y="233"/>
                  </a:cubicBezTo>
                  <a:cubicBezTo>
                    <a:pt x="0" y="225"/>
                    <a:pt x="1" y="221"/>
                    <a:pt x="5" y="202"/>
                  </a:cubicBezTo>
                  <a:cubicBezTo>
                    <a:pt x="10" y="184"/>
                    <a:pt x="10" y="184"/>
                    <a:pt x="10" y="184"/>
                  </a:cubicBezTo>
                  <a:cubicBezTo>
                    <a:pt x="28" y="184"/>
                    <a:pt x="28" y="184"/>
                    <a:pt x="28" y="184"/>
                  </a:cubicBezTo>
                  <a:cubicBezTo>
                    <a:pt x="23" y="205"/>
                    <a:pt x="23" y="205"/>
                    <a:pt x="23" y="205"/>
                  </a:cubicBezTo>
                  <a:cubicBezTo>
                    <a:pt x="22" y="212"/>
                    <a:pt x="21" y="216"/>
                    <a:pt x="20" y="217"/>
                  </a:cubicBezTo>
                  <a:cubicBezTo>
                    <a:pt x="19" y="222"/>
                    <a:pt x="19" y="228"/>
                    <a:pt x="18" y="231"/>
                  </a:cubicBezTo>
                  <a:cubicBezTo>
                    <a:pt x="18" y="249"/>
                    <a:pt x="30" y="260"/>
                    <a:pt x="51" y="260"/>
                  </a:cubicBezTo>
                  <a:cubicBezTo>
                    <a:pt x="65" y="260"/>
                    <a:pt x="75" y="256"/>
                    <a:pt x="82" y="249"/>
                  </a:cubicBezTo>
                  <a:cubicBezTo>
                    <a:pt x="91" y="238"/>
                    <a:pt x="97" y="216"/>
                    <a:pt x="97" y="196"/>
                  </a:cubicBezTo>
                  <a:cubicBezTo>
                    <a:pt x="98" y="182"/>
                    <a:pt x="93" y="169"/>
                    <a:pt x="81" y="153"/>
                  </a:cubicBezTo>
                  <a:cubicBezTo>
                    <a:pt x="59" y="123"/>
                    <a:pt x="59" y="123"/>
                    <a:pt x="59" y="123"/>
                  </a:cubicBezTo>
                  <a:cubicBezTo>
                    <a:pt x="49" y="108"/>
                    <a:pt x="44" y="92"/>
                    <a:pt x="44" y="76"/>
                  </a:cubicBezTo>
                  <a:cubicBezTo>
                    <a:pt x="44" y="65"/>
                    <a:pt x="47" y="51"/>
                    <a:pt x="51" y="39"/>
                  </a:cubicBezTo>
                  <a:cubicBezTo>
                    <a:pt x="62" y="12"/>
                    <a:pt x="79" y="0"/>
                    <a:pt x="106" y="0"/>
                  </a:cubicBezTo>
                  <a:cubicBezTo>
                    <a:pt x="134" y="0"/>
                    <a:pt x="151" y="14"/>
                    <a:pt x="150" y="36"/>
                  </a:cubicBezTo>
                  <a:cubicBezTo>
                    <a:pt x="150" y="43"/>
                    <a:pt x="150" y="48"/>
                    <a:pt x="146" y="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" name="Freeform 85">
              <a:extLst>
                <a:ext uri="{FF2B5EF4-FFF2-40B4-BE49-F238E27FC236}">
                  <a16:creationId xmlns:a16="http://schemas.microsoft.com/office/drawing/2014/main" id="{27AC7932-D805-4175-AD4B-448F80B16D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7974" y="3670215"/>
              <a:ext cx="385097" cy="656607"/>
            </a:xfrm>
            <a:custGeom>
              <a:avLst/>
              <a:gdLst>
                <a:gd name="T0" fmla="*/ 109 w 160"/>
                <a:gd name="T1" fmla="*/ 212 h 272"/>
                <a:gd name="T2" fmla="*/ 96 w 160"/>
                <a:gd name="T3" fmla="*/ 250 h 272"/>
                <a:gd name="T4" fmla="*/ 49 w 160"/>
                <a:gd name="T5" fmla="*/ 272 h 272"/>
                <a:gd name="T6" fmla="*/ 0 w 160"/>
                <a:gd name="T7" fmla="*/ 233 h 272"/>
                <a:gd name="T8" fmla="*/ 4 w 160"/>
                <a:gd name="T9" fmla="*/ 204 h 272"/>
                <a:gd name="T10" fmla="*/ 54 w 160"/>
                <a:gd name="T11" fmla="*/ 0 h 272"/>
                <a:gd name="T12" fmla="*/ 72 w 160"/>
                <a:gd name="T13" fmla="*/ 0 h 272"/>
                <a:gd name="T14" fmla="*/ 22 w 160"/>
                <a:gd name="T15" fmla="*/ 208 h 272"/>
                <a:gd name="T16" fmla="*/ 19 w 160"/>
                <a:gd name="T17" fmla="*/ 231 h 272"/>
                <a:gd name="T18" fmla="*/ 50 w 160"/>
                <a:gd name="T19" fmla="*/ 255 h 272"/>
                <a:gd name="T20" fmla="*/ 72 w 160"/>
                <a:gd name="T21" fmla="*/ 250 h 272"/>
                <a:gd name="T22" fmla="*/ 92 w 160"/>
                <a:gd name="T23" fmla="*/ 207 h 272"/>
                <a:gd name="T24" fmla="*/ 142 w 160"/>
                <a:gd name="T25" fmla="*/ 1 h 272"/>
                <a:gd name="T26" fmla="*/ 160 w 160"/>
                <a:gd name="T27" fmla="*/ 1 h 272"/>
                <a:gd name="T28" fmla="*/ 109 w 160"/>
                <a:gd name="T29" fmla="*/ 212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60" h="272">
                  <a:moveTo>
                    <a:pt x="109" y="212"/>
                  </a:moveTo>
                  <a:cubicBezTo>
                    <a:pt x="105" y="228"/>
                    <a:pt x="101" y="242"/>
                    <a:pt x="96" y="250"/>
                  </a:cubicBezTo>
                  <a:cubicBezTo>
                    <a:pt x="87" y="265"/>
                    <a:pt x="71" y="272"/>
                    <a:pt x="49" y="272"/>
                  </a:cubicBezTo>
                  <a:cubicBezTo>
                    <a:pt x="18" y="272"/>
                    <a:pt x="0" y="258"/>
                    <a:pt x="0" y="233"/>
                  </a:cubicBezTo>
                  <a:cubicBezTo>
                    <a:pt x="0" y="226"/>
                    <a:pt x="1" y="220"/>
                    <a:pt x="4" y="204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22" y="208"/>
                    <a:pt x="22" y="208"/>
                    <a:pt x="22" y="208"/>
                  </a:cubicBezTo>
                  <a:cubicBezTo>
                    <a:pt x="20" y="217"/>
                    <a:pt x="19" y="225"/>
                    <a:pt x="19" y="231"/>
                  </a:cubicBezTo>
                  <a:cubicBezTo>
                    <a:pt x="18" y="246"/>
                    <a:pt x="30" y="255"/>
                    <a:pt x="50" y="255"/>
                  </a:cubicBezTo>
                  <a:cubicBezTo>
                    <a:pt x="59" y="255"/>
                    <a:pt x="67" y="254"/>
                    <a:pt x="72" y="250"/>
                  </a:cubicBezTo>
                  <a:cubicBezTo>
                    <a:pt x="81" y="244"/>
                    <a:pt x="86" y="234"/>
                    <a:pt x="92" y="207"/>
                  </a:cubicBezTo>
                  <a:cubicBezTo>
                    <a:pt x="142" y="1"/>
                    <a:pt x="142" y="1"/>
                    <a:pt x="142" y="1"/>
                  </a:cubicBezTo>
                  <a:cubicBezTo>
                    <a:pt x="160" y="1"/>
                    <a:pt x="160" y="1"/>
                    <a:pt x="160" y="1"/>
                  </a:cubicBezTo>
                  <a:lnTo>
                    <a:pt x="109" y="2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8" name="Freeform 86">
              <a:extLst>
                <a:ext uri="{FF2B5EF4-FFF2-40B4-BE49-F238E27FC236}">
                  <a16:creationId xmlns:a16="http://schemas.microsoft.com/office/drawing/2014/main" id="{61465C2B-7B9B-4B25-88DB-C2AA646592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0778" y="3664674"/>
              <a:ext cx="362934" cy="664918"/>
            </a:xfrm>
            <a:custGeom>
              <a:avLst/>
              <a:gdLst>
                <a:gd name="T0" fmla="*/ 146 w 150"/>
                <a:gd name="T1" fmla="*/ 63 h 276"/>
                <a:gd name="T2" fmla="*/ 141 w 150"/>
                <a:gd name="T3" fmla="*/ 82 h 276"/>
                <a:gd name="T4" fmla="*/ 123 w 150"/>
                <a:gd name="T5" fmla="*/ 82 h 276"/>
                <a:gd name="T6" fmla="*/ 129 w 150"/>
                <a:gd name="T7" fmla="*/ 58 h 276"/>
                <a:gd name="T8" fmla="*/ 132 w 150"/>
                <a:gd name="T9" fmla="*/ 41 h 276"/>
                <a:gd name="T10" fmla="*/ 103 w 150"/>
                <a:gd name="T11" fmla="*/ 16 h 276"/>
                <a:gd name="T12" fmla="*/ 74 w 150"/>
                <a:gd name="T13" fmla="*/ 32 h 276"/>
                <a:gd name="T14" fmla="*/ 62 w 150"/>
                <a:gd name="T15" fmla="*/ 77 h 276"/>
                <a:gd name="T16" fmla="*/ 75 w 150"/>
                <a:gd name="T17" fmla="*/ 112 h 276"/>
                <a:gd name="T18" fmla="*/ 96 w 150"/>
                <a:gd name="T19" fmla="*/ 142 h 276"/>
                <a:gd name="T20" fmla="*/ 112 w 150"/>
                <a:gd name="T21" fmla="*/ 171 h 276"/>
                <a:gd name="T22" fmla="*/ 115 w 150"/>
                <a:gd name="T23" fmla="*/ 195 h 276"/>
                <a:gd name="T24" fmla="*/ 92 w 150"/>
                <a:gd name="T25" fmla="*/ 262 h 276"/>
                <a:gd name="T26" fmla="*/ 50 w 150"/>
                <a:gd name="T27" fmla="*/ 276 h 276"/>
                <a:gd name="T28" fmla="*/ 0 w 150"/>
                <a:gd name="T29" fmla="*/ 233 h 276"/>
                <a:gd name="T30" fmla="*/ 5 w 150"/>
                <a:gd name="T31" fmla="*/ 202 h 276"/>
                <a:gd name="T32" fmla="*/ 9 w 150"/>
                <a:gd name="T33" fmla="*/ 184 h 276"/>
                <a:gd name="T34" fmla="*/ 28 w 150"/>
                <a:gd name="T35" fmla="*/ 184 h 276"/>
                <a:gd name="T36" fmla="*/ 23 w 150"/>
                <a:gd name="T37" fmla="*/ 205 h 276"/>
                <a:gd name="T38" fmla="*/ 20 w 150"/>
                <a:gd name="T39" fmla="*/ 217 h 276"/>
                <a:gd name="T40" fmla="*/ 18 w 150"/>
                <a:gd name="T41" fmla="*/ 231 h 276"/>
                <a:gd name="T42" fmla="*/ 51 w 150"/>
                <a:gd name="T43" fmla="*/ 260 h 276"/>
                <a:gd name="T44" fmla="*/ 81 w 150"/>
                <a:gd name="T45" fmla="*/ 249 h 276"/>
                <a:gd name="T46" fmla="*/ 97 w 150"/>
                <a:gd name="T47" fmla="*/ 196 h 276"/>
                <a:gd name="T48" fmla="*/ 81 w 150"/>
                <a:gd name="T49" fmla="*/ 153 h 276"/>
                <a:gd name="T50" fmla="*/ 59 w 150"/>
                <a:gd name="T51" fmla="*/ 123 h 276"/>
                <a:gd name="T52" fmla="*/ 43 w 150"/>
                <a:gd name="T53" fmla="*/ 76 h 276"/>
                <a:gd name="T54" fmla="*/ 51 w 150"/>
                <a:gd name="T55" fmla="*/ 39 h 276"/>
                <a:gd name="T56" fmla="*/ 106 w 150"/>
                <a:gd name="T57" fmla="*/ 0 h 276"/>
                <a:gd name="T58" fmla="*/ 150 w 150"/>
                <a:gd name="T59" fmla="*/ 36 h 276"/>
                <a:gd name="T60" fmla="*/ 146 w 150"/>
                <a:gd name="T61" fmla="*/ 63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50" h="276">
                  <a:moveTo>
                    <a:pt x="146" y="63"/>
                  </a:moveTo>
                  <a:cubicBezTo>
                    <a:pt x="141" y="82"/>
                    <a:pt x="141" y="82"/>
                    <a:pt x="141" y="82"/>
                  </a:cubicBezTo>
                  <a:cubicBezTo>
                    <a:pt x="123" y="82"/>
                    <a:pt x="123" y="82"/>
                    <a:pt x="123" y="82"/>
                  </a:cubicBezTo>
                  <a:cubicBezTo>
                    <a:pt x="129" y="58"/>
                    <a:pt x="129" y="58"/>
                    <a:pt x="129" y="58"/>
                  </a:cubicBezTo>
                  <a:cubicBezTo>
                    <a:pt x="131" y="49"/>
                    <a:pt x="132" y="46"/>
                    <a:pt x="132" y="41"/>
                  </a:cubicBezTo>
                  <a:cubicBezTo>
                    <a:pt x="132" y="24"/>
                    <a:pt x="123" y="16"/>
                    <a:pt x="103" y="16"/>
                  </a:cubicBezTo>
                  <a:cubicBezTo>
                    <a:pt x="90" y="16"/>
                    <a:pt x="81" y="20"/>
                    <a:pt x="74" y="32"/>
                  </a:cubicBezTo>
                  <a:cubicBezTo>
                    <a:pt x="67" y="43"/>
                    <a:pt x="62" y="63"/>
                    <a:pt x="62" y="77"/>
                  </a:cubicBezTo>
                  <a:cubicBezTo>
                    <a:pt x="62" y="88"/>
                    <a:pt x="66" y="99"/>
                    <a:pt x="75" y="112"/>
                  </a:cubicBezTo>
                  <a:cubicBezTo>
                    <a:pt x="96" y="142"/>
                    <a:pt x="96" y="142"/>
                    <a:pt x="96" y="142"/>
                  </a:cubicBezTo>
                  <a:cubicBezTo>
                    <a:pt x="105" y="155"/>
                    <a:pt x="109" y="163"/>
                    <a:pt x="112" y="171"/>
                  </a:cubicBezTo>
                  <a:cubicBezTo>
                    <a:pt x="114" y="178"/>
                    <a:pt x="115" y="186"/>
                    <a:pt x="115" y="195"/>
                  </a:cubicBezTo>
                  <a:cubicBezTo>
                    <a:pt x="115" y="222"/>
                    <a:pt x="105" y="249"/>
                    <a:pt x="92" y="262"/>
                  </a:cubicBezTo>
                  <a:cubicBezTo>
                    <a:pt x="81" y="271"/>
                    <a:pt x="66" y="276"/>
                    <a:pt x="50" y="276"/>
                  </a:cubicBezTo>
                  <a:cubicBezTo>
                    <a:pt x="19" y="276"/>
                    <a:pt x="0" y="260"/>
                    <a:pt x="0" y="233"/>
                  </a:cubicBezTo>
                  <a:cubicBezTo>
                    <a:pt x="0" y="225"/>
                    <a:pt x="0" y="221"/>
                    <a:pt x="5" y="202"/>
                  </a:cubicBezTo>
                  <a:cubicBezTo>
                    <a:pt x="9" y="184"/>
                    <a:pt x="9" y="184"/>
                    <a:pt x="9" y="184"/>
                  </a:cubicBezTo>
                  <a:cubicBezTo>
                    <a:pt x="28" y="184"/>
                    <a:pt x="28" y="184"/>
                    <a:pt x="28" y="184"/>
                  </a:cubicBezTo>
                  <a:cubicBezTo>
                    <a:pt x="23" y="205"/>
                    <a:pt x="23" y="205"/>
                    <a:pt x="23" y="205"/>
                  </a:cubicBezTo>
                  <a:cubicBezTo>
                    <a:pt x="21" y="212"/>
                    <a:pt x="21" y="216"/>
                    <a:pt x="20" y="217"/>
                  </a:cubicBezTo>
                  <a:cubicBezTo>
                    <a:pt x="19" y="222"/>
                    <a:pt x="18" y="228"/>
                    <a:pt x="18" y="231"/>
                  </a:cubicBezTo>
                  <a:cubicBezTo>
                    <a:pt x="18" y="249"/>
                    <a:pt x="30" y="260"/>
                    <a:pt x="51" y="260"/>
                  </a:cubicBezTo>
                  <a:cubicBezTo>
                    <a:pt x="65" y="260"/>
                    <a:pt x="75" y="256"/>
                    <a:pt x="81" y="249"/>
                  </a:cubicBezTo>
                  <a:cubicBezTo>
                    <a:pt x="90" y="238"/>
                    <a:pt x="97" y="216"/>
                    <a:pt x="97" y="196"/>
                  </a:cubicBezTo>
                  <a:cubicBezTo>
                    <a:pt x="97" y="182"/>
                    <a:pt x="92" y="169"/>
                    <a:pt x="81" y="153"/>
                  </a:cubicBezTo>
                  <a:cubicBezTo>
                    <a:pt x="59" y="123"/>
                    <a:pt x="59" y="123"/>
                    <a:pt x="59" y="123"/>
                  </a:cubicBezTo>
                  <a:cubicBezTo>
                    <a:pt x="49" y="108"/>
                    <a:pt x="43" y="92"/>
                    <a:pt x="43" y="76"/>
                  </a:cubicBezTo>
                  <a:cubicBezTo>
                    <a:pt x="44" y="65"/>
                    <a:pt x="46" y="51"/>
                    <a:pt x="51" y="39"/>
                  </a:cubicBezTo>
                  <a:cubicBezTo>
                    <a:pt x="62" y="12"/>
                    <a:pt x="79" y="0"/>
                    <a:pt x="106" y="0"/>
                  </a:cubicBezTo>
                  <a:cubicBezTo>
                    <a:pt x="134" y="0"/>
                    <a:pt x="150" y="14"/>
                    <a:pt x="150" y="36"/>
                  </a:cubicBezTo>
                  <a:cubicBezTo>
                    <a:pt x="150" y="43"/>
                    <a:pt x="149" y="48"/>
                    <a:pt x="146" y="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9" name="Freeform 87">
              <a:extLst>
                <a:ext uri="{FF2B5EF4-FFF2-40B4-BE49-F238E27FC236}">
                  <a16:creationId xmlns:a16="http://schemas.microsoft.com/office/drawing/2014/main" id="{40948CE2-4865-4C3C-B1A7-288609C1A09D}"/>
                </a:ext>
              </a:extLst>
            </p:cNvPr>
            <p:cNvSpPr>
              <a:spLocks/>
            </p:cNvSpPr>
            <p:nvPr/>
          </p:nvSpPr>
          <p:spPr bwMode="auto">
            <a:xfrm>
              <a:off x="5410203" y="3675756"/>
              <a:ext cx="307524" cy="648295"/>
            </a:xfrm>
            <a:custGeom>
              <a:avLst/>
              <a:gdLst>
                <a:gd name="T0" fmla="*/ 108 w 111"/>
                <a:gd name="T1" fmla="*/ 15 h 234"/>
                <a:gd name="T2" fmla="*/ 69 w 111"/>
                <a:gd name="T3" fmla="*/ 15 h 234"/>
                <a:gd name="T4" fmla="*/ 17 w 111"/>
                <a:gd name="T5" fmla="*/ 234 h 234"/>
                <a:gd name="T6" fmla="*/ 0 w 111"/>
                <a:gd name="T7" fmla="*/ 234 h 234"/>
                <a:gd name="T8" fmla="*/ 52 w 111"/>
                <a:gd name="T9" fmla="*/ 15 h 234"/>
                <a:gd name="T10" fmla="*/ 13 w 111"/>
                <a:gd name="T11" fmla="*/ 15 h 234"/>
                <a:gd name="T12" fmla="*/ 17 w 111"/>
                <a:gd name="T13" fmla="*/ 0 h 234"/>
                <a:gd name="T14" fmla="*/ 111 w 111"/>
                <a:gd name="T15" fmla="*/ 1 h 234"/>
                <a:gd name="T16" fmla="*/ 108 w 111"/>
                <a:gd name="T17" fmla="*/ 15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1" h="234">
                  <a:moveTo>
                    <a:pt x="108" y="15"/>
                  </a:moveTo>
                  <a:lnTo>
                    <a:pt x="69" y="15"/>
                  </a:lnTo>
                  <a:lnTo>
                    <a:pt x="17" y="234"/>
                  </a:lnTo>
                  <a:lnTo>
                    <a:pt x="0" y="234"/>
                  </a:lnTo>
                  <a:lnTo>
                    <a:pt x="52" y="15"/>
                  </a:lnTo>
                  <a:lnTo>
                    <a:pt x="13" y="15"/>
                  </a:lnTo>
                  <a:lnTo>
                    <a:pt x="17" y="0"/>
                  </a:lnTo>
                  <a:lnTo>
                    <a:pt x="111" y="1"/>
                  </a:lnTo>
                  <a:lnTo>
                    <a:pt x="108" y="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" name="Freeform 88">
              <a:extLst>
                <a:ext uri="{FF2B5EF4-FFF2-40B4-BE49-F238E27FC236}">
                  <a16:creationId xmlns:a16="http://schemas.microsoft.com/office/drawing/2014/main" id="{A6DA7523-8198-43CA-A281-DFC5A6B7B5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26302" y="3675756"/>
              <a:ext cx="335229" cy="651066"/>
            </a:xfrm>
            <a:custGeom>
              <a:avLst/>
              <a:gdLst>
                <a:gd name="T0" fmla="*/ 53 w 121"/>
                <a:gd name="T1" fmla="*/ 148 h 235"/>
                <a:gd name="T2" fmla="*/ 96 w 121"/>
                <a:gd name="T3" fmla="*/ 148 h 235"/>
                <a:gd name="T4" fmla="*/ 107 w 121"/>
                <a:gd name="T5" fmla="*/ 19 h 235"/>
                <a:gd name="T6" fmla="*/ 53 w 121"/>
                <a:gd name="T7" fmla="*/ 148 h 235"/>
                <a:gd name="T8" fmla="*/ 107 w 121"/>
                <a:gd name="T9" fmla="*/ 235 h 235"/>
                <a:gd name="T10" fmla="*/ 91 w 121"/>
                <a:gd name="T11" fmla="*/ 235 h 235"/>
                <a:gd name="T12" fmla="*/ 96 w 121"/>
                <a:gd name="T13" fmla="*/ 164 h 235"/>
                <a:gd name="T14" fmla="*/ 47 w 121"/>
                <a:gd name="T15" fmla="*/ 163 h 235"/>
                <a:gd name="T16" fmla="*/ 16 w 121"/>
                <a:gd name="T17" fmla="*/ 235 h 235"/>
                <a:gd name="T18" fmla="*/ 0 w 121"/>
                <a:gd name="T19" fmla="*/ 235 h 235"/>
                <a:gd name="T20" fmla="*/ 99 w 121"/>
                <a:gd name="T21" fmla="*/ 0 h 235"/>
                <a:gd name="T22" fmla="*/ 121 w 121"/>
                <a:gd name="T23" fmla="*/ 0 h 235"/>
                <a:gd name="T24" fmla="*/ 107 w 121"/>
                <a:gd name="T25" fmla="*/ 235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1" h="235">
                  <a:moveTo>
                    <a:pt x="53" y="148"/>
                  </a:moveTo>
                  <a:lnTo>
                    <a:pt x="96" y="148"/>
                  </a:lnTo>
                  <a:lnTo>
                    <a:pt x="107" y="19"/>
                  </a:lnTo>
                  <a:lnTo>
                    <a:pt x="53" y="148"/>
                  </a:lnTo>
                  <a:close/>
                  <a:moveTo>
                    <a:pt x="107" y="235"/>
                  </a:moveTo>
                  <a:lnTo>
                    <a:pt x="91" y="235"/>
                  </a:lnTo>
                  <a:lnTo>
                    <a:pt x="96" y="164"/>
                  </a:lnTo>
                  <a:lnTo>
                    <a:pt x="47" y="163"/>
                  </a:lnTo>
                  <a:lnTo>
                    <a:pt x="16" y="235"/>
                  </a:lnTo>
                  <a:lnTo>
                    <a:pt x="0" y="235"/>
                  </a:lnTo>
                  <a:lnTo>
                    <a:pt x="99" y="0"/>
                  </a:lnTo>
                  <a:lnTo>
                    <a:pt x="121" y="0"/>
                  </a:lnTo>
                  <a:lnTo>
                    <a:pt x="107" y="23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1" name="Freeform 89">
              <a:extLst>
                <a:ext uri="{FF2B5EF4-FFF2-40B4-BE49-F238E27FC236}">
                  <a16:creationId xmlns:a16="http://schemas.microsoft.com/office/drawing/2014/main" id="{DAA9A62C-8587-447A-AA3B-4F9C79773EF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6811" y="3684067"/>
              <a:ext cx="196704" cy="642754"/>
            </a:xfrm>
            <a:custGeom>
              <a:avLst/>
              <a:gdLst>
                <a:gd name="T0" fmla="*/ 16 w 71"/>
                <a:gd name="T1" fmla="*/ 232 h 232"/>
                <a:gd name="T2" fmla="*/ 0 w 71"/>
                <a:gd name="T3" fmla="*/ 232 h 232"/>
                <a:gd name="T4" fmla="*/ 56 w 71"/>
                <a:gd name="T5" fmla="*/ 0 h 232"/>
                <a:gd name="T6" fmla="*/ 71 w 71"/>
                <a:gd name="T7" fmla="*/ 0 h 232"/>
                <a:gd name="T8" fmla="*/ 16 w 71"/>
                <a:gd name="T9" fmla="*/ 232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232">
                  <a:moveTo>
                    <a:pt x="16" y="232"/>
                  </a:moveTo>
                  <a:lnTo>
                    <a:pt x="0" y="232"/>
                  </a:lnTo>
                  <a:lnTo>
                    <a:pt x="56" y="0"/>
                  </a:lnTo>
                  <a:lnTo>
                    <a:pt x="71" y="0"/>
                  </a:lnTo>
                  <a:lnTo>
                    <a:pt x="16" y="2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2" name="Freeform 90">
              <a:extLst>
                <a:ext uri="{FF2B5EF4-FFF2-40B4-BE49-F238E27FC236}">
                  <a16:creationId xmlns:a16="http://schemas.microsoft.com/office/drawing/2014/main" id="{6503B5E5-5612-4DAA-A5A9-642D640E817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2909" y="3684067"/>
              <a:ext cx="412802" cy="648295"/>
            </a:xfrm>
            <a:custGeom>
              <a:avLst/>
              <a:gdLst>
                <a:gd name="T0" fmla="*/ 93 w 149"/>
                <a:gd name="T1" fmla="*/ 234 h 234"/>
                <a:gd name="T2" fmla="*/ 68 w 149"/>
                <a:gd name="T3" fmla="*/ 234 h 234"/>
                <a:gd name="T4" fmla="*/ 66 w 149"/>
                <a:gd name="T5" fmla="*/ 17 h 234"/>
                <a:gd name="T6" fmla="*/ 16 w 149"/>
                <a:gd name="T7" fmla="*/ 233 h 234"/>
                <a:gd name="T8" fmla="*/ 0 w 149"/>
                <a:gd name="T9" fmla="*/ 233 h 234"/>
                <a:gd name="T10" fmla="*/ 56 w 149"/>
                <a:gd name="T11" fmla="*/ 0 h 234"/>
                <a:gd name="T12" fmla="*/ 80 w 149"/>
                <a:gd name="T13" fmla="*/ 1 h 234"/>
                <a:gd name="T14" fmla="*/ 83 w 149"/>
                <a:gd name="T15" fmla="*/ 224 h 234"/>
                <a:gd name="T16" fmla="*/ 134 w 149"/>
                <a:gd name="T17" fmla="*/ 1 h 234"/>
                <a:gd name="T18" fmla="*/ 149 w 149"/>
                <a:gd name="T19" fmla="*/ 1 h 234"/>
                <a:gd name="T20" fmla="*/ 93 w 149"/>
                <a:gd name="T21" fmla="*/ 234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9" h="234">
                  <a:moveTo>
                    <a:pt x="93" y="234"/>
                  </a:moveTo>
                  <a:lnTo>
                    <a:pt x="68" y="234"/>
                  </a:lnTo>
                  <a:lnTo>
                    <a:pt x="66" y="17"/>
                  </a:lnTo>
                  <a:lnTo>
                    <a:pt x="16" y="233"/>
                  </a:lnTo>
                  <a:lnTo>
                    <a:pt x="0" y="233"/>
                  </a:lnTo>
                  <a:lnTo>
                    <a:pt x="56" y="0"/>
                  </a:lnTo>
                  <a:lnTo>
                    <a:pt x="80" y="1"/>
                  </a:lnTo>
                  <a:lnTo>
                    <a:pt x="83" y="224"/>
                  </a:lnTo>
                  <a:lnTo>
                    <a:pt x="134" y="1"/>
                  </a:lnTo>
                  <a:lnTo>
                    <a:pt x="149" y="1"/>
                  </a:lnTo>
                  <a:lnTo>
                    <a:pt x="93" y="2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3" name="Freeform 91">
              <a:extLst>
                <a:ext uri="{FF2B5EF4-FFF2-40B4-BE49-F238E27FC236}">
                  <a16:creationId xmlns:a16="http://schemas.microsoft.com/office/drawing/2014/main" id="{E7F3BB04-B1BF-4565-BB5B-F1AE9CB242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1860" y="3686838"/>
              <a:ext cx="340770" cy="651066"/>
            </a:xfrm>
            <a:custGeom>
              <a:avLst/>
              <a:gdLst>
                <a:gd name="T0" fmla="*/ 53 w 123"/>
                <a:gd name="T1" fmla="*/ 148 h 235"/>
                <a:gd name="T2" fmla="*/ 98 w 123"/>
                <a:gd name="T3" fmla="*/ 148 h 235"/>
                <a:gd name="T4" fmla="*/ 108 w 123"/>
                <a:gd name="T5" fmla="*/ 17 h 235"/>
                <a:gd name="T6" fmla="*/ 53 w 123"/>
                <a:gd name="T7" fmla="*/ 148 h 235"/>
                <a:gd name="T8" fmla="*/ 108 w 123"/>
                <a:gd name="T9" fmla="*/ 235 h 235"/>
                <a:gd name="T10" fmla="*/ 91 w 123"/>
                <a:gd name="T11" fmla="*/ 234 h 235"/>
                <a:gd name="T12" fmla="*/ 97 w 123"/>
                <a:gd name="T13" fmla="*/ 164 h 235"/>
                <a:gd name="T14" fmla="*/ 47 w 123"/>
                <a:gd name="T15" fmla="*/ 163 h 235"/>
                <a:gd name="T16" fmla="*/ 17 w 123"/>
                <a:gd name="T17" fmla="*/ 234 h 235"/>
                <a:gd name="T18" fmla="*/ 0 w 123"/>
                <a:gd name="T19" fmla="*/ 234 h 235"/>
                <a:gd name="T20" fmla="*/ 100 w 123"/>
                <a:gd name="T21" fmla="*/ 0 h 235"/>
                <a:gd name="T22" fmla="*/ 123 w 123"/>
                <a:gd name="T23" fmla="*/ 0 h 235"/>
                <a:gd name="T24" fmla="*/ 108 w 123"/>
                <a:gd name="T25" fmla="*/ 235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3" h="235">
                  <a:moveTo>
                    <a:pt x="53" y="148"/>
                  </a:moveTo>
                  <a:lnTo>
                    <a:pt x="98" y="148"/>
                  </a:lnTo>
                  <a:lnTo>
                    <a:pt x="108" y="17"/>
                  </a:lnTo>
                  <a:lnTo>
                    <a:pt x="53" y="148"/>
                  </a:lnTo>
                  <a:close/>
                  <a:moveTo>
                    <a:pt x="108" y="235"/>
                  </a:moveTo>
                  <a:lnTo>
                    <a:pt x="91" y="234"/>
                  </a:lnTo>
                  <a:lnTo>
                    <a:pt x="97" y="164"/>
                  </a:lnTo>
                  <a:lnTo>
                    <a:pt x="47" y="163"/>
                  </a:lnTo>
                  <a:lnTo>
                    <a:pt x="17" y="234"/>
                  </a:lnTo>
                  <a:lnTo>
                    <a:pt x="0" y="234"/>
                  </a:lnTo>
                  <a:lnTo>
                    <a:pt x="100" y="0"/>
                  </a:lnTo>
                  <a:lnTo>
                    <a:pt x="123" y="0"/>
                  </a:lnTo>
                  <a:lnTo>
                    <a:pt x="108" y="23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4" name="Freeform 92">
              <a:extLst>
                <a:ext uri="{FF2B5EF4-FFF2-40B4-BE49-F238E27FC236}">
                  <a16:creationId xmlns:a16="http://schemas.microsoft.com/office/drawing/2014/main" id="{4FA503D0-C63C-47F8-B45F-437E5B968B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25138" y="3692379"/>
              <a:ext cx="351852" cy="648295"/>
            </a:xfrm>
            <a:custGeom>
              <a:avLst/>
              <a:gdLst>
                <a:gd name="T0" fmla="*/ 96 w 146"/>
                <a:gd name="T1" fmla="*/ 17 h 269"/>
                <a:gd name="T2" fmla="*/ 78 w 146"/>
                <a:gd name="T3" fmla="*/ 17 h 269"/>
                <a:gd name="T4" fmla="*/ 54 w 146"/>
                <a:gd name="T5" fmla="*/ 116 h 269"/>
                <a:gd name="T6" fmla="*/ 72 w 146"/>
                <a:gd name="T7" fmla="*/ 116 h 269"/>
                <a:gd name="T8" fmla="*/ 104 w 146"/>
                <a:gd name="T9" fmla="*/ 109 h 269"/>
                <a:gd name="T10" fmla="*/ 119 w 146"/>
                <a:gd name="T11" fmla="*/ 83 h 269"/>
                <a:gd name="T12" fmla="*/ 126 w 146"/>
                <a:gd name="T13" fmla="*/ 54 h 269"/>
                <a:gd name="T14" fmla="*/ 127 w 146"/>
                <a:gd name="T15" fmla="*/ 42 h 269"/>
                <a:gd name="T16" fmla="*/ 96 w 146"/>
                <a:gd name="T17" fmla="*/ 17 h 269"/>
                <a:gd name="T18" fmla="*/ 69 w 146"/>
                <a:gd name="T19" fmla="*/ 132 h 269"/>
                <a:gd name="T20" fmla="*/ 51 w 146"/>
                <a:gd name="T21" fmla="*/ 132 h 269"/>
                <a:gd name="T22" fmla="*/ 22 w 146"/>
                <a:gd name="T23" fmla="*/ 252 h 269"/>
                <a:gd name="T24" fmla="*/ 46 w 146"/>
                <a:gd name="T25" fmla="*/ 252 h 269"/>
                <a:gd name="T26" fmla="*/ 82 w 146"/>
                <a:gd name="T27" fmla="*/ 245 h 269"/>
                <a:gd name="T28" fmla="*/ 98 w 146"/>
                <a:gd name="T29" fmla="*/ 211 h 269"/>
                <a:gd name="T30" fmla="*/ 106 w 146"/>
                <a:gd name="T31" fmla="*/ 179 h 269"/>
                <a:gd name="T32" fmla="*/ 108 w 146"/>
                <a:gd name="T33" fmla="*/ 163 h 269"/>
                <a:gd name="T34" fmla="*/ 69 w 146"/>
                <a:gd name="T35" fmla="*/ 132 h 269"/>
                <a:gd name="T36" fmla="*/ 144 w 146"/>
                <a:gd name="T37" fmla="*/ 54 h 269"/>
                <a:gd name="T38" fmla="*/ 138 w 146"/>
                <a:gd name="T39" fmla="*/ 81 h 269"/>
                <a:gd name="T40" fmla="*/ 136 w 146"/>
                <a:gd name="T41" fmla="*/ 90 h 269"/>
                <a:gd name="T42" fmla="*/ 123 w 146"/>
                <a:gd name="T43" fmla="*/ 114 h 269"/>
                <a:gd name="T44" fmla="*/ 96 w 146"/>
                <a:gd name="T45" fmla="*/ 123 h 269"/>
                <a:gd name="T46" fmla="*/ 127 w 146"/>
                <a:gd name="T47" fmla="*/ 160 h 269"/>
                <a:gd name="T48" fmla="*/ 124 w 146"/>
                <a:gd name="T49" fmla="*/ 181 h 269"/>
                <a:gd name="T50" fmla="*/ 116 w 146"/>
                <a:gd name="T51" fmla="*/ 213 h 269"/>
                <a:gd name="T52" fmla="*/ 95 w 146"/>
                <a:gd name="T53" fmla="*/ 257 h 269"/>
                <a:gd name="T54" fmla="*/ 81 w 146"/>
                <a:gd name="T55" fmla="*/ 265 h 269"/>
                <a:gd name="T56" fmla="*/ 43 w 146"/>
                <a:gd name="T57" fmla="*/ 268 h 269"/>
                <a:gd name="T58" fmla="*/ 0 w 146"/>
                <a:gd name="T59" fmla="*/ 268 h 269"/>
                <a:gd name="T60" fmla="*/ 64 w 146"/>
                <a:gd name="T61" fmla="*/ 0 h 269"/>
                <a:gd name="T62" fmla="*/ 97 w 146"/>
                <a:gd name="T63" fmla="*/ 1 h 269"/>
                <a:gd name="T64" fmla="*/ 118 w 146"/>
                <a:gd name="T65" fmla="*/ 2 h 269"/>
                <a:gd name="T66" fmla="*/ 140 w 146"/>
                <a:gd name="T67" fmla="*/ 16 h 269"/>
                <a:gd name="T68" fmla="*/ 146 w 146"/>
                <a:gd name="T69" fmla="*/ 38 h 269"/>
                <a:gd name="T70" fmla="*/ 144 w 146"/>
                <a:gd name="T71" fmla="*/ 54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269">
                  <a:moveTo>
                    <a:pt x="96" y="17"/>
                  </a:moveTo>
                  <a:cubicBezTo>
                    <a:pt x="78" y="17"/>
                    <a:pt x="78" y="17"/>
                    <a:pt x="78" y="17"/>
                  </a:cubicBezTo>
                  <a:cubicBezTo>
                    <a:pt x="54" y="116"/>
                    <a:pt x="54" y="116"/>
                    <a:pt x="54" y="116"/>
                  </a:cubicBezTo>
                  <a:cubicBezTo>
                    <a:pt x="72" y="116"/>
                    <a:pt x="72" y="116"/>
                    <a:pt x="72" y="116"/>
                  </a:cubicBezTo>
                  <a:cubicBezTo>
                    <a:pt x="85" y="116"/>
                    <a:pt x="97" y="114"/>
                    <a:pt x="104" y="109"/>
                  </a:cubicBezTo>
                  <a:cubicBezTo>
                    <a:pt x="112" y="105"/>
                    <a:pt x="115" y="98"/>
                    <a:pt x="119" y="83"/>
                  </a:cubicBezTo>
                  <a:cubicBezTo>
                    <a:pt x="126" y="54"/>
                    <a:pt x="126" y="54"/>
                    <a:pt x="126" y="54"/>
                  </a:cubicBezTo>
                  <a:cubicBezTo>
                    <a:pt x="127" y="50"/>
                    <a:pt x="127" y="46"/>
                    <a:pt x="127" y="42"/>
                  </a:cubicBezTo>
                  <a:cubicBezTo>
                    <a:pt x="128" y="23"/>
                    <a:pt x="120" y="17"/>
                    <a:pt x="96" y="17"/>
                  </a:cubicBezTo>
                  <a:moveTo>
                    <a:pt x="69" y="132"/>
                  </a:moveTo>
                  <a:cubicBezTo>
                    <a:pt x="51" y="132"/>
                    <a:pt x="51" y="132"/>
                    <a:pt x="51" y="132"/>
                  </a:cubicBezTo>
                  <a:cubicBezTo>
                    <a:pt x="22" y="252"/>
                    <a:pt x="22" y="252"/>
                    <a:pt x="22" y="252"/>
                  </a:cubicBezTo>
                  <a:cubicBezTo>
                    <a:pt x="46" y="252"/>
                    <a:pt x="46" y="252"/>
                    <a:pt x="46" y="252"/>
                  </a:cubicBezTo>
                  <a:cubicBezTo>
                    <a:pt x="64" y="252"/>
                    <a:pt x="74" y="250"/>
                    <a:pt x="82" y="245"/>
                  </a:cubicBezTo>
                  <a:cubicBezTo>
                    <a:pt x="89" y="240"/>
                    <a:pt x="93" y="233"/>
                    <a:pt x="98" y="211"/>
                  </a:cubicBezTo>
                  <a:cubicBezTo>
                    <a:pt x="106" y="179"/>
                    <a:pt x="106" y="179"/>
                    <a:pt x="106" y="179"/>
                  </a:cubicBezTo>
                  <a:cubicBezTo>
                    <a:pt x="107" y="173"/>
                    <a:pt x="108" y="168"/>
                    <a:pt x="108" y="163"/>
                  </a:cubicBezTo>
                  <a:cubicBezTo>
                    <a:pt x="108" y="143"/>
                    <a:pt x="95" y="133"/>
                    <a:pt x="69" y="132"/>
                  </a:cubicBezTo>
                  <a:moveTo>
                    <a:pt x="144" y="54"/>
                  </a:moveTo>
                  <a:cubicBezTo>
                    <a:pt x="138" y="81"/>
                    <a:pt x="138" y="81"/>
                    <a:pt x="138" y="81"/>
                  </a:cubicBezTo>
                  <a:cubicBezTo>
                    <a:pt x="138" y="84"/>
                    <a:pt x="137" y="87"/>
                    <a:pt x="136" y="90"/>
                  </a:cubicBezTo>
                  <a:cubicBezTo>
                    <a:pt x="131" y="104"/>
                    <a:pt x="129" y="108"/>
                    <a:pt x="123" y="114"/>
                  </a:cubicBezTo>
                  <a:cubicBezTo>
                    <a:pt x="116" y="120"/>
                    <a:pt x="109" y="122"/>
                    <a:pt x="96" y="123"/>
                  </a:cubicBezTo>
                  <a:cubicBezTo>
                    <a:pt x="115" y="125"/>
                    <a:pt x="127" y="140"/>
                    <a:pt x="127" y="160"/>
                  </a:cubicBezTo>
                  <a:cubicBezTo>
                    <a:pt x="127" y="167"/>
                    <a:pt x="126" y="174"/>
                    <a:pt x="124" y="181"/>
                  </a:cubicBezTo>
                  <a:cubicBezTo>
                    <a:pt x="116" y="213"/>
                    <a:pt x="116" y="213"/>
                    <a:pt x="116" y="213"/>
                  </a:cubicBezTo>
                  <a:cubicBezTo>
                    <a:pt x="110" y="238"/>
                    <a:pt x="105" y="249"/>
                    <a:pt x="95" y="257"/>
                  </a:cubicBezTo>
                  <a:cubicBezTo>
                    <a:pt x="91" y="260"/>
                    <a:pt x="86" y="263"/>
                    <a:pt x="81" y="265"/>
                  </a:cubicBezTo>
                  <a:cubicBezTo>
                    <a:pt x="71" y="268"/>
                    <a:pt x="67" y="269"/>
                    <a:pt x="43" y="268"/>
                  </a:cubicBezTo>
                  <a:cubicBezTo>
                    <a:pt x="0" y="268"/>
                    <a:pt x="0" y="268"/>
                    <a:pt x="0" y="268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97" y="1"/>
                    <a:pt x="97" y="1"/>
                    <a:pt x="97" y="1"/>
                  </a:cubicBezTo>
                  <a:cubicBezTo>
                    <a:pt x="105" y="1"/>
                    <a:pt x="113" y="1"/>
                    <a:pt x="118" y="2"/>
                  </a:cubicBezTo>
                  <a:cubicBezTo>
                    <a:pt x="127" y="3"/>
                    <a:pt x="135" y="9"/>
                    <a:pt x="140" y="16"/>
                  </a:cubicBezTo>
                  <a:cubicBezTo>
                    <a:pt x="145" y="22"/>
                    <a:pt x="146" y="29"/>
                    <a:pt x="146" y="38"/>
                  </a:cubicBezTo>
                  <a:cubicBezTo>
                    <a:pt x="146" y="44"/>
                    <a:pt x="145" y="49"/>
                    <a:pt x="144" y="5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5" name="Freeform 93">
              <a:extLst>
                <a:ext uri="{FF2B5EF4-FFF2-40B4-BE49-F238E27FC236}">
                  <a16:creationId xmlns:a16="http://schemas.microsoft.com/office/drawing/2014/main" id="{561322BD-2030-49E1-BE63-C18DF90F46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2400" y="3695149"/>
              <a:ext cx="224409" cy="648295"/>
            </a:xfrm>
            <a:custGeom>
              <a:avLst/>
              <a:gdLst>
                <a:gd name="T0" fmla="*/ 77 w 81"/>
                <a:gd name="T1" fmla="*/ 234 h 234"/>
                <a:gd name="T2" fmla="*/ 0 w 81"/>
                <a:gd name="T3" fmla="*/ 234 h 234"/>
                <a:gd name="T4" fmla="*/ 56 w 81"/>
                <a:gd name="T5" fmla="*/ 0 h 234"/>
                <a:gd name="T6" fmla="*/ 72 w 81"/>
                <a:gd name="T7" fmla="*/ 0 h 234"/>
                <a:gd name="T8" fmla="*/ 20 w 81"/>
                <a:gd name="T9" fmla="*/ 219 h 234"/>
                <a:gd name="T10" fmla="*/ 81 w 81"/>
                <a:gd name="T11" fmla="*/ 220 h 234"/>
                <a:gd name="T12" fmla="*/ 77 w 81"/>
                <a:gd name="T13" fmla="*/ 234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234">
                  <a:moveTo>
                    <a:pt x="77" y="234"/>
                  </a:moveTo>
                  <a:lnTo>
                    <a:pt x="0" y="234"/>
                  </a:lnTo>
                  <a:lnTo>
                    <a:pt x="56" y="0"/>
                  </a:lnTo>
                  <a:lnTo>
                    <a:pt x="72" y="0"/>
                  </a:lnTo>
                  <a:lnTo>
                    <a:pt x="20" y="219"/>
                  </a:lnTo>
                  <a:lnTo>
                    <a:pt x="81" y="220"/>
                  </a:lnTo>
                  <a:lnTo>
                    <a:pt x="77" y="2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6" name="Freeform 94">
              <a:extLst>
                <a:ext uri="{FF2B5EF4-FFF2-40B4-BE49-F238E27FC236}">
                  <a16:creationId xmlns:a16="http://schemas.microsoft.com/office/drawing/2014/main" id="{068B0263-4BDA-4266-8231-46359A09B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253" y="3697920"/>
              <a:ext cx="376787" cy="648295"/>
            </a:xfrm>
            <a:custGeom>
              <a:avLst/>
              <a:gdLst>
                <a:gd name="T0" fmla="*/ 0 w 136"/>
                <a:gd name="T1" fmla="*/ 234 h 234"/>
                <a:gd name="T2" fmla="*/ 82 w 136"/>
                <a:gd name="T3" fmla="*/ 234 h 234"/>
                <a:gd name="T4" fmla="*/ 86 w 136"/>
                <a:gd name="T5" fmla="*/ 220 h 234"/>
                <a:gd name="T6" fmla="*/ 19 w 136"/>
                <a:gd name="T7" fmla="*/ 219 h 234"/>
                <a:gd name="T8" fmla="*/ 43 w 136"/>
                <a:gd name="T9" fmla="*/ 119 h 234"/>
                <a:gd name="T10" fmla="*/ 97 w 136"/>
                <a:gd name="T11" fmla="*/ 120 h 234"/>
                <a:gd name="T12" fmla="*/ 101 w 136"/>
                <a:gd name="T13" fmla="*/ 106 h 234"/>
                <a:gd name="T14" fmla="*/ 47 w 136"/>
                <a:gd name="T15" fmla="*/ 105 h 234"/>
                <a:gd name="T16" fmla="*/ 68 w 136"/>
                <a:gd name="T17" fmla="*/ 15 h 234"/>
                <a:gd name="T18" fmla="*/ 133 w 136"/>
                <a:gd name="T19" fmla="*/ 16 h 234"/>
                <a:gd name="T20" fmla="*/ 136 w 136"/>
                <a:gd name="T21" fmla="*/ 1 h 234"/>
                <a:gd name="T22" fmla="*/ 55 w 136"/>
                <a:gd name="T23" fmla="*/ 0 h 234"/>
                <a:gd name="T24" fmla="*/ 0 w 136"/>
                <a:gd name="T25" fmla="*/ 234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6" h="234">
                  <a:moveTo>
                    <a:pt x="0" y="234"/>
                  </a:moveTo>
                  <a:lnTo>
                    <a:pt x="82" y="234"/>
                  </a:lnTo>
                  <a:lnTo>
                    <a:pt x="86" y="220"/>
                  </a:lnTo>
                  <a:lnTo>
                    <a:pt x="19" y="219"/>
                  </a:lnTo>
                  <a:lnTo>
                    <a:pt x="43" y="119"/>
                  </a:lnTo>
                  <a:lnTo>
                    <a:pt x="97" y="120"/>
                  </a:lnTo>
                  <a:lnTo>
                    <a:pt x="101" y="106"/>
                  </a:lnTo>
                  <a:lnTo>
                    <a:pt x="47" y="105"/>
                  </a:lnTo>
                  <a:lnTo>
                    <a:pt x="68" y="15"/>
                  </a:lnTo>
                  <a:lnTo>
                    <a:pt x="133" y="16"/>
                  </a:lnTo>
                  <a:lnTo>
                    <a:pt x="136" y="1"/>
                  </a:lnTo>
                  <a:lnTo>
                    <a:pt x="55" y="0"/>
                  </a:lnTo>
                  <a:lnTo>
                    <a:pt x="0" y="2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27" name="Freeform 95">
            <a:extLst>
              <a:ext uri="{FF2B5EF4-FFF2-40B4-BE49-F238E27FC236}">
                <a16:creationId xmlns:a16="http://schemas.microsoft.com/office/drawing/2014/main" id="{0D9202B9-F851-497E-96DB-D38290B25AE9}"/>
              </a:ext>
            </a:extLst>
          </p:cNvPr>
          <p:cNvSpPr>
            <a:spLocks/>
          </p:cNvSpPr>
          <p:nvPr/>
        </p:nvSpPr>
        <p:spPr bwMode="auto">
          <a:xfrm>
            <a:off x="6394033" y="2286528"/>
            <a:ext cx="389810" cy="399273"/>
          </a:xfrm>
          <a:custGeom>
            <a:avLst/>
            <a:gdLst>
              <a:gd name="T0" fmla="*/ 124 w 206"/>
              <a:gd name="T1" fmla="*/ 84 h 211"/>
              <a:gd name="T2" fmla="*/ 124 w 206"/>
              <a:gd name="T3" fmla="*/ 0 h 211"/>
              <a:gd name="T4" fmla="*/ 81 w 206"/>
              <a:gd name="T5" fmla="*/ 0 h 211"/>
              <a:gd name="T6" fmla="*/ 81 w 206"/>
              <a:gd name="T7" fmla="*/ 84 h 211"/>
              <a:gd name="T8" fmla="*/ 0 w 206"/>
              <a:gd name="T9" fmla="*/ 84 h 211"/>
              <a:gd name="T10" fmla="*/ 0 w 206"/>
              <a:gd name="T11" fmla="*/ 127 h 211"/>
              <a:gd name="T12" fmla="*/ 81 w 206"/>
              <a:gd name="T13" fmla="*/ 127 h 211"/>
              <a:gd name="T14" fmla="*/ 81 w 206"/>
              <a:gd name="T15" fmla="*/ 211 h 211"/>
              <a:gd name="T16" fmla="*/ 124 w 206"/>
              <a:gd name="T17" fmla="*/ 211 h 211"/>
              <a:gd name="T18" fmla="*/ 124 w 206"/>
              <a:gd name="T19" fmla="*/ 127 h 211"/>
              <a:gd name="T20" fmla="*/ 206 w 206"/>
              <a:gd name="T21" fmla="*/ 127 h 211"/>
              <a:gd name="T22" fmla="*/ 206 w 206"/>
              <a:gd name="T23" fmla="*/ 84 h 211"/>
              <a:gd name="T24" fmla="*/ 124 w 206"/>
              <a:gd name="T25" fmla="*/ 84 h 2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06" h="211">
                <a:moveTo>
                  <a:pt x="124" y="84"/>
                </a:moveTo>
                <a:lnTo>
                  <a:pt x="124" y="0"/>
                </a:lnTo>
                <a:lnTo>
                  <a:pt x="81" y="0"/>
                </a:lnTo>
                <a:lnTo>
                  <a:pt x="81" y="84"/>
                </a:lnTo>
                <a:lnTo>
                  <a:pt x="0" y="84"/>
                </a:lnTo>
                <a:lnTo>
                  <a:pt x="0" y="127"/>
                </a:lnTo>
                <a:lnTo>
                  <a:pt x="81" y="127"/>
                </a:lnTo>
                <a:lnTo>
                  <a:pt x="81" y="211"/>
                </a:lnTo>
                <a:lnTo>
                  <a:pt x="124" y="211"/>
                </a:lnTo>
                <a:lnTo>
                  <a:pt x="124" y="127"/>
                </a:lnTo>
                <a:lnTo>
                  <a:pt x="206" y="127"/>
                </a:lnTo>
                <a:lnTo>
                  <a:pt x="206" y="84"/>
                </a:lnTo>
                <a:lnTo>
                  <a:pt x="124" y="84"/>
                </a:lnTo>
                <a:close/>
              </a:path>
            </a:pathLst>
          </a:custGeom>
          <a:solidFill>
            <a:srgbClr val="00B4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grpSp>
        <p:nvGrpSpPr>
          <p:cNvPr id="73" name="Grupo 72">
            <a:extLst>
              <a:ext uri="{FF2B5EF4-FFF2-40B4-BE49-F238E27FC236}">
                <a16:creationId xmlns:a16="http://schemas.microsoft.com/office/drawing/2014/main" id="{002F83BB-8FC6-4DDA-B771-A0F42907B01F}"/>
              </a:ext>
            </a:extLst>
          </p:cNvPr>
          <p:cNvGrpSpPr/>
          <p:nvPr/>
        </p:nvGrpSpPr>
        <p:grpSpPr>
          <a:xfrm>
            <a:off x="4748077" y="2271174"/>
            <a:ext cx="1494903" cy="437118"/>
            <a:chOff x="4254909" y="2850150"/>
            <a:chExt cx="2188688" cy="639984"/>
          </a:xfrm>
        </p:grpSpPr>
        <p:sp>
          <p:nvSpPr>
            <p:cNvPr id="11" name="Freeform 79">
              <a:extLst>
                <a:ext uri="{FF2B5EF4-FFF2-40B4-BE49-F238E27FC236}">
                  <a16:creationId xmlns:a16="http://schemas.microsoft.com/office/drawing/2014/main" id="{BCD3F546-2F0E-4B03-8564-B92C84AAC7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4909" y="2850150"/>
              <a:ext cx="293672" cy="639984"/>
            </a:xfrm>
            <a:custGeom>
              <a:avLst/>
              <a:gdLst>
                <a:gd name="T0" fmla="*/ 61 w 122"/>
                <a:gd name="T1" fmla="*/ 0 h 266"/>
                <a:gd name="T2" fmla="*/ 121 w 122"/>
                <a:gd name="T3" fmla="*/ 66 h 266"/>
                <a:gd name="T4" fmla="*/ 121 w 122"/>
                <a:gd name="T5" fmla="*/ 74 h 266"/>
                <a:gd name="T6" fmla="*/ 83 w 122"/>
                <a:gd name="T7" fmla="*/ 74 h 266"/>
                <a:gd name="T8" fmla="*/ 83 w 122"/>
                <a:gd name="T9" fmla="*/ 63 h 266"/>
                <a:gd name="T10" fmla="*/ 62 w 122"/>
                <a:gd name="T11" fmla="*/ 37 h 266"/>
                <a:gd name="T12" fmla="*/ 42 w 122"/>
                <a:gd name="T13" fmla="*/ 63 h 266"/>
                <a:gd name="T14" fmla="*/ 122 w 122"/>
                <a:gd name="T15" fmla="*/ 200 h 266"/>
                <a:gd name="T16" fmla="*/ 61 w 122"/>
                <a:gd name="T17" fmla="*/ 266 h 266"/>
                <a:gd name="T18" fmla="*/ 0 w 122"/>
                <a:gd name="T19" fmla="*/ 200 h 266"/>
                <a:gd name="T20" fmla="*/ 0 w 122"/>
                <a:gd name="T21" fmla="*/ 185 h 266"/>
                <a:gd name="T22" fmla="*/ 39 w 122"/>
                <a:gd name="T23" fmla="*/ 185 h 266"/>
                <a:gd name="T24" fmla="*/ 39 w 122"/>
                <a:gd name="T25" fmla="*/ 203 h 266"/>
                <a:gd name="T26" fmla="*/ 60 w 122"/>
                <a:gd name="T27" fmla="*/ 228 h 266"/>
                <a:gd name="T28" fmla="*/ 81 w 122"/>
                <a:gd name="T29" fmla="*/ 203 h 266"/>
                <a:gd name="T30" fmla="*/ 1 w 122"/>
                <a:gd name="T31" fmla="*/ 66 h 266"/>
                <a:gd name="T32" fmla="*/ 61 w 122"/>
                <a:gd name="T33" fmla="*/ 0 h 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2" h="266">
                  <a:moveTo>
                    <a:pt x="61" y="0"/>
                  </a:moveTo>
                  <a:cubicBezTo>
                    <a:pt x="101" y="0"/>
                    <a:pt x="121" y="24"/>
                    <a:pt x="121" y="66"/>
                  </a:cubicBezTo>
                  <a:cubicBezTo>
                    <a:pt x="121" y="74"/>
                    <a:pt x="121" y="74"/>
                    <a:pt x="121" y="74"/>
                  </a:cubicBezTo>
                  <a:cubicBezTo>
                    <a:pt x="83" y="74"/>
                    <a:pt x="83" y="74"/>
                    <a:pt x="83" y="74"/>
                  </a:cubicBezTo>
                  <a:cubicBezTo>
                    <a:pt x="83" y="63"/>
                    <a:pt x="83" y="63"/>
                    <a:pt x="83" y="63"/>
                  </a:cubicBezTo>
                  <a:cubicBezTo>
                    <a:pt x="83" y="44"/>
                    <a:pt x="75" y="37"/>
                    <a:pt x="62" y="37"/>
                  </a:cubicBezTo>
                  <a:cubicBezTo>
                    <a:pt x="49" y="37"/>
                    <a:pt x="42" y="44"/>
                    <a:pt x="42" y="63"/>
                  </a:cubicBezTo>
                  <a:cubicBezTo>
                    <a:pt x="42" y="116"/>
                    <a:pt x="122" y="126"/>
                    <a:pt x="122" y="200"/>
                  </a:cubicBezTo>
                  <a:cubicBezTo>
                    <a:pt x="122" y="242"/>
                    <a:pt x="101" y="266"/>
                    <a:pt x="61" y="266"/>
                  </a:cubicBezTo>
                  <a:cubicBezTo>
                    <a:pt x="21" y="266"/>
                    <a:pt x="0" y="242"/>
                    <a:pt x="0" y="200"/>
                  </a:cubicBezTo>
                  <a:cubicBezTo>
                    <a:pt x="0" y="185"/>
                    <a:pt x="0" y="185"/>
                    <a:pt x="0" y="185"/>
                  </a:cubicBezTo>
                  <a:cubicBezTo>
                    <a:pt x="39" y="185"/>
                    <a:pt x="39" y="185"/>
                    <a:pt x="39" y="185"/>
                  </a:cubicBezTo>
                  <a:cubicBezTo>
                    <a:pt x="39" y="203"/>
                    <a:pt x="39" y="203"/>
                    <a:pt x="39" y="203"/>
                  </a:cubicBezTo>
                  <a:cubicBezTo>
                    <a:pt x="39" y="222"/>
                    <a:pt x="47" y="228"/>
                    <a:pt x="60" y="228"/>
                  </a:cubicBezTo>
                  <a:cubicBezTo>
                    <a:pt x="73" y="228"/>
                    <a:pt x="81" y="222"/>
                    <a:pt x="81" y="203"/>
                  </a:cubicBezTo>
                  <a:cubicBezTo>
                    <a:pt x="81" y="150"/>
                    <a:pt x="1" y="140"/>
                    <a:pt x="1" y="66"/>
                  </a:cubicBezTo>
                  <a:cubicBezTo>
                    <a:pt x="1" y="24"/>
                    <a:pt x="22" y="0"/>
                    <a:pt x="6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" name="Freeform 80">
              <a:extLst>
                <a:ext uri="{FF2B5EF4-FFF2-40B4-BE49-F238E27FC236}">
                  <a16:creationId xmlns:a16="http://schemas.microsoft.com/office/drawing/2014/main" id="{E94C4097-2057-40B3-BF85-9C0443375E7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9875" y="2855691"/>
              <a:ext cx="412802" cy="628902"/>
            </a:xfrm>
            <a:custGeom>
              <a:avLst/>
              <a:gdLst>
                <a:gd name="T0" fmla="*/ 76 w 149"/>
                <a:gd name="T1" fmla="*/ 160 h 227"/>
                <a:gd name="T2" fmla="*/ 101 w 149"/>
                <a:gd name="T3" fmla="*/ 0 h 227"/>
                <a:gd name="T4" fmla="*/ 149 w 149"/>
                <a:gd name="T5" fmla="*/ 0 h 227"/>
                <a:gd name="T6" fmla="*/ 149 w 149"/>
                <a:gd name="T7" fmla="*/ 227 h 227"/>
                <a:gd name="T8" fmla="*/ 116 w 149"/>
                <a:gd name="T9" fmla="*/ 227 h 227"/>
                <a:gd name="T10" fmla="*/ 116 w 149"/>
                <a:gd name="T11" fmla="*/ 65 h 227"/>
                <a:gd name="T12" fmla="*/ 92 w 149"/>
                <a:gd name="T13" fmla="*/ 227 h 227"/>
                <a:gd name="T14" fmla="*/ 58 w 149"/>
                <a:gd name="T15" fmla="*/ 227 h 227"/>
                <a:gd name="T16" fmla="*/ 32 w 149"/>
                <a:gd name="T17" fmla="*/ 66 h 227"/>
                <a:gd name="T18" fmla="*/ 32 w 149"/>
                <a:gd name="T19" fmla="*/ 227 h 227"/>
                <a:gd name="T20" fmla="*/ 0 w 149"/>
                <a:gd name="T21" fmla="*/ 227 h 227"/>
                <a:gd name="T22" fmla="*/ 0 w 149"/>
                <a:gd name="T23" fmla="*/ 0 h 227"/>
                <a:gd name="T24" fmla="*/ 50 w 149"/>
                <a:gd name="T25" fmla="*/ 0 h 227"/>
                <a:gd name="T26" fmla="*/ 76 w 149"/>
                <a:gd name="T27" fmla="*/ 160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9" h="227">
                  <a:moveTo>
                    <a:pt x="76" y="160"/>
                  </a:moveTo>
                  <a:lnTo>
                    <a:pt x="101" y="0"/>
                  </a:lnTo>
                  <a:lnTo>
                    <a:pt x="149" y="0"/>
                  </a:lnTo>
                  <a:lnTo>
                    <a:pt x="149" y="227"/>
                  </a:lnTo>
                  <a:lnTo>
                    <a:pt x="116" y="227"/>
                  </a:lnTo>
                  <a:lnTo>
                    <a:pt x="116" y="65"/>
                  </a:lnTo>
                  <a:lnTo>
                    <a:pt x="92" y="227"/>
                  </a:lnTo>
                  <a:lnTo>
                    <a:pt x="58" y="227"/>
                  </a:lnTo>
                  <a:lnTo>
                    <a:pt x="32" y="66"/>
                  </a:lnTo>
                  <a:lnTo>
                    <a:pt x="32" y="227"/>
                  </a:lnTo>
                  <a:lnTo>
                    <a:pt x="0" y="227"/>
                  </a:lnTo>
                  <a:lnTo>
                    <a:pt x="0" y="0"/>
                  </a:lnTo>
                  <a:lnTo>
                    <a:pt x="50" y="0"/>
                  </a:lnTo>
                  <a:lnTo>
                    <a:pt x="76" y="1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" name="Freeform 81">
              <a:extLst>
                <a:ext uri="{FF2B5EF4-FFF2-40B4-BE49-F238E27FC236}">
                  <a16:creationId xmlns:a16="http://schemas.microsoft.com/office/drawing/2014/main" id="{031ABB4A-9061-4D10-A8F5-EAA5B9E05B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38433" y="2855691"/>
              <a:ext cx="346311" cy="628902"/>
            </a:xfrm>
            <a:custGeom>
              <a:avLst/>
              <a:gdLst>
                <a:gd name="T0" fmla="*/ 44 w 125"/>
                <a:gd name="T1" fmla="*/ 154 h 227"/>
                <a:gd name="T2" fmla="*/ 78 w 125"/>
                <a:gd name="T3" fmla="*/ 154 h 227"/>
                <a:gd name="T4" fmla="*/ 61 w 125"/>
                <a:gd name="T5" fmla="*/ 40 h 227"/>
                <a:gd name="T6" fmla="*/ 44 w 125"/>
                <a:gd name="T7" fmla="*/ 154 h 227"/>
                <a:gd name="T8" fmla="*/ 125 w 125"/>
                <a:gd name="T9" fmla="*/ 227 h 227"/>
                <a:gd name="T10" fmla="*/ 89 w 125"/>
                <a:gd name="T11" fmla="*/ 227 h 227"/>
                <a:gd name="T12" fmla="*/ 83 w 125"/>
                <a:gd name="T13" fmla="*/ 186 h 227"/>
                <a:gd name="T14" fmla="*/ 39 w 125"/>
                <a:gd name="T15" fmla="*/ 186 h 227"/>
                <a:gd name="T16" fmla="*/ 33 w 125"/>
                <a:gd name="T17" fmla="*/ 227 h 227"/>
                <a:gd name="T18" fmla="*/ 0 w 125"/>
                <a:gd name="T19" fmla="*/ 227 h 227"/>
                <a:gd name="T20" fmla="*/ 37 w 125"/>
                <a:gd name="T21" fmla="*/ 0 h 227"/>
                <a:gd name="T22" fmla="*/ 88 w 125"/>
                <a:gd name="T23" fmla="*/ 0 h 227"/>
                <a:gd name="T24" fmla="*/ 125 w 125"/>
                <a:gd name="T25" fmla="*/ 227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5" h="227">
                  <a:moveTo>
                    <a:pt x="44" y="154"/>
                  </a:moveTo>
                  <a:lnTo>
                    <a:pt x="78" y="154"/>
                  </a:lnTo>
                  <a:lnTo>
                    <a:pt x="61" y="40"/>
                  </a:lnTo>
                  <a:lnTo>
                    <a:pt x="44" y="154"/>
                  </a:lnTo>
                  <a:close/>
                  <a:moveTo>
                    <a:pt x="125" y="227"/>
                  </a:moveTo>
                  <a:lnTo>
                    <a:pt x="89" y="227"/>
                  </a:lnTo>
                  <a:lnTo>
                    <a:pt x="83" y="186"/>
                  </a:lnTo>
                  <a:lnTo>
                    <a:pt x="39" y="186"/>
                  </a:lnTo>
                  <a:lnTo>
                    <a:pt x="33" y="227"/>
                  </a:lnTo>
                  <a:lnTo>
                    <a:pt x="0" y="227"/>
                  </a:lnTo>
                  <a:lnTo>
                    <a:pt x="37" y="0"/>
                  </a:lnTo>
                  <a:lnTo>
                    <a:pt x="88" y="0"/>
                  </a:lnTo>
                  <a:lnTo>
                    <a:pt x="125" y="22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" name="Freeform 82">
              <a:extLst>
                <a:ext uri="{FF2B5EF4-FFF2-40B4-BE49-F238E27FC236}">
                  <a16:creationId xmlns:a16="http://schemas.microsoft.com/office/drawing/2014/main" id="{2CC0DAA0-EDF1-42D1-9615-60FC98E09E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17729" y="2855691"/>
              <a:ext cx="307524" cy="628902"/>
            </a:xfrm>
            <a:custGeom>
              <a:avLst/>
              <a:gdLst>
                <a:gd name="T0" fmla="*/ 41 w 127"/>
                <a:gd name="T1" fmla="*/ 37 h 260"/>
                <a:gd name="T2" fmla="*/ 41 w 127"/>
                <a:gd name="T3" fmla="*/ 117 h 260"/>
                <a:gd name="T4" fmla="*/ 57 w 127"/>
                <a:gd name="T5" fmla="*/ 117 h 260"/>
                <a:gd name="T6" fmla="*/ 81 w 127"/>
                <a:gd name="T7" fmla="*/ 90 h 260"/>
                <a:gd name="T8" fmla="*/ 81 w 127"/>
                <a:gd name="T9" fmla="*/ 64 h 260"/>
                <a:gd name="T10" fmla="*/ 60 w 127"/>
                <a:gd name="T11" fmla="*/ 37 h 260"/>
                <a:gd name="T12" fmla="*/ 41 w 127"/>
                <a:gd name="T13" fmla="*/ 37 h 260"/>
                <a:gd name="T14" fmla="*/ 85 w 127"/>
                <a:gd name="T15" fmla="*/ 260 h 260"/>
                <a:gd name="T16" fmla="*/ 81 w 127"/>
                <a:gd name="T17" fmla="*/ 228 h 260"/>
                <a:gd name="T18" fmla="*/ 81 w 127"/>
                <a:gd name="T19" fmla="*/ 187 h 260"/>
                <a:gd name="T20" fmla="*/ 55 w 127"/>
                <a:gd name="T21" fmla="*/ 154 h 260"/>
                <a:gd name="T22" fmla="*/ 41 w 127"/>
                <a:gd name="T23" fmla="*/ 154 h 260"/>
                <a:gd name="T24" fmla="*/ 41 w 127"/>
                <a:gd name="T25" fmla="*/ 260 h 260"/>
                <a:gd name="T26" fmla="*/ 0 w 127"/>
                <a:gd name="T27" fmla="*/ 260 h 260"/>
                <a:gd name="T28" fmla="*/ 0 w 127"/>
                <a:gd name="T29" fmla="*/ 0 h 260"/>
                <a:gd name="T30" fmla="*/ 61 w 127"/>
                <a:gd name="T31" fmla="*/ 0 h 260"/>
                <a:gd name="T32" fmla="*/ 122 w 127"/>
                <a:gd name="T33" fmla="*/ 60 h 260"/>
                <a:gd name="T34" fmla="*/ 122 w 127"/>
                <a:gd name="T35" fmla="*/ 80 h 260"/>
                <a:gd name="T36" fmla="*/ 95 w 127"/>
                <a:gd name="T37" fmla="*/ 133 h 260"/>
                <a:gd name="T38" fmla="*/ 122 w 127"/>
                <a:gd name="T39" fmla="*/ 188 h 260"/>
                <a:gd name="T40" fmla="*/ 122 w 127"/>
                <a:gd name="T41" fmla="*/ 228 h 260"/>
                <a:gd name="T42" fmla="*/ 127 w 127"/>
                <a:gd name="T43" fmla="*/ 260 h 260"/>
                <a:gd name="T44" fmla="*/ 85 w 127"/>
                <a:gd name="T45" fmla="*/ 26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7" h="260">
                  <a:moveTo>
                    <a:pt x="41" y="37"/>
                  </a:moveTo>
                  <a:cubicBezTo>
                    <a:pt x="41" y="117"/>
                    <a:pt x="41" y="117"/>
                    <a:pt x="41" y="117"/>
                  </a:cubicBezTo>
                  <a:cubicBezTo>
                    <a:pt x="57" y="117"/>
                    <a:pt x="57" y="117"/>
                    <a:pt x="57" y="117"/>
                  </a:cubicBezTo>
                  <a:cubicBezTo>
                    <a:pt x="72" y="117"/>
                    <a:pt x="81" y="110"/>
                    <a:pt x="81" y="90"/>
                  </a:cubicBezTo>
                  <a:cubicBezTo>
                    <a:pt x="81" y="64"/>
                    <a:pt x="81" y="64"/>
                    <a:pt x="81" y="64"/>
                  </a:cubicBezTo>
                  <a:cubicBezTo>
                    <a:pt x="81" y="46"/>
                    <a:pt x="75" y="37"/>
                    <a:pt x="60" y="37"/>
                  </a:cubicBezTo>
                  <a:lnTo>
                    <a:pt x="41" y="37"/>
                  </a:lnTo>
                  <a:close/>
                  <a:moveTo>
                    <a:pt x="85" y="260"/>
                  </a:moveTo>
                  <a:cubicBezTo>
                    <a:pt x="83" y="253"/>
                    <a:pt x="81" y="249"/>
                    <a:pt x="81" y="228"/>
                  </a:cubicBezTo>
                  <a:cubicBezTo>
                    <a:pt x="81" y="187"/>
                    <a:pt x="81" y="187"/>
                    <a:pt x="81" y="187"/>
                  </a:cubicBezTo>
                  <a:cubicBezTo>
                    <a:pt x="81" y="163"/>
                    <a:pt x="73" y="154"/>
                    <a:pt x="55" y="154"/>
                  </a:cubicBezTo>
                  <a:cubicBezTo>
                    <a:pt x="41" y="154"/>
                    <a:pt x="41" y="154"/>
                    <a:pt x="41" y="154"/>
                  </a:cubicBezTo>
                  <a:cubicBezTo>
                    <a:pt x="41" y="260"/>
                    <a:pt x="41" y="260"/>
                    <a:pt x="41" y="260"/>
                  </a:cubicBezTo>
                  <a:cubicBezTo>
                    <a:pt x="0" y="260"/>
                    <a:pt x="0" y="260"/>
                    <a:pt x="0" y="26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104" y="0"/>
                    <a:pt x="122" y="20"/>
                    <a:pt x="122" y="60"/>
                  </a:cubicBezTo>
                  <a:cubicBezTo>
                    <a:pt x="122" y="80"/>
                    <a:pt x="122" y="80"/>
                    <a:pt x="122" y="80"/>
                  </a:cubicBezTo>
                  <a:cubicBezTo>
                    <a:pt x="122" y="107"/>
                    <a:pt x="113" y="124"/>
                    <a:pt x="95" y="133"/>
                  </a:cubicBezTo>
                  <a:cubicBezTo>
                    <a:pt x="115" y="142"/>
                    <a:pt x="122" y="161"/>
                    <a:pt x="122" y="188"/>
                  </a:cubicBezTo>
                  <a:cubicBezTo>
                    <a:pt x="122" y="228"/>
                    <a:pt x="122" y="228"/>
                    <a:pt x="122" y="228"/>
                  </a:cubicBezTo>
                  <a:cubicBezTo>
                    <a:pt x="122" y="241"/>
                    <a:pt x="123" y="250"/>
                    <a:pt x="127" y="260"/>
                  </a:cubicBezTo>
                  <a:lnTo>
                    <a:pt x="85" y="2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" name="Freeform 83">
              <a:extLst>
                <a:ext uri="{FF2B5EF4-FFF2-40B4-BE49-F238E27FC236}">
                  <a16:creationId xmlns:a16="http://schemas.microsoft.com/office/drawing/2014/main" id="{D529E29C-585E-49A1-B8B4-94425054CD22}"/>
                </a:ext>
              </a:extLst>
            </p:cNvPr>
            <p:cNvSpPr>
              <a:spLocks/>
            </p:cNvSpPr>
            <p:nvPr/>
          </p:nvSpPr>
          <p:spPr bwMode="auto">
            <a:xfrm>
              <a:off x="6138843" y="2855691"/>
              <a:ext cx="304754" cy="628902"/>
            </a:xfrm>
            <a:custGeom>
              <a:avLst/>
              <a:gdLst>
                <a:gd name="T0" fmla="*/ 0 w 110"/>
                <a:gd name="T1" fmla="*/ 0 h 227"/>
                <a:gd name="T2" fmla="*/ 110 w 110"/>
                <a:gd name="T3" fmla="*/ 0 h 227"/>
                <a:gd name="T4" fmla="*/ 110 w 110"/>
                <a:gd name="T5" fmla="*/ 32 h 227"/>
                <a:gd name="T6" fmla="*/ 72 w 110"/>
                <a:gd name="T7" fmla="*/ 32 h 227"/>
                <a:gd name="T8" fmla="*/ 72 w 110"/>
                <a:gd name="T9" fmla="*/ 227 h 227"/>
                <a:gd name="T10" fmla="*/ 37 w 110"/>
                <a:gd name="T11" fmla="*/ 227 h 227"/>
                <a:gd name="T12" fmla="*/ 37 w 110"/>
                <a:gd name="T13" fmla="*/ 32 h 227"/>
                <a:gd name="T14" fmla="*/ 0 w 110"/>
                <a:gd name="T15" fmla="*/ 32 h 227"/>
                <a:gd name="T16" fmla="*/ 0 w 110"/>
                <a:gd name="T17" fmla="*/ 0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0" h="227">
                  <a:moveTo>
                    <a:pt x="0" y="0"/>
                  </a:moveTo>
                  <a:lnTo>
                    <a:pt x="110" y="0"/>
                  </a:lnTo>
                  <a:lnTo>
                    <a:pt x="110" y="32"/>
                  </a:lnTo>
                  <a:lnTo>
                    <a:pt x="72" y="32"/>
                  </a:lnTo>
                  <a:lnTo>
                    <a:pt x="72" y="227"/>
                  </a:lnTo>
                  <a:lnTo>
                    <a:pt x="37" y="227"/>
                  </a:lnTo>
                  <a:lnTo>
                    <a:pt x="37" y="32"/>
                  </a:lnTo>
                  <a:lnTo>
                    <a:pt x="0" y="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80" name="Grupo 79">
            <a:extLst>
              <a:ext uri="{FF2B5EF4-FFF2-40B4-BE49-F238E27FC236}">
                <a16:creationId xmlns:a16="http://schemas.microsoft.com/office/drawing/2014/main" id="{605F283D-3632-4966-A597-B02E54BCAB06}"/>
              </a:ext>
            </a:extLst>
          </p:cNvPr>
          <p:cNvGrpSpPr/>
          <p:nvPr/>
        </p:nvGrpSpPr>
        <p:grpSpPr>
          <a:xfrm>
            <a:off x="5148912" y="3397299"/>
            <a:ext cx="1894175" cy="493886"/>
            <a:chOff x="4856105" y="4501363"/>
            <a:chExt cx="2773261" cy="723099"/>
          </a:xfrm>
        </p:grpSpPr>
        <p:sp>
          <p:nvSpPr>
            <p:cNvPr id="9" name="Freeform 77">
              <a:extLst>
                <a:ext uri="{FF2B5EF4-FFF2-40B4-BE49-F238E27FC236}">
                  <a16:creationId xmlns:a16="http://schemas.microsoft.com/office/drawing/2014/main" id="{D7B01D51-0C5F-4EE3-B8D5-FD1D16E02054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8203" y="4501363"/>
              <a:ext cx="191163" cy="182852"/>
            </a:xfrm>
            <a:custGeom>
              <a:avLst/>
              <a:gdLst>
                <a:gd name="T0" fmla="*/ 69 w 69"/>
                <a:gd name="T1" fmla="*/ 65 h 66"/>
                <a:gd name="T2" fmla="*/ 59 w 69"/>
                <a:gd name="T3" fmla="*/ 66 h 66"/>
                <a:gd name="T4" fmla="*/ 54 w 69"/>
                <a:gd name="T5" fmla="*/ 12 h 66"/>
                <a:gd name="T6" fmla="*/ 2 w 69"/>
                <a:gd name="T7" fmla="*/ 20 h 66"/>
                <a:gd name="T8" fmla="*/ 0 w 69"/>
                <a:gd name="T9" fmla="*/ 10 h 66"/>
                <a:gd name="T10" fmla="*/ 64 w 69"/>
                <a:gd name="T11" fmla="*/ 0 h 66"/>
                <a:gd name="T12" fmla="*/ 69 w 69"/>
                <a:gd name="T13" fmla="*/ 65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9" h="66">
                  <a:moveTo>
                    <a:pt x="69" y="65"/>
                  </a:moveTo>
                  <a:lnTo>
                    <a:pt x="59" y="66"/>
                  </a:lnTo>
                  <a:lnTo>
                    <a:pt x="54" y="12"/>
                  </a:lnTo>
                  <a:lnTo>
                    <a:pt x="2" y="20"/>
                  </a:lnTo>
                  <a:lnTo>
                    <a:pt x="0" y="10"/>
                  </a:lnTo>
                  <a:lnTo>
                    <a:pt x="64" y="0"/>
                  </a:lnTo>
                  <a:lnTo>
                    <a:pt x="69" y="65"/>
                  </a:lnTo>
                  <a:close/>
                </a:path>
              </a:pathLst>
            </a:custGeom>
            <a:solidFill>
              <a:srgbClr val="00B4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36" name="Freeform 104">
              <a:extLst>
                <a:ext uri="{FF2B5EF4-FFF2-40B4-BE49-F238E27FC236}">
                  <a16:creationId xmlns:a16="http://schemas.microsoft.com/office/drawing/2014/main" id="{60AB9BED-2496-4B32-95F6-12715DEA6B74}"/>
                </a:ext>
              </a:extLst>
            </p:cNvPr>
            <p:cNvSpPr>
              <a:spLocks/>
            </p:cNvSpPr>
            <p:nvPr/>
          </p:nvSpPr>
          <p:spPr bwMode="auto">
            <a:xfrm>
              <a:off x="7579499" y="4501363"/>
              <a:ext cx="41557" cy="3878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solidFill>
              <a:srgbClr val="00B4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78" name="Grupo 77">
              <a:extLst>
                <a:ext uri="{FF2B5EF4-FFF2-40B4-BE49-F238E27FC236}">
                  <a16:creationId xmlns:a16="http://schemas.microsoft.com/office/drawing/2014/main" id="{AE0E3A28-CCA9-43B9-9F82-773EF50511A3}"/>
                </a:ext>
              </a:extLst>
            </p:cNvPr>
            <p:cNvGrpSpPr/>
            <p:nvPr/>
          </p:nvGrpSpPr>
          <p:grpSpPr>
            <a:xfrm>
              <a:off x="4856105" y="4504132"/>
              <a:ext cx="2698458" cy="720330"/>
              <a:chOff x="4856105" y="4504132"/>
              <a:chExt cx="2698458" cy="720330"/>
            </a:xfrm>
          </p:grpSpPr>
          <p:sp>
            <p:nvSpPr>
              <p:cNvPr id="33" name="Freeform 101">
                <a:extLst>
                  <a:ext uri="{FF2B5EF4-FFF2-40B4-BE49-F238E27FC236}">
                    <a16:creationId xmlns:a16="http://schemas.microsoft.com/office/drawing/2014/main" id="{CED5016C-DECA-4CA4-84B1-DCFD3BEF19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21958" y="5188445"/>
                <a:ext cx="36016" cy="36017"/>
              </a:xfrm>
              <a:custGeom>
                <a:avLst/>
                <a:gdLst>
                  <a:gd name="T0" fmla="*/ 0 w 15"/>
                  <a:gd name="T1" fmla="*/ 8 h 15"/>
                  <a:gd name="T2" fmla="*/ 7 w 15"/>
                  <a:gd name="T3" fmla="*/ 0 h 15"/>
                  <a:gd name="T4" fmla="*/ 7 w 15"/>
                  <a:gd name="T5" fmla="*/ 0 h 15"/>
                  <a:gd name="T6" fmla="*/ 15 w 15"/>
                  <a:gd name="T7" fmla="*/ 7 h 15"/>
                  <a:gd name="T8" fmla="*/ 15 w 15"/>
                  <a:gd name="T9" fmla="*/ 7 h 15"/>
                  <a:gd name="T10" fmla="*/ 8 w 15"/>
                  <a:gd name="T11" fmla="*/ 15 h 15"/>
                  <a:gd name="T12" fmla="*/ 8 w 15"/>
                  <a:gd name="T13" fmla="*/ 15 h 15"/>
                  <a:gd name="T14" fmla="*/ 8 w 15"/>
                  <a:gd name="T15" fmla="*/ 15 h 15"/>
                  <a:gd name="T16" fmla="*/ 8 w 15"/>
                  <a:gd name="T17" fmla="*/ 15 h 15"/>
                  <a:gd name="T18" fmla="*/ 7 w 15"/>
                  <a:gd name="T19" fmla="*/ 15 h 15"/>
                  <a:gd name="T20" fmla="*/ 7 w 15"/>
                  <a:gd name="T21" fmla="*/ 15 h 15"/>
                  <a:gd name="T22" fmla="*/ 0 w 15"/>
                  <a:gd name="T23" fmla="*/ 8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5" h="15">
                    <a:moveTo>
                      <a:pt x="0" y="8"/>
                    </a:moveTo>
                    <a:cubicBezTo>
                      <a:pt x="0" y="4"/>
                      <a:pt x="3" y="1"/>
                      <a:pt x="7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11" y="0"/>
                      <a:pt x="14" y="3"/>
                      <a:pt x="15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11"/>
                      <a:pt x="12" y="15"/>
                      <a:pt x="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15"/>
                      <a:pt x="7" y="15"/>
                      <a:pt x="7" y="15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3" y="15"/>
                      <a:pt x="0" y="12"/>
                      <a:pt x="0" y="8"/>
                    </a:cubicBezTo>
                    <a:close/>
                  </a:path>
                </a:pathLst>
              </a:custGeom>
              <a:solidFill>
                <a:srgbClr val="00B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grpSp>
            <p:nvGrpSpPr>
              <p:cNvPr id="77" name="Grupo 76">
                <a:extLst>
                  <a:ext uri="{FF2B5EF4-FFF2-40B4-BE49-F238E27FC236}">
                    <a16:creationId xmlns:a16="http://schemas.microsoft.com/office/drawing/2014/main" id="{36DCB76C-FDFA-4B38-9883-1B0A45F4813D}"/>
                  </a:ext>
                </a:extLst>
              </p:cNvPr>
              <p:cNvGrpSpPr/>
              <p:nvPr/>
            </p:nvGrpSpPr>
            <p:grpSpPr>
              <a:xfrm>
                <a:off x="4856105" y="4504132"/>
                <a:ext cx="2698458" cy="714789"/>
                <a:chOff x="4856105" y="4504132"/>
                <a:chExt cx="2698458" cy="714789"/>
              </a:xfrm>
            </p:grpSpPr>
            <p:grpSp>
              <p:nvGrpSpPr>
                <p:cNvPr id="72" name="Grupo 71">
                  <a:extLst>
                    <a:ext uri="{FF2B5EF4-FFF2-40B4-BE49-F238E27FC236}">
                      <a16:creationId xmlns:a16="http://schemas.microsoft.com/office/drawing/2014/main" id="{C50589C0-1DE6-41BA-9CEE-4E2076817B4F}"/>
                    </a:ext>
                  </a:extLst>
                </p:cNvPr>
                <p:cNvGrpSpPr/>
                <p:nvPr/>
              </p:nvGrpSpPr>
              <p:grpSpPr>
                <a:xfrm>
                  <a:off x="4919827" y="4587247"/>
                  <a:ext cx="2634736" cy="631674"/>
                  <a:chOff x="4919827" y="4587247"/>
                  <a:chExt cx="2634736" cy="631674"/>
                </a:xfrm>
              </p:grpSpPr>
              <p:sp>
                <p:nvSpPr>
                  <p:cNvPr id="30" name="Freeform 98">
                    <a:extLst>
                      <a:ext uri="{FF2B5EF4-FFF2-40B4-BE49-F238E27FC236}">
                        <a16:creationId xmlns:a16="http://schemas.microsoft.com/office/drawing/2014/main" id="{281CC44C-D8B9-4DB2-8D95-5FAFCA3743C8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919827" y="4590019"/>
                    <a:ext cx="1230098" cy="628902"/>
                  </a:xfrm>
                  <a:custGeom>
                    <a:avLst/>
                    <a:gdLst>
                      <a:gd name="T0" fmla="*/ 495 w 509"/>
                      <a:gd name="T1" fmla="*/ 254 h 261"/>
                      <a:gd name="T2" fmla="*/ 502 w 509"/>
                      <a:gd name="T3" fmla="*/ 247 h 261"/>
                      <a:gd name="T4" fmla="*/ 509 w 509"/>
                      <a:gd name="T5" fmla="*/ 254 h 261"/>
                      <a:gd name="T6" fmla="*/ 501 w 509"/>
                      <a:gd name="T7" fmla="*/ 261 h 261"/>
                      <a:gd name="T8" fmla="*/ 451 w 509"/>
                      <a:gd name="T9" fmla="*/ 249 h 261"/>
                      <a:gd name="T10" fmla="*/ 459 w 509"/>
                      <a:gd name="T11" fmla="*/ 243 h 261"/>
                      <a:gd name="T12" fmla="*/ 466 w 509"/>
                      <a:gd name="T13" fmla="*/ 251 h 261"/>
                      <a:gd name="T14" fmla="*/ 457 w 509"/>
                      <a:gd name="T15" fmla="*/ 257 h 261"/>
                      <a:gd name="T16" fmla="*/ 408 w 509"/>
                      <a:gd name="T17" fmla="*/ 242 h 261"/>
                      <a:gd name="T18" fmla="*/ 417 w 509"/>
                      <a:gd name="T19" fmla="*/ 236 h 261"/>
                      <a:gd name="T20" fmla="*/ 415 w 509"/>
                      <a:gd name="T21" fmla="*/ 251 h 261"/>
                      <a:gd name="T22" fmla="*/ 371 w 509"/>
                      <a:gd name="T23" fmla="*/ 241 h 261"/>
                      <a:gd name="T24" fmla="*/ 366 w 509"/>
                      <a:gd name="T25" fmla="*/ 232 h 261"/>
                      <a:gd name="T26" fmla="*/ 374 w 509"/>
                      <a:gd name="T27" fmla="*/ 227 h 261"/>
                      <a:gd name="T28" fmla="*/ 380 w 509"/>
                      <a:gd name="T29" fmla="*/ 236 h 261"/>
                      <a:gd name="T30" fmla="*/ 371 w 509"/>
                      <a:gd name="T31" fmla="*/ 241 h 261"/>
                      <a:gd name="T32" fmla="*/ 324 w 509"/>
                      <a:gd name="T33" fmla="*/ 220 h 261"/>
                      <a:gd name="T34" fmla="*/ 338 w 509"/>
                      <a:gd name="T35" fmla="*/ 225 h 261"/>
                      <a:gd name="T36" fmla="*/ 331 w 509"/>
                      <a:gd name="T37" fmla="*/ 230 h 261"/>
                      <a:gd name="T38" fmla="*/ 283 w 509"/>
                      <a:gd name="T39" fmla="*/ 205 h 261"/>
                      <a:gd name="T40" fmla="*/ 292 w 509"/>
                      <a:gd name="T41" fmla="*/ 201 h 261"/>
                      <a:gd name="T42" fmla="*/ 289 w 509"/>
                      <a:gd name="T43" fmla="*/ 215 h 261"/>
                      <a:gd name="T44" fmla="*/ 246 w 509"/>
                      <a:gd name="T45" fmla="*/ 198 h 261"/>
                      <a:gd name="T46" fmla="*/ 252 w 509"/>
                      <a:gd name="T47" fmla="*/ 184 h 261"/>
                      <a:gd name="T48" fmla="*/ 256 w 509"/>
                      <a:gd name="T49" fmla="*/ 194 h 261"/>
                      <a:gd name="T50" fmla="*/ 246 w 509"/>
                      <a:gd name="T51" fmla="*/ 198 h 261"/>
                      <a:gd name="T52" fmla="*/ 204 w 509"/>
                      <a:gd name="T53" fmla="*/ 168 h 261"/>
                      <a:gd name="T54" fmla="*/ 214 w 509"/>
                      <a:gd name="T55" fmla="*/ 165 h 261"/>
                      <a:gd name="T56" fmla="*/ 217 w 509"/>
                      <a:gd name="T57" fmla="*/ 175 h 261"/>
                      <a:gd name="T58" fmla="*/ 207 w 509"/>
                      <a:gd name="T59" fmla="*/ 178 h 261"/>
                      <a:gd name="T60" fmla="*/ 166 w 509"/>
                      <a:gd name="T61" fmla="*/ 146 h 261"/>
                      <a:gd name="T62" fmla="*/ 179 w 509"/>
                      <a:gd name="T63" fmla="*/ 154 h 261"/>
                      <a:gd name="T64" fmla="*/ 172 w 509"/>
                      <a:gd name="T65" fmla="*/ 157 h 261"/>
                      <a:gd name="T66" fmla="*/ 130 w 509"/>
                      <a:gd name="T67" fmla="*/ 121 h 261"/>
                      <a:gd name="T68" fmla="*/ 140 w 509"/>
                      <a:gd name="T69" fmla="*/ 120 h 261"/>
                      <a:gd name="T70" fmla="*/ 136 w 509"/>
                      <a:gd name="T71" fmla="*/ 133 h 261"/>
                      <a:gd name="T72" fmla="*/ 97 w 509"/>
                      <a:gd name="T73" fmla="*/ 105 h 261"/>
                      <a:gd name="T74" fmla="*/ 106 w 509"/>
                      <a:gd name="T75" fmla="*/ 94 h 261"/>
                      <a:gd name="T76" fmla="*/ 106 w 509"/>
                      <a:gd name="T77" fmla="*/ 94 h 261"/>
                      <a:gd name="T78" fmla="*/ 101 w 509"/>
                      <a:gd name="T79" fmla="*/ 107 h 261"/>
                      <a:gd name="T80" fmla="*/ 64 w 509"/>
                      <a:gd name="T81" fmla="*/ 76 h 261"/>
                      <a:gd name="T82" fmla="*/ 73 w 509"/>
                      <a:gd name="T83" fmla="*/ 65 h 261"/>
                      <a:gd name="T84" fmla="*/ 74 w 509"/>
                      <a:gd name="T85" fmla="*/ 76 h 261"/>
                      <a:gd name="T86" fmla="*/ 64 w 509"/>
                      <a:gd name="T87" fmla="*/ 76 h 261"/>
                      <a:gd name="T88" fmla="*/ 32 w 509"/>
                      <a:gd name="T89" fmla="*/ 35 h 261"/>
                      <a:gd name="T90" fmla="*/ 42 w 509"/>
                      <a:gd name="T91" fmla="*/ 35 h 261"/>
                      <a:gd name="T92" fmla="*/ 37 w 509"/>
                      <a:gd name="T93" fmla="*/ 47 h 261"/>
                      <a:gd name="T94" fmla="*/ 3 w 509"/>
                      <a:gd name="T95" fmla="*/ 12 h 261"/>
                      <a:gd name="T96" fmla="*/ 3 w 509"/>
                      <a:gd name="T97" fmla="*/ 2 h 261"/>
                      <a:gd name="T98" fmla="*/ 14 w 509"/>
                      <a:gd name="T99" fmla="*/ 3 h 261"/>
                      <a:gd name="T100" fmla="*/ 13 w 509"/>
                      <a:gd name="T101" fmla="*/ 13 h 261"/>
                      <a:gd name="T102" fmla="*/ 3 w 509"/>
                      <a:gd name="T103" fmla="*/ 12 h 26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</a:cxnLst>
                    <a:rect l="0" t="0" r="r" b="b"/>
                    <a:pathLst>
                      <a:path w="509" h="261">
                        <a:moveTo>
                          <a:pt x="501" y="261"/>
                        </a:moveTo>
                        <a:cubicBezTo>
                          <a:pt x="497" y="261"/>
                          <a:pt x="494" y="258"/>
                          <a:pt x="495" y="254"/>
                        </a:cubicBezTo>
                        <a:cubicBezTo>
                          <a:pt x="495" y="254"/>
                          <a:pt x="495" y="254"/>
                          <a:pt x="495" y="254"/>
                        </a:cubicBezTo>
                        <a:cubicBezTo>
                          <a:pt x="495" y="250"/>
                          <a:pt x="498" y="247"/>
                          <a:pt x="502" y="247"/>
                        </a:cubicBezTo>
                        <a:cubicBezTo>
                          <a:pt x="502" y="247"/>
                          <a:pt x="502" y="247"/>
                          <a:pt x="502" y="247"/>
                        </a:cubicBezTo>
                        <a:cubicBezTo>
                          <a:pt x="502" y="247"/>
                          <a:pt x="502" y="247"/>
                          <a:pt x="502" y="247"/>
                        </a:cubicBezTo>
                        <a:cubicBezTo>
                          <a:pt x="502" y="247"/>
                          <a:pt x="502" y="247"/>
                          <a:pt x="502" y="247"/>
                        </a:cubicBezTo>
                        <a:cubicBezTo>
                          <a:pt x="506" y="247"/>
                          <a:pt x="509" y="250"/>
                          <a:pt x="509" y="254"/>
                        </a:cubicBezTo>
                        <a:cubicBezTo>
                          <a:pt x="509" y="254"/>
                          <a:pt x="509" y="254"/>
                          <a:pt x="509" y="254"/>
                        </a:cubicBezTo>
                        <a:cubicBezTo>
                          <a:pt x="509" y="258"/>
                          <a:pt x="506" y="261"/>
                          <a:pt x="502" y="261"/>
                        </a:cubicBezTo>
                        <a:cubicBezTo>
                          <a:pt x="502" y="261"/>
                          <a:pt x="502" y="261"/>
                          <a:pt x="502" y="261"/>
                        </a:cubicBezTo>
                        <a:cubicBezTo>
                          <a:pt x="502" y="261"/>
                          <a:pt x="502" y="261"/>
                          <a:pt x="501" y="261"/>
                        </a:cubicBezTo>
                        <a:close/>
                        <a:moveTo>
                          <a:pt x="457" y="257"/>
                        </a:moveTo>
                        <a:cubicBezTo>
                          <a:pt x="454" y="257"/>
                          <a:pt x="451" y="253"/>
                          <a:pt x="451" y="249"/>
                        </a:cubicBezTo>
                        <a:cubicBezTo>
                          <a:pt x="451" y="249"/>
                          <a:pt x="451" y="249"/>
                          <a:pt x="451" y="249"/>
                        </a:cubicBezTo>
                        <a:cubicBezTo>
                          <a:pt x="452" y="245"/>
                          <a:pt x="455" y="242"/>
                          <a:pt x="459" y="243"/>
                        </a:cubicBezTo>
                        <a:cubicBezTo>
                          <a:pt x="459" y="243"/>
                          <a:pt x="459" y="243"/>
                          <a:pt x="459" y="243"/>
                        </a:cubicBezTo>
                        <a:cubicBezTo>
                          <a:pt x="459" y="243"/>
                          <a:pt x="459" y="243"/>
                          <a:pt x="459" y="243"/>
                        </a:cubicBezTo>
                        <a:cubicBezTo>
                          <a:pt x="459" y="243"/>
                          <a:pt x="459" y="243"/>
                          <a:pt x="459" y="243"/>
                        </a:cubicBezTo>
                        <a:cubicBezTo>
                          <a:pt x="463" y="243"/>
                          <a:pt x="466" y="247"/>
                          <a:pt x="466" y="251"/>
                        </a:cubicBezTo>
                        <a:cubicBezTo>
                          <a:pt x="466" y="251"/>
                          <a:pt x="466" y="251"/>
                          <a:pt x="466" y="251"/>
                        </a:cubicBezTo>
                        <a:cubicBezTo>
                          <a:pt x="465" y="255"/>
                          <a:pt x="462" y="257"/>
                          <a:pt x="458" y="257"/>
                        </a:cubicBezTo>
                        <a:cubicBezTo>
                          <a:pt x="458" y="257"/>
                          <a:pt x="458" y="257"/>
                          <a:pt x="458" y="257"/>
                        </a:cubicBezTo>
                        <a:cubicBezTo>
                          <a:pt x="458" y="257"/>
                          <a:pt x="458" y="257"/>
                          <a:pt x="457" y="257"/>
                        </a:cubicBezTo>
                        <a:close/>
                        <a:moveTo>
                          <a:pt x="414" y="251"/>
                        </a:moveTo>
                        <a:cubicBezTo>
                          <a:pt x="414" y="251"/>
                          <a:pt x="414" y="251"/>
                          <a:pt x="414" y="251"/>
                        </a:cubicBezTo>
                        <a:cubicBezTo>
                          <a:pt x="410" y="250"/>
                          <a:pt x="407" y="246"/>
                          <a:pt x="408" y="242"/>
                        </a:cubicBezTo>
                        <a:cubicBezTo>
                          <a:pt x="408" y="242"/>
                          <a:pt x="408" y="242"/>
                          <a:pt x="408" y="242"/>
                        </a:cubicBezTo>
                        <a:cubicBezTo>
                          <a:pt x="409" y="238"/>
                          <a:pt x="413" y="236"/>
                          <a:pt x="417" y="236"/>
                        </a:cubicBezTo>
                        <a:cubicBezTo>
                          <a:pt x="417" y="236"/>
                          <a:pt x="417" y="236"/>
                          <a:pt x="417" y="236"/>
                        </a:cubicBezTo>
                        <a:cubicBezTo>
                          <a:pt x="421" y="237"/>
                          <a:pt x="423" y="241"/>
                          <a:pt x="422" y="245"/>
                        </a:cubicBezTo>
                        <a:cubicBezTo>
                          <a:pt x="422" y="245"/>
                          <a:pt x="422" y="245"/>
                          <a:pt x="422" y="245"/>
                        </a:cubicBezTo>
                        <a:cubicBezTo>
                          <a:pt x="422" y="248"/>
                          <a:pt x="419" y="251"/>
                          <a:pt x="415" y="251"/>
                        </a:cubicBezTo>
                        <a:cubicBezTo>
                          <a:pt x="415" y="251"/>
                          <a:pt x="415" y="251"/>
                          <a:pt x="415" y="251"/>
                        </a:cubicBezTo>
                        <a:cubicBezTo>
                          <a:pt x="415" y="251"/>
                          <a:pt x="414" y="251"/>
                          <a:pt x="414" y="251"/>
                        </a:cubicBezTo>
                        <a:close/>
                        <a:moveTo>
                          <a:pt x="371" y="241"/>
                        </a:moveTo>
                        <a:cubicBezTo>
                          <a:pt x="371" y="241"/>
                          <a:pt x="371" y="241"/>
                          <a:pt x="371" y="241"/>
                        </a:cubicBezTo>
                        <a:cubicBezTo>
                          <a:pt x="367" y="240"/>
                          <a:pt x="365" y="236"/>
                          <a:pt x="366" y="232"/>
                        </a:cubicBezTo>
                        <a:cubicBezTo>
                          <a:pt x="366" y="232"/>
                          <a:pt x="366" y="232"/>
                          <a:pt x="366" y="232"/>
                        </a:cubicBezTo>
                        <a:cubicBezTo>
                          <a:pt x="366" y="229"/>
                          <a:pt x="371" y="226"/>
                          <a:pt x="374" y="227"/>
                        </a:cubicBezTo>
                        <a:cubicBezTo>
                          <a:pt x="374" y="227"/>
                          <a:pt x="374" y="227"/>
                          <a:pt x="374" y="227"/>
                        </a:cubicBezTo>
                        <a:cubicBezTo>
                          <a:pt x="374" y="227"/>
                          <a:pt x="374" y="227"/>
                          <a:pt x="374" y="227"/>
                        </a:cubicBezTo>
                        <a:cubicBezTo>
                          <a:pt x="374" y="227"/>
                          <a:pt x="374" y="227"/>
                          <a:pt x="374" y="227"/>
                        </a:cubicBezTo>
                        <a:cubicBezTo>
                          <a:pt x="378" y="228"/>
                          <a:pt x="381" y="232"/>
                          <a:pt x="380" y="236"/>
                        </a:cubicBezTo>
                        <a:cubicBezTo>
                          <a:pt x="380" y="236"/>
                          <a:pt x="380" y="236"/>
                          <a:pt x="380" y="236"/>
                        </a:cubicBezTo>
                        <a:cubicBezTo>
                          <a:pt x="379" y="239"/>
                          <a:pt x="376" y="242"/>
                          <a:pt x="373" y="242"/>
                        </a:cubicBezTo>
                        <a:cubicBezTo>
                          <a:pt x="373" y="242"/>
                          <a:pt x="373" y="242"/>
                          <a:pt x="373" y="242"/>
                        </a:cubicBezTo>
                        <a:cubicBezTo>
                          <a:pt x="372" y="242"/>
                          <a:pt x="371" y="242"/>
                          <a:pt x="371" y="241"/>
                        </a:cubicBezTo>
                        <a:close/>
                        <a:moveTo>
                          <a:pt x="328" y="229"/>
                        </a:moveTo>
                        <a:cubicBezTo>
                          <a:pt x="325" y="228"/>
                          <a:pt x="322" y="224"/>
                          <a:pt x="324" y="220"/>
                        </a:cubicBezTo>
                        <a:cubicBezTo>
                          <a:pt x="324" y="220"/>
                          <a:pt x="324" y="220"/>
                          <a:pt x="324" y="220"/>
                        </a:cubicBezTo>
                        <a:cubicBezTo>
                          <a:pt x="325" y="216"/>
                          <a:pt x="329" y="214"/>
                          <a:pt x="333" y="215"/>
                        </a:cubicBezTo>
                        <a:cubicBezTo>
                          <a:pt x="333" y="215"/>
                          <a:pt x="333" y="215"/>
                          <a:pt x="333" y="215"/>
                        </a:cubicBezTo>
                        <a:cubicBezTo>
                          <a:pt x="337" y="217"/>
                          <a:pt x="339" y="221"/>
                          <a:pt x="338" y="225"/>
                        </a:cubicBezTo>
                        <a:cubicBezTo>
                          <a:pt x="338" y="225"/>
                          <a:pt x="338" y="225"/>
                          <a:pt x="338" y="225"/>
                        </a:cubicBezTo>
                        <a:cubicBezTo>
                          <a:pt x="337" y="228"/>
                          <a:pt x="334" y="230"/>
                          <a:pt x="331" y="230"/>
                        </a:cubicBezTo>
                        <a:cubicBezTo>
                          <a:pt x="331" y="230"/>
                          <a:pt x="331" y="230"/>
                          <a:pt x="331" y="230"/>
                        </a:cubicBezTo>
                        <a:cubicBezTo>
                          <a:pt x="330" y="230"/>
                          <a:pt x="329" y="230"/>
                          <a:pt x="328" y="229"/>
                        </a:cubicBezTo>
                        <a:close/>
                        <a:moveTo>
                          <a:pt x="287" y="215"/>
                        </a:moveTo>
                        <a:cubicBezTo>
                          <a:pt x="283" y="213"/>
                          <a:pt x="281" y="209"/>
                          <a:pt x="283" y="205"/>
                        </a:cubicBezTo>
                        <a:cubicBezTo>
                          <a:pt x="283" y="205"/>
                          <a:pt x="283" y="205"/>
                          <a:pt x="283" y="205"/>
                        </a:cubicBezTo>
                        <a:cubicBezTo>
                          <a:pt x="284" y="202"/>
                          <a:pt x="288" y="200"/>
                          <a:pt x="292" y="201"/>
                        </a:cubicBezTo>
                        <a:cubicBezTo>
                          <a:pt x="292" y="201"/>
                          <a:pt x="292" y="201"/>
                          <a:pt x="292" y="201"/>
                        </a:cubicBezTo>
                        <a:cubicBezTo>
                          <a:pt x="296" y="203"/>
                          <a:pt x="298" y="207"/>
                          <a:pt x="296" y="211"/>
                        </a:cubicBezTo>
                        <a:cubicBezTo>
                          <a:pt x="296" y="211"/>
                          <a:pt x="296" y="211"/>
                          <a:pt x="296" y="211"/>
                        </a:cubicBezTo>
                        <a:cubicBezTo>
                          <a:pt x="295" y="214"/>
                          <a:pt x="292" y="215"/>
                          <a:pt x="289" y="215"/>
                        </a:cubicBezTo>
                        <a:cubicBezTo>
                          <a:pt x="289" y="215"/>
                          <a:pt x="289" y="215"/>
                          <a:pt x="289" y="215"/>
                        </a:cubicBezTo>
                        <a:cubicBezTo>
                          <a:pt x="289" y="215"/>
                          <a:pt x="288" y="215"/>
                          <a:pt x="287" y="215"/>
                        </a:cubicBezTo>
                        <a:close/>
                        <a:moveTo>
                          <a:pt x="246" y="198"/>
                        </a:moveTo>
                        <a:cubicBezTo>
                          <a:pt x="243" y="196"/>
                          <a:pt x="241" y="192"/>
                          <a:pt x="243" y="188"/>
                        </a:cubicBezTo>
                        <a:cubicBezTo>
                          <a:pt x="243" y="188"/>
                          <a:pt x="243" y="188"/>
                          <a:pt x="243" y="188"/>
                        </a:cubicBezTo>
                        <a:cubicBezTo>
                          <a:pt x="244" y="184"/>
                          <a:pt x="249" y="183"/>
                          <a:pt x="252" y="184"/>
                        </a:cubicBezTo>
                        <a:cubicBezTo>
                          <a:pt x="252" y="184"/>
                          <a:pt x="252" y="184"/>
                          <a:pt x="252" y="184"/>
                        </a:cubicBezTo>
                        <a:cubicBezTo>
                          <a:pt x="256" y="186"/>
                          <a:pt x="258" y="190"/>
                          <a:pt x="256" y="194"/>
                        </a:cubicBezTo>
                        <a:cubicBezTo>
                          <a:pt x="256" y="194"/>
                          <a:pt x="256" y="194"/>
                          <a:pt x="256" y="194"/>
                        </a:cubicBezTo>
                        <a:cubicBezTo>
                          <a:pt x="255" y="197"/>
                          <a:pt x="252" y="198"/>
                          <a:pt x="249" y="198"/>
                        </a:cubicBezTo>
                        <a:cubicBezTo>
                          <a:pt x="249" y="198"/>
                          <a:pt x="249" y="198"/>
                          <a:pt x="249" y="198"/>
                        </a:cubicBezTo>
                        <a:cubicBezTo>
                          <a:pt x="248" y="198"/>
                          <a:pt x="247" y="198"/>
                          <a:pt x="246" y="198"/>
                        </a:cubicBezTo>
                        <a:close/>
                        <a:moveTo>
                          <a:pt x="207" y="178"/>
                        </a:moveTo>
                        <a:cubicBezTo>
                          <a:pt x="203" y="176"/>
                          <a:pt x="202" y="172"/>
                          <a:pt x="204" y="168"/>
                        </a:cubicBezTo>
                        <a:cubicBezTo>
                          <a:pt x="204" y="168"/>
                          <a:pt x="204" y="168"/>
                          <a:pt x="204" y="168"/>
                        </a:cubicBezTo>
                        <a:cubicBezTo>
                          <a:pt x="206" y="165"/>
                          <a:pt x="210" y="163"/>
                          <a:pt x="214" y="165"/>
                        </a:cubicBezTo>
                        <a:cubicBezTo>
                          <a:pt x="214" y="165"/>
                          <a:pt x="214" y="165"/>
                          <a:pt x="214" y="165"/>
                        </a:cubicBezTo>
                        <a:cubicBezTo>
                          <a:pt x="214" y="165"/>
                          <a:pt x="214" y="165"/>
                          <a:pt x="214" y="165"/>
                        </a:cubicBezTo>
                        <a:cubicBezTo>
                          <a:pt x="214" y="165"/>
                          <a:pt x="214" y="165"/>
                          <a:pt x="214" y="165"/>
                        </a:cubicBezTo>
                        <a:cubicBezTo>
                          <a:pt x="217" y="167"/>
                          <a:pt x="218" y="172"/>
                          <a:pt x="217" y="175"/>
                        </a:cubicBezTo>
                        <a:cubicBezTo>
                          <a:pt x="217" y="175"/>
                          <a:pt x="217" y="175"/>
                          <a:pt x="217" y="175"/>
                        </a:cubicBezTo>
                        <a:cubicBezTo>
                          <a:pt x="215" y="178"/>
                          <a:pt x="213" y="179"/>
                          <a:pt x="210" y="179"/>
                        </a:cubicBezTo>
                        <a:cubicBezTo>
                          <a:pt x="210" y="179"/>
                          <a:pt x="210" y="179"/>
                          <a:pt x="210" y="179"/>
                        </a:cubicBezTo>
                        <a:cubicBezTo>
                          <a:pt x="209" y="179"/>
                          <a:pt x="208" y="179"/>
                          <a:pt x="207" y="178"/>
                        </a:cubicBezTo>
                        <a:close/>
                        <a:moveTo>
                          <a:pt x="169" y="156"/>
                        </a:moveTo>
                        <a:cubicBezTo>
                          <a:pt x="165" y="154"/>
                          <a:pt x="164" y="149"/>
                          <a:pt x="166" y="146"/>
                        </a:cubicBezTo>
                        <a:cubicBezTo>
                          <a:pt x="166" y="146"/>
                          <a:pt x="166" y="146"/>
                          <a:pt x="166" y="146"/>
                        </a:cubicBezTo>
                        <a:cubicBezTo>
                          <a:pt x="168" y="143"/>
                          <a:pt x="173" y="141"/>
                          <a:pt x="176" y="144"/>
                        </a:cubicBezTo>
                        <a:cubicBezTo>
                          <a:pt x="176" y="144"/>
                          <a:pt x="176" y="144"/>
                          <a:pt x="176" y="144"/>
                        </a:cubicBezTo>
                        <a:cubicBezTo>
                          <a:pt x="180" y="146"/>
                          <a:pt x="181" y="150"/>
                          <a:pt x="179" y="154"/>
                        </a:cubicBezTo>
                        <a:cubicBezTo>
                          <a:pt x="179" y="154"/>
                          <a:pt x="179" y="154"/>
                          <a:pt x="179" y="154"/>
                        </a:cubicBezTo>
                        <a:cubicBezTo>
                          <a:pt x="177" y="156"/>
                          <a:pt x="175" y="157"/>
                          <a:pt x="172" y="157"/>
                        </a:cubicBezTo>
                        <a:cubicBezTo>
                          <a:pt x="172" y="157"/>
                          <a:pt x="172" y="157"/>
                          <a:pt x="172" y="157"/>
                        </a:cubicBezTo>
                        <a:cubicBezTo>
                          <a:pt x="171" y="157"/>
                          <a:pt x="170" y="157"/>
                          <a:pt x="169" y="156"/>
                        </a:cubicBezTo>
                        <a:close/>
                        <a:moveTo>
                          <a:pt x="132" y="132"/>
                        </a:moveTo>
                        <a:cubicBezTo>
                          <a:pt x="129" y="129"/>
                          <a:pt x="128" y="125"/>
                          <a:pt x="130" y="121"/>
                        </a:cubicBezTo>
                        <a:cubicBezTo>
                          <a:pt x="130" y="121"/>
                          <a:pt x="130" y="121"/>
                          <a:pt x="130" y="121"/>
                        </a:cubicBezTo>
                        <a:cubicBezTo>
                          <a:pt x="133" y="118"/>
                          <a:pt x="137" y="117"/>
                          <a:pt x="140" y="120"/>
                        </a:cubicBezTo>
                        <a:cubicBezTo>
                          <a:pt x="140" y="120"/>
                          <a:pt x="140" y="120"/>
                          <a:pt x="140" y="120"/>
                        </a:cubicBezTo>
                        <a:cubicBezTo>
                          <a:pt x="144" y="122"/>
                          <a:pt x="144" y="127"/>
                          <a:pt x="142" y="130"/>
                        </a:cubicBezTo>
                        <a:cubicBezTo>
                          <a:pt x="142" y="130"/>
                          <a:pt x="142" y="130"/>
                          <a:pt x="142" y="130"/>
                        </a:cubicBezTo>
                        <a:cubicBezTo>
                          <a:pt x="141" y="132"/>
                          <a:pt x="138" y="133"/>
                          <a:pt x="136" y="133"/>
                        </a:cubicBezTo>
                        <a:cubicBezTo>
                          <a:pt x="136" y="133"/>
                          <a:pt x="136" y="133"/>
                          <a:pt x="136" y="133"/>
                        </a:cubicBezTo>
                        <a:cubicBezTo>
                          <a:pt x="135" y="133"/>
                          <a:pt x="133" y="133"/>
                          <a:pt x="132" y="132"/>
                        </a:cubicBezTo>
                        <a:close/>
                        <a:moveTo>
                          <a:pt x="97" y="105"/>
                        </a:moveTo>
                        <a:cubicBezTo>
                          <a:pt x="94" y="102"/>
                          <a:pt x="93" y="98"/>
                          <a:pt x="96" y="95"/>
                        </a:cubicBezTo>
                        <a:cubicBezTo>
                          <a:pt x="96" y="95"/>
                          <a:pt x="96" y="95"/>
                          <a:pt x="96" y="95"/>
                        </a:cubicBezTo>
                        <a:cubicBezTo>
                          <a:pt x="98" y="92"/>
                          <a:pt x="103" y="91"/>
                          <a:pt x="106" y="94"/>
                        </a:cubicBezTo>
                        <a:cubicBezTo>
                          <a:pt x="106" y="94"/>
                          <a:pt x="106" y="94"/>
                          <a:pt x="106" y="94"/>
                        </a:cubicBezTo>
                        <a:cubicBezTo>
                          <a:pt x="106" y="94"/>
                          <a:pt x="106" y="94"/>
                          <a:pt x="106" y="94"/>
                        </a:cubicBezTo>
                        <a:cubicBezTo>
                          <a:pt x="106" y="94"/>
                          <a:pt x="106" y="94"/>
                          <a:pt x="106" y="94"/>
                        </a:cubicBezTo>
                        <a:cubicBezTo>
                          <a:pt x="109" y="96"/>
                          <a:pt x="110" y="101"/>
                          <a:pt x="107" y="104"/>
                        </a:cubicBezTo>
                        <a:cubicBezTo>
                          <a:pt x="107" y="104"/>
                          <a:pt x="107" y="104"/>
                          <a:pt x="107" y="104"/>
                        </a:cubicBezTo>
                        <a:cubicBezTo>
                          <a:pt x="106" y="106"/>
                          <a:pt x="104" y="107"/>
                          <a:pt x="101" y="107"/>
                        </a:cubicBezTo>
                        <a:cubicBezTo>
                          <a:pt x="101" y="107"/>
                          <a:pt x="101" y="107"/>
                          <a:pt x="101" y="107"/>
                        </a:cubicBezTo>
                        <a:cubicBezTo>
                          <a:pt x="100" y="107"/>
                          <a:pt x="98" y="106"/>
                          <a:pt x="97" y="105"/>
                        </a:cubicBezTo>
                        <a:close/>
                        <a:moveTo>
                          <a:pt x="64" y="76"/>
                        </a:moveTo>
                        <a:cubicBezTo>
                          <a:pt x="60" y="73"/>
                          <a:pt x="60" y="69"/>
                          <a:pt x="63" y="66"/>
                        </a:cubicBezTo>
                        <a:cubicBezTo>
                          <a:pt x="63" y="66"/>
                          <a:pt x="63" y="66"/>
                          <a:pt x="63" y="66"/>
                        </a:cubicBezTo>
                        <a:cubicBezTo>
                          <a:pt x="66" y="63"/>
                          <a:pt x="70" y="63"/>
                          <a:pt x="73" y="65"/>
                        </a:cubicBezTo>
                        <a:cubicBezTo>
                          <a:pt x="73" y="65"/>
                          <a:pt x="73" y="65"/>
                          <a:pt x="73" y="65"/>
                        </a:cubicBezTo>
                        <a:cubicBezTo>
                          <a:pt x="76" y="68"/>
                          <a:pt x="77" y="73"/>
                          <a:pt x="74" y="76"/>
                        </a:cubicBezTo>
                        <a:cubicBezTo>
                          <a:pt x="74" y="76"/>
                          <a:pt x="74" y="76"/>
                          <a:pt x="74" y="76"/>
                        </a:cubicBezTo>
                        <a:cubicBezTo>
                          <a:pt x="72" y="77"/>
                          <a:pt x="70" y="78"/>
                          <a:pt x="68" y="78"/>
                        </a:cubicBezTo>
                        <a:cubicBezTo>
                          <a:pt x="68" y="78"/>
                          <a:pt x="68" y="78"/>
                          <a:pt x="68" y="78"/>
                        </a:cubicBezTo>
                        <a:cubicBezTo>
                          <a:pt x="67" y="78"/>
                          <a:pt x="65" y="77"/>
                          <a:pt x="64" y="76"/>
                        </a:cubicBezTo>
                        <a:close/>
                        <a:moveTo>
                          <a:pt x="32" y="45"/>
                        </a:moveTo>
                        <a:cubicBezTo>
                          <a:pt x="32" y="45"/>
                          <a:pt x="32" y="45"/>
                          <a:pt x="32" y="45"/>
                        </a:cubicBezTo>
                        <a:cubicBezTo>
                          <a:pt x="29" y="42"/>
                          <a:pt x="29" y="38"/>
                          <a:pt x="32" y="35"/>
                        </a:cubicBezTo>
                        <a:cubicBezTo>
                          <a:pt x="32" y="35"/>
                          <a:pt x="32" y="35"/>
                          <a:pt x="32" y="35"/>
                        </a:cubicBezTo>
                        <a:cubicBezTo>
                          <a:pt x="35" y="32"/>
                          <a:pt x="40" y="32"/>
                          <a:pt x="42" y="35"/>
                        </a:cubicBezTo>
                        <a:cubicBezTo>
                          <a:pt x="42" y="35"/>
                          <a:pt x="42" y="35"/>
                          <a:pt x="42" y="35"/>
                        </a:cubicBezTo>
                        <a:cubicBezTo>
                          <a:pt x="45" y="38"/>
                          <a:pt x="45" y="43"/>
                          <a:pt x="42" y="45"/>
                        </a:cubicBezTo>
                        <a:cubicBezTo>
                          <a:pt x="42" y="45"/>
                          <a:pt x="42" y="45"/>
                          <a:pt x="42" y="45"/>
                        </a:cubicBezTo>
                        <a:cubicBezTo>
                          <a:pt x="41" y="47"/>
                          <a:pt x="39" y="47"/>
                          <a:pt x="37" y="47"/>
                        </a:cubicBezTo>
                        <a:cubicBezTo>
                          <a:pt x="37" y="47"/>
                          <a:pt x="37" y="47"/>
                          <a:pt x="37" y="47"/>
                        </a:cubicBezTo>
                        <a:cubicBezTo>
                          <a:pt x="35" y="47"/>
                          <a:pt x="33" y="47"/>
                          <a:pt x="32" y="45"/>
                        </a:cubicBezTo>
                        <a:close/>
                        <a:moveTo>
                          <a:pt x="3" y="12"/>
                        </a:moveTo>
                        <a:cubicBezTo>
                          <a:pt x="3" y="12"/>
                          <a:pt x="3" y="12"/>
                          <a:pt x="3" y="12"/>
                        </a:cubicBezTo>
                        <a:cubicBezTo>
                          <a:pt x="0" y="9"/>
                          <a:pt x="0" y="5"/>
                          <a:pt x="3" y="2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7" y="0"/>
                          <a:pt x="11" y="0"/>
                          <a:pt x="14" y="3"/>
                        </a:cubicBezTo>
                        <a:cubicBezTo>
                          <a:pt x="14" y="3"/>
                          <a:pt x="14" y="3"/>
                          <a:pt x="14" y="3"/>
                        </a:cubicBezTo>
                        <a:cubicBezTo>
                          <a:pt x="14" y="3"/>
                          <a:pt x="14" y="3"/>
                          <a:pt x="14" y="3"/>
                        </a:cubicBezTo>
                        <a:cubicBezTo>
                          <a:pt x="14" y="3"/>
                          <a:pt x="14" y="3"/>
                          <a:pt x="14" y="3"/>
                        </a:cubicBezTo>
                        <a:cubicBezTo>
                          <a:pt x="16" y="6"/>
                          <a:pt x="16" y="11"/>
                          <a:pt x="13" y="13"/>
                        </a:cubicBezTo>
                        <a:cubicBezTo>
                          <a:pt x="13" y="13"/>
                          <a:pt x="13" y="13"/>
                          <a:pt x="13" y="13"/>
                        </a:cubicBezTo>
                        <a:cubicBezTo>
                          <a:pt x="12" y="14"/>
                          <a:pt x="10" y="15"/>
                          <a:pt x="8" y="15"/>
                        </a:cubicBezTo>
                        <a:cubicBezTo>
                          <a:pt x="8" y="15"/>
                          <a:pt x="8" y="15"/>
                          <a:pt x="8" y="15"/>
                        </a:cubicBezTo>
                        <a:cubicBezTo>
                          <a:pt x="6" y="15"/>
                          <a:pt x="4" y="14"/>
                          <a:pt x="3" y="12"/>
                        </a:cubicBezTo>
                        <a:close/>
                      </a:path>
                    </a:pathLst>
                  </a:custGeom>
                  <a:solidFill>
                    <a:srgbClr val="00B4D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s-CL"/>
                  </a:p>
                </p:txBody>
              </p:sp>
              <p:sp>
                <p:nvSpPr>
                  <p:cNvPr id="31" name="Freeform 99">
                    <a:extLst>
                      <a:ext uri="{FF2B5EF4-FFF2-40B4-BE49-F238E27FC236}">
                        <a16:creationId xmlns:a16="http://schemas.microsoft.com/office/drawing/2014/main" id="{81EA5ACD-824A-49DF-8932-FA2938E8C92A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6324465" y="4587247"/>
                    <a:ext cx="1230098" cy="631672"/>
                  </a:xfrm>
                  <a:custGeom>
                    <a:avLst/>
                    <a:gdLst>
                      <a:gd name="T0" fmla="*/ 7 w 510"/>
                      <a:gd name="T1" fmla="*/ 248 h 262"/>
                      <a:gd name="T2" fmla="*/ 15 w 510"/>
                      <a:gd name="T3" fmla="*/ 255 h 262"/>
                      <a:gd name="T4" fmla="*/ 8 w 510"/>
                      <a:gd name="T5" fmla="*/ 262 h 262"/>
                      <a:gd name="T6" fmla="*/ 0 w 510"/>
                      <a:gd name="T7" fmla="*/ 256 h 262"/>
                      <a:gd name="T8" fmla="*/ 50 w 510"/>
                      <a:gd name="T9" fmla="*/ 244 h 262"/>
                      <a:gd name="T10" fmla="*/ 58 w 510"/>
                      <a:gd name="T11" fmla="*/ 250 h 262"/>
                      <a:gd name="T12" fmla="*/ 52 w 510"/>
                      <a:gd name="T13" fmla="*/ 258 h 262"/>
                      <a:gd name="T14" fmla="*/ 44 w 510"/>
                      <a:gd name="T15" fmla="*/ 252 h 262"/>
                      <a:gd name="T16" fmla="*/ 93 w 510"/>
                      <a:gd name="T17" fmla="*/ 237 h 262"/>
                      <a:gd name="T18" fmla="*/ 101 w 510"/>
                      <a:gd name="T19" fmla="*/ 243 h 262"/>
                      <a:gd name="T20" fmla="*/ 95 w 510"/>
                      <a:gd name="T21" fmla="*/ 252 h 262"/>
                      <a:gd name="T22" fmla="*/ 87 w 510"/>
                      <a:gd name="T23" fmla="*/ 246 h 262"/>
                      <a:gd name="T24" fmla="*/ 135 w 510"/>
                      <a:gd name="T25" fmla="*/ 228 h 262"/>
                      <a:gd name="T26" fmla="*/ 144 w 510"/>
                      <a:gd name="T27" fmla="*/ 233 h 262"/>
                      <a:gd name="T28" fmla="*/ 139 w 510"/>
                      <a:gd name="T29" fmla="*/ 242 h 262"/>
                      <a:gd name="T30" fmla="*/ 130 w 510"/>
                      <a:gd name="T31" fmla="*/ 237 h 262"/>
                      <a:gd name="T32" fmla="*/ 177 w 510"/>
                      <a:gd name="T33" fmla="*/ 216 h 262"/>
                      <a:gd name="T34" fmla="*/ 181 w 510"/>
                      <a:gd name="T35" fmla="*/ 230 h 262"/>
                      <a:gd name="T36" fmla="*/ 179 w 510"/>
                      <a:gd name="T37" fmla="*/ 231 h 262"/>
                      <a:gd name="T38" fmla="*/ 217 w 510"/>
                      <a:gd name="T39" fmla="*/ 202 h 262"/>
                      <a:gd name="T40" fmla="*/ 227 w 510"/>
                      <a:gd name="T41" fmla="*/ 206 h 262"/>
                      <a:gd name="T42" fmla="*/ 220 w 510"/>
                      <a:gd name="T43" fmla="*/ 216 h 262"/>
                      <a:gd name="T44" fmla="*/ 254 w 510"/>
                      <a:gd name="T45" fmla="*/ 195 h 262"/>
                      <a:gd name="T46" fmla="*/ 267 w 510"/>
                      <a:gd name="T47" fmla="*/ 189 h 262"/>
                      <a:gd name="T48" fmla="*/ 263 w 510"/>
                      <a:gd name="T49" fmla="*/ 199 h 262"/>
                      <a:gd name="T50" fmla="*/ 254 w 510"/>
                      <a:gd name="T51" fmla="*/ 195 h 262"/>
                      <a:gd name="T52" fmla="*/ 296 w 510"/>
                      <a:gd name="T53" fmla="*/ 166 h 262"/>
                      <a:gd name="T54" fmla="*/ 303 w 510"/>
                      <a:gd name="T55" fmla="*/ 179 h 262"/>
                      <a:gd name="T56" fmla="*/ 299 w 510"/>
                      <a:gd name="T57" fmla="*/ 180 h 262"/>
                      <a:gd name="T58" fmla="*/ 333 w 510"/>
                      <a:gd name="T59" fmla="*/ 144 h 262"/>
                      <a:gd name="T60" fmla="*/ 333 w 510"/>
                      <a:gd name="T61" fmla="*/ 144 h 262"/>
                      <a:gd name="T62" fmla="*/ 341 w 510"/>
                      <a:gd name="T63" fmla="*/ 157 h 262"/>
                      <a:gd name="T64" fmla="*/ 337 w 510"/>
                      <a:gd name="T65" fmla="*/ 158 h 262"/>
                      <a:gd name="T66" fmla="*/ 369 w 510"/>
                      <a:gd name="T67" fmla="*/ 120 h 262"/>
                      <a:gd name="T68" fmla="*/ 369 w 510"/>
                      <a:gd name="T69" fmla="*/ 120 h 262"/>
                      <a:gd name="T70" fmla="*/ 378 w 510"/>
                      <a:gd name="T71" fmla="*/ 132 h 262"/>
                      <a:gd name="T72" fmla="*/ 374 w 510"/>
                      <a:gd name="T73" fmla="*/ 134 h 262"/>
                      <a:gd name="T74" fmla="*/ 404 w 510"/>
                      <a:gd name="T75" fmla="*/ 94 h 262"/>
                      <a:gd name="T76" fmla="*/ 414 w 510"/>
                      <a:gd name="T77" fmla="*/ 95 h 262"/>
                      <a:gd name="T78" fmla="*/ 408 w 510"/>
                      <a:gd name="T79" fmla="*/ 107 h 262"/>
                      <a:gd name="T80" fmla="*/ 436 w 510"/>
                      <a:gd name="T81" fmla="*/ 76 h 262"/>
                      <a:gd name="T82" fmla="*/ 447 w 510"/>
                      <a:gd name="T83" fmla="*/ 66 h 262"/>
                      <a:gd name="T84" fmla="*/ 446 w 510"/>
                      <a:gd name="T85" fmla="*/ 77 h 262"/>
                      <a:gd name="T86" fmla="*/ 436 w 510"/>
                      <a:gd name="T87" fmla="*/ 76 h 262"/>
                      <a:gd name="T88" fmla="*/ 467 w 510"/>
                      <a:gd name="T89" fmla="*/ 36 h 262"/>
                      <a:gd name="T90" fmla="*/ 478 w 510"/>
                      <a:gd name="T91" fmla="*/ 46 h 262"/>
                      <a:gd name="T92" fmla="*/ 473 w 510"/>
                      <a:gd name="T93" fmla="*/ 48 h 262"/>
                      <a:gd name="T94" fmla="*/ 496 w 510"/>
                      <a:gd name="T95" fmla="*/ 3 h 262"/>
                      <a:gd name="T96" fmla="*/ 506 w 510"/>
                      <a:gd name="T97" fmla="*/ 3 h 262"/>
                      <a:gd name="T98" fmla="*/ 502 w 510"/>
                      <a:gd name="T99" fmla="*/ 15 h 26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</a:cxnLst>
                    <a:rect l="0" t="0" r="r" b="b"/>
                    <a:pathLst>
                      <a:path w="510" h="262">
                        <a:moveTo>
                          <a:pt x="0" y="256"/>
                        </a:moveTo>
                        <a:cubicBezTo>
                          <a:pt x="0" y="251"/>
                          <a:pt x="3" y="248"/>
                          <a:pt x="7" y="248"/>
                        </a:cubicBezTo>
                        <a:cubicBezTo>
                          <a:pt x="7" y="248"/>
                          <a:pt x="7" y="248"/>
                          <a:pt x="7" y="248"/>
                        </a:cubicBezTo>
                        <a:cubicBezTo>
                          <a:pt x="7" y="248"/>
                          <a:pt x="7" y="248"/>
                          <a:pt x="7" y="248"/>
                        </a:cubicBezTo>
                        <a:cubicBezTo>
                          <a:pt x="7" y="248"/>
                          <a:pt x="7" y="248"/>
                          <a:pt x="7" y="248"/>
                        </a:cubicBezTo>
                        <a:cubicBezTo>
                          <a:pt x="11" y="248"/>
                          <a:pt x="14" y="251"/>
                          <a:pt x="15" y="255"/>
                        </a:cubicBezTo>
                        <a:cubicBezTo>
                          <a:pt x="15" y="255"/>
                          <a:pt x="15" y="255"/>
                          <a:pt x="15" y="255"/>
                        </a:cubicBezTo>
                        <a:cubicBezTo>
                          <a:pt x="15" y="259"/>
                          <a:pt x="12" y="262"/>
                          <a:pt x="8" y="262"/>
                        </a:cubicBezTo>
                        <a:cubicBezTo>
                          <a:pt x="8" y="262"/>
                          <a:pt x="8" y="262"/>
                          <a:pt x="8" y="262"/>
                        </a:cubicBezTo>
                        <a:cubicBezTo>
                          <a:pt x="8" y="262"/>
                          <a:pt x="8" y="262"/>
                          <a:pt x="7" y="262"/>
                        </a:cubicBezTo>
                        <a:cubicBezTo>
                          <a:pt x="7" y="262"/>
                          <a:pt x="7" y="262"/>
                          <a:pt x="7" y="262"/>
                        </a:cubicBezTo>
                        <a:cubicBezTo>
                          <a:pt x="4" y="262"/>
                          <a:pt x="0" y="259"/>
                          <a:pt x="0" y="256"/>
                        </a:cubicBezTo>
                        <a:close/>
                        <a:moveTo>
                          <a:pt x="44" y="252"/>
                        </a:moveTo>
                        <a:cubicBezTo>
                          <a:pt x="43" y="248"/>
                          <a:pt x="46" y="244"/>
                          <a:pt x="50" y="244"/>
                        </a:cubicBezTo>
                        <a:cubicBezTo>
                          <a:pt x="50" y="244"/>
                          <a:pt x="50" y="244"/>
                          <a:pt x="50" y="244"/>
                        </a:cubicBezTo>
                        <a:cubicBezTo>
                          <a:pt x="50" y="244"/>
                          <a:pt x="50" y="244"/>
                          <a:pt x="50" y="244"/>
                        </a:cubicBezTo>
                        <a:cubicBezTo>
                          <a:pt x="50" y="244"/>
                          <a:pt x="50" y="244"/>
                          <a:pt x="50" y="244"/>
                        </a:cubicBezTo>
                        <a:cubicBezTo>
                          <a:pt x="54" y="243"/>
                          <a:pt x="58" y="246"/>
                          <a:pt x="58" y="250"/>
                        </a:cubicBezTo>
                        <a:cubicBezTo>
                          <a:pt x="58" y="250"/>
                          <a:pt x="58" y="250"/>
                          <a:pt x="58" y="250"/>
                        </a:cubicBezTo>
                        <a:cubicBezTo>
                          <a:pt x="59" y="254"/>
                          <a:pt x="56" y="258"/>
                          <a:pt x="52" y="258"/>
                        </a:cubicBezTo>
                        <a:cubicBezTo>
                          <a:pt x="52" y="258"/>
                          <a:pt x="52" y="258"/>
                          <a:pt x="52" y="258"/>
                        </a:cubicBezTo>
                        <a:cubicBezTo>
                          <a:pt x="51" y="258"/>
                          <a:pt x="51" y="258"/>
                          <a:pt x="51" y="258"/>
                        </a:cubicBezTo>
                        <a:cubicBezTo>
                          <a:pt x="51" y="258"/>
                          <a:pt x="51" y="258"/>
                          <a:pt x="51" y="258"/>
                        </a:cubicBezTo>
                        <a:cubicBezTo>
                          <a:pt x="47" y="258"/>
                          <a:pt x="44" y="256"/>
                          <a:pt x="44" y="252"/>
                        </a:cubicBezTo>
                        <a:close/>
                        <a:moveTo>
                          <a:pt x="87" y="246"/>
                        </a:moveTo>
                        <a:cubicBezTo>
                          <a:pt x="86" y="242"/>
                          <a:pt x="89" y="238"/>
                          <a:pt x="93" y="237"/>
                        </a:cubicBezTo>
                        <a:cubicBezTo>
                          <a:pt x="93" y="237"/>
                          <a:pt x="93" y="237"/>
                          <a:pt x="93" y="237"/>
                        </a:cubicBezTo>
                        <a:cubicBezTo>
                          <a:pt x="93" y="237"/>
                          <a:pt x="93" y="237"/>
                          <a:pt x="93" y="237"/>
                        </a:cubicBezTo>
                        <a:cubicBezTo>
                          <a:pt x="93" y="237"/>
                          <a:pt x="93" y="237"/>
                          <a:pt x="93" y="237"/>
                        </a:cubicBezTo>
                        <a:cubicBezTo>
                          <a:pt x="97" y="237"/>
                          <a:pt x="101" y="239"/>
                          <a:pt x="101" y="243"/>
                        </a:cubicBezTo>
                        <a:cubicBezTo>
                          <a:pt x="101" y="243"/>
                          <a:pt x="101" y="243"/>
                          <a:pt x="101" y="243"/>
                        </a:cubicBezTo>
                        <a:cubicBezTo>
                          <a:pt x="102" y="247"/>
                          <a:pt x="99" y="251"/>
                          <a:pt x="95" y="252"/>
                        </a:cubicBezTo>
                        <a:cubicBezTo>
                          <a:pt x="95" y="252"/>
                          <a:pt x="95" y="252"/>
                          <a:pt x="95" y="252"/>
                        </a:cubicBezTo>
                        <a:cubicBezTo>
                          <a:pt x="95" y="252"/>
                          <a:pt x="95" y="252"/>
                          <a:pt x="94" y="252"/>
                        </a:cubicBezTo>
                        <a:cubicBezTo>
                          <a:pt x="94" y="252"/>
                          <a:pt x="94" y="252"/>
                          <a:pt x="94" y="252"/>
                        </a:cubicBezTo>
                        <a:cubicBezTo>
                          <a:pt x="91" y="252"/>
                          <a:pt x="88" y="249"/>
                          <a:pt x="87" y="246"/>
                        </a:cubicBezTo>
                        <a:close/>
                        <a:moveTo>
                          <a:pt x="130" y="237"/>
                        </a:moveTo>
                        <a:cubicBezTo>
                          <a:pt x="129" y="233"/>
                          <a:pt x="131" y="229"/>
                          <a:pt x="135" y="228"/>
                        </a:cubicBezTo>
                        <a:cubicBezTo>
                          <a:pt x="135" y="228"/>
                          <a:pt x="135" y="228"/>
                          <a:pt x="135" y="228"/>
                        </a:cubicBezTo>
                        <a:cubicBezTo>
                          <a:pt x="135" y="228"/>
                          <a:pt x="135" y="228"/>
                          <a:pt x="135" y="228"/>
                        </a:cubicBezTo>
                        <a:cubicBezTo>
                          <a:pt x="135" y="228"/>
                          <a:pt x="135" y="228"/>
                          <a:pt x="135" y="228"/>
                        </a:cubicBezTo>
                        <a:cubicBezTo>
                          <a:pt x="139" y="227"/>
                          <a:pt x="143" y="230"/>
                          <a:pt x="144" y="233"/>
                        </a:cubicBezTo>
                        <a:cubicBezTo>
                          <a:pt x="144" y="233"/>
                          <a:pt x="144" y="233"/>
                          <a:pt x="144" y="233"/>
                        </a:cubicBezTo>
                        <a:cubicBezTo>
                          <a:pt x="145" y="237"/>
                          <a:pt x="142" y="241"/>
                          <a:pt x="139" y="242"/>
                        </a:cubicBezTo>
                        <a:cubicBezTo>
                          <a:pt x="139" y="242"/>
                          <a:pt x="139" y="242"/>
                          <a:pt x="139" y="242"/>
                        </a:cubicBezTo>
                        <a:cubicBezTo>
                          <a:pt x="138" y="243"/>
                          <a:pt x="137" y="243"/>
                          <a:pt x="137" y="243"/>
                        </a:cubicBezTo>
                        <a:cubicBezTo>
                          <a:pt x="137" y="243"/>
                          <a:pt x="137" y="243"/>
                          <a:pt x="137" y="243"/>
                        </a:cubicBezTo>
                        <a:cubicBezTo>
                          <a:pt x="133" y="243"/>
                          <a:pt x="130" y="240"/>
                          <a:pt x="130" y="237"/>
                        </a:cubicBezTo>
                        <a:close/>
                        <a:moveTo>
                          <a:pt x="172" y="226"/>
                        </a:moveTo>
                        <a:cubicBezTo>
                          <a:pt x="171" y="222"/>
                          <a:pt x="173" y="218"/>
                          <a:pt x="177" y="216"/>
                        </a:cubicBezTo>
                        <a:cubicBezTo>
                          <a:pt x="177" y="216"/>
                          <a:pt x="177" y="216"/>
                          <a:pt x="177" y="216"/>
                        </a:cubicBezTo>
                        <a:cubicBezTo>
                          <a:pt x="180" y="215"/>
                          <a:pt x="185" y="217"/>
                          <a:pt x="186" y="221"/>
                        </a:cubicBezTo>
                        <a:cubicBezTo>
                          <a:pt x="186" y="221"/>
                          <a:pt x="186" y="221"/>
                          <a:pt x="186" y="221"/>
                        </a:cubicBezTo>
                        <a:cubicBezTo>
                          <a:pt x="187" y="225"/>
                          <a:pt x="185" y="229"/>
                          <a:pt x="181" y="230"/>
                        </a:cubicBezTo>
                        <a:cubicBezTo>
                          <a:pt x="181" y="230"/>
                          <a:pt x="181" y="230"/>
                          <a:pt x="181" y="230"/>
                        </a:cubicBezTo>
                        <a:cubicBezTo>
                          <a:pt x="180" y="231"/>
                          <a:pt x="180" y="231"/>
                          <a:pt x="179" y="231"/>
                        </a:cubicBezTo>
                        <a:cubicBezTo>
                          <a:pt x="179" y="231"/>
                          <a:pt x="179" y="231"/>
                          <a:pt x="179" y="231"/>
                        </a:cubicBezTo>
                        <a:cubicBezTo>
                          <a:pt x="176" y="231"/>
                          <a:pt x="173" y="229"/>
                          <a:pt x="172" y="226"/>
                        </a:cubicBezTo>
                        <a:close/>
                        <a:moveTo>
                          <a:pt x="213" y="212"/>
                        </a:moveTo>
                        <a:cubicBezTo>
                          <a:pt x="212" y="208"/>
                          <a:pt x="214" y="204"/>
                          <a:pt x="217" y="202"/>
                        </a:cubicBezTo>
                        <a:cubicBezTo>
                          <a:pt x="217" y="202"/>
                          <a:pt x="217" y="202"/>
                          <a:pt x="217" y="202"/>
                        </a:cubicBezTo>
                        <a:cubicBezTo>
                          <a:pt x="221" y="201"/>
                          <a:pt x="225" y="203"/>
                          <a:pt x="227" y="206"/>
                        </a:cubicBezTo>
                        <a:cubicBezTo>
                          <a:pt x="227" y="206"/>
                          <a:pt x="227" y="206"/>
                          <a:pt x="227" y="206"/>
                        </a:cubicBezTo>
                        <a:cubicBezTo>
                          <a:pt x="228" y="210"/>
                          <a:pt x="226" y="214"/>
                          <a:pt x="223" y="216"/>
                        </a:cubicBezTo>
                        <a:cubicBezTo>
                          <a:pt x="223" y="216"/>
                          <a:pt x="223" y="216"/>
                          <a:pt x="223" y="216"/>
                        </a:cubicBezTo>
                        <a:cubicBezTo>
                          <a:pt x="222" y="216"/>
                          <a:pt x="221" y="216"/>
                          <a:pt x="220" y="216"/>
                        </a:cubicBezTo>
                        <a:cubicBezTo>
                          <a:pt x="220" y="216"/>
                          <a:pt x="220" y="216"/>
                          <a:pt x="220" y="216"/>
                        </a:cubicBezTo>
                        <a:cubicBezTo>
                          <a:pt x="217" y="216"/>
                          <a:pt x="214" y="215"/>
                          <a:pt x="213" y="212"/>
                        </a:cubicBezTo>
                        <a:close/>
                        <a:moveTo>
                          <a:pt x="254" y="195"/>
                        </a:moveTo>
                        <a:cubicBezTo>
                          <a:pt x="252" y="191"/>
                          <a:pt x="254" y="187"/>
                          <a:pt x="257" y="185"/>
                        </a:cubicBezTo>
                        <a:cubicBezTo>
                          <a:pt x="257" y="185"/>
                          <a:pt x="257" y="185"/>
                          <a:pt x="257" y="185"/>
                        </a:cubicBezTo>
                        <a:cubicBezTo>
                          <a:pt x="261" y="184"/>
                          <a:pt x="265" y="185"/>
                          <a:pt x="267" y="189"/>
                        </a:cubicBezTo>
                        <a:cubicBezTo>
                          <a:pt x="267" y="189"/>
                          <a:pt x="267" y="189"/>
                          <a:pt x="267" y="189"/>
                        </a:cubicBezTo>
                        <a:cubicBezTo>
                          <a:pt x="269" y="193"/>
                          <a:pt x="267" y="197"/>
                          <a:pt x="263" y="199"/>
                        </a:cubicBezTo>
                        <a:cubicBezTo>
                          <a:pt x="263" y="199"/>
                          <a:pt x="263" y="199"/>
                          <a:pt x="263" y="199"/>
                        </a:cubicBezTo>
                        <a:cubicBezTo>
                          <a:pt x="262" y="199"/>
                          <a:pt x="261" y="199"/>
                          <a:pt x="260" y="199"/>
                        </a:cubicBezTo>
                        <a:cubicBezTo>
                          <a:pt x="260" y="199"/>
                          <a:pt x="260" y="199"/>
                          <a:pt x="260" y="199"/>
                        </a:cubicBezTo>
                        <a:cubicBezTo>
                          <a:pt x="258" y="199"/>
                          <a:pt x="255" y="198"/>
                          <a:pt x="254" y="195"/>
                        </a:cubicBezTo>
                        <a:close/>
                        <a:moveTo>
                          <a:pt x="293" y="176"/>
                        </a:moveTo>
                        <a:cubicBezTo>
                          <a:pt x="291" y="172"/>
                          <a:pt x="292" y="168"/>
                          <a:pt x="296" y="166"/>
                        </a:cubicBezTo>
                        <a:cubicBezTo>
                          <a:pt x="296" y="166"/>
                          <a:pt x="296" y="166"/>
                          <a:pt x="296" y="166"/>
                        </a:cubicBezTo>
                        <a:cubicBezTo>
                          <a:pt x="299" y="164"/>
                          <a:pt x="304" y="165"/>
                          <a:pt x="306" y="169"/>
                        </a:cubicBezTo>
                        <a:cubicBezTo>
                          <a:pt x="306" y="169"/>
                          <a:pt x="306" y="169"/>
                          <a:pt x="306" y="169"/>
                        </a:cubicBezTo>
                        <a:cubicBezTo>
                          <a:pt x="308" y="173"/>
                          <a:pt x="307" y="177"/>
                          <a:pt x="303" y="179"/>
                        </a:cubicBezTo>
                        <a:cubicBezTo>
                          <a:pt x="303" y="179"/>
                          <a:pt x="303" y="179"/>
                          <a:pt x="303" y="179"/>
                        </a:cubicBezTo>
                        <a:cubicBezTo>
                          <a:pt x="302" y="179"/>
                          <a:pt x="301" y="180"/>
                          <a:pt x="299" y="180"/>
                        </a:cubicBezTo>
                        <a:cubicBezTo>
                          <a:pt x="299" y="180"/>
                          <a:pt x="299" y="180"/>
                          <a:pt x="299" y="180"/>
                        </a:cubicBezTo>
                        <a:cubicBezTo>
                          <a:pt x="297" y="180"/>
                          <a:pt x="294" y="178"/>
                          <a:pt x="293" y="176"/>
                        </a:cubicBezTo>
                        <a:close/>
                        <a:moveTo>
                          <a:pt x="331" y="154"/>
                        </a:moveTo>
                        <a:cubicBezTo>
                          <a:pt x="329" y="151"/>
                          <a:pt x="330" y="147"/>
                          <a:pt x="333" y="144"/>
                        </a:cubicBezTo>
                        <a:cubicBezTo>
                          <a:pt x="333" y="144"/>
                          <a:pt x="333" y="144"/>
                          <a:pt x="333" y="144"/>
                        </a:cubicBezTo>
                        <a:cubicBezTo>
                          <a:pt x="333" y="144"/>
                          <a:pt x="333" y="144"/>
                          <a:pt x="333" y="144"/>
                        </a:cubicBezTo>
                        <a:cubicBezTo>
                          <a:pt x="333" y="144"/>
                          <a:pt x="333" y="144"/>
                          <a:pt x="333" y="144"/>
                        </a:cubicBezTo>
                        <a:cubicBezTo>
                          <a:pt x="337" y="142"/>
                          <a:pt x="341" y="143"/>
                          <a:pt x="343" y="147"/>
                        </a:cubicBezTo>
                        <a:cubicBezTo>
                          <a:pt x="343" y="147"/>
                          <a:pt x="343" y="147"/>
                          <a:pt x="343" y="147"/>
                        </a:cubicBezTo>
                        <a:cubicBezTo>
                          <a:pt x="346" y="150"/>
                          <a:pt x="344" y="155"/>
                          <a:pt x="341" y="157"/>
                        </a:cubicBezTo>
                        <a:cubicBezTo>
                          <a:pt x="341" y="157"/>
                          <a:pt x="341" y="157"/>
                          <a:pt x="341" y="157"/>
                        </a:cubicBezTo>
                        <a:cubicBezTo>
                          <a:pt x="340" y="158"/>
                          <a:pt x="339" y="158"/>
                          <a:pt x="337" y="158"/>
                        </a:cubicBezTo>
                        <a:cubicBezTo>
                          <a:pt x="337" y="158"/>
                          <a:pt x="337" y="158"/>
                          <a:pt x="337" y="158"/>
                        </a:cubicBezTo>
                        <a:cubicBezTo>
                          <a:pt x="335" y="158"/>
                          <a:pt x="332" y="157"/>
                          <a:pt x="331" y="154"/>
                        </a:cubicBezTo>
                        <a:close/>
                        <a:moveTo>
                          <a:pt x="368" y="131"/>
                        </a:moveTo>
                        <a:cubicBezTo>
                          <a:pt x="365" y="127"/>
                          <a:pt x="366" y="123"/>
                          <a:pt x="369" y="120"/>
                        </a:cubicBezTo>
                        <a:cubicBezTo>
                          <a:pt x="369" y="120"/>
                          <a:pt x="369" y="120"/>
                          <a:pt x="369" y="120"/>
                        </a:cubicBezTo>
                        <a:cubicBezTo>
                          <a:pt x="369" y="120"/>
                          <a:pt x="369" y="120"/>
                          <a:pt x="369" y="120"/>
                        </a:cubicBezTo>
                        <a:cubicBezTo>
                          <a:pt x="369" y="120"/>
                          <a:pt x="369" y="120"/>
                          <a:pt x="369" y="120"/>
                        </a:cubicBezTo>
                        <a:cubicBezTo>
                          <a:pt x="373" y="118"/>
                          <a:pt x="377" y="119"/>
                          <a:pt x="380" y="122"/>
                        </a:cubicBezTo>
                        <a:cubicBezTo>
                          <a:pt x="380" y="122"/>
                          <a:pt x="380" y="122"/>
                          <a:pt x="380" y="122"/>
                        </a:cubicBezTo>
                        <a:cubicBezTo>
                          <a:pt x="382" y="125"/>
                          <a:pt x="381" y="130"/>
                          <a:pt x="378" y="132"/>
                        </a:cubicBezTo>
                        <a:cubicBezTo>
                          <a:pt x="378" y="132"/>
                          <a:pt x="378" y="132"/>
                          <a:pt x="378" y="132"/>
                        </a:cubicBezTo>
                        <a:cubicBezTo>
                          <a:pt x="377" y="133"/>
                          <a:pt x="375" y="134"/>
                          <a:pt x="374" y="134"/>
                        </a:cubicBezTo>
                        <a:cubicBezTo>
                          <a:pt x="374" y="134"/>
                          <a:pt x="374" y="134"/>
                          <a:pt x="374" y="134"/>
                        </a:cubicBezTo>
                        <a:cubicBezTo>
                          <a:pt x="371" y="134"/>
                          <a:pt x="369" y="133"/>
                          <a:pt x="368" y="131"/>
                        </a:cubicBezTo>
                        <a:close/>
                        <a:moveTo>
                          <a:pt x="403" y="105"/>
                        </a:moveTo>
                        <a:cubicBezTo>
                          <a:pt x="400" y="101"/>
                          <a:pt x="401" y="97"/>
                          <a:pt x="404" y="94"/>
                        </a:cubicBezTo>
                        <a:cubicBezTo>
                          <a:pt x="404" y="94"/>
                          <a:pt x="404" y="94"/>
                          <a:pt x="404" y="94"/>
                        </a:cubicBezTo>
                        <a:cubicBezTo>
                          <a:pt x="407" y="92"/>
                          <a:pt x="412" y="92"/>
                          <a:pt x="414" y="95"/>
                        </a:cubicBezTo>
                        <a:cubicBezTo>
                          <a:pt x="414" y="95"/>
                          <a:pt x="414" y="95"/>
                          <a:pt x="414" y="95"/>
                        </a:cubicBezTo>
                        <a:cubicBezTo>
                          <a:pt x="417" y="99"/>
                          <a:pt x="416" y="103"/>
                          <a:pt x="413" y="106"/>
                        </a:cubicBezTo>
                        <a:cubicBezTo>
                          <a:pt x="413" y="106"/>
                          <a:pt x="413" y="106"/>
                          <a:pt x="413" y="106"/>
                        </a:cubicBezTo>
                        <a:cubicBezTo>
                          <a:pt x="412" y="107"/>
                          <a:pt x="410" y="107"/>
                          <a:pt x="408" y="107"/>
                        </a:cubicBezTo>
                        <a:cubicBezTo>
                          <a:pt x="408" y="107"/>
                          <a:pt x="408" y="107"/>
                          <a:pt x="408" y="107"/>
                        </a:cubicBezTo>
                        <a:cubicBezTo>
                          <a:pt x="406" y="107"/>
                          <a:pt x="404" y="106"/>
                          <a:pt x="403" y="105"/>
                        </a:cubicBezTo>
                        <a:close/>
                        <a:moveTo>
                          <a:pt x="436" y="76"/>
                        </a:moveTo>
                        <a:cubicBezTo>
                          <a:pt x="433" y="73"/>
                          <a:pt x="433" y="69"/>
                          <a:pt x="437" y="66"/>
                        </a:cubicBezTo>
                        <a:cubicBezTo>
                          <a:pt x="437" y="66"/>
                          <a:pt x="437" y="66"/>
                          <a:pt x="437" y="66"/>
                        </a:cubicBezTo>
                        <a:cubicBezTo>
                          <a:pt x="439" y="63"/>
                          <a:pt x="444" y="63"/>
                          <a:pt x="447" y="66"/>
                        </a:cubicBezTo>
                        <a:cubicBezTo>
                          <a:pt x="447" y="66"/>
                          <a:pt x="447" y="66"/>
                          <a:pt x="447" y="66"/>
                        </a:cubicBezTo>
                        <a:cubicBezTo>
                          <a:pt x="450" y="69"/>
                          <a:pt x="449" y="74"/>
                          <a:pt x="446" y="77"/>
                        </a:cubicBezTo>
                        <a:cubicBezTo>
                          <a:pt x="446" y="77"/>
                          <a:pt x="446" y="77"/>
                          <a:pt x="446" y="77"/>
                        </a:cubicBezTo>
                        <a:cubicBezTo>
                          <a:pt x="445" y="78"/>
                          <a:pt x="443" y="79"/>
                          <a:pt x="441" y="79"/>
                        </a:cubicBezTo>
                        <a:cubicBezTo>
                          <a:pt x="441" y="79"/>
                          <a:pt x="441" y="79"/>
                          <a:pt x="441" y="79"/>
                        </a:cubicBezTo>
                        <a:cubicBezTo>
                          <a:pt x="439" y="79"/>
                          <a:pt x="438" y="78"/>
                          <a:pt x="436" y="76"/>
                        </a:cubicBezTo>
                        <a:close/>
                        <a:moveTo>
                          <a:pt x="467" y="46"/>
                        </a:moveTo>
                        <a:cubicBezTo>
                          <a:pt x="465" y="43"/>
                          <a:pt x="464" y="38"/>
                          <a:pt x="467" y="36"/>
                        </a:cubicBezTo>
                        <a:cubicBezTo>
                          <a:pt x="467" y="36"/>
                          <a:pt x="467" y="36"/>
                          <a:pt x="467" y="36"/>
                        </a:cubicBezTo>
                        <a:cubicBezTo>
                          <a:pt x="470" y="33"/>
                          <a:pt x="475" y="33"/>
                          <a:pt x="478" y="35"/>
                        </a:cubicBezTo>
                        <a:cubicBezTo>
                          <a:pt x="478" y="35"/>
                          <a:pt x="478" y="35"/>
                          <a:pt x="478" y="35"/>
                        </a:cubicBezTo>
                        <a:cubicBezTo>
                          <a:pt x="480" y="38"/>
                          <a:pt x="481" y="43"/>
                          <a:pt x="478" y="46"/>
                        </a:cubicBezTo>
                        <a:cubicBezTo>
                          <a:pt x="478" y="46"/>
                          <a:pt x="478" y="46"/>
                          <a:pt x="478" y="46"/>
                        </a:cubicBezTo>
                        <a:cubicBezTo>
                          <a:pt x="476" y="47"/>
                          <a:pt x="474" y="48"/>
                          <a:pt x="473" y="48"/>
                        </a:cubicBezTo>
                        <a:cubicBezTo>
                          <a:pt x="473" y="48"/>
                          <a:pt x="473" y="48"/>
                          <a:pt x="473" y="48"/>
                        </a:cubicBezTo>
                        <a:cubicBezTo>
                          <a:pt x="471" y="48"/>
                          <a:pt x="469" y="47"/>
                          <a:pt x="467" y="46"/>
                        </a:cubicBezTo>
                        <a:close/>
                        <a:moveTo>
                          <a:pt x="497" y="14"/>
                        </a:moveTo>
                        <a:cubicBezTo>
                          <a:pt x="494" y="11"/>
                          <a:pt x="493" y="7"/>
                          <a:pt x="496" y="3"/>
                        </a:cubicBezTo>
                        <a:cubicBezTo>
                          <a:pt x="496" y="3"/>
                          <a:pt x="496" y="3"/>
                          <a:pt x="496" y="3"/>
                        </a:cubicBezTo>
                        <a:cubicBezTo>
                          <a:pt x="499" y="0"/>
                          <a:pt x="503" y="0"/>
                          <a:pt x="506" y="3"/>
                        </a:cubicBezTo>
                        <a:cubicBezTo>
                          <a:pt x="506" y="3"/>
                          <a:pt x="506" y="3"/>
                          <a:pt x="506" y="3"/>
                        </a:cubicBezTo>
                        <a:cubicBezTo>
                          <a:pt x="509" y="5"/>
                          <a:pt x="510" y="10"/>
                          <a:pt x="507" y="13"/>
                        </a:cubicBezTo>
                        <a:cubicBezTo>
                          <a:pt x="507" y="13"/>
                          <a:pt x="507" y="13"/>
                          <a:pt x="507" y="13"/>
                        </a:cubicBezTo>
                        <a:cubicBezTo>
                          <a:pt x="506" y="15"/>
                          <a:pt x="504" y="15"/>
                          <a:pt x="502" y="15"/>
                        </a:cubicBezTo>
                        <a:cubicBezTo>
                          <a:pt x="502" y="15"/>
                          <a:pt x="502" y="15"/>
                          <a:pt x="502" y="15"/>
                        </a:cubicBezTo>
                        <a:cubicBezTo>
                          <a:pt x="500" y="15"/>
                          <a:pt x="498" y="15"/>
                          <a:pt x="497" y="14"/>
                        </a:cubicBezTo>
                        <a:close/>
                      </a:path>
                    </a:pathLst>
                  </a:custGeom>
                  <a:solidFill>
                    <a:srgbClr val="00B4D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s-CL"/>
                  </a:p>
                </p:txBody>
              </p:sp>
            </p:grpSp>
            <p:sp>
              <p:nvSpPr>
                <p:cNvPr id="37" name="Freeform 105">
                  <a:extLst>
                    <a:ext uri="{FF2B5EF4-FFF2-40B4-BE49-F238E27FC236}">
                      <a16:creationId xmlns:a16="http://schemas.microsoft.com/office/drawing/2014/main" id="{8439197A-3810-4E1C-8DD4-29193B861E4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56105" y="4504132"/>
                  <a:ext cx="41557" cy="38787"/>
                </a:xfrm>
                <a:custGeom>
                  <a:avLst/>
                  <a:gdLst>
                    <a:gd name="T0" fmla="*/ 5 w 17"/>
                    <a:gd name="T1" fmla="*/ 15 h 16"/>
                    <a:gd name="T2" fmla="*/ 2 w 17"/>
                    <a:gd name="T3" fmla="*/ 5 h 16"/>
                    <a:gd name="T4" fmla="*/ 2 w 17"/>
                    <a:gd name="T5" fmla="*/ 5 h 16"/>
                    <a:gd name="T6" fmla="*/ 12 w 17"/>
                    <a:gd name="T7" fmla="*/ 2 h 16"/>
                    <a:gd name="T8" fmla="*/ 12 w 17"/>
                    <a:gd name="T9" fmla="*/ 2 h 16"/>
                    <a:gd name="T10" fmla="*/ 15 w 17"/>
                    <a:gd name="T11" fmla="*/ 12 h 16"/>
                    <a:gd name="T12" fmla="*/ 15 w 17"/>
                    <a:gd name="T13" fmla="*/ 12 h 16"/>
                    <a:gd name="T14" fmla="*/ 8 w 17"/>
                    <a:gd name="T15" fmla="*/ 16 h 16"/>
                    <a:gd name="T16" fmla="*/ 8 w 17"/>
                    <a:gd name="T17" fmla="*/ 16 h 16"/>
                    <a:gd name="T18" fmla="*/ 5 w 17"/>
                    <a:gd name="T19" fmla="*/ 15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" h="16">
                      <a:moveTo>
                        <a:pt x="5" y="15"/>
                      </a:moveTo>
                      <a:cubicBezTo>
                        <a:pt x="1" y="12"/>
                        <a:pt x="0" y="8"/>
                        <a:pt x="2" y="5"/>
                      </a:cubicBezTo>
                      <a:cubicBezTo>
                        <a:pt x="2" y="5"/>
                        <a:pt x="2" y="5"/>
                        <a:pt x="2" y="5"/>
                      </a:cubicBezTo>
                      <a:cubicBezTo>
                        <a:pt x="4" y="1"/>
                        <a:pt x="9" y="0"/>
                        <a:pt x="12" y="2"/>
                      </a:cubicBezTo>
                      <a:cubicBezTo>
                        <a:pt x="12" y="2"/>
                        <a:pt x="12" y="2"/>
                        <a:pt x="12" y="2"/>
                      </a:cubicBezTo>
                      <a:cubicBezTo>
                        <a:pt x="16" y="4"/>
                        <a:pt x="17" y="9"/>
                        <a:pt x="15" y="12"/>
                      </a:cubicBezTo>
                      <a:cubicBezTo>
                        <a:pt x="15" y="12"/>
                        <a:pt x="15" y="12"/>
                        <a:pt x="15" y="12"/>
                      </a:cubicBezTo>
                      <a:cubicBezTo>
                        <a:pt x="13" y="14"/>
                        <a:pt x="11" y="16"/>
                        <a:pt x="8" y="16"/>
                      </a:cubicBezTo>
                      <a:cubicBezTo>
                        <a:pt x="8" y="16"/>
                        <a:pt x="8" y="16"/>
                        <a:pt x="8" y="16"/>
                      </a:cubicBezTo>
                      <a:cubicBezTo>
                        <a:pt x="7" y="16"/>
                        <a:pt x="6" y="15"/>
                        <a:pt x="5" y="15"/>
                      </a:cubicBezTo>
                      <a:close/>
                    </a:path>
                  </a:pathLst>
                </a:custGeom>
                <a:solidFill>
                  <a:srgbClr val="00B4D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CL"/>
                </a:p>
              </p:txBody>
            </p:sp>
          </p:grpSp>
        </p:grpSp>
      </p:grpSp>
      <p:grpSp>
        <p:nvGrpSpPr>
          <p:cNvPr id="81" name="Grupo 80">
            <a:extLst>
              <a:ext uri="{FF2B5EF4-FFF2-40B4-BE49-F238E27FC236}">
                <a16:creationId xmlns:a16="http://schemas.microsoft.com/office/drawing/2014/main" id="{38B46C47-D79D-427B-837A-85FAE788605D}"/>
              </a:ext>
            </a:extLst>
          </p:cNvPr>
          <p:cNvGrpSpPr/>
          <p:nvPr/>
        </p:nvGrpSpPr>
        <p:grpSpPr>
          <a:xfrm>
            <a:off x="5037268" y="1529615"/>
            <a:ext cx="2206401" cy="1124016"/>
            <a:chOff x="4692647" y="1766887"/>
            <a:chExt cx="3230392" cy="1645672"/>
          </a:xfrm>
        </p:grpSpPr>
        <p:sp>
          <p:nvSpPr>
            <p:cNvPr id="82" name="Freeform 78">
              <a:extLst>
                <a:ext uri="{FF2B5EF4-FFF2-40B4-BE49-F238E27FC236}">
                  <a16:creationId xmlns:a16="http://schemas.microsoft.com/office/drawing/2014/main" id="{B6E11CCB-33B1-45D5-AD4F-0F4EE6F76F1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2647" y="2512150"/>
              <a:ext cx="210557" cy="180083"/>
            </a:xfrm>
            <a:custGeom>
              <a:avLst/>
              <a:gdLst>
                <a:gd name="T0" fmla="*/ 0 w 76"/>
                <a:gd name="T1" fmla="*/ 1 h 65"/>
                <a:gd name="T2" fmla="*/ 11 w 76"/>
                <a:gd name="T3" fmla="*/ 0 h 65"/>
                <a:gd name="T4" fmla="*/ 22 w 76"/>
                <a:gd name="T5" fmla="*/ 51 h 65"/>
                <a:gd name="T6" fmla="*/ 73 w 76"/>
                <a:gd name="T7" fmla="*/ 36 h 65"/>
                <a:gd name="T8" fmla="*/ 76 w 76"/>
                <a:gd name="T9" fmla="*/ 47 h 65"/>
                <a:gd name="T10" fmla="*/ 14 w 76"/>
                <a:gd name="T11" fmla="*/ 65 h 65"/>
                <a:gd name="T12" fmla="*/ 0 w 76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6" h="65">
                  <a:moveTo>
                    <a:pt x="0" y="1"/>
                  </a:moveTo>
                  <a:lnTo>
                    <a:pt x="11" y="0"/>
                  </a:lnTo>
                  <a:lnTo>
                    <a:pt x="22" y="51"/>
                  </a:lnTo>
                  <a:lnTo>
                    <a:pt x="73" y="36"/>
                  </a:lnTo>
                  <a:lnTo>
                    <a:pt x="76" y="47"/>
                  </a:lnTo>
                  <a:lnTo>
                    <a:pt x="14" y="6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B4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83" name="Grupo 82">
              <a:extLst>
                <a:ext uri="{FF2B5EF4-FFF2-40B4-BE49-F238E27FC236}">
                  <a16:creationId xmlns:a16="http://schemas.microsoft.com/office/drawing/2014/main" id="{9F2DCACC-34B1-4924-90BD-B34FA32866E4}"/>
                </a:ext>
              </a:extLst>
            </p:cNvPr>
            <p:cNvGrpSpPr/>
            <p:nvPr/>
          </p:nvGrpSpPr>
          <p:grpSpPr>
            <a:xfrm>
              <a:off x="4778531" y="1766887"/>
              <a:ext cx="3144508" cy="1645672"/>
              <a:chOff x="4778531" y="1766887"/>
              <a:chExt cx="3144508" cy="1645672"/>
            </a:xfrm>
          </p:grpSpPr>
          <p:grpSp>
            <p:nvGrpSpPr>
              <p:cNvPr id="84" name="Grupo 83">
                <a:extLst>
                  <a:ext uri="{FF2B5EF4-FFF2-40B4-BE49-F238E27FC236}">
                    <a16:creationId xmlns:a16="http://schemas.microsoft.com/office/drawing/2014/main" id="{BC92D2C5-3337-4334-A4F3-81370826EC26}"/>
                  </a:ext>
                </a:extLst>
              </p:cNvPr>
              <p:cNvGrpSpPr/>
              <p:nvPr/>
            </p:nvGrpSpPr>
            <p:grpSpPr>
              <a:xfrm>
                <a:off x="4778531" y="1766887"/>
                <a:ext cx="3136196" cy="1537623"/>
                <a:chOff x="4778531" y="1766887"/>
                <a:chExt cx="3136196" cy="1537623"/>
              </a:xfrm>
            </p:grpSpPr>
            <p:grpSp>
              <p:nvGrpSpPr>
                <p:cNvPr id="86" name="Grupo 85">
                  <a:extLst>
                    <a:ext uri="{FF2B5EF4-FFF2-40B4-BE49-F238E27FC236}">
                      <a16:creationId xmlns:a16="http://schemas.microsoft.com/office/drawing/2014/main" id="{4CE34E22-B103-4A8E-AD15-C5DCBDD19DDE}"/>
                    </a:ext>
                  </a:extLst>
                </p:cNvPr>
                <p:cNvGrpSpPr/>
                <p:nvPr/>
              </p:nvGrpSpPr>
              <p:grpSpPr>
                <a:xfrm>
                  <a:off x="4778531" y="1769658"/>
                  <a:ext cx="3136196" cy="1534852"/>
                  <a:chOff x="4778531" y="1769658"/>
                  <a:chExt cx="3136196" cy="1534852"/>
                </a:xfrm>
              </p:grpSpPr>
              <p:sp>
                <p:nvSpPr>
                  <p:cNvPr id="88" name="Freeform 96">
                    <a:extLst>
                      <a:ext uri="{FF2B5EF4-FFF2-40B4-BE49-F238E27FC236}">
                        <a16:creationId xmlns:a16="http://schemas.microsoft.com/office/drawing/2014/main" id="{14E3E661-D001-47B3-B59E-52BAE81BCB45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6324465" y="1769658"/>
                    <a:ext cx="1590262" cy="1534852"/>
                  </a:xfrm>
                  <a:custGeom>
                    <a:avLst/>
                    <a:gdLst>
                      <a:gd name="T0" fmla="*/ 659 w 659"/>
                      <a:gd name="T1" fmla="*/ 629 h 636"/>
                      <a:gd name="T2" fmla="*/ 652 w 659"/>
                      <a:gd name="T3" fmla="*/ 636 h 636"/>
                      <a:gd name="T4" fmla="*/ 640 w 659"/>
                      <a:gd name="T5" fmla="*/ 586 h 636"/>
                      <a:gd name="T6" fmla="*/ 654 w 659"/>
                      <a:gd name="T7" fmla="*/ 584 h 636"/>
                      <a:gd name="T8" fmla="*/ 647 w 659"/>
                      <a:gd name="T9" fmla="*/ 592 h 636"/>
                      <a:gd name="T10" fmla="*/ 638 w 659"/>
                      <a:gd name="T11" fmla="*/ 534 h 636"/>
                      <a:gd name="T12" fmla="*/ 641 w 659"/>
                      <a:gd name="T13" fmla="*/ 548 h 636"/>
                      <a:gd name="T14" fmla="*/ 633 w 659"/>
                      <a:gd name="T15" fmla="*/ 543 h 636"/>
                      <a:gd name="T16" fmla="*/ 627 w 659"/>
                      <a:gd name="T17" fmla="*/ 491 h 636"/>
                      <a:gd name="T18" fmla="*/ 631 w 659"/>
                      <a:gd name="T19" fmla="*/ 505 h 636"/>
                      <a:gd name="T20" fmla="*/ 622 w 659"/>
                      <a:gd name="T21" fmla="*/ 500 h 636"/>
                      <a:gd name="T22" fmla="*/ 622 w 659"/>
                      <a:gd name="T23" fmla="*/ 453 h 636"/>
                      <a:gd name="T24" fmla="*/ 615 w 659"/>
                      <a:gd name="T25" fmla="*/ 463 h 636"/>
                      <a:gd name="T26" fmla="*/ 596 w 659"/>
                      <a:gd name="T27" fmla="*/ 408 h 636"/>
                      <a:gd name="T28" fmla="*/ 602 w 659"/>
                      <a:gd name="T29" fmla="*/ 421 h 636"/>
                      <a:gd name="T30" fmla="*/ 592 w 659"/>
                      <a:gd name="T31" fmla="*/ 417 h 636"/>
                      <a:gd name="T32" fmla="*/ 576 w 659"/>
                      <a:gd name="T33" fmla="*/ 368 h 636"/>
                      <a:gd name="T34" fmla="*/ 583 w 659"/>
                      <a:gd name="T35" fmla="*/ 381 h 636"/>
                      <a:gd name="T36" fmla="*/ 573 w 659"/>
                      <a:gd name="T37" fmla="*/ 378 h 636"/>
                      <a:gd name="T38" fmla="*/ 564 w 659"/>
                      <a:gd name="T39" fmla="*/ 332 h 636"/>
                      <a:gd name="T40" fmla="*/ 558 w 659"/>
                      <a:gd name="T41" fmla="*/ 343 h 636"/>
                      <a:gd name="T42" fmla="*/ 529 w 659"/>
                      <a:gd name="T43" fmla="*/ 292 h 636"/>
                      <a:gd name="T44" fmla="*/ 538 w 659"/>
                      <a:gd name="T45" fmla="*/ 304 h 636"/>
                      <a:gd name="T46" fmla="*/ 528 w 659"/>
                      <a:gd name="T47" fmla="*/ 303 h 636"/>
                      <a:gd name="T48" fmla="*/ 512 w 659"/>
                      <a:gd name="T49" fmla="*/ 258 h 636"/>
                      <a:gd name="T50" fmla="*/ 507 w 659"/>
                      <a:gd name="T51" fmla="*/ 270 h 636"/>
                      <a:gd name="T52" fmla="*/ 473 w 659"/>
                      <a:gd name="T53" fmla="*/ 224 h 636"/>
                      <a:gd name="T54" fmla="*/ 483 w 659"/>
                      <a:gd name="T55" fmla="*/ 235 h 636"/>
                      <a:gd name="T56" fmla="*/ 472 w 659"/>
                      <a:gd name="T57" fmla="*/ 234 h 636"/>
                      <a:gd name="T58" fmla="*/ 452 w 659"/>
                      <a:gd name="T59" fmla="*/ 193 h 636"/>
                      <a:gd name="T60" fmla="*/ 446 w 659"/>
                      <a:gd name="T61" fmla="*/ 205 h 636"/>
                      <a:gd name="T62" fmla="*/ 408 w 659"/>
                      <a:gd name="T63" fmla="*/ 164 h 636"/>
                      <a:gd name="T64" fmla="*/ 419 w 659"/>
                      <a:gd name="T65" fmla="*/ 173 h 636"/>
                      <a:gd name="T66" fmla="*/ 409 w 659"/>
                      <a:gd name="T67" fmla="*/ 174 h 636"/>
                      <a:gd name="T68" fmla="*/ 383 w 659"/>
                      <a:gd name="T69" fmla="*/ 135 h 636"/>
                      <a:gd name="T70" fmla="*/ 378 w 659"/>
                      <a:gd name="T71" fmla="*/ 148 h 636"/>
                      <a:gd name="T72" fmla="*/ 338 w 659"/>
                      <a:gd name="T73" fmla="*/ 122 h 636"/>
                      <a:gd name="T74" fmla="*/ 346 w 659"/>
                      <a:gd name="T75" fmla="*/ 110 h 636"/>
                      <a:gd name="T76" fmla="*/ 342 w 659"/>
                      <a:gd name="T77" fmla="*/ 123 h 636"/>
                      <a:gd name="T78" fmla="*/ 300 w 659"/>
                      <a:gd name="T79" fmla="*/ 100 h 636"/>
                      <a:gd name="T80" fmla="*/ 307 w 659"/>
                      <a:gd name="T81" fmla="*/ 87 h 636"/>
                      <a:gd name="T82" fmla="*/ 303 w 659"/>
                      <a:gd name="T83" fmla="*/ 101 h 636"/>
                      <a:gd name="T84" fmla="*/ 257 w 659"/>
                      <a:gd name="T85" fmla="*/ 70 h 636"/>
                      <a:gd name="T86" fmla="*/ 270 w 659"/>
                      <a:gd name="T87" fmla="*/ 76 h 636"/>
                      <a:gd name="T88" fmla="*/ 261 w 659"/>
                      <a:gd name="T89" fmla="*/ 80 h 636"/>
                      <a:gd name="T90" fmla="*/ 226 w 659"/>
                      <a:gd name="T91" fmla="*/ 49 h 636"/>
                      <a:gd name="T92" fmla="*/ 223 w 659"/>
                      <a:gd name="T93" fmla="*/ 63 h 636"/>
                      <a:gd name="T94" fmla="*/ 174 w 659"/>
                      <a:gd name="T95" fmla="*/ 39 h 636"/>
                      <a:gd name="T96" fmla="*/ 188 w 659"/>
                      <a:gd name="T97" fmla="*/ 43 h 636"/>
                      <a:gd name="T98" fmla="*/ 179 w 659"/>
                      <a:gd name="T99" fmla="*/ 48 h 636"/>
                      <a:gd name="T100" fmla="*/ 140 w 659"/>
                      <a:gd name="T101" fmla="*/ 21 h 636"/>
                      <a:gd name="T102" fmla="*/ 139 w 659"/>
                      <a:gd name="T103" fmla="*/ 36 h 636"/>
                      <a:gd name="T104" fmla="*/ 88 w 659"/>
                      <a:gd name="T105" fmla="*/ 18 h 636"/>
                      <a:gd name="T106" fmla="*/ 102 w 659"/>
                      <a:gd name="T107" fmla="*/ 20 h 636"/>
                      <a:gd name="T108" fmla="*/ 94 w 659"/>
                      <a:gd name="T109" fmla="*/ 26 h 636"/>
                      <a:gd name="T110" fmla="*/ 44 w 659"/>
                      <a:gd name="T111" fmla="*/ 11 h 636"/>
                      <a:gd name="T112" fmla="*/ 59 w 659"/>
                      <a:gd name="T113" fmla="*/ 13 h 636"/>
                      <a:gd name="T114" fmla="*/ 50 w 659"/>
                      <a:gd name="T115" fmla="*/ 19 h 636"/>
                      <a:gd name="T116" fmla="*/ 0 w 659"/>
                      <a:gd name="T117" fmla="*/ 7 h 636"/>
                      <a:gd name="T118" fmla="*/ 14 w 659"/>
                      <a:gd name="T119" fmla="*/ 8 h 636"/>
                      <a:gd name="T120" fmla="*/ 7 w 659"/>
                      <a:gd name="T121" fmla="*/ 15 h 6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  <a:cxn ang="0">
                        <a:pos x="T118" y="T119"/>
                      </a:cxn>
                      <a:cxn ang="0">
                        <a:pos x="T120" y="T121"/>
                      </a:cxn>
                    </a:cxnLst>
                    <a:rect l="0" t="0" r="r" b="b"/>
                    <a:pathLst>
                      <a:path w="659" h="636">
                        <a:moveTo>
                          <a:pt x="644" y="630"/>
                        </a:moveTo>
                        <a:cubicBezTo>
                          <a:pt x="644" y="626"/>
                          <a:pt x="647" y="622"/>
                          <a:pt x="651" y="622"/>
                        </a:cubicBezTo>
                        <a:cubicBezTo>
                          <a:pt x="651" y="622"/>
                          <a:pt x="651" y="622"/>
                          <a:pt x="651" y="622"/>
                        </a:cubicBezTo>
                        <a:cubicBezTo>
                          <a:pt x="655" y="622"/>
                          <a:pt x="659" y="625"/>
                          <a:pt x="659" y="629"/>
                        </a:cubicBezTo>
                        <a:cubicBezTo>
                          <a:pt x="659" y="629"/>
                          <a:pt x="659" y="629"/>
                          <a:pt x="659" y="629"/>
                        </a:cubicBezTo>
                        <a:cubicBezTo>
                          <a:pt x="659" y="633"/>
                          <a:pt x="656" y="636"/>
                          <a:pt x="652" y="636"/>
                        </a:cubicBezTo>
                        <a:cubicBezTo>
                          <a:pt x="652" y="636"/>
                          <a:pt x="652" y="636"/>
                          <a:pt x="652" y="636"/>
                        </a:cubicBezTo>
                        <a:cubicBezTo>
                          <a:pt x="652" y="636"/>
                          <a:pt x="652" y="636"/>
                          <a:pt x="652" y="636"/>
                        </a:cubicBezTo>
                        <a:cubicBezTo>
                          <a:pt x="652" y="636"/>
                          <a:pt x="652" y="636"/>
                          <a:pt x="652" y="636"/>
                        </a:cubicBezTo>
                        <a:cubicBezTo>
                          <a:pt x="648" y="636"/>
                          <a:pt x="645" y="634"/>
                          <a:pt x="644" y="630"/>
                        </a:cubicBezTo>
                        <a:close/>
                        <a:moveTo>
                          <a:pt x="640" y="586"/>
                        </a:moveTo>
                        <a:cubicBezTo>
                          <a:pt x="640" y="586"/>
                          <a:pt x="640" y="586"/>
                          <a:pt x="640" y="586"/>
                        </a:cubicBezTo>
                        <a:cubicBezTo>
                          <a:pt x="640" y="586"/>
                          <a:pt x="640" y="586"/>
                          <a:pt x="640" y="586"/>
                        </a:cubicBezTo>
                        <a:cubicBezTo>
                          <a:pt x="639" y="582"/>
                          <a:pt x="642" y="578"/>
                          <a:pt x="646" y="578"/>
                        </a:cubicBezTo>
                        <a:cubicBezTo>
                          <a:pt x="646" y="578"/>
                          <a:pt x="646" y="578"/>
                          <a:pt x="646" y="578"/>
                        </a:cubicBezTo>
                        <a:cubicBezTo>
                          <a:pt x="650" y="577"/>
                          <a:pt x="654" y="580"/>
                          <a:pt x="654" y="584"/>
                        </a:cubicBezTo>
                        <a:cubicBezTo>
                          <a:pt x="654" y="584"/>
                          <a:pt x="654" y="584"/>
                          <a:pt x="654" y="584"/>
                        </a:cubicBezTo>
                        <a:cubicBezTo>
                          <a:pt x="655" y="588"/>
                          <a:pt x="652" y="592"/>
                          <a:pt x="648" y="592"/>
                        </a:cubicBezTo>
                        <a:cubicBezTo>
                          <a:pt x="648" y="592"/>
                          <a:pt x="648" y="592"/>
                          <a:pt x="648" y="592"/>
                        </a:cubicBezTo>
                        <a:cubicBezTo>
                          <a:pt x="648" y="592"/>
                          <a:pt x="647" y="592"/>
                          <a:pt x="647" y="592"/>
                        </a:cubicBezTo>
                        <a:cubicBezTo>
                          <a:pt x="647" y="592"/>
                          <a:pt x="647" y="592"/>
                          <a:pt x="647" y="592"/>
                        </a:cubicBezTo>
                        <a:cubicBezTo>
                          <a:pt x="643" y="592"/>
                          <a:pt x="640" y="590"/>
                          <a:pt x="640" y="586"/>
                        </a:cubicBezTo>
                        <a:close/>
                        <a:moveTo>
                          <a:pt x="633" y="543"/>
                        </a:moveTo>
                        <a:cubicBezTo>
                          <a:pt x="632" y="539"/>
                          <a:pt x="634" y="535"/>
                          <a:pt x="638" y="534"/>
                        </a:cubicBezTo>
                        <a:cubicBezTo>
                          <a:pt x="638" y="534"/>
                          <a:pt x="638" y="534"/>
                          <a:pt x="638" y="534"/>
                        </a:cubicBezTo>
                        <a:cubicBezTo>
                          <a:pt x="642" y="533"/>
                          <a:pt x="646" y="536"/>
                          <a:pt x="647" y="540"/>
                        </a:cubicBezTo>
                        <a:cubicBezTo>
                          <a:pt x="647" y="540"/>
                          <a:pt x="647" y="540"/>
                          <a:pt x="647" y="540"/>
                        </a:cubicBezTo>
                        <a:cubicBezTo>
                          <a:pt x="648" y="544"/>
                          <a:pt x="645" y="547"/>
                          <a:pt x="641" y="548"/>
                        </a:cubicBezTo>
                        <a:cubicBezTo>
                          <a:pt x="641" y="548"/>
                          <a:pt x="641" y="548"/>
                          <a:pt x="641" y="548"/>
                        </a:cubicBezTo>
                        <a:cubicBezTo>
                          <a:pt x="641" y="548"/>
                          <a:pt x="640" y="548"/>
                          <a:pt x="640" y="548"/>
                        </a:cubicBezTo>
                        <a:cubicBezTo>
                          <a:pt x="640" y="548"/>
                          <a:pt x="640" y="548"/>
                          <a:pt x="640" y="548"/>
                        </a:cubicBezTo>
                        <a:cubicBezTo>
                          <a:pt x="636" y="548"/>
                          <a:pt x="633" y="546"/>
                          <a:pt x="633" y="543"/>
                        </a:cubicBezTo>
                        <a:close/>
                        <a:moveTo>
                          <a:pt x="622" y="500"/>
                        </a:moveTo>
                        <a:cubicBezTo>
                          <a:pt x="622" y="500"/>
                          <a:pt x="622" y="500"/>
                          <a:pt x="622" y="500"/>
                        </a:cubicBezTo>
                        <a:cubicBezTo>
                          <a:pt x="622" y="500"/>
                          <a:pt x="622" y="500"/>
                          <a:pt x="622" y="500"/>
                        </a:cubicBezTo>
                        <a:cubicBezTo>
                          <a:pt x="621" y="496"/>
                          <a:pt x="623" y="492"/>
                          <a:pt x="627" y="491"/>
                        </a:cubicBezTo>
                        <a:cubicBezTo>
                          <a:pt x="627" y="491"/>
                          <a:pt x="627" y="491"/>
                          <a:pt x="627" y="491"/>
                        </a:cubicBezTo>
                        <a:cubicBezTo>
                          <a:pt x="631" y="490"/>
                          <a:pt x="635" y="492"/>
                          <a:pt x="636" y="496"/>
                        </a:cubicBezTo>
                        <a:cubicBezTo>
                          <a:pt x="636" y="496"/>
                          <a:pt x="636" y="496"/>
                          <a:pt x="636" y="496"/>
                        </a:cubicBezTo>
                        <a:cubicBezTo>
                          <a:pt x="637" y="500"/>
                          <a:pt x="635" y="504"/>
                          <a:pt x="631" y="505"/>
                        </a:cubicBezTo>
                        <a:cubicBezTo>
                          <a:pt x="631" y="505"/>
                          <a:pt x="631" y="505"/>
                          <a:pt x="631" y="505"/>
                        </a:cubicBezTo>
                        <a:cubicBezTo>
                          <a:pt x="630" y="505"/>
                          <a:pt x="630" y="505"/>
                          <a:pt x="629" y="505"/>
                        </a:cubicBezTo>
                        <a:cubicBezTo>
                          <a:pt x="629" y="505"/>
                          <a:pt x="629" y="505"/>
                          <a:pt x="629" y="505"/>
                        </a:cubicBezTo>
                        <a:cubicBezTo>
                          <a:pt x="626" y="505"/>
                          <a:pt x="623" y="503"/>
                          <a:pt x="622" y="500"/>
                        </a:cubicBezTo>
                        <a:close/>
                        <a:moveTo>
                          <a:pt x="609" y="458"/>
                        </a:moveTo>
                        <a:cubicBezTo>
                          <a:pt x="607" y="454"/>
                          <a:pt x="609" y="450"/>
                          <a:pt x="613" y="449"/>
                        </a:cubicBezTo>
                        <a:cubicBezTo>
                          <a:pt x="613" y="449"/>
                          <a:pt x="613" y="449"/>
                          <a:pt x="613" y="449"/>
                        </a:cubicBezTo>
                        <a:cubicBezTo>
                          <a:pt x="617" y="447"/>
                          <a:pt x="621" y="449"/>
                          <a:pt x="622" y="453"/>
                        </a:cubicBezTo>
                        <a:cubicBezTo>
                          <a:pt x="622" y="453"/>
                          <a:pt x="622" y="453"/>
                          <a:pt x="622" y="453"/>
                        </a:cubicBezTo>
                        <a:cubicBezTo>
                          <a:pt x="624" y="457"/>
                          <a:pt x="622" y="461"/>
                          <a:pt x="618" y="463"/>
                        </a:cubicBezTo>
                        <a:cubicBezTo>
                          <a:pt x="618" y="463"/>
                          <a:pt x="618" y="463"/>
                          <a:pt x="618" y="463"/>
                        </a:cubicBezTo>
                        <a:cubicBezTo>
                          <a:pt x="617" y="463"/>
                          <a:pt x="616" y="463"/>
                          <a:pt x="615" y="463"/>
                        </a:cubicBezTo>
                        <a:cubicBezTo>
                          <a:pt x="615" y="463"/>
                          <a:pt x="615" y="463"/>
                          <a:pt x="615" y="463"/>
                        </a:cubicBezTo>
                        <a:cubicBezTo>
                          <a:pt x="613" y="463"/>
                          <a:pt x="610" y="461"/>
                          <a:pt x="609" y="458"/>
                        </a:cubicBezTo>
                        <a:close/>
                        <a:moveTo>
                          <a:pt x="592" y="417"/>
                        </a:moveTo>
                        <a:cubicBezTo>
                          <a:pt x="591" y="414"/>
                          <a:pt x="593" y="409"/>
                          <a:pt x="596" y="408"/>
                        </a:cubicBezTo>
                        <a:cubicBezTo>
                          <a:pt x="596" y="408"/>
                          <a:pt x="596" y="408"/>
                          <a:pt x="596" y="408"/>
                        </a:cubicBezTo>
                        <a:cubicBezTo>
                          <a:pt x="600" y="406"/>
                          <a:pt x="604" y="408"/>
                          <a:pt x="606" y="411"/>
                        </a:cubicBezTo>
                        <a:cubicBezTo>
                          <a:pt x="606" y="411"/>
                          <a:pt x="606" y="411"/>
                          <a:pt x="606" y="411"/>
                        </a:cubicBezTo>
                        <a:cubicBezTo>
                          <a:pt x="607" y="415"/>
                          <a:pt x="606" y="420"/>
                          <a:pt x="602" y="421"/>
                        </a:cubicBezTo>
                        <a:cubicBezTo>
                          <a:pt x="602" y="421"/>
                          <a:pt x="602" y="421"/>
                          <a:pt x="602" y="421"/>
                        </a:cubicBezTo>
                        <a:cubicBezTo>
                          <a:pt x="601" y="421"/>
                          <a:pt x="600" y="422"/>
                          <a:pt x="599" y="422"/>
                        </a:cubicBezTo>
                        <a:cubicBezTo>
                          <a:pt x="599" y="422"/>
                          <a:pt x="599" y="422"/>
                          <a:pt x="599" y="422"/>
                        </a:cubicBezTo>
                        <a:cubicBezTo>
                          <a:pt x="596" y="422"/>
                          <a:pt x="594" y="420"/>
                          <a:pt x="592" y="417"/>
                        </a:cubicBezTo>
                        <a:close/>
                        <a:moveTo>
                          <a:pt x="573" y="378"/>
                        </a:moveTo>
                        <a:cubicBezTo>
                          <a:pt x="573" y="378"/>
                          <a:pt x="573" y="378"/>
                          <a:pt x="573" y="378"/>
                        </a:cubicBezTo>
                        <a:cubicBezTo>
                          <a:pt x="573" y="378"/>
                          <a:pt x="573" y="378"/>
                          <a:pt x="573" y="378"/>
                        </a:cubicBezTo>
                        <a:cubicBezTo>
                          <a:pt x="572" y="374"/>
                          <a:pt x="573" y="370"/>
                          <a:pt x="576" y="368"/>
                        </a:cubicBezTo>
                        <a:cubicBezTo>
                          <a:pt x="576" y="368"/>
                          <a:pt x="576" y="368"/>
                          <a:pt x="576" y="368"/>
                        </a:cubicBezTo>
                        <a:cubicBezTo>
                          <a:pt x="580" y="366"/>
                          <a:pt x="584" y="367"/>
                          <a:pt x="586" y="371"/>
                        </a:cubicBezTo>
                        <a:cubicBezTo>
                          <a:pt x="586" y="371"/>
                          <a:pt x="586" y="371"/>
                          <a:pt x="586" y="371"/>
                        </a:cubicBezTo>
                        <a:cubicBezTo>
                          <a:pt x="588" y="375"/>
                          <a:pt x="587" y="379"/>
                          <a:pt x="583" y="381"/>
                        </a:cubicBezTo>
                        <a:cubicBezTo>
                          <a:pt x="583" y="381"/>
                          <a:pt x="583" y="381"/>
                          <a:pt x="583" y="381"/>
                        </a:cubicBezTo>
                        <a:cubicBezTo>
                          <a:pt x="582" y="381"/>
                          <a:pt x="581" y="382"/>
                          <a:pt x="580" y="382"/>
                        </a:cubicBezTo>
                        <a:cubicBezTo>
                          <a:pt x="580" y="382"/>
                          <a:pt x="580" y="382"/>
                          <a:pt x="580" y="382"/>
                        </a:cubicBezTo>
                        <a:cubicBezTo>
                          <a:pt x="577" y="382"/>
                          <a:pt x="575" y="380"/>
                          <a:pt x="573" y="378"/>
                        </a:cubicBezTo>
                        <a:close/>
                        <a:moveTo>
                          <a:pt x="552" y="339"/>
                        </a:moveTo>
                        <a:cubicBezTo>
                          <a:pt x="550" y="336"/>
                          <a:pt x="551" y="331"/>
                          <a:pt x="554" y="329"/>
                        </a:cubicBezTo>
                        <a:cubicBezTo>
                          <a:pt x="554" y="329"/>
                          <a:pt x="554" y="329"/>
                          <a:pt x="554" y="329"/>
                        </a:cubicBezTo>
                        <a:cubicBezTo>
                          <a:pt x="558" y="327"/>
                          <a:pt x="562" y="328"/>
                          <a:pt x="564" y="332"/>
                        </a:cubicBezTo>
                        <a:cubicBezTo>
                          <a:pt x="564" y="332"/>
                          <a:pt x="564" y="332"/>
                          <a:pt x="564" y="332"/>
                        </a:cubicBezTo>
                        <a:cubicBezTo>
                          <a:pt x="566" y="335"/>
                          <a:pt x="565" y="340"/>
                          <a:pt x="562" y="342"/>
                        </a:cubicBezTo>
                        <a:cubicBezTo>
                          <a:pt x="562" y="342"/>
                          <a:pt x="562" y="342"/>
                          <a:pt x="562" y="342"/>
                        </a:cubicBezTo>
                        <a:cubicBezTo>
                          <a:pt x="561" y="343"/>
                          <a:pt x="559" y="343"/>
                          <a:pt x="558" y="343"/>
                        </a:cubicBezTo>
                        <a:cubicBezTo>
                          <a:pt x="558" y="343"/>
                          <a:pt x="558" y="343"/>
                          <a:pt x="558" y="343"/>
                        </a:cubicBezTo>
                        <a:cubicBezTo>
                          <a:pt x="556" y="343"/>
                          <a:pt x="553" y="342"/>
                          <a:pt x="552" y="339"/>
                        </a:cubicBezTo>
                        <a:close/>
                        <a:moveTo>
                          <a:pt x="528" y="303"/>
                        </a:moveTo>
                        <a:cubicBezTo>
                          <a:pt x="525" y="299"/>
                          <a:pt x="526" y="295"/>
                          <a:pt x="529" y="292"/>
                        </a:cubicBezTo>
                        <a:cubicBezTo>
                          <a:pt x="529" y="292"/>
                          <a:pt x="529" y="292"/>
                          <a:pt x="529" y="292"/>
                        </a:cubicBezTo>
                        <a:cubicBezTo>
                          <a:pt x="533" y="290"/>
                          <a:pt x="537" y="291"/>
                          <a:pt x="540" y="294"/>
                        </a:cubicBezTo>
                        <a:cubicBezTo>
                          <a:pt x="540" y="294"/>
                          <a:pt x="540" y="294"/>
                          <a:pt x="540" y="294"/>
                        </a:cubicBezTo>
                        <a:cubicBezTo>
                          <a:pt x="542" y="298"/>
                          <a:pt x="541" y="302"/>
                          <a:pt x="538" y="304"/>
                        </a:cubicBezTo>
                        <a:cubicBezTo>
                          <a:pt x="538" y="304"/>
                          <a:pt x="538" y="304"/>
                          <a:pt x="538" y="304"/>
                        </a:cubicBezTo>
                        <a:cubicBezTo>
                          <a:pt x="537" y="305"/>
                          <a:pt x="535" y="306"/>
                          <a:pt x="534" y="306"/>
                        </a:cubicBezTo>
                        <a:cubicBezTo>
                          <a:pt x="534" y="306"/>
                          <a:pt x="534" y="306"/>
                          <a:pt x="534" y="306"/>
                        </a:cubicBezTo>
                        <a:cubicBezTo>
                          <a:pt x="531" y="306"/>
                          <a:pt x="529" y="305"/>
                          <a:pt x="528" y="303"/>
                        </a:cubicBezTo>
                        <a:close/>
                        <a:moveTo>
                          <a:pt x="501" y="268"/>
                        </a:moveTo>
                        <a:cubicBezTo>
                          <a:pt x="499" y="265"/>
                          <a:pt x="499" y="260"/>
                          <a:pt x="502" y="257"/>
                        </a:cubicBezTo>
                        <a:cubicBezTo>
                          <a:pt x="502" y="257"/>
                          <a:pt x="502" y="257"/>
                          <a:pt x="502" y="257"/>
                        </a:cubicBezTo>
                        <a:cubicBezTo>
                          <a:pt x="505" y="255"/>
                          <a:pt x="510" y="255"/>
                          <a:pt x="512" y="258"/>
                        </a:cubicBezTo>
                        <a:cubicBezTo>
                          <a:pt x="512" y="258"/>
                          <a:pt x="512" y="258"/>
                          <a:pt x="512" y="258"/>
                        </a:cubicBezTo>
                        <a:cubicBezTo>
                          <a:pt x="515" y="262"/>
                          <a:pt x="514" y="266"/>
                          <a:pt x="511" y="269"/>
                        </a:cubicBezTo>
                        <a:cubicBezTo>
                          <a:pt x="511" y="269"/>
                          <a:pt x="511" y="269"/>
                          <a:pt x="511" y="269"/>
                        </a:cubicBezTo>
                        <a:cubicBezTo>
                          <a:pt x="510" y="270"/>
                          <a:pt x="508" y="270"/>
                          <a:pt x="507" y="270"/>
                        </a:cubicBezTo>
                        <a:cubicBezTo>
                          <a:pt x="507" y="270"/>
                          <a:pt x="507" y="270"/>
                          <a:pt x="507" y="270"/>
                        </a:cubicBezTo>
                        <a:cubicBezTo>
                          <a:pt x="505" y="270"/>
                          <a:pt x="503" y="269"/>
                          <a:pt x="501" y="268"/>
                        </a:cubicBezTo>
                        <a:close/>
                        <a:moveTo>
                          <a:pt x="472" y="234"/>
                        </a:moveTo>
                        <a:cubicBezTo>
                          <a:pt x="470" y="231"/>
                          <a:pt x="470" y="227"/>
                          <a:pt x="473" y="224"/>
                        </a:cubicBezTo>
                        <a:cubicBezTo>
                          <a:pt x="473" y="224"/>
                          <a:pt x="473" y="224"/>
                          <a:pt x="473" y="224"/>
                        </a:cubicBezTo>
                        <a:cubicBezTo>
                          <a:pt x="476" y="221"/>
                          <a:pt x="480" y="222"/>
                          <a:pt x="483" y="225"/>
                        </a:cubicBezTo>
                        <a:cubicBezTo>
                          <a:pt x="483" y="225"/>
                          <a:pt x="483" y="225"/>
                          <a:pt x="483" y="225"/>
                        </a:cubicBezTo>
                        <a:cubicBezTo>
                          <a:pt x="486" y="227"/>
                          <a:pt x="486" y="232"/>
                          <a:pt x="483" y="235"/>
                        </a:cubicBezTo>
                        <a:cubicBezTo>
                          <a:pt x="483" y="235"/>
                          <a:pt x="483" y="235"/>
                          <a:pt x="483" y="235"/>
                        </a:cubicBezTo>
                        <a:cubicBezTo>
                          <a:pt x="481" y="236"/>
                          <a:pt x="479" y="237"/>
                          <a:pt x="478" y="237"/>
                        </a:cubicBezTo>
                        <a:cubicBezTo>
                          <a:pt x="478" y="237"/>
                          <a:pt x="478" y="237"/>
                          <a:pt x="478" y="237"/>
                        </a:cubicBezTo>
                        <a:cubicBezTo>
                          <a:pt x="476" y="237"/>
                          <a:pt x="474" y="236"/>
                          <a:pt x="472" y="234"/>
                        </a:cubicBezTo>
                        <a:close/>
                        <a:moveTo>
                          <a:pt x="441" y="203"/>
                        </a:moveTo>
                        <a:cubicBezTo>
                          <a:pt x="439" y="200"/>
                          <a:pt x="438" y="196"/>
                          <a:pt x="441" y="193"/>
                        </a:cubicBezTo>
                        <a:cubicBezTo>
                          <a:pt x="441" y="193"/>
                          <a:pt x="441" y="193"/>
                          <a:pt x="441" y="193"/>
                        </a:cubicBezTo>
                        <a:cubicBezTo>
                          <a:pt x="444" y="190"/>
                          <a:pt x="449" y="190"/>
                          <a:pt x="452" y="193"/>
                        </a:cubicBezTo>
                        <a:cubicBezTo>
                          <a:pt x="452" y="193"/>
                          <a:pt x="452" y="193"/>
                          <a:pt x="452" y="193"/>
                        </a:cubicBezTo>
                        <a:cubicBezTo>
                          <a:pt x="454" y="195"/>
                          <a:pt x="455" y="200"/>
                          <a:pt x="452" y="203"/>
                        </a:cubicBezTo>
                        <a:cubicBezTo>
                          <a:pt x="452" y="203"/>
                          <a:pt x="452" y="203"/>
                          <a:pt x="452" y="203"/>
                        </a:cubicBezTo>
                        <a:cubicBezTo>
                          <a:pt x="450" y="204"/>
                          <a:pt x="448" y="205"/>
                          <a:pt x="446" y="205"/>
                        </a:cubicBezTo>
                        <a:cubicBezTo>
                          <a:pt x="446" y="205"/>
                          <a:pt x="446" y="205"/>
                          <a:pt x="446" y="205"/>
                        </a:cubicBezTo>
                        <a:cubicBezTo>
                          <a:pt x="445" y="205"/>
                          <a:pt x="443" y="205"/>
                          <a:pt x="441" y="203"/>
                        </a:cubicBezTo>
                        <a:close/>
                        <a:moveTo>
                          <a:pt x="409" y="174"/>
                        </a:moveTo>
                        <a:cubicBezTo>
                          <a:pt x="406" y="171"/>
                          <a:pt x="405" y="167"/>
                          <a:pt x="408" y="164"/>
                        </a:cubicBezTo>
                        <a:cubicBezTo>
                          <a:pt x="408" y="164"/>
                          <a:pt x="408" y="164"/>
                          <a:pt x="408" y="164"/>
                        </a:cubicBezTo>
                        <a:cubicBezTo>
                          <a:pt x="410" y="161"/>
                          <a:pt x="415" y="160"/>
                          <a:pt x="418" y="163"/>
                        </a:cubicBezTo>
                        <a:cubicBezTo>
                          <a:pt x="418" y="163"/>
                          <a:pt x="418" y="163"/>
                          <a:pt x="418" y="163"/>
                        </a:cubicBezTo>
                        <a:cubicBezTo>
                          <a:pt x="421" y="165"/>
                          <a:pt x="421" y="170"/>
                          <a:pt x="419" y="173"/>
                        </a:cubicBezTo>
                        <a:cubicBezTo>
                          <a:pt x="419" y="173"/>
                          <a:pt x="419" y="173"/>
                          <a:pt x="419" y="173"/>
                        </a:cubicBezTo>
                        <a:cubicBezTo>
                          <a:pt x="418" y="175"/>
                          <a:pt x="415" y="176"/>
                          <a:pt x="413" y="176"/>
                        </a:cubicBezTo>
                        <a:cubicBezTo>
                          <a:pt x="413" y="176"/>
                          <a:pt x="413" y="176"/>
                          <a:pt x="413" y="176"/>
                        </a:cubicBezTo>
                        <a:cubicBezTo>
                          <a:pt x="412" y="176"/>
                          <a:pt x="410" y="175"/>
                          <a:pt x="409" y="174"/>
                        </a:cubicBezTo>
                        <a:close/>
                        <a:moveTo>
                          <a:pt x="374" y="147"/>
                        </a:moveTo>
                        <a:cubicBezTo>
                          <a:pt x="371" y="145"/>
                          <a:pt x="370" y="140"/>
                          <a:pt x="372" y="137"/>
                        </a:cubicBezTo>
                        <a:cubicBezTo>
                          <a:pt x="372" y="137"/>
                          <a:pt x="372" y="137"/>
                          <a:pt x="372" y="137"/>
                        </a:cubicBezTo>
                        <a:cubicBezTo>
                          <a:pt x="375" y="134"/>
                          <a:pt x="379" y="133"/>
                          <a:pt x="383" y="135"/>
                        </a:cubicBezTo>
                        <a:cubicBezTo>
                          <a:pt x="383" y="135"/>
                          <a:pt x="383" y="135"/>
                          <a:pt x="383" y="135"/>
                        </a:cubicBezTo>
                        <a:cubicBezTo>
                          <a:pt x="386" y="137"/>
                          <a:pt x="387" y="142"/>
                          <a:pt x="384" y="145"/>
                        </a:cubicBezTo>
                        <a:cubicBezTo>
                          <a:pt x="384" y="145"/>
                          <a:pt x="384" y="145"/>
                          <a:pt x="384" y="145"/>
                        </a:cubicBezTo>
                        <a:cubicBezTo>
                          <a:pt x="383" y="147"/>
                          <a:pt x="381" y="148"/>
                          <a:pt x="378" y="148"/>
                        </a:cubicBezTo>
                        <a:cubicBezTo>
                          <a:pt x="378" y="148"/>
                          <a:pt x="378" y="148"/>
                          <a:pt x="378" y="148"/>
                        </a:cubicBezTo>
                        <a:cubicBezTo>
                          <a:pt x="377" y="148"/>
                          <a:pt x="375" y="148"/>
                          <a:pt x="374" y="147"/>
                        </a:cubicBezTo>
                        <a:close/>
                        <a:moveTo>
                          <a:pt x="338" y="122"/>
                        </a:moveTo>
                        <a:cubicBezTo>
                          <a:pt x="338" y="122"/>
                          <a:pt x="338" y="122"/>
                          <a:pt x="338" y="122"/>
                        </a:cubicBezTo>
                        <a:cubicBezTo>
                          <a:pt x="338" y="122"/>
                          <a:pt x="338" y="122"/>
                          <a:pt x="338" y="122"/>
                        </a:cubicBezTo>
                        <a:cubicBezTo>
                          <a:pt x="334" y="120"/>
                          <a:pt x="333" y="116"/>
                          <a:pt x="335" y="112"/>
                        </a:cubicBezTo>
                        <a:cubicBezTo>
                          <a:pt x="335" y="112"/>
                          <a:pt x="335" y="112"/>
                          <a:pt x="335" y="112"/>
                        </a:cubicBezTo>
                        <a:cubicBezTo>
                          <a:pt x="338" y="109"/>
                          <a:pt x="342" y="108"/>
                          <a:pt x="346" y="110"/>
                        </a:cubicBezTo>
                        <a:cubicBezTo>
                          <a:pt x="346" y="110"/>
                          <a:pt x="346" y="110"/>
                          <a:pt x="346" y="110"/>
                        </a:cubicBezTo>
                        <a:cubicBezTo>
                          <a:pt x="349" y="112"/>
                          <a:pt x="350" y="117"/>
                          <a:pt x="348" y="120"/>
                        </a:cubicBezTo>
                        <a:cubicBezTo>
                          <a:pt x="348" y="120"/>
                          <a:pt x="348" y="120"/>
                          <a:pt x="348" y="120"/>
                        </a:cubicBezTo>
                        <a:cubicBezTo>
                          <a:pt x="346" y="122"/>
                          <a:pt x="344" y="123"/>
                          <a:pt x="342" y="123"/>
                        </a:cubicBezTo>
                        <a:cubicBezTo>
                          <a:pt x="342" y="123"/>
                          <a:pt x="342" y="123"/>
                          <a:pt x="342" y="123"/>
                        </a:cubicBezTo>
                        <a:cubicBezTo>
                          <a:pt x="340" y="123"/>
                          <a:pt x="339" y="123"/>
                          <a:pt x="338" y="122"/>
                        </a:cubicBezTo>
                        <a:close/>
                        <a:moveTo>
                          <a:pt x="300" y="100"/>
                        </a:moveTo>
                        <a:cubicBezTo>
                          <a:pt x="300" y="100"/>
                          <a:pt x="300" y="100"/>
                          <a:pt x="300" y="100"/>
                        </a:cubicBezTo>
                        <a:cubicBezTo>
                          <a:pt x="300" y="100"/>
                          <a:pt x="300" y="100"/>
                          <a:pt x="300" y="100"/>
                        </a:cubicBezTo>
                        <a:cubicBezTo>
                          <a:pt x="296" y="98"/>
                          <a:pt x="295" y="93"/>
                          <a:pt x="297" y="90"/>
                        </a:cubicBezTo>
                        <a:cubicBezTo>
                          <a:pt x="297" y="90"/>
                          <a:pt x="297" y="90"/>
                          <a:pt x="297" y="90"/>
                        </a:cubicBezTo>
                        <a:cubicBezTo>
                          <a:pt x="299" y="86"/>
                          <a:pt x="303" y="85"/>
                          <a:pt x="307" y="87"/>
                        </a:cubicBezTo>
                        <a:cubicBezTo>
                          <a:pt x="307" y="87"/>
                          <a:pt x="307" y="87"/>
                          <a:pt x="307" y="87"/>
                        </a:cubicBezTo>
                        <a:cubicBezTo>
                          <a:pt x="310" y="89"/>
                          <a:pt x="312" y="93"/>
                          <a:pt x="310" y="97"/>
                        </a:cubicBezTo>
                        <a:cubicBezTo>
                          <a:pt x="310" y="97"/>
                          <a:pt x="310" y="97"/>
                          <a:pt x="310" y="97"/>
                        </a:cubicBezTo>
                        <a:cubicBezTo>
                          <a:pt x="309" y="99"/>
                          <a:pt x="306" y="101"/>
                          <a:pt x="303" y="101"/>
                        </a:cubicBezTo>
                        <a:cubicBezTo>
                          <a:pt x="303" y="101"/>
                          <a:pt x="303" y="101"/>
                          <a:pt x="303" y="101"/>
                        </a:cubicBezTo>
                        <a:cubicBezTo>
                          <a:pt x="302" y="101"/>
                          <a:pt x="301" y="101"/>
                          <a:pt x="300" y="100"/>
                        </a:cubicBezTo>
                        <a:close/>
                        <a:moveTo>
                          <a:pt x="261" y="80"/>
                        </a:moveTo>
                        <a:cubicBezTo>
                          <a:pt x="257" y="78"/>
                          <a:pt x="256" y="74"/>
                          <a:pt x="257" y="70"/>
                        </a:cubicBezTo>
                        <a:cubicBezTo>
                          <a:pt x="257" y="70"/>
                          <a:pt x="257" y="70"/>
                          <a:pt x="257" y="70"/>
                        </a:cubicBezTo>
                        <a:cubicBezTo>
                          <a:pt x="259" y="67"/>
                          <a:pt x="263" y="65"/>
                          <a:pt x="267" y="67"/>
                        </a:cubicBezTo>
                        <a:cubicBezTo>
                          <a:pt x="267" y="67"/>
                          <a:pt x="267" y="67"/>
                          <a:pt x="267" y="67"/>
                        </a:cubicBezTo>
                        <a:cubicBezTo>
                          <a:pt x="271" y="68"/>
                          <a:pt x="272" y="73"/>
                          <a:pt x="270" y="76"/>
                        </a:cubicBezTo>
                        <a:cubicBezTo>
                          <a:pt x="270" y="76"/>
                          <a:pt x="270" y="76"/>
                          <a:pt x="270" y="76"/>
                        </a:cubicBezTo>
                        <a:cubicBezTo>
                          <a:pt x="269" y="79"/>
                          <a:pt x="267" y="81"/>
                          <a:pt x="264" y="81"/>
                        </a:cubicBezTo>
                        <a:cubicBezTo>
                          <a:pt x="264" y="81"/>
                          <a:pt x="264" y="81"/>
                          <a:pt x="264" y="81"/>
                        </a:cubicBezTo>
                        <a:cubicBezTo>
                          <a:pt x="263" y="81"/>
                          <a:pt x="262" y="80"/>
                          <a:pt x="261" y="80"/>
                        </a:cubicBezTo>
                        <a:close/>
                        <a:moveTo>
                          <a:pt x="220" y="63"/>
                        </a:moveTo>
                        <a:cubicBezTo>
                          <a:pt x="217" y="61"/>
                          <a:pt x="215" y="57"/>
                          <a:pt x="216" y="53"/>
                        </a:cubicBezTo>
                        <a:cubicBezTo>
                          <a:pt x="216" y="53"/>
                          <a:pt x="216" y="53"/>
                          <a:pt x="216" y="53"/>
                        </a:cubicBezTo>
                        <a:cubicBezTo>
                          <a:pt x="218" y="49"/>
                          <a:pt x="222" y="47"/>
                          <a:pt x="226" y="49"/>
                        </a:cubicBezTo>
                        <a:cubicBezTo>
                          <a:pt x="226" y="49"/>
                          <a:pt x="226" y="49"/>
                          <a:pt x="226" y="49"/>
                        </a:cubicBezTo>
                        <a:cubicBezTo>
                          <a:pt x="230" y="50"/>
                          <a:pt x="231" y="55"/>
                          <a:pt x="230" y="58"/>
                        </a:cubicBezTo>
                        <a:cubicBezTo>
                          <a:pt x="230" y="58"/>
                          <a:pt x="230" y="58"/>
                          <a:pt x="230" y="58"/>
                        </a:cubicBezTo>
                        <a:cubicBezTo>
                          <a:pt x="229" y="61"/>
                          <a:pt x="226" y="63"/>
                          <a:pt x="223" y="63"/>
                        </a:cubicBezTo>
                        <a:cubicBezTo>
                          <a:pt x="223" y="63"/>
                          <a:pt x="223" y="63"/>
                          <a:pt x="223" y="63"/>
                        </a:cubicBezTo>
                        <a:cubicBezTo>
                          <a:pt x="222" y="63"/>
                          <a:pt x="221" y="63"/>
                          <a:pt x="220" y="63"/>
                        </a:cubicBezTo>
                        <a:close/>
                        <a:moveTo>
                          <a:pt x="179" y="48"/>
                        </a:moveTo>
                        <a:cubicBezTo>
                          <a:pt x="175" y="46"/>
                          <a:pt x="173" y="42"/>
                          <a:pt x="174" y="39"/>
                        </a:cubicBezTo>
                        <a:cubicBezTo>
                          <a:pt x="174" y="39"/>
                          <a:pt x="174" y="39"/>
                          <a:pt x="174" y="39"/>
                        </a:cubicBezTo>
                        <a:cubicBezTo>
                          <a:pt x="176" y="35"/>
                          <a:pt x="180" y="33"/>
                          <a:pt x="184" y="34"/>
                        </a:cubicBezTo>
                        <a:cubicBezTo>
                          <a:pt x="184" y="34"/>
                          <a:pt x="184" y="34"/>
                          <a:pt x="184" y="34"/>
                        </a:cubicBezTo>
                        <a:cubicBezTo>
                          <a:pt x="187" y="35"/>
                          <a:pt x="189" y="39"/>
                          <a:pt x="188" y="43"/>
                        </a:cubicBezTo>
                        <a:cubicBezTo>
                          <a:pt x="188" y="43"/>
                          <a:pt x="188" y="43"/>
                          <a:pt x="188" y="43"/>
                        </a:cubicBezTo>
                        <a:cubicBezTo>
                          <a:pt x="187" y="46"/>
                          <a:pt x="184" y="48"/>
                          <a:pt x="181" y="48"/>
                        </a:cubicBezTo>
                        <a:cubicBezTo>
                          <a:pt x="181" y="48"/>
                          <a:pt x="181" y="48"/>
                          <a:pt x="181" y="48"/>
                        </a:cubicBezTo>
                        <a:cubicBezTo>
                          <a:pt x="181" y="48"/>
                          <a:pt x="180" y="48"/>
                          <a:pt x="179" y="48"/>
                        </a:cubicBezTo>
                        <a:close/>
                        <a:moveTo>
                          <a:pt x="137" y="36"/>
                        </a:moveTo>
                        <a:cubicBezTo>
                          <a:pt x="133" y="35"/>
                          <a:pt x="130" y="31"/>
                          <a:pt x="132" y="27"/>
                        </a:cubicBezTo>
                        <a:cubicBezTo>
                          <a:pt x="132" y="27"/>
                          <a:pt x="132" y="27"/>
                          <a:pt x="132" y="27"/>
                        </a:cubicBezTo>
                        <a:cubicBezTo>
                          <a:pt x="133" y="23"/>
                          <a:pt x="136" y="20"/>
                          <a:pt x="140" y="21"/>
                        </a:cubicBezTo>
                        <a:cubicBezTo>
                          <a:pt x="140" y="21"/>
                          <a:pt x="140" y="21"/>
                          <a:pt x="140" y="21"/>
                        </a:cubicBezTo>
                        <a:cubicBezTo>
                          <a:pt x="144" y="22"/>
                          <a:pt x="147" y="26"/>
                          <a:pt x="146" y="30"/>
                        </a:cubicBezTo>
                        <a:cubicBezTo>
                          <a:pt x="146" y="30"/>
                          <a:pt x="146" y="30"/>
                          <a:pt x="146" y="30"/>
                        </a:cubicBezTo>
                        <a:cubicBezTo>
                          <a:pt x="145" y="34"/>
                          <a:pt x="142" y="36"/>
                          <a:pt x="139" y="36"/>
                        </a:cubicBezTo>
                        <a:cubicBezTo>
                          <a:pt x="139" y="36"/>
                          <a:pt x="139" y="36"/>
                          <a:pt x="139" y="36"/>
                        </a:cubicBezTo>
                        <a:cubicBezTo>
                          <a:pt x="138" y="36"/>
                          <a:pt x="137" y="36"/>
                          <a:pt x="137" y="36"/>
                        </a:cubicBezTo>
                        <a:close/>
                        <a:moveTo>
                          <a:pt x="94" y="26"/>
                        </a:moveTo>
                        <a:cubicBezTo>
                          <a:pt x="90" y="25"/>
                          <a:pt x="87" y="21"/>
                          <a:pt x="88" y="18"/>
                        </a:cubicBezTo>
                        <a:cubicBezTo>
                          <a:pt x="88" y="18"/>
                          <a:pt x="88" y="18"/>
                          <a:pt x="88" y="18"/>
                        </a:cubicBezTo>
                        <a:cubicBezTo>
                          <a:pt x="89" y="14"/>
                          <a:pt x="93" y="11"/>
                          <a:pt x="97" y="12"/>
                        </a:cubicBezTo>
                        <a:cubicBezTo>
                          <a:pt x="97" y="12"/>
                          <a:pt x="97" y="12"/>
                          <a:pt x="97" y="12"/>
                        </a:cubicBezTo>
                        <a:cubicBezTo>
                          <a:pt x="101" y="12"/>
                          <a:pt x="103" y="16"/>
                          <a:pt x="102" y="20"/>
                        </a:cubicBezTo>
                        <a:cubicBezTo>
                          <a:pt x="102" y="20"/>
                          <a:pt x="102" y="20"/>
                          <a:pt x="102" y="20"/>
                        </a:cubicBezTo>
                        <a:cubicBezTo>
                          <a:pt x="102" y="24"/>
                          <a:pt x="99" y="26"/>
                          <a:pt x="95" y="26"/>
                        </a:cubicBezTo>
                        <a:cubicBezTo>
                          <a:pt x="95" y="26"/>
                          <a:pt x="95" y="26"/>
                          <a:pt x="95" y="26"/>
                        </a:cubicBezTo>
                        <a:cubicBezTo>
                          <a:pt x="95" y="26"/>
                          <a:pt x="94" y="26"/>
                          <a:pt x="94" y="26"/>
                        </a:cubicBezTo>
                        <a:close/>
                        <a:moveTo>
                          <a:pt x="50" y="19"/>
                        </a:moveTo>
                        <a:cubicBezTo>
                          <a:pt x="50" y="19"/>
                          <a:pt x="50" y="19"/>
                          <a:pt x="50" y="19"/>
                        </a:cubicBezTo>
                        <a:cubicBezTo>
                          <a:pt x="50" y="19"/>
                          <a:pt x="50" y="19"/>
                          <a:pt x="50" y="19"/>
                        </a:cubicBezTo>
                        <a:cubicBezTo>
                          <a:pt x="46" y="19"/>
                          <a:pt x="44" y="15"/>
                          <a:pt x="44" y="11"/>
                        </a:cubicBezTo>
                        <a:cubicBezTo>
                          <a:pt x="44" y="11"/>
                          <a:pt x="44" y="11"/>
                          <a:pt x="44" y="11"/>
                        </a:cubicBezTo>
                        <a:cubicBezTo>
                          <a:pt x="45" y="7"/>
                          <a:pt x="48" y="4"/>
                          <a:pt x="52" y="5"/>
                        </a:cubicBezTo>
                        <a:cubicBezTo>
                          <a:pt x="52" y="5"/>
                          <a:pt x="52" y="5"/>
                          <a:pt x="52" y="5"/>
                        </a:cubicBezTo>
                        <a:cubicBezTo>
                          <a:pt x="56" y="5"/>
                          <a:pt x="59" y="9"/>
                          <a:pt x="59" y="13"/>
                        </a:cubicBezTo>
                        <a:cubicBezTo>
                          <a:pt x="59" y="13"/>
                          <a:pt x="59" y="13"/>
                          <a:pt x="59" y="13"/>
                        </a:cubicBezTo>
                        <a:cubicBezTo>
                          <a:pt x="58" y="17"/>
                          <a:pt x="55" y="19"/>
                          <a:pt x="51" y="19"/>
                        </a:cubicBezTo>
                        <a:cubicBezTo>
                          <a:pt x="51" y="19"/>
                          <a:pt x="51" y="19"/>
                          <a:pt x="51" y="19"/>
                        </a:cubicBezTo>
                        <a:cubicBezTo>
                          <a:pt x="51" y="19"/>
                          <a:pt x="51" y="19"/>
                          <a:pt x="50" y="19"/>
                        </a:cubicBezTo>
                        <a:close/>
                        <a:moveTo>
                          <a:pt x="7" y="15"/>
                        </a:moveTo>
                        <a:cubicBezTo>
                          <a:pt x="7" y="15"/>
                          <a:pt x="7" y="15"/>
                          <a:pt x="7" y="15"/>
                        </a:cubicBezTo>
                        <a:cubicBezTo>
                          <a:pt x="7" y="15"/>
                          <a:pt x="7" y="15"/>
                          <a:pt x="7" y="15"/>
                        </a:cubicBezTo>
                        <a:cubicBezTo>
                          <a:pt x="3" y="15"/>
                          <a:pt x="0" y="12"/>
                          <a:pt x="0" y="7"/>
                        </a:cubicBezTo>
                        <a:cubicBezTo>
                          <a:pt x="0" y="7"/>
                          <a:pt x="0" y="7"/>
                          <a:pt x="0" y="7"/>
                        </a:cubicBezTo>
                        <a:cubicBezTo>
                          <a:pt x="0" y="3"/>
                          <a:pt x="4" y="0"/>
                          <a:pt x="8" y="1"/>
                        </a:cubicBezTo>
                        <a:cubicBezTo>
                          <a:pt x="8" y="1"/>
                          <a:pt x="8" y="1"/>
                          <a:pt x="8" y="1"/>
                        </a:cubicBezTo>
                        <a:cubicBezTo>
                          <a:pt x="12" y="1"/>
                          <a:pt x="15" y="4"/>
                          <a:pt x="14" y="8"/>
                        </a:cubicBezTo>
                        <a:cubicBezTo>
                          <a:pt x="14" y="8"/>
                          <a:pt x="14" y="8"/>
                          <a:pt x="14" y="8"/>
                        </a:cubicBezTo>
                        <a:cubicBezTo>
                          <a:pt x="14" y="12"/>
                          <a:pt x="11" y="15"/>
                          <a:pt x="7" y="15"/>
                        </a:cubicBezTo>
                        <a:cubicBezTo>
                          <a:pt x="7" y="15"/>
                          <a:pt x="7" y="15"/>
                          <a:pt x="7" y="15"/>
                        </a:cubicBezTo>
                        <a:cubicBezTo>
                          <a:pt x="7" y="15"/>
                          <a:pt x="7" y="15"/>
                          <a:pt x="7" y="15"/>
                        </a:cubicBezTo>
                        <a:close/>
                      </a:path>
                    </a:pathLst>
                  </a:custGeom>
                  <a:solidFill>
                    <a:srgbClr val="00B4D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s-CL"/>
                  </a:p>
                </p:txBody>
              </p:sp>
              <p:sp>
                <p:nvSpPr>
                  <p:cNvPr id="89" name="Freeform 97">
                    <a:extLst>
                      <a:ext uri="{FF2B5EF4-FFF2-40B4-BE49-F238E27FC236}">
                        <a16:creationId xmlns:a16="http://schemas.microsoft.com/office/drawing/2014/main" id="{A993C0FF-90A1-4CEE-B9AF-9DAA3063F7C1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78531" y="1769658"/>
                    <a:ext cx="1365852" cy="822837"/>
                  </a:xfrm>
                  <a:custGeom>
                    <a:avLst/>
                    <a:gdLst>
                      <a:gd name="T0" fmla="*/ 2 w 566"/>
                      <a:gd name="T1" fmla="*/ 330 h 341"/>
                      <a:gd name="T2" fmla="*/ 15 w 566"/>
                      <a:gd name="T3" fmla="*/ 337 h 341"/>
                      <a:gd name="T4" fmla="*/ 8 w 566"/>
                      <a:gd name="T5" fmla="*/ 341 h 341"/>
                      <a:gd name="T6" fmla="*/ 27 w 566"/>
                      <a:gd name="T7" fmla="*/ 292 h 341"/>
                      <a:gd name="T8" fmla="*/ 37 w 566"/>
                      <a:gd name="T9" fmla="*/ 291 h 341"/>
                      <a:gd name="T10" fmla="*/ 33 w 566"/>
                      <a:gd name="T11" fmla="*/ 304 h 341"/>
                      <a:gd name="T12" fmla="*/ 55 w 566"/>
                      <a:gd name="T13" fmla="*/ 267 h 341"/>
                      <a:gd name="T14" fmla="*/ 64 w 566"/>
                      <a:gd name="T15" fmla="*/ 256 h 341"/>
                      <a:gd name="T16" fmla="*/ 65 w 566"/>
                      <a:gd name="T17" fmla="*/ 266 h 341"/>
                      <a:gd name="T18" fmla="*/ 55 w 566"/>
                      <a:gd name="T19" fmla="*/ 267 h 341"/>
                      <a:gd name="T20" fmla="*/ 83 w 566"/>
                      <a:gd name="T21" fmla="*/ 223 h 341"/>
                      <a:gd name="T22" fmla="*/ 94 w 566"/>
                      <a:gd name="T23" fmla="*/ 233 h 341"/>
                      <a:gd name="T24" fmla="*/ 89 w 566"/>
                      <a:gd name="T25" fmla="*/ 235 h 341"/>
                      <a:gd name="T26" fmla="*/ 115 w 566"/>
                      <a:gd name="T27" fmla="*/ 191 h 341"/>
                      <a:gd name="T28" fmla="*/ 125 w 566"/>
                      <a:gd name="T29" fmla="*/ 192 h 341"/>
                      <a:gd name="T30" fmla="*/ 120 w 566"/>
                      <a:gd name="T31" fmla="*/ 204 h 341"/>
                      <a:gd name="T32" fmla="*/ 148 w 566"/>
                      <a:gd name="T33" fmla="*/ 172 h 341"/>
                      <a:gd name="T34" fmla="*/ 159 w 566"/>
                      <a:gd name="T35" fmla="*/ 163 h 341"/>
                      <a:gd name="T36" fmla="*/ 158 w 566"/>
                      <a:gd name="T37" fmla="*/ 173 h 341"/>
                      <a:gd name="T38" fmla="*/ 148 w 566"/>
                      <a:gd name="T39" fmla="*/ 172 h 341"/>
                      <a:gd name="T40" fmla="*/ 184 w 566"/>
                      <a:gd name="T41" fmla="*/ 134 h 341"/>
                      <a:gd name="T42" fmla="*/ 192 w 566"/>
                      <a:gd name="T43" fmla="*/ 146 h 341"/>
                      <a:gd name="T44" fmla="*/ 192 w 566"/>
                      <a:gd name="T45" fmla="*/ 146 h 341"/>
                      <a:gd name="T46" fmla="*/ 182 w 566"/>
                      <a:gd name="T47" fmla="*/ 144 h 341"/>
                      <a:gd name="T48" fmla="*/ 221 w 566"/>
                      <a:gd name="T49" fmla="*/ 109 h 341"/>
                      <a:gd name="T50" fmla="*/ 229 w 566"/>
                      <a:gd name="T51" fmla="*/ 121 h 341"/>
                      <a:gd name="T52" fmla="*/ 229 w 566"/>
                      <a:gd name="T53" fmla="*/ 121 h 341"/>
                      <a:gd name="T54" fmla="*/ 219 w 566"/>
                      <a:gd name="T55" fmla="*/ 119 h 341"/>
                      <a:gd name="T56" fmla="*/ 260 w 566"/>
                      <a:gd name="T57" fmla="*/ 86 h 341"/>
                      <a:gd name="T58" fmla="*/ 267 w 566"/>
                      <a:gd name="T59" fmla="*/ 99 h 341"/>
                      <a:gd name="T60" fmla="*/ 267 w 566"/>
                      <a:gd name="T61" fmla="*/ 99 h 341"/>
                      <a:gd name="T62" fmla="*/ 257 w 566"/>
                      <a:gd name="T63" fmla="*/ 96 h 341"/>
                      <a:gd name="T64" fmla="*/ 300 w 566"/>
                      <a:gd name="T65" fmla="*/ 66 h 341"/>
                      <a:gd name="T66" fmla="*/ 306 w 566"/>
                      <a:gd name="T67" fmla="*/ 79 h 341"/>
                      <a:gd name="T68" fmla="*/ 303 w 566"/>
                      <a:gd name="T69" fmla="*/ 80 h 341"/>
                      <a:gd name="T70" fmla="*/ 341 w 566"/>
                      <a:gd name="T71" fmla="*/ 48 h 341"/>
                      <a:gd name="T72" fmla="*/ 350 w 566"/>
                      <a:gd name="T73" fmla="*/ 53 h 341"/>
                      <a:gd name="T74" fmla="*/ 346 w 566"/>
                      <a:gd name="T75" fmla="*/ 62 h 341"/>
                      <a:gd name="T76" fmla="*/ 343 w 566"/>
                      <a:gd name="T77" fmla="*/ 63 h 341"/>
                      <a:gd name="T78" fmla="*/ 383 w 566"/>
                      <a:gd name="T79" fmla="*/ 33 h 341"/>
                      <a:gd name="T80" fmla="*/ 392 w 566"/>
                      <a:gd name="T81" fmla="*/ 38 h 341"/>
                      <a:gd name="T82" fmla="*/ 387 w 566"/>
                      <a:gd name="T83" fmla="*/ 47 h 341"/>
                      <a:gd name="T84" fmla="*/ 385 w 566"/>
                      <a:gd name="T85" fmla="*/ 48 h 341"/>
                      <a:gd name="T86" fmla="*/ 426 w 566"/>
                      <a:gd name="T87" fmla="*/ 21 h 341"/>
                      <a:gd name="T88" fmla="*/ 435 w 566"/>
                      <a:gd name="T89" fmla="*/ 26 h 341"/>
                      <a:gd name="T90" fmla="*/ 428 w 566"/>
                      <a:gd name="T91" fmla="*/ 36 h 341"/>
                      <a:gd name="T92" fmla="*/ 464 w 566"/>
                      <a:gd name="T93" fmla="*/ 20 h 341"/>
                      <a:gd name="T94" fmla="*/ 478 w 566"/>
                      <a:gd name="T95" fmla="*/ 17 h 341"/>
                      <a:gd name="T96" fmla="*/ 472 w 566"/>
                      <a:gd name="T97" fmla="*/ 26 h 341"/>
                      <a:gd name="T98" fmla="*/ 471 w 566"/>
                      <a:gd name="T99" fmla="*/ 26 h 341"/>
                      <a:gd name="T100" fmla="*/ 507 w 566"/>
                      <a:gd name="T101" fmla="*/ 13 h 341"/>
                      <a:gd name="T102" fmla="*/ 522 w 566"/>
                      <a:gd name="T103" fmla="*/ 11 h 341"/>
                      <a:gd name="T104" fmla="*/ 516 w 566"/>
                      <a:gd name="T105" fmla="*/ 19 h 341"/>
                      <a:gd name="T106" fmla="*/ 507 w 566"/>
                      <a:gd name="T107" fmla="*/ 13 h 341"/>
                      <a:gd name="T108" fmla="*/ 558 w 566"/>
                      <a:gd name="T109" fmla="*/ 1 h 341"/>
                      <a:gd name="T110" fmla="*/ 559 w 566"/>
                      <a:gd name="T111" fmla="*/ 15 h 341"/>
                      <a:gd name="T112" fmla="*/ 559 w 566"/>
                      <a:gd name="T113" fmla="*/ 15 h 341"/>
                      <a:gd name="T114" fmla="*/ 552 w 566"/>
                      <a:gd name="T115" fmla="*/ 8 h 34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</a:cxnLst>
                    <a:rect l="0" t="0" r="r" b="b"/>
                    <a:pathLst>
                      <a:path w="566" h="341">
                        <a:moveTo>
                          <a:pt x="5" y="340"/>
                        </a:moveTo>
                        <a:cubicBezTo>
                          <a:pt x="1" y="338"/>
                          <a:pt x="0" y="333"/>
                          <a:pt x="2" y="330"/>
                        </a:cubicBezTo>
                        <a:cubicBezTo>
                          <a:pt x="2" y="330"/>
                          <a:pt x="2" y="330"/>
                          <a:pt x="2" y="330"/>
                        </a:cubicBezTo>
                        <a:cubicBezTo>
                          <a:pt x="4" y="326"/>
                          <a:pt x="9" y="325"/>
                          <a:pt x="12" y="327"/>
                        </a:cubicBezTo>
                        <a:cubicBezTo>
                          <a:pt x="12" y="327"/>
                          <a:pt x="12" y="327"/>
                          <a:pt x="12" y="327"/>
                        </a:cubicBezTo>
                        <a:cubicBezTo>
                          <a:pt x="16" y="330"/>
                          <a:pt x="17" y="334"/>
                          <a:pt x="15" y="337"/>
                        </a:cubicBezTo>
                        <a:cubicBezTo>
                          <a:pt x="15" y="337"/>
                          <a:pt x="15" y="337"/>
                          <a:pt x="15" y="337"/>
                        </a:cubicBezTo>
                        <a:cubicBezTo>
                          <a:pt x="13" y="340"/>
                          <a:pt x="11" y="341"/>
                          <a:pt x="8" y="341"/>
                        </a:cubicBezTo>
                        <a:cubicBezTo>
                          <a:pt x="8" y="341"/>
                          <a:pt x="8" y="341"/>
                          <a:pt x="8" y="341"/>
                        </a:cubicBezTo>
                        <a:cubicBezTo>
                          <a:pt x="7" y="341"/>
                          <a:pt x="6" y="341"/>
                          <a:pt x="5" y="340"/>
                        </a:cubicBezTo>
                        <a:close/>
                        <a:moveTo>
                          <a:pt x="29" y="303"/>
                        </a:moveTo>
                        <a:cubicBezTo>
                          <a:pt x="25" y="300"/>
                          <a:pt x="25" y="296"/>
                          <a:pt x="27" y="292"/>
                        </a:cubicBezTo>
                        <a:cubicBezTo>
                          <a:pt x="27" y="292"/>
                          <a:pt x="27" y="292"/>
                          <a:pt x="27" y="292"/>
                        </a:cubicBezTo>
                        <a:cubicBezTo>
                          <a:pt x="29" y="289"/>
                          <a:pt x="34" y="288"/>
                          <a:pt x="37" y="291"/>
                        </a:cubicBezTo>
                        <a:cubicBezTo>
                          <a:pt x="37" y="291"/>
                          <a:pt x="37" y="291"/>
                          <a:pt x="37" y="291"/>
                        </a:cubicBezTo>
                        <a:cubicBezTo>
                          <a:pt x="40" y="293"/>
                          <a:pt x="41" y="298"/>
                          <a:pt x="39" y="301"/>
                        </a:cubicBezTo>
                        <a:cubicBezTo>
                          <a:pt x="39" y="301"/>
                          <a:pt x="39" y="301"/>
                          <a:pt x="39" y="301"/>
                        </a:cubicBezTo>
                        <a:cubicBezTo>
                          <a:pt x="37" y="303"/>
                          <a:pt x="35" y="304"/>
                          <a:pt x="33" y="304"/>
                        </a:cubicBezTo>
                        <a:cubicBezTo>
                          <a:pt x="33" y="304"/>
                          <a:pt x="33" y="304"/>
                          <a:pt x="33" y="304"/>
                        </a:cubicBezTo>
                        <a:cubicBezTo>
                          <a:pt x="31" y="304"/>
                          <a:pt x="30" y="304"/>
                          <a:pt x="29" y="303"/>
                        </a:cubicBezTo>
                        <a:close/>
                        <a:moveTo>
                          <a:pt x="55" y="267"/>
                        </a:moveTo>
                        <a:cubicBezTo>
                          <a:pt x="52" y="265"/>
                          <a:pt x="52" y="260"/>
                          <a:pt x="54" y="257"/>
                        </a:cubicBezTo>
                        <a:cubicBezTo>
                          <a:pt x="54" y="257"/>
                          <a:pt x="54" y="257"/>
                          <a:pt x="54" y="257"/>
                        </a:cubicBezTo>
                        <a:cubicBezTo>
                          <a:pt x="57" y="254"/>
                          <a:pt x="61" y="253"/>
                          <a:pt x="64" y="256"/>
                        </a:cubicBezTo>
                        <a:cubicBezTo>
                          <a:pt x="64" y="256"/>
                          <a:pt x="64" y="256"/>
                          <a:pt x="64" y="256"/>
                        </a:cubicBezTo>
                        <a:cubicBezTo>
                          <a:pt x="67" y="258"/>
                          <a:pt x="68" y="263"/>
                          <a:pt x="65" y="266"/>
                        </a:cubicBezTo>
                        <a:cubicBezTo>
                          <a:pt x="65" y="266"/>
                          <a:pt x="65" y="266"/>
                          <a:pt x="65" y="266"/>
                        </a:cubicBezTo>
                        <a:cubicBezTo>
                          <a:pt x="64" y="268"/>
                          <a:pt x="62" y="269"/>
                          <a:pt x="60" y="269"/>
                        </a:cubicBezTo>
                        <a:cubicBezTo>
                          <a:pt x="60" y="269"/>
                          <a:pt x="60" y="269"/>
                          <a:pt x="60" y="269"/>
                        </a:cubicBezTo>
                        <a:cubicBezTo>
                          <a:pt x="58" y="269"/>
                          <a:pt x="56" y="268"/>
                          <a:pt x="55" y="267"/>
                        </a:cubicBezTo>
                        <a:close/>
                        <a:moveTo>
                          <a:pt x="84" y="233"/>
                        </a:moveTo>
                        <a:cubicBezTo>
                          <a:pt x="81" y="231"/>
                          <a:pt x="81" y="226"/>
                          <a:pt x="83" y="223"/>
                        </a:cubicBezTo>
                        <a:cubicBezTo>
                          <a:pt x="83" y="223"/>
                          <a:pt x="83" y="223"/>
                          <a:pt x="83" y="223"/>
                        </a:cubicBezTo>
                        <a:cubicBezTo>
                          <a:pt x="86" y="220"/>
                          <a:pt x="91" y="220"/>
                          <a:pt x="94" y="223"/>
                        </a:cubicBezTo>
                        <a:cubicBezTo>
                          <a:pt x="94" y="223"/>
                          <a:pt x="94" y="223"/>
                          <a:pt x="94" y="223"/>
                        </a:cubicBezTo>
                        <a:cubicBezTo>
                          <a:pt x="97" y="225"/>
                          <a:pt x="97" y="230"/>
                          <a:pt x="94" y="233"/>
                        </a:cubicBezTo>
                        <a:cubicBezTo>
                          <a:pt x="94" y="233"/>
                          <a:pt x="94" y="233"/>
                          <a:pt x="94" y="233"/>
                        </a:cubicBezTo>
                        <a:cubicBezTo>
                          <a:pt x="93" y="235"/>
                          <a:pt x="91" y="235"/>
                          <a:pt x="89" y="235"/>
                        </a:cubicBezTo>
                        <a:cubicBezTo>
                          <a:pt x="89" y="235"/>
                          <a:pt x="89" y="235"/>
                          <a:pt x="89" y="235"/>
                        </a:cubicBezTo>
                        <a:cubicBezTo>
                          <a:pt x="87" y="235"/>
                          <a:pt x="85" y="235"/>
                          <a:pt x="84" y="233"/>
                        </a:cubicBezTo>
                        <a:close/>
                        <a:moveTo>
                          <a:pt x="115" y="202"/>
                        </a:moveTo>
                        <a:cubicBezTo>
                          <a:pt x="112" y="199"/>
                          <a:pt x="112" y="194"/>
                          <a:pt x="115" y="191"/>
                        </a:cubicBezTo>
                        <a:cubicBezTo>
                          <a:pt x="115" y="191"/>
                          <a:pt x="115" y="191"/>
                          <a:pt x="115" y="191"/>
                        </a:cubicBezTo>
                        <a:cubicBezTo>
                          <a:pt x="118" y="189"/>
                          <a:pt x="123" y="189"/>
                          <a:pt x="125" y="192"/>
                        </a:cubicBezTo>
                        <a:cubicBezTo>
                          <a:pt x="125" y="192"/>
                          <a:pt x="125" y="192"/>
                          <a:pt x="125" y="192"/>
                        </a:cubicBezTo>
                        <a:cubicBezTo>
                          <a:pt x="128" y="195"/>
                          <a:pt x="128" y="199"/>
                          <a:pt x="125" y="202"/>
                        </a:cubicBezTo>
                        <a:cubicBezTo>
                          <a:pt x="125" y="202"/>
                          <a:pt x="125" y="202"/>
                          <a:pt x="125" y="202"/>
                        </a:cubicBezTo>
                        <a:cubicBezTo>
                          <a:pt x="124" y="203"/>
                          <a:pt x="122" y="204"/>
                          <a:pt x="120" y="204"/>
                        </a:cubicBezTo>
                        <a:cubicBezTo>
                          <a:pt x="120" y="204"/>
                          <a:pt x="120" y="204"/>
                          <a:pt x="120" y="204"/>
                        </a:cubicBezTo>
                        <a:cubicBezTo>
                          <a:pt x="118" y="204"/>
                          <a:pt x="116" y="203"/>
                          <a:pt x="115" y="202"/>
                        </a:cubicBezTo>
                        <a:close/>
                        <a:moveTo>
                          <a:pt x="148" y="172"/>
                        </a:moveTo>
                        <a:cubicBezTo>
                          <a:pt x="145" y="169"/>
                          <a:pt x="145" y="164"/>
                          <a:pt x="149" y="162"/>
                        </a:cubicBezTo>
                        <a:cubicBezTo>
                          <a:pt x="149" y="162"/>
                          <a:pt x="149" y="162"/>
                          <a:pt x="149" y="162"/>
                        </a:cubicBezTo>
                        <a:cubicBezTo>
                          <a:pt x="152" y="159"/>
                          <a:pt x="156" y="160"/>
                          <a:pt x="159" y="163"/>
                        </a:cubicBezTo>
                        <a:cubicBezTo>
                          <a:pt x="159" y="163"/>
                          <a:pt x="159" y="163"/>
                          <a:pt x="159" y="163"/>
                        </a:cubicBezTo>
                        <a:cubicBezTo>
                          <a:pt x="161" y="166"/>
                          <a:pt x="161" y="170"/>
                          <a:pt x="158" y="173"/>
                        </a:cubicBezTo>
                        <a:cubicBezTo>
                          <a:pt x="158" y="173"/>
                          <a:pt x="158" y="173"/>
                          <a:pt x="158" y="173"/>
                        </a:cubicBezTo>
                        <a:cubicBezTo>
                          <a:pt x="157" y="174"/>
                          <a:pt x="155" y="175"/>
                          <a:pt x="153" y="175"/>
                        </a:cubicBezTo>
                        <a:cubicBezTo>
                          <a:pt x="153" y="175"/>
                          <a:pt x="153" y="175"/>
                          <a:pt x="153" y="175"/>
                        </a:cubicBezTo>
                        <a:cubicBezTo>
                          <a:pt x="151" y="175"/>
                          <a:pt x="149" y="174"/>
                          <a:pt x="148" y="172"/>
                        </a:cubicBezTo>
                        <a:close/>
                        <a:moveTo>
                          <a:pt x="182" y="144"/>
                        </a:moveTo>
                        <a:cubicBezTo>
                          <a:pt x="180" y="141"/>
                          <a:pt x="181" y="137"/>
                          <a:pt x="184" y="134"/>
                        </a:cubicBezTo>
                        <a:cubicBezTo>
                          <a:pt x="184" y="134"/>
                          <a:pt x="184" y="134"/>
                          <a:pt x="184" y="134"/>
                        </a:cubicBezTo>
                        <a:cubicBezTo>
                          <a:pt x="187" y="132"/>
                          <a:pt x="192" y="132"/>
                          <a:pt x="194" y="136"/>
                        </a:cubicBezTo>
                        <a:cubicBezTo>
                          <a:pt x="194" y="136"/>
                          <a:pt x="194" y="136"/>
                          <a:pt x="194" y="136"/>
                        </a:cubicBezTo>
                        <a:cubicBezTo>
                          <a:pt x="196" y="139"/>
                          <a:pt x="196" y="144"/>
                          <a:pt x="192" y="146"/>
                        </a:cubicBezTo>
                        <a:cubicBezTo>
                          <a:pt x="192" y="146"/>
                          <a:pt x="192" y="146"/>
                          <a:pt x="192" y="146"/>
                        </a:cubicBezTo>
                        <a:cubicBezTo>
                          <a:pt x="192" y="146"/>
                          <a:pt x="192" y="146"/>
                          <a:pt x="192" y="146"/>
                        </a:cubicBezTo>
                        <a:cubicBezTo>
                          <a:pt x="192" y="146"/>
                          <a:pt x="192" y="146"/>
                          <a:pt x="192" y="146"/>
                        </a:cubicBezTo>
                        <a:cubicBezTo>
                          <a:pt x="191" y="147"/>
                          <a:pt x="190" y="147"/>
                          <a:pt x="188" y="147"/>
                        </a:cubicBezTo>
                        <a:cubicBezTo>
                          <a:pt x="188" y="147"/>
                          <a:pt x="188" y="147"/>
                          <a:pt x="188" y="147"/>
                        </a:cubicBezTo>
                        <a:cubicBezTo>
                          <a:pt x="186" y="147"/>
                          <a:pt x="184" y="146"/>
                          <a:pt x="182" y="144"/>
                        </a:cubicBezTo>
                        <a:close/>
                        <a:moveTo>
                          <a:pt x="219" y="119"/>
                        </a:moveTo>
                        <a:cubicBezTo>
                          <a:pt x="217" y="116"/>
                          <a:pt x="218" y="111"/>
                          <a:pt x="221" y="109"/>
                        </a:cubicBezTo>
                        <a:cubicBezTo>
                          <a:pt x="221" y="109"/>
                          <a:pt x="221" y="109"/>
                          <a:pt x="221" y="109"/>
                        </a:cubicBezTo>
                        <a:cubicBezTo>
                          <a:pt x="224" y="107"/>
                          <a:pt x="229" y="108"/>
                          <a:pt x="231" y="111"/>
                        </a:cubicBezTo>
                        <a:cubicBezTo>
                          <a:pt x="231" y="111"/>
                          <a:pt x="231" y="111"/>
                          <a:pt x="231" y="111"/>
                        </a:cubicBezTo>
                        <a:cubicBezTo>
                          <a:pt x="233" y="115"/>
                          <a:pt x="232" y="119"/>
                          <a:pt x="229" y="121"/>
                        </a:cubicBezTo>
                        <a:cubicBezTo>
                          <a:pt x="229" y="121"/>
                          <a:pt x="229" y="121"/>
                          <a:pt x="229" y="121"/>
                        </a:cubicBezTo>
                        <a:cubicBezTo>
                          <a:pt x="229" y="121"/>
                          <a:pt x="229" y="121"/>
                          <a:pt x="229" y="121"/>
                        </a:cubicBezTo>
                        <a:cubicBezTo>
                          <a:pt x="229" y="121"/>
                          <a:pt x="229" y="121"/>
                          <a:pt x="229" y="121"/>
                        </a:cubicBezTo>
                        <a:cubicBezTo>
                          <a:pt x="228" y="122"/>
                          <a:pt x="226" y="123"/>
                          <a:pt x="225" y="123"/>
                        </a:cubicBezTo>
                        <a:cubicBezTo>
                          <a:pt x="225" y="123"/>
                          <a:pt x="225" y="123"/>
                          <a:pt x="225" y="123"/>
                        </a:cubicBezTo>
                        <a:cubicBezTo>
                          <a:pt x="222" y="123"/>
                          <a:pt x="220" y="121"/>
                          <a:pt x="219" y="119"/>
                        </a:cubicBezTo>
                        <a:close/>
                        <a:moveTo>
                          <a:pt x="257" y="96"/>
                        </a:moveTo>
                        <a:cubicBezTo>
                          <a:pt x="255" y="93"/>
                          <a:pt x="256" y="88"/>
                          <a:pt x="260" y="86"/>
                        </a:cubicBezTo>
                        <a:cubicBezTo>
                          <a:pt x="260" y="86"/>
                          <a:pt x="260" y="86"/>
                          <a:pt x="260" y="86"/>
                        </a:cubicBezTo>
                        <a:cubicBezTo>
                          <a:pt x="263" y="84"/>
                          <a:pt x="268" y="86"/>
                          <a:pt x="269" y="89"/>
                        </a:cubicBezTo>
                        <a:cubicBezTo>
                          <a:pt x="269" y="89"/>
                          <a:pt x="269" y="89"/>
                          <a:pt x="269" y="89"/>
                        </a:cubicBezTo>
                        <a:cubicBezTo>
                          <a:pt x="271" y="93"/>
                          <a:pt x="270" y="97"/>
                          <a:pt x="267" y="99"/>
                        </a:cubicBezTo>
                        <a:cubicBezTo>
                          <a:pt x="267" y="99"/>
                          <a:pt x="267" y="99"/>
                          <a:pt x="267" y="99"/>
                        </a:cubicBezTo>
                        <a:cubicBezTo>
                          <a:pt x="267" y="99"/>
                          <a:pt x="267" y="99"/>
                          <a:pt x="267" y="99"/>
                        </a:cubicBezTo>
                        <a:cubicBezTo>
                          <a:pt x="267" y="99"/>
                          <a:pt x="267" y="99"/>
                          <a:pt x="267" y="99"/>
                        </a:cubicBezTo>
                        <a:cubicBezTo>
                          <a:pt x="266" y="100"/>
                          <a:pt x="264" y="100"/>
                          <a:pt x="263" y="100"/>
                        </a:cubicBezTo>
                        <a:cubicBezTo>
                          <a:pt x="263" y="100"/>
                          <a:pt x="263" y="100"/>
                          <a:pt x="263" y="100"/>
                        </a:cubicBezTo>
                        <a:cubicBezTo>
                          <a:pt x="261" y="100"/>
                          <a:pt x="258" y="99"/>
                          <a:pt x="257" y="96"/>
                        </a:cubicBezTo>
                        <a:close/>
                        <a:moveTo>
                          <a:pt x="296" y="76"/>
                        </a:moveTo>
                        <a:cubicBezTo>
                          <a:pt x="294" y="72"/>
                          <a:pt x="296" y="68"/>
                          <a:pt x="300" y="66"/>
                        </a:cubicBezTo>
                        <a:cubicBezTo>
                          <a:pt x="300" y="66"/>
                          <a:pt x="300" y="66"/>
                          <a:pt x="300" y="66"/>
                        </a:cubicBezTo>
                        <a:cubicBezTo>
                          <a:pt x="303" y="64"/>
                          <a:pt x="307" y="66"/>
                          <a:pt x="309" y="70"/>
                        </a:cubicBezTo>
                        <a:cubicBezTo>
                          <a:pt x="309" y="70"/>
                          <a:pt x="309" y="70"/>
                          <a:pt x="309" y="70"/>
                        </a:cubicBezTo>
                        <a:cubicBezTo>
                          <a:pt x="311" y="73"/>
                          <a:pt x="309" y="78"/>
                          <a:pt x="306" y="79"/>
                        </a:cubicBezTo>
                        <a:cubicBezTo>
                          <a:pt x="306" y="79"/>
                          <a:pt x="306" y="79"/>
                          <a:pt x="306" y="79"/>
                        </a:cubicBezTo>
                        <a:cubicBezTo>
                          <a:pt x="305" y="80"/>
                          <a:pt x="304" y="80"/>
                          <a:pt x="303" y="80"/>
                        </a:cubicBezTo>
                        <a:cubicBezTo>
                          <a:pt x="303" y="80"/>
                          <a:pt x="303" y="80"/>
                          <a:pt x="303" y="80"/>
                        </a:cubicBezTo>
                        <a:cubicBezTo>
                          <a:pt x="300" y="80"/>
                          <a:pt x="297" y="78"/>
                          <a:pt x="296" y="76"/>
                        </a:cubicBezTo>
                        <a:close/>
                        <a:moveTo>
                          <a:pt x="337" y="58"/>
                        </a:moveTo>
                        <a:cubicBezTo>
                          <a:pt x="335" y="54"/>
                          <a:pt x="337" y="50"/>
                          <a:pt x="341" y="48"/>
                        </a:cubicBezTo>
                        <a:cubicBezTo>
                          <a:pt x="341" y="48"/>
                          <a:pt x="341" y="48"/>
                          <a:pt x="341" y="48"/>
                        </a:cubicBezTo>
                        <a:cubicBezTo>
                          <a:pt x="344" y="47"/>
                          <a:pt x="349" y="49"/>
                          <a:pt x="350" y="53"/>
                        </a:cubicBezTo>
                        <a:cubicBezTo>
                          <a:pt x="350" y="53"/>
                          <a:pt x="350" y="53"/>
                          <a:pt x="350" y="53"/>
                        </a:cubicBezTo>
                        <a:cubicBezTo>
                          <a:pt x="352" y="56"/>
                          <a:pt x="350" y="61"/>
                          <a:pt x="346" y="62"/>
                        </a:cubicBezTo>
                        <a:cubicBezTo>
                          <a:pt x="346" y="62"/>
                          <a:pt x="346" y="62"/>
                          <a:pt x="346" y="62"/>
                        </a:cubicBezTo>
                        <a:cubicBezTo>
                          <a:pt x="346" y="62"/>
                          <a:pt x="346" y="62"/>
                          <a:pt x="346" y="62"/>
                        </a:cubicBezTo>
                        <a:cubicBezTo>
                          <a:pt x="346" y="62"/>
                          <a:pt x="346" y="62"/>
                          <a:pt x="346" y="62"/>
                        </a:cubicBezTo>
                        <a:cubicBezTo>
                          <a:pt x="345" y="62"/>
                          <a:pt x="344" y="63"/>
                          <a:pt x="343" y="63"/>
                        </a:cubicBezTo>
                        <a:cubicBezTo>
                          <a:pt x="343" y="63"/>
                          <a:pt x="343" y="63"/>
                          <a:pt x="343" y="63"/>
                        </a:cubicBezTo>
                        <a:cubicBezTo>
                          <a:pt x="340" y="63"/>
                          <a:pt x="338" y="61"/>
                          <a:pt x="337" y="58"/>
                        </a:cubicBezTo>
                        <a:close/>
                        <a:moveTo>
                          <a:pt x="378" y="43"/>
                        </a:moveTo>
                        <a:cubicBezTo>
                          <a:pt x="377" y="39"/>
                          <a:pt x="379" y="35"/>
                          <a:pt x="383" y="33"/>
                        </a:cubicBezTo>
                        <a:cubicBezTo>
                          <a:pt x="383" y="33"/>
                          <a:pt x="383" y="33"/>
                          <a:pt x="383" y="33"/>
                        </a:cubicBezTo>
                        <a:cubicBezTo>
                          <a:pt x="387" y="32"/>
                          <a:pt x="391" y="34"/>
                          <a:pt x="392" y="38"/>
                        </a:cubicBezTo>
                        <a:cubicBezTo>
                          <a:pt x="392" y="38"/>
                          <a:pt x="392" y="38"/>
                          <a:pt x="392" y="38"/>
                        </a:cubicBezTo>
                        <a:cubicBezTo>
                          <a:pt x="393" y="42"/>
                          <a:pt x="391" y="46"/>
                          <a:pt x="387" y="47"/>
                        </a:cubicBezTo>
                        <a:cubicBezTo>
                          <a:pt x="387" y="47"/>
                          <a:pt x="387" y="47"/>
                          <a:pt x="387" y="47"/>
                        </a:cubicBezTo>
                        <a:cubicBezTo>
                          <a:pt x="387" y="47"/>
                          <a:pt x="387" y="47"/>
                          <a:pt x="387" y="47"/>
                        </a:cubicBezTo>
                        <a:cubicBezTo>
                          <a:pt x="387" y="47"/>
                          <a:pt x="387" y="47"/>
                          <a:pt x="387" y="47"/>
                        </a:cubicBezTo>
                        <a:cubicBezTo>
                          <a:pt x="387" y="48"/>
                          <a:pt x="386" y="48"/>
                          <a:pt x="385" y="48"/>
                        </a:cubicBezTo>
                        <a:cubicBezTo>
                          <a:pt x="385" y="48"/>
                          <a:pt x="385" y="48"/>
                          <a:pt x="385" y="48"/>
                        </a:cubicBezTo>
                        <a:cubicBezTo>
                          <a:pt x="382" y="48"/>
                          <a:pt x="379" y="46"/>
                          <a:pt x="378" y="43"/>
                        </a:cubicBezTo>
                        <a:close/>
                        <a:moveTo>
                          <a:pt x="421" y="30"/>
                        </a:moveTo>
                        <a:cubicBezTo>
                          <a:pt x="420" y="26"/>
                          <a:pt x="422" y="22"/>
                          <a:pt x="426" y="21"/>
                        </a:cubicBezTo>
                        <a:cubicBezTo>
                          <a:pt x="426" y="21"/>
                          <a:pt x="426" y="21"/>
                          <a:pt x="426" y="21"/>
                        </a:cubicBezTo>
                        <a:cubicBezTo>
                          <a:pt x="430" y="20"/>
                          <a:pt x="434" y="23"/>
                          <a:pt x="435" y="26"/>
                        </a:cubicBezTo>
                        <a:cubicBezTo>
                          <a:pt x="435" y="26"/>
                          <a:pt x="435" y="26"/>
                          <a:pt x="435" y="26"/>
                        </a:cubicBezTo>
                        <a:cubicBezTo>
                          <a:pt x="436" y="30"/>
                          <a:pt x="433" y="34"/>
                          <a:pt x="429" y="35"/>
                        </a:cubicBezTo>
                        <a:cubicBezTo>
                          <a:pt x="429" y="35"/>
                          <a:pt x="429" y="35"/>
                          <a:pt x="429" y="35"/>
                        </a:cubicBezTo>
                        <a:cubicBezTo>
                          <a:pt x="429" y="36"/>
                          <a:pt x="428" y="36"/>
                          <a:pt x="428" y="36"/>
                        </a:cubicBezTo>
                        <a:cubicBezTo>
                          <a:pt x="428" y="36"/>
                          <a:pt x="428" y="36"/>
                          <a:pt x="428" y="36"/>
                        </a:cubicBezTo>
                        <a:cubicBezTo>
                          <a:pt x="424" y="36"/>
                          <a:pt x="421" y="33"/>
                          <a:pt x="421" y="30"/>
                        </a:cubicBezTo>
                        <a:close/>
                        <a:moveTo>
                          <a:pt x="464" y="20"/>
                        </a:moveTo>
                        <a:cubicBezTo>
                          <a:pt x="463" y="16"/>
                          <a:pt x="466" y="12"/>
                          <a:pt x="470" y="12"/>
                        </a:cubicBezTo>
                        <a:cubicBezTo>
                          <a:pt x="470" y="12"/>
                          <a:pt x="470" y="12"/>
                          <a:pt x="470" y="12"/>
                        </a:cubicBezTo>
                        <a:cubicBezTo>
                          <a:pt x="474" y="11"/>
                          <a:pt x="477" y="13"/>
                          <a:pt x="478" y="17"/>
                        </a:cubicBezTo>
                        <a:cubicBezTo>
                          <a:pt x="478" y="17"/>
                          <a:pt x="478" y="17"/>
                          <a:pt x="478" y="17"/>
                        </a:cubicBezTo>
                        <a:cubicBezTo>
                          <a:pt x="479" y="21"/>
                          <a:pt x="476" y="25"/>
                          <a:pt x="472" y="26"/>
                        </a:cubicBezTo>
                        <a:cubicBezTo>
                          <a:pt x="472" y="26"/>
                          <a:pt x="472" y="26"/>
                          <a:pt x="472" y="26"/>
                        </a:cubicBezTo>
                        <a:cubicBezTo>
                          <a:pt x="472" y="26"/>
                          <a:pt x="472" y="26"/>
                          <a:pt x="472" y="26"/>
                        </a:cubicBezTo>
                        <a:cubicBezTo>
                          <a:pt x="472" y="26"/>
                          <a:pt x="472" y="26"/>
                          <a:pt x="472" y="26"/>
                        </a:cubicBezTo>
                        <a:cubicBezTo>
                          <a:pt x="472" y="26"/>
                          <a:pt x="471" y="26"/>
                          <a:pt x="471" y="26"/>
                        </a:cubicBezTo>
                        <a:cubicBezTo>
                          <a:pt x="471" y="26"/>
                          <a:pt x="471" y="26"/>
                          <a:pt x="471" y="26"/>
                        </a:cubicBezTo>
                        <a:cubicBezTo>
                          <a:pt x="468" y="26"/>
                          <a:pt x="464" y="24"/>
                          <a:pt x="464" y="20"/>
                        </a:cubicBezTo>
                        <a:close/>
                        <a:moveTo>
                          <a:pt x="507" y="13"/>
                        </a:moveTo>
                        <a:cubicBezTo>
                          <a:pt x="507" y="9"/>
                          <a:pt x="510" y="5"/>
                          <a:pt x="514" y="5"/>
                        </a:cubicBezTo>
                        <a:cubicBezTo>
                          <a:pt x="514" y="5"/>
                          <a:pt x="514" y="5"/>
                          <a:pt x="514" y="5"/>
                        </a:cubicBezTo>
                        <a:cubicBezTo>
                          <a:pt x="518" y="4"/>
                          <a:pt x="521" y="7"/>
                          <a:pt x="522" y="11"/>
                        </a:cubicBezTo>
                        <a:cubicBezTo>
                          <a:pt x="522" y="11"/>
                          <a:pt x="522" y="11"/>
                          <a:pt x="522" y="11"/>
                        </a:cubicBezTo>
                        <a:cubicBezTo>
                          <a:pt x="522" y="15"/>
                          <a:pt x="520" y="19"/>
                          <a:pt x="516" y="19"/>
                        </a:cubicBezTo>
                        <a:cubicBezTo>
                          <a:pt x="516" y="19"/>
                          <a:pt x="516" y="19"/>
                          <a:pt x="516" y="19"/>
                        </a:cubicBezTo>
                        <a:cubicBezTo>
                          <a:pt x="515" y="19"/>
                          <a:pt x="515" y="19"/>
                          <a:pt x="515" y="19"/>
                        </a:cubicBezTo>
                        <a:cubicBezTo>
                          <a:pt x="515" y="19"/>
                          <a:pt x="515" y="19"/>
                          <a:pt x="515" y="19"/>
                        </a:cubicBezTo>
                        <a:cubicBezTo>
                          <a:pt x="511" y="19"/>
                          <a:pt x="508" y="17"/>
                          <a:pt x="507" y="13"/>
                        </a:cubicBezTo>
                        <a:close/>
                        <a:moveTo>
                          <a:pt x="552" y="8"/>
                        </a:moveTo>
                        <a:cubicBezTo>
                          <a:pt x="551" y="4"/>
                          <a:pt x="554" y="1"/>
                          <a:pt x="558" y="1"/>
                        </a:cubicBezTo>
                        <a:cubicBezTo>
                          <a:pt x="558" y="1"/>
                          <a:pt x="558" y="1"/>
                          <a:pt x="558" y="1"/>
                        </a:cubicBezTo>
                        <a:cubicBezTo>
                          <a:pt x="562" y="0"/>
                          <a:pt x="566" y="3"/>
                          <a:pt x="566" y="7"/>
                        </a:cubicBezTo>
                        <a:cubicBezTo>
                          <a:pt x="566" y="7"/>
                          <a:pt x="566" y="7"/>
                          <a:pt x="566" y="7"/>
                        </a:cubicBezTo>
                        <a:cubicBezTo>
                          <a:pt x="566" y="11"/>
                          <a:pt x="563" y="15"/>
                          <a:pt x="559" y="15"/>
                        </a:cubicBezTo>
                        <a:cubicBezTo>
                          <a:pt x="559" y="15"/>
                          <a:pt x="559" y="15"/>
                          <a:pt x="559" y="15"/>
                        </a:cubicBezTo>
                        <a:cubicBezTo>
                          <a:pt x="559" y="15"/>
                          <a:pt x="559" y="15"/>
                          <a:pt x="559" y="15"/>
                        </a:cubicBezTo>
                        <a:cubicBezTo>
                          <a:pt x="559" y="15"/>
                          <a:pt x="559" y="15"/>
                          <a:pt x="559" y="15"/>
                        </a:cubicBezTo>
                        <a:cubicBezTo>
                          <a:pt x="559" y="15"/>
                          <a:pt x="559" y="15"/>
                          <a:pt x="559" y="15"/>
                        </a:cubicBezTo>
                        <a:cubicBezTo>
                          <a:pt x="559" y="15"/>
                          <a:pt x="559" y="15"/>
                          <a:pt x="559" y="15"/>
                        </a:cubicBezTo>
                        <a:cubicBezTo>
                          <a:pt x="555" y="15"/>
                          <a:pt x="552" y="12"/>
                          <a:pt x="552" y="8"/>
                        </a:cubicBezTo>
                        <a:close/>
                      </a:path>
                    </a:pathLst>
                  </a:custGeom>
                  <a:solidFill>
                    <a:srgbClr val="00B4D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s-CL"/>
                  </a:p>
                </p:txBody>
              </p:sp>
            </p:grpSp>
            <p:sp>
              <p:nvSpPr>
                <p:cNvPr id="87" name="Freeform 100">
                  <a:extLst>
                    <a:ext uri="{FF2B5EF4-FFF2-40B4-BE49-F238E27FC236}">
                      <a16:creationId xmlns:a16="http://schemas.microsoft.com/office/drawing/2014/main" id="{D0EE88E0-9EFB-4EDE-A343-5B57C3AFFE4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21958" y="1766887"/>
                  <a:ext cx="36016" cy="36017"/>
                </a:xfrm>
                <a:custGeom>
                  <a:avLst/>
                  <a:gdLst>
                    <a:gd name="T0" fmla="*/ 0 w 15"/>
                    <a:gd name="T1" fmla="*/ 8 h 14"/>
                    <a:gd name="T2" fmla="*/ 7 w 15"/>
                    <a:gd name="T3" fmla="*/ 0 h 14"/>
                    <a:gd name="T4" fmla="*/ 7 w 15"/>
                    <a:gd name="T5" fmla="*/ 0 h 14"/>
                    <a:gd name="T6" fmla="*/ 15 w 15"/>
                    <a:gd name="T7" fmla="*/ 7 h 14"/>
                    <a:gd name="T8" fmla="*/ 15 w 15"/>
                    <a:gd name="T9" fmla="*/ 7 h 14"/>
                    <a:gd name="T10" fmla="*/ 8 w 15"/>
                    <a:gd name="T11" fmla="*/ 14 h 14"/>
                    <a:gd name="T12" fmla="*/ 8 w 15"/>
                    <a:gd name="T13" fmla="*/ 14 h 14"/>
                    <a:gd name="T14" fmla="*/ 8 w 15"/>
                    <a:gd name="T15" fmla="*/ 14 h 14"/>
                    <a:gd name="T16" fmla="*/ 8 w 15"/>
                    <a:gd name="T17" fmla="*/ 14 h 14"/>
                    <a:gd name="T18" fmla="*/ 8 w 15"/>
                    <a:gd name="T19" fmla="*/ 14 h 14"/>
                    <a:gd name="T20" fmla="*/ 8 w 15"/>
                    <a:gd name="T21" fmla="*/ 14 h 14"/>
                    <a:gd name="T22" fmla="*/ 0 w 15"/>
                    <a:gd name="T23" fmla="*/ 8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5" h="14">
                      <a:moveTo>
                        <a:pt x="0" y="8"/>
                      </a:moveTo>
                      <a:cubicBezTo>
                        <a:pt x="0" y="3"/>
                        <a:pt x="3" y="0"/>
                        <a:pt x="7" y="0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11" y="0"/>
                        <a:pt x="15" y="3"/>
                        <a:pt x="15" y="7"/>
                      </a:cubicBezTo>
                      <a:cubicBezTo>
                        <a:pt x="15" y="7"/>
                        <a:pt x="15" y="7"/>
                        <a:pt x="15" y="7"/>
                      </a:cubicBezTo>
                      <a:cubicBezTo>
                        <a:pt x="15" y="11"/>
                        <a:pt x="12" y="14"/>
                        <a:pt x="8" y="14"/>
                      </a:cubicBezTo>
                      <a:cubicBezTo>
                        <a:pt x="8" y="14"/>
                        <a:pt x="8" y="14"/>
                        <a:pt x="8" y="14"/>
                      </a:cubicBezTo>
                      <a:cubicBezTo>
                        <a:pt x="8" y="14"/>
                        <a:pt x="8" y="14"/>
                        <a:pt x="8" y="14"/>
                      </a:cubicBezTo>
                      <a:cubicBezTo>
                        <a:pt x="8" y="14"/>
                        <a:pt x="8" y="14"/>
                        <a:pt x="8" y="14"/>
                      </a:cubicBezTo>
                      <a:cubicBezTo>
                        <a:pt x="8" y="14"/>
                        <a:pt x="8" y="14"/>
                        <a:pt x="8" y="14"/>
                      </a:cubicBezTo>
                      <a:cubicBezTo>
                        <a:pt x="8" y="14"/>
                        <a:pt x="8" y="14"/>
                        <a:pt x="8" y="14"/>
                      </a:cubicBezTo>
                      <a:cubicBezTo>
                        <a:pt x="4" y="14"/>
                        <a:pt x="1" y="11"/>
                        <a:pt x="0" y="8"/>
                      </a:cubicBezTo>
                      <a:close/>
                    </a:path>
                  </a:pathLst>
                </a:custGeom>
                <a:solidFill>
                  <a:srgbClr val="00B4D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CL"/>
                </a:p>
              </p:txBody>
            </p:sp>
          </p:grpSp>
          <p:sp>
            <p:nvSpPr>
              <p:cNvPr id="85" name="Freeform 103">
                <a:extLst>
                  <a:ext uri="{FF2B5EF4-FFF2-40B4-BE49-F238E27FC236}">
                    <a16:creationId xmlns:a16="http://schemas.microsoft.com/office/drawing/2014/main" id="{99289FFF-180A-45F5-BA85-73B6BD74B7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81482" y="3373772"/>
                <a:ext cx="41557" cy="38787"/>
              </a:xfrm>
              <a:custGeom>
                <a:avLst/>
                <a:gdLst>
                  <a:gd name="T0" fmla="*/ 5 w 17"/>
                  <a:gd name="T1" fmla="*/ 15 h 16"/>
                  <a:gd name="T2" fmla="*/ 2 w 17"/>
                  <a:gd name="T3" fmla="*/ 5 h 16"/>
                  <a:gd name="T4" fmla="*/ 2 w 17"/>
                  <a:gd name="T5" fmla="*/ 5 h 16"/>
                  <a:gd name="T6" fmla="*/ 12 w 17"/>
                  <a:gd name="T7" fmla="*/ 2 h 16"/>
                  <a:gd name="T8" fmla="*/ 12 w 17"/>
                  <a:gd name="T9" fmla="*/ 2 h 16"/>
                  <a:gd name="T10" fmla="*/ 15 w 17"/>
                  <a:gd name="T11" fmla="*/ 12 h 16"/>
                  <a:gd name="T12" fmla="*/ 15 w 17"/>
                  <a:gd name="T13" fmla="*/ 12 h 16"/>
                  <a:gd name="T14" fmla="*/ 8 w 17"/>
                  <a:gd name="T15" fmla="*/ 16 h 16"/>
                  <a:gd name="T16" fmla="*/ 8 w 17"/>
                  <a:gd name="T17" fmla="*/ 16 h 16"/>
                  <a:gd name="T18" fmla="*/ 5 w 17"/>
                  <a:gd name="T19" fmla="*/ 1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" h="16">
                    <a:moveTo>
                      <a:pt x="5" y="15"/>
                    </a:moveTo>
                    <a:cubicBezTo>
                      <a:pt x="1" y="13"/>
                      <a:pt x="0" y="8"/>
                      <a:pt x="2" y="5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4" y="1"/>
                      <a:pt x="9" y="0"/>
                      <a:pt x="12" y="2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6" y="5"/>
                      <a:pt x="17" y="9"/>
                      <a:pt x="15" y="12"/>
                    </a:cubicBezTo>
                    <a:cubicBezTo>
                      <a:pt x="15" y="12"/>
                      <a:pt x="15" y="12"/>
                      <a:pt x="15" y="12"/>
                    </a:cubicBezTo>
                    <a:cubicBezTo>
                      <a:pt x="13" y="15"/>
                      <a:pt x="11" y="16"/>
                      <a:pt x="8" y="16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7" y="16"/>
                      <a:pt x="6" y="16"/>
                      <a:pt x="5" y="15"/>
                    </a:cubicBezTo>
                    <a:close/>
                  </a:path>
                </a:pathLst>
              </a:custGeom>
              <a:solidFill>
                <a:srgbClr val="00B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</p:grpSp>
      <p:sp>
        <p:nvSpPr>
          <p:cNvPr id="45" name="CuadroTexto 44">
            <a:extLst>
              <a:ext uri="{FF2B5EF4-FFF2-40B4-BE49-F238E27FC236}">
                <a16:creationId xmlns:a16="http://schemas.microsoft.com/office/drawing/2014/main" id="{D85A39D0-6933-4F0F-9A8C-486BB010C249}"/>
              </a:ext>
            </a:extLst>
          </p:cNvPr>
          <p:cNvSpPr txBox="1"/>
          <p:nvPr/>
        </p:nvSpPr>
        <p:spPr>
          <a:xfrm>
            <a:off x="2957936" y="4124618"/>
            <a:ext cx="6276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dirty="0">
                <a:solidFill>
                  <a:schemeClr val="accent1"/>
                </a:solidFill>
                <a:latin typeface="+mj-lt"/>
              </a:rPr>
              <a:t>Liderar la construcción </a:t>
            </a:r>
            <a:r>
              <a:rPr lang="es-MX" sz="2000" b="1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 un mundo sostenible</a:t>
            </a:r>
            <a:endParaRPr lang="es-CL" sz="2000" b="1" dirty="0">
              <a:solidFill>
                <a:schemeClr val="accent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Marcador de texto 1"/>
          <p:cNvSpPr>
            <a:spLocks noGrp="1"/>
          </p:cNvSpPr>
          <p:nvPr>
            <p:ph type="body" sz="quarter" idx="10"/>
          </p:nvPr>
        </p:nvSpPr>
        <p:spPr>
          <a:xfrm>
            <a:off x="2803389" y="4700087"/>
            <a:ext cx="6585223" cy="829768"/>
          </a:xfrm>
        </p:spPr>
        <p:txBody>
          <a:bodyPr/>
          <a:lstStyle/>
          <a:p>
            <a:r>
              <a:rPr lang="es-ES" sz="2800" b="1" dirty="0"/>
              <a:t>Tópicos avanzados en Inteligencia Artificial</a:t>
            </a:r>
            <a:endParaRPr lang="es-CL" sz="2800" b="1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1"/>
          </p:nvPr>
        </p:nvSpPr>
        <p:spPr>
          <a:xfrm>
            <a:off x="4052888" y="5791385"/>
            <a:ext cx="4086225" cy="834884"/>
          </a:xfrm>
        </p:spPr>
        <p:txBody>
          <a:bodyPr/>
          <a:lstStyle/>
          <a:p>
            <a:r>
              <a:rPr lang="es-CL" sz="1800" dirty="0"/>
              <a:t>Profesor: </a:t>
            </a:r>
            <a:r>
              <a:rPr lang="es-CL" sz="1800" b="0" dirty="0"/>
              <a:t>Anthony D. Cho</a:t>
            </a:r>
          </a:p>
          <a:p>
            <a:r>
              <a:rPr lang="es-CL" sz="1800" dirty="0"/>
              <a:t>Ayudante</a:t>
            </a:r>
            <a:r>
              <a:rPr lang="es-CL" sz="1800" b="0" dirty="0"/>
              <a:t>: Luis Oliveros</a:t>
            </a:r>
          </a:p>
        </p:txBody>
      </p:sp>
    </p:spTree>
    <p:extLst>
      <p:ext uri="{BB962C8B-B14F-4D97-AF65-F5344CB8AC3E}">
        <p14:creationId xmlns:p14="http://schemas.microsoft.com/office/powerpoint/2010/main" val="513681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4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upo 49">
            <a:extLst>
              <a:ext uri="{FF2B5EF4-FFF2-40B4-BE49-F238E27FC236}">
                <a16:creationId xmlns:a16="http://schemas.microsoft.com/office/drawing/2014/main" id="{C740D876-B94D-424E-8A11-18D9F91162F3}"/>
              </a:ext>
            </a:extLst>
          </p:cNvPr>
          <p:cNvGrpSpPr/>
          <p:nvPr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51" name="Freeform 109">
              <a:extLst>
                <a:ext uri="{FF2B5EF4-FFF2-40B4-BE49-F238E27FC236}">
                  <a16:creationId xmlns:a16="http://schemas.microsoft.com/office/drawing/2014/main" id="{470C0F80-0331-46D7-B818-9243E81DCB9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2" name="Freeform 110">
              <a:extLst>
                <a:ext uri="{FF2B5EF4-FFF2-40B4-BE49-F238E27FC236}">
                  <a16:creationId xmlns:a16="http://schemas.microsoft.com/office/drawing/2014/main" id="{9DB23735-CE8D-4C74-A10A-234FB25258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grpSp>
          <p:nvGrpSpPr>
            <p:cNvPr id="53" name="Grupo 52">
              <a:extLst>
                <a:ext uri="{FF2B5EF4-FFF2-40B4-BE49-F238E27FC236}">
                  <a16:creationId xmlns:a16="http://schemas.microsoft.com/office/drawing/2014/main" id="{730B0509-3567-422F-B6E0-A275A3F07B43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64" name="Freeform 111">
                <a:extLst>
                  <a:ext uri="{FF2B5EF4-FFF2-40B4-BE49-F238E27FC236}">
                    <a16:creationId xmlns:a16="http://schemas.microsoft.com/office/drawing/2014/main" id="{2FD1D1AF-AD4C-4B13-9E16-0250475936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65" name="Freeform 112">
                <a:extLst>
                  <a:ext uri="{FF2B5EF4-FFF2-40B4-BE49-F238E27FC236}">
                    <a16:creationId xmlns:a16="http://schemas.microsoft.com/office/drawing/2014/main" id="{197ABE0F-317C-48B0-BBB0-B5989A353C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66" name="Freeform 113">
                <a:extLst>
                  <a:ext uri="{FF2B5EF4-FFF2-40B4-BE49-F238E27FC236}">
                    <a16:creationId xmlns:a16="http://schemas.microsoft.com/office/drawing/2014/main" id="{569562E5-AF4F-4F05-BF42-F9A27757D6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67" name="Freeform 114">
                <a:extLst>
                  <a:ext uri="{FF2B5EF4-FFF2-40B4-BE49-F238E27FC236}">
                    <a16:creationId xmlns:a16="http://schemas.microsoft.com/office/drawing/2014/main" id="{116CA304-E9A1-4AFB-864C-E1DCB5FC579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68" name="Freeform 115">
                <a:extLst>
                  <a:ext uri="{FF2B5EF4-FFF2-40B4-BE49-F238E27FC236}">
                    <a16:creationId xmlns:a16="http://schemas.microsoft.com/office/drawing/2014/main" id="{4D224185-9B21-4303-B13C-BEE2477A36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69" name="Freeform 116">
                <a:extLst>
                  <a:ext uri="{FF2B5EF4-FFF2-40B4-BE49-F238E27FC236}">
                    <a16:creationId xmlns:a16="http://schemas.microsoft.com/office/drawing/2014/main" id="{D5929AE0-C8D1-48ED-8B6A-E3E2EC8004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0" name="Freeform 117">
                <a:extLst>
                  <a:ext uri="{FF2B5EF4-FFF2-40B4-BE49-F238E27FC236}">
                    <a16:creationId xmlns:a16="http://schemas.microsoft.com/office/drawing/2014/main" id="{F8F6BAE8-6D9A-4824-8AF0-5BA327412A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1" name="Freeform 118">
                <a:extLst>
                  <a:ext uri="{FF2B5EF4-FFF2-40B4-BE49-F238E27FC236}">
                    <a16:creationId xmlns:a16="http://schemas.microsoft.com/office/drawing/2014/main" id="{3B54259F-CC07-40F0-873C-716448533C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2" name="Freeform 119">
                <a:extLst>
                  <a:ext uri="{FF2B5EF4-FFF2-40B4-BE49-F238E27FC236}">
                    <a16:creationId xmlns:a16="http://schemas.microsoft.com/office/drawing/2014/main" id="{FE77BC7A-94C1-46FA-BB6A-D23DA1EBCF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3" name="Freeform 120">
                <a:extLst>
                  <a:ext uri="{FF2B5EF4-FFF2-40B4-BE49-F238E27FC236}">
                    <a16:creationId xmlns:a16="http://schemas.microsoft.com/office/drawing/2014/main" id="{31B65769-78FB-48B0-B0FA-C5EBB60EE6F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4" name="Freeform 121">
                <a:extLst>
                  <a:ext uri="{FF2B5EF4-FFF2-40B4-BE49-F238E27FC236}">
                    <a16:creationId xmlns:a16="http://schemas.microsoft.com/office/drawing/2014/main" id="{0BFB3666-9C5A-4A75-9368-55B9DDA393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5" name="Freeform 122">
                <a:extLst>
                  <a:ext uri="{FF2B5EF4-FFF2-40B4-BE49-F238E27FC236}">
                    <a16:creationId xmlns:a16="http://schemas.microsoft.com/office/drawing/2014/main" id="{9B898E14-B4CC-4D96-8037-59D6F0AAAD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6" name="Freeform 123">
                <a:extLst>
                  <a:ext uri="{FF2B5EF4-FFF2-40B4-BE49-F238E27FC236}">
                    <a16:creationId xmlns:a16="http://schemas.microsoft.com/office/drawing/2014/main" id="{7D3D0A72-2F64-40B7-800C-F4DD232B8B8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7" name="Freeform 124">
                <a:extLst>
                  <a:ext uri="{FF2B5EF4-FFF2-40B4-BE49-F238E27FC236}">
                    <a16:creationId xmlns:a16="http://schemas.microsoft.com/office/drawing/2014/main" id="{5C559395-B97E-47B2-8F4E-7BB073C7843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8" name="Freeform 125">
                <a:extLst>
                  <a:ext uri="{FF2B5EF4-FFF2-40B4-BE49-F238E27FC236}">
                    <a16:creationId xmlns:a16="http://schemas.microsoft.com/office/drawing/2014/main" id="{11BBF15A-1B1A-4A6B-A7DE-52FBECAC7E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9" name="Freeform 126">
                <a:extLst>
                  <a:ext uri="{FF2B5EF4-FFF2-40B4-BE49-F238E27FC236}">
                    <a16:creationId xmlns:a16="http://schemas.microsoft.com/office/drawing/2014/main" id="{9F185879-3521-4F85-B4A7-1B11556193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80" name="Freeform 127">
                <a:extLst>
                  <a:ext uri="{FF2B5EF4-FFF2-40B4-BE49-F238E27FC236}">
                    <a16:creationId xmlns:a16="http://schemas.microsoft.com/office/drawing/2014/main" id="{B0B7C366-F94A-4E57-9908-EED0C6D236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</p:grpSp>
        <p:sp>
          <p:nvSpPr>
            <p:cNvPr id="54" name="Freeform 128">
              <a:extLst>
                <a:ext uri="{FF2B5EF4-FFF2-40B4-BE49-F238E27FC236}">
                  <a16:creationId xmlns:a16="http://schemas.microsoft.com/office/drawing/2014/main" id="{62FC65E0-ECEE-40E9-AFC1-36987BAA14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5" name="Freeform 129">
              <a:extLst>
                <a:ext uri="{FF2B5EF4-FFF2-40B4-BE49-F238E27FC236}">
                  <a16:creationId xmlns:a16="http://schemas.microsoft.com/office/drawing/2014/main" id="{FCE62750-8BF3-4E57-BD73-B0DD977DAD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6" name="Freeform 130">
              <a:extLst>
                <a:ext uri="{FF2B5EF4-FFF2-40B4-BE49-F238E27FC236}">
                  <a16:creationId xmlns:a16="http://schemas.microsoft.com/office/drawing/2014/main" id="{15EAD191-13BB-48D5-ABDB-33EB0912B0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7" name="Freeform 131">
              <a:extLst>
                <a:ext uri="{FF2B5EF4-FFF2-40B4-BE49-F238E27FC236}">
                  <a16:creationId xmlns:a16="http://schemas.microsoft.com/office/drawing/2014/main" id="{DE0C6C5A-6D2C-49D3-8F6F-5731F910C5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8" name="Freeform 132">
              <a:extLst>
                <a:ext uri="{FF2B5EF4-FFF2-40B4-BE49-F238E27FC236}">
                  <a16:creationId xmlns:a16="http://schemas.microsoft.com/office/drawing/2014/main" id="{33E6B738-16EF-437D-9CA8-E6CB8B1CB6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9" name="Freeform 133">
              <a:extLst>
                <a:ext uri="{FF2B5EF4-FFF2-40B4-BE49-F238E27FC236}">
                  <a16:creationId xmlns:a16="http://schemas.microsoft.com/office/drawing/2014/main" id="{38AA2D5B-76B0-4438-8818-3E9DA0C6250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60" name="Freeform 134">
              <a:extLst>
                <a:ext uri="{FF2B5EF4-FFF2-40B4-BE49-F238E27FC236}">
                  <a16:creationId xmlns:a16="http://schemas.microsoft.com/office/drawing/2014/main" id="{33536571-001A-4D38-89E2-1B1B63EEC1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61" name="Freeform 135">
              <a:extLst>
                <a:ext uri="{FF2B5EF4-FFF2-40B4-BE49-F238E27FC236}">
                  <a16:creationId xmlns:a16="http://schemas.microsoft.com/office/drawing/2014/main" id="{4723B6EE-3015-469A-AD2C-55FE73C771BB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62" name="Freeform 136">
              <a:extLst>
                <a:ext uri="{FF2B5EF4-FFF2-40B4-BE49-F238E27FC236}">
                  <a16:creationId xmlns:a16="http://schemas.microsoft.com/office/drawing/2014/main" id="{E7809A50-6423-4318-A168-7A92EF73A376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63" name="Freeform 137">
              <a:extLst>
                <a:ext uri="{FF2B5EF4-FFF2-40B4-BE49-F238E27FC236}">
                  <a16:creationId xmlns:a16="http://schemas.microsoft.com/office/drawing/2014/main" id="{A445EF99-FEF8-490E-BE4E-157AB0CBA1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</p:grp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071CB003-D30A-49DF-866B-C95FE96ECE2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ES" dirty="0"/>
              <a:t>U-Net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3389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72FF0669-C9F7-119E-86FA-227C67DF9D88}"/>
              </a:ext>
            </a:extLst>
          </p:cNvPr>
          <p:cNvSpPr txBox="1"/>
          <p:nvPr/>
        </p:nvSpPr>
        <p:spPr>
          <a:xfrm>
            <a:off x="330506" y="1314405"/>
            <a:ext cx="111490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/>
              <a:t>U-Net es una arquitectura de red neuronal convolucional especialmente diseñada para </a:t>
            </a:r>
            <a:r>
              <a:rPr lang="es-ES" b="1" dirty="0"/>
              <a:t>segmentación de imágenes.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A66AF64-FE31-FDC9-EB4B-97D45C8B488C}"/>
              </a:ext>
            </a:extLst>
          </p:cNvPr>
          <p:cNvSpPr txBox="1"/>
          <p:nvPr/>
        </p:nvSpPr>
        <p:spPr>
          <a:xfrm>
            <a:off x="330506" y="2254970"/>
            <a:ext cx="505674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/>
              <a:t>Una tarea fundamental en </a:t>
            </a:r>
            <a:r>
              <a:rPr lang="es-ES" b="1" dirty="0"/>
              <a:t>visión por computador </a:t>
            </a:r>
            <a:r>
              <a:rPr lang="es-ES" dirty="0"/>
              <a:t>donde el objetivo </a:t>
            </a:r>
            <a:r>
              <a:rPr lang="es-ES" dirty="0">
                <a:solidFill>
                  <a:srgbClr val="FF0000"/>
                </a:solidFill>
              </a:rPr>
              <a:t>es clasificar cada píxel de una imagen en una categoría específica</a:t>
            </a:r>
            <a:r>
              <a:rPr lang="es-ES" dirty="0"/>
              <a:t> (por ejemplo, distinguir entre tejido sano y tumoral en una imagen médica).</a:t>
            </a:r>
            <a:endParaRPr lang="es-CL" dirty="0"/>
          </a:p>
        </p:txBody>
      </p:sp>
      <p:pic>
        <p:nvPicPr>
          <p:cNvPr id="7" name="Imagen 6" descr="Una caricatura de una persona&#10;&#10;El contenido generado por IA puede ser incorrecto.">
            <a:extLst>
              <a:ext uri="{FF2B5EF4-FFF2-40B4-BE49-F238E27FC236}">
                <a16:creationId xmlns:a16="http://schemas.microsoft.com/office/drawing/2014/main" id="{2FD575A7-C5A7-E42A-EF37-843C17433B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4189550"/>
            <a:ext cx="4743432" cy="254739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" name="Imagen 9" descr="Un dibujo de una persona&#10;&#10;El contenido generado por IA puede ser incorrecto.">
            <a:extLst>
              <a:ext uri="{FF2B5EF4-FFF2-40B4-BE49-F238E27FC236}">
                <a16:creationId xmlns:a16="http://schemas.microsoft.com/office/drawing/2014/main" id="{A5968D9A-3388-1E10-7307-A40B41E1A2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3945" y="2254970"/>
            <a:ext cx="3986311" cy="283237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572430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5EDE3-D194-4A77-8A90-772D8C833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Marcador de texto 24">
            <a:extLst>
              <a:ext uri="{FF2B5EF4-FFF2-40B4-BE49-F238E27FC236}">
                <a16:creationId xmlns:a16="http://schemas.microsoft.com/office/drawing/2014/main" id="{C0BFF4D4-7DE3-D328-7AA7-8F679B280FC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640377" y="419421"/>
            <a:ext cx="3316424" cy="391824"/>
          </a:xfrm>
        </p:spPr>
        <p:txBody>
          <a:bodyPr/>
          <a:lstStyle/>
          <a:p>
            <a:r>
              <a:rPr lang="es-CL" dirty="0"/>
              <a:t>U-Net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C5742B-8F18-0E67-B69F-37C86E6DAA6A}"/>
              </a:ext>
            </a:extLst>
          </p:cNvPr>
          <p:cNvSpPr txBox="1"/>
          <p:nvPr/>
        </p:nvSpPr>
        <p:spPr>
          <a:xfrm>
            <a:off x="305920" y="1345631"/>
            <a:ext cx="113526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/>
              <a:t>Fue propuesta en 2015 por </a:t>
            </a:r>
            <a:r>
              <a:rPr lang="es-ES" b="1" dirty="0"/>
              <a:t>Olaf </a:t>
            </a:r>
            <a:r>
              <a:rPr lang="es-ES" b="1" dirty="0" err="1"/>
              <a:t>Ronneberger</a:t>
            </a:r>
            <a:r>
              <a:rPr lang="es-ES" b="1" dirty="0"/>
              <a:t>, Philipp Fischer y Thomas </a:t>
            </a:r>
            <a:r>
              <a:rPr lang="es-ES" b="1" dirty="0" err="1"/>
              <a:t>Brox</a:t>
            </a:r>
            <a:r>
              <a:rPr lang="es-ES" dirty="0"/>
              <a:t>, originalmente para segmentar imágenes de microscopía biomédica,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01937C-A608-DCE1-96BB-ED14FF564AAF}"/>
              </a:ext>
            </a:extLst>
          </p:cNvPr>
          <p:cNvSpPr txBox="1"/>
          <p:nvPr/>
        </p:nvSpPr>
        <p:spPr>
          <a:xfrm>
            <a:off x="0" y="6527194"/>
            <a:ext cx="116320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Olaf </a:t>
            </a:r>
            <a:r>
              <a:rPr lang="en-US" sz="1100" dirty="0" err="1"/>
              <a:t>Ronneberger</a:t>
            </a:r>
            <a:r>
              <a:rPr lang="en-US" sz="1100" dirty="0"/>
              <a:t> et al., U-Net: Convolutional Networks for Biomedical Image Segmentation, 2015. </a:t>
            </a:r>
            <a:r>
              <a:rPr lang="en-US" sz="1100" dirty="0">
                <a:hlinkClick r:id="rId3"/>
              </a:rPr>
              <a:t>https://doi.org/10.48550/arXiv.1505.04597</a:t>
            </a:r>
            <a:endParaRPr lang="en-US" sz="11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9874666-4866-66FD-C912-6E84D19F1FEC}"/>
              </a:ext>
            </a:extLst>
          </p:cNvPr>
          <p:cNvSpPr txBox="1"/>
          <p:nvPr/>
        </p:nvSpPr>
        <p:spPr>
          <a:xfrm>
            <a:off x="305920" y="2526348"/>
            <a:ext cx="77143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/>
              <a:t>Con el tiempo se ha vuelto muy popular en muchos otros campos como </a:t>
            </a:r>
            <a:r>
              <a:rPr lang="es-ES" b="1" dirty="0"/>
              <a:t>agricultura, satélites, conducción autónoma, y más.</a:t>
            </a:r>
            <a:endParaRPr lang="es-CL" dirty="0"/>
          </a:p>
        </p:txBody>
      </p:sp>
      <p:pic>
        <p:nvPicPr>
          <p:cNvPr id="10" name="Imagen 9" descr="Hombre sonriendo con lentes&#10;&#10;El contenido generado por IA puede ser incorrecto.">
            <a:extLst>
              <a:ext uri="{FF2B5EF4-FFF2-40B4-BE49-F238E27FC236}">
                <a16:creationId xmlns:a16="http://schemas.microsoft.com/office/drawing/2014/main" id="{AFB642AD-34BB-90AC-864D-972154185D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8070" y="1987853"/>
            <a:ext cx="2141696" cy="286208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BFC71D2F-129B-6E52-19AE-16F0C0C9BE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219" y="4135954"/>
            <a:ext cx="7815283" cy="1915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545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27D31-204C-4AAB-9B6E-649C70238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Marcador de texto 24">
            <a:extLst>
              <a:ext uri="{FF2B5EF4-FFF2-40B4-BE49-F238E27FC236}">
                <a16:creationId xmlns:a16="http://schemas.microsoft.com/office/drawing/2014/main" id="{1D33A517-98F9-D4A4-4323-892D6F1119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640377" y="419421"/>
            <a:ext cx="3316424" cy="391824"/>
          </a:xfrm>
        </p:spPr>
        <p:txBody>
          <a:bodyPr/>
          <a:lstStyle/>
          <a:p>
            <a:r>
              <a:rPr lang="es-CL" dirty="0"/>
              <a:t>U-Net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CAB53CC-7E54-6BA6-69F3-7DEEEBA51C67}"/>
              </a:ext>
            </a:extLst>
          </p:cNvPr>
          <p:cNvSpPr txBox="1"/>
          <p:nvPr/>
        </p:nvSpPr>
        <p:spPr>
          <a:xfrm>
            <a:off x="385590" y="1338015"/>
            <a:ext cx="111711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La idea principal de U-Net es capturar tanto el </a:t>
            </a:r>
            <a:r>
              <a:rPr lang="es-ES" i="1" dirty="0"/>
              <a:t>contexto global</a:t>
            </a:r>
            <a:r>
              <a:rPr lang="es-ES" dirty="0"/>
              <a:t> (el "qué" y "dónde" en la imagen) como los </a:t>
            </a:r>
            <a:r>
              <a:rPr lang="es-ES" i="1" dirty="0"/>
              <a:t>detalles locales</a:t>
            </a:r>
            <a:r>
              <a:rPr lang="es-ES" dirty="0"/>
              <a:t> (las bordes y estructuras finas). </a:t>
            </a:r>
            <a:endParaRPr lang="es-CL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1EE742F-B7D5-EA11-E25F-095AB44389E3}"/>
              </a:ext>
            </a:extLst>
          </p:cNvPr>
          <p:cNvSpPr txBox="1"/>
          <p:nvPr/>
        </p:nvSpPr>
        <p:spPr>
          <a:xfrm>
            <a:off x="385590" y="2271307"/>
            <a:ext cx="68745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Lo logra mediante una arquitectura </a:t>
            </a:r>
            <a:r>
              <a:rPr lang="es-ES" b="1" dirty="0"/>
              <a:t>simétrica en forma de U</a:t>
            </a:r>
            <a:r>
              <a:rPr lang="es-ES" dirty="0"/>
              <a:t>, compuesta por dos partes principales:</a:t>
            </a:r>
            <a:endParaRPr lang="es-CL" dirty="0"/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30FD8194-421B-13C4-A009-1C0AB87CBAF0}"/>
              </a:ext>
            </a:extLst>
          </p:cNvPr>
          <p:cNvGrpSpPr>
            <a:grpSpLocks noChangeAspect="1"/>
          </p:cNvGrpSpPr>
          <p:nvPr/>
        </p:nvGrpSpPr>
        <p:grpSpPr>
          <a:xfrm>
            <a:off x="2455625" y="3146591"/>
            <a:ext cx="8704461" cy="3454128"/>
            <a:chOff x="873811" y="2297864"/>
            <a:chExt cx="7396378" cy="2935050"/>
          </a:xfrm>
        </p:grpSpPr>
        <p:sp>
          <p:nvSpPr>
            <p:cNvPr id="13" name="Rounded Rectangle 1">
              <a:extLst>
                <a:ext uri="{FF2B5EF4-FFF2-40B4-BE49-F238E27FC236}">
                  <a16:creationId xmlns:a16="http://schemas.microsoft.com/office/drawing/2014/main" id="{F88A9B13-0CDA-237F-AC44-C2E8FB61B2F8}"/>
                </a:ext>
              </a:extLst>
            </p:cNvPr>
            <p:cNvSpPr/>
            <p:nvPr/>
          </p:nvSpPr>
          <p:spPr>
            <a:xfrm>
              <a:off x="4936594" y="2610482"/>
              <a:ext cx="833377" cy="833377"/>
            </a:xfrm>
            <a:custGeom>
              <a:avLst/>
              <a:gdLst/>
              <a:ahLst/>
              <a:cxnLst/>
              <a:rect l="0" t="0" r="0" b="0"/>
              <a:pathLst>
                <a:path w="833377" h="833377">
                  <a:moveTo>
                    <a:pt x="833377" y="416688"/>
                  </a:moveTo>
                  <a:cubicBezTo>
                    <a:pt x="833377" y="646822"/>
                    <a:pt x="646822" y="833377"/>
                    <a:pt x="416688" y="833377"/>
                  </a:cubicBezTo>
                  <a:cubicBezTo>
                    <a:pt x="186554" y="833377"/>
                    <a:pt x="0" y="646822"/>
                    <a:pt x="0" y="416688"/>
                  </a:cubicBezTo>
                  <a:cubicBezTo>
                    <a:pt x="0" y="186554"/>
                    <a:pt x="186554" y="0"/>
                    <a:pt x="416688" y="0"/>
                  </a:cubicBezTo>
                  <a:cubicBezTo>
                    <a:pt x="646822" y="0"/>
                    <a:pt x="833377" y="186554"/>
                    <a:pt x="833377" y="416688"/>
                  </a:cubicBezTo>
                  <a:close/>
                </a:path>
              </a:pathLst>
            </a:custGeom>
            <a:solidFill>
              <a:srgbClr val="3CC583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ounded Rectangle 2">
              <a:extLst>
                <a:ext uri="{FF2B5EF4-FFF2-40B4-BE49-F238E27FC236}">
                  <a16:creationId xmlns:a16="http://schemas.microsoft.com/office/drawing/2014/main" id="{9980453A-0F67-CB1A-11FD-8E28347222B2}"/>
                </a:ext>
              </a:extLst>
            </p:cNvPr>
            <p:cNvSpPr/>
            <p:nvPr/>
          </p:nvSpPr>
          <p:spPr>
            <a:xfrm>
              <a:off x="3686528" y="2297864"/>
              <a:ext cx="2395959" cy="1510583"/>
            </a:xfrm>
            <a:custGeom>
              <a:avLst/>
              <a:gdLst/>
              <a:ahLst/>
              <a:cxnLst/>
              <a:rect l="0" t="0" r="0" b="0"/>
              <a:pathLst>
                <a:path w="2395959" h="1510583">
                  <a:moveTo>
                    <a:pt x="885463" y="1510583"/>
                  </a:moveTo>
                  <a:lnTo>
                    <a:pt x="1151189" y="1244944"/>
                  </a:lnTo>
                  <a:cubicBezTo>
                    <a:pt x="1283140" y="1376895"/>
                    <a:pt x="1465441" y="1458496"/>
                    <a:pt x="1666841" y="1458496"/>
                  </a:cubicBezTo>
                  <a:cubicBezTo>
                    <a:pt x="2066601" y="1458496"/>
                    <a:pt x="2391271" y="1136691"/>
                    <a:pt x="2395959" y="737972"/>
                  </a:cubicBezTo>
                  <a:cubicBezTo>
                    <a:pt x="2395959" y="735108"/>
                    <a:pt x="2395959" y="714794"/>
                    <a:pt x="2395959" y="711929"/>
                  </a:cubicBezTo>
                  <a:moveTo>
                    <a:pt x="937549" y="711929"/>
                  </a:moveTo>
                  <a:cubicBezTo>
                    <a:pt x="937549" y="714794"/>
                    <a:pt x="937549" y="726427"/>
                    <a:pt x="937549" y="729291"/>
                  </a:cubicBezTo>
                  <a:lnTo>
                    <a:pt x="0" y="729291"/>
                  </a:lnTo>
                  <a:moveTo>
                    <a:pt x="937549" y="711929"/>
                  </a:moveTo>
                  <a:cubicBezTo>
                    <a:pt x="942150" y="317985"/>
                    <a:pt x="1263955" y="0"/>
                    <a:pt x="1666667" y="0"/>
                  </a:cubicBezTo>
                  <a:cubicBezTo>
                    <a:pt x="2069379" y="0"/>
                    <a:pt x="2395872" y="313905"/>
                    <a:pt x="2395872" y="711843"/>
                  </a:cubicBezTo>
                  <a:moveTo>
                    <a:pt x="1250065" y="729291"/>
                  </a:moveTo>
                  <a:cubicBezTo>
                    <a:pt x="1250065" y="499158"/>
                    <a:pt x="1436620" y="312603"/>
                    <a:pt x="1666754" y="312603"/>
                  </a:cubicBezTo>
                  <a:cubicBezTo>
                    <a:pt x="1896888" y="312603"/>
                    <a:pt x="2083443" y="499158"/>
                    <a:pt x="2083443" y="729291"/>
                  </a:cubicBezTo>
                  <a:cubicBezTo>
                    <a:pt x="2083443" y="959425"/>
                    <a:pt x="1896888" y="1145980"/>
                    <a:pt x="1666754" y="1145980"/>
                  </a:cubicBezTo>
                  <a:cubicBezTo>
                    <a:pt x="1436620" y="1145980"/>
                    <a:pt x="1250065" y="959425"/>
                    <a:pt x="1250065" y="729291"/>
                  </a:cubicBezTo>
                  <a:close/>
                </a:path>
              </a:pathLst>
            </a:custGeom>
            <a:noFill/>
            <a:ln w="1302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Rounded Rectangle 3">
              <a:extLst>
                <a:ext uri="{FF2B5EF4-FFF2-40B4-BE49-F238E27FC236}">
                  <a16:creationId xmlns:a16="http://schemas.microsoft.com/office/drawing/2014/main" id="{47567597-DF97-15C5-7850-BB22DE822531}"/>
                </a:ext>
              </a:extLst>
            </p:cNvPr>
            <p:cNvSpPr/>
            <p:nvPr/>
          </p:nvSpPr>
          <p:spPr>
            <a:xfrm>
              <a:off x="4832422" y="2506310"/>
              <a:ext cx="1041721" cy="1041721"/>
            </a:xfrm>
            <a:custGeom>
              <a:avLst/>
              <a:gdLst/>
              <a:ahLst/>
              <a:cxnLst/>
              <a:rect l="0" t="0" r="0" b="0"/>
              <a:pathLst>
                <a:path w="1041721" h="1041721">
                  <a:moveTo>
                    <a:pt x="1041721" y="520860"/>
                  </a:moveTo>
                  <a:cubicBezTo>
                    <a:pt x="1041721" y="808549"/>
                    <a:pt x="808549" y="1041721"/>
                    <a:pt x="520860" y="1041721"/>
                  </a:cubicBezTo>
                  <a:cubicBezTo>
                    <a:pt x="233172" y="1041721"/>
                    <a:pt x="0" y="808549"/>
                    <a:pt x="0" y="520860"/>
                  </a:cubicBezTo>
                  <a:cubicBezTo>
                    <a:pt x="0" y="233172"/>
                    <a:pt x="233172" y="0"/>
                    <a:pt x="520860" y="0"/>
                  </a:cubicBezTo>
                  <a:cubicBezTo>
                    <a:pt x="808549" y="0"/>
                    <a:pt x="1041721" y="233172"/>
                    <a:pt x="1041721" y="520860"/>
                  </a:cubicBezTo>
                  <a:close/>
                </a:path>
              </a:pathLst>
            </a:custGeom>
            <a:noFill/>
            <a:ln w="13021">
              <a:solidFill>
                <a:srgbClr val="484848"/>
              </a:solidFill>
              <a:prstDash val="dash"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6" name="Group 6">
              <a:extLst>
                <a:ext uri="{FF2B5EF4-FFF2-40B4-BE49-F238E27FC236}">
                  <a16:creationId xmlns:a16="http://schemas.microsoft.com/office/drawing/2014/main" id="{41FFF846-B878-E3F0-3861-B3A9068096CC}"/>
                </a:ext>
              </a:extLst>
            </p:cNvPr>
            <p:cNvGrpSpPr/>
            <p:nvPr/>
          </p:nvGrpSpPr>
          <p:grpSpPr>
            <a:xfrm>
              <a:off x="873811" y="2341269"/>
              <a:ext cx="2812749" cy="1362918"/>
              <a:chOff x="416619" y="1180617"/>
              <a:chExt cx="2812749" cy="1362918"/>
            </a:xfrm>
          </p:grpSpPr>
          <p:sp>
            <p:nvSpPr>
              <p:cNvPr id="32" name="Rounded Rectangle 4">
                <a:extLst>
                  <a:ext uri="{FF2B5EF4-FFF2-40B4-BE49-F238E27FC236}">
                    <a16:creationId xmlns:a16="http://schemas.microsoft.com/office/drawing/2014/main" id="{26CD8A68-6CE7-C398-AEFB-C03D9908AC4E}"/>
                  </a:ext>
                </a:extLst>
              </p:cNvPr>
              <p:cNvSpPr/>
              <p:nvPr/>
            </p:nvSpPr>
            <p:spPr>
              <a:xfrm>
                <a:off x="416619" y="1180617"/>
                <a:ext cx="2812749" cy="1362918"/>
              </a:xfrm>
              <a:custGeom>
                <a:avLst/>
                <a:gdLst/>
                <a:ahLst/>
                <a:cxnLst/>
                <a:rect l="0" t="0" r="0" b="0"/>
                <a:pathLst>
                  <a:path w="2812749" h="1362918">
                    <a:moveTo>
                      <a:pt x="86" y="906297"/>
                    </a:moveTo>
                    <a:lnTo>
                      <a:pt x="86" y="894144"/>
                    </a:lnTo>
                    <a:lnTo>
                      <a:pt x="2812734" y="894144"/>
                    </a:lnTo>
                    <a:lnTo>
                      <a:pt x="2812734" y="906298"/>
                    </a:lnTo>
                    <a:cubicBezTo>
                      <a:pt x="2812734" y="1158482"/>
                      <a:pt x="2608297" y="1362918"/>
                      <a:pt x="2356113" y="1362918"/>
                    </a:cubicBezTo>
                    <a:lnTo>
                      <a:pt x="456621" y="1362918"/>
                    </a:lnTo>
                    <a:cubicBezTo>
                      <a:pt x="204437" y="1362918"/>
                      <a:pt x="0" y="1158481"/>
                      <a:pt x="0" y="906297"/>
                    </a:cubicBezTo>
                    <a:close/>
                    <a:moveTo>
                      <a:pt x="101" y="468774"/>
                    </a:moveTo>
                    <a:lnTo>
                      <a:pt x="2812749" y="468774"/>
                    </a:lnTo>
                    <a:lnTo>
                      <a:pt x="2812749" y="894144"/>
                    </a:lnTo>
                    <a:lnTo>
                      <a:pt x="101" y="894144"/>
                    </a:lnTo>
                    <a:close/>
                    <a:moveTo>
                      <a:pt x="0" y="468774"/>
                    </a:moveTo>
                    <a:lnTo>
                      <a:pt x="0" y="456621"/>
                    </a:lnTo>
                    <a:cubicBezTo>
                      <a:pt x="0" y="204437"/>
                      <a:pt x="204437" y="0"/>
                      <a:pt x="456621" y="0"/>
                    </a:cubicBezTo>
                    <a:lnTo>
                      <a:pt x="2356113" y="0"/>
                    </a:lnTo>
                    <a:cubicBezTo>
                      <a:pt x="2608297" y="0"/>
                      <a:pt x="2812734" y="204437"/>
                      <a:pt x="2812734" y="456621"/>
                    </a:cubicBezTo>
                    <a:lnTo>
                      <a:pt x="2812734" y="468774"/>
                    </a:lnTo>
                    <a:close/>
                  </a:path>
                </a:pathLst>
              </a:custGeom>
              <a:solidFill>
                <a:srgbClr val="3CC583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Rounded Rectangle 5">
                <a:extLst>
                  <a:ext uri="{FF2B5EF4-FFF2-40B4-BE49-F238E27FC236}">
                    <a16:creationId xmlns:a16="http://schemas.microsoft.com/office/drawing/2014/main" id="{21F8EF29-A9E3-C495-83AC-C86F00F1A5AF}"/>
                  </a:ext>
                </a:extLst>
              </p:cNvPr>
              <p:cNvSpPr/>
              <p:nvPr/>
            </p:nvSpPr>
            <p:spPr>
              <a:xfrm>
                <a:off x="416619" y="1180617"/>
                <a:ext cx="2812749" cy="1362918"/>
              </a:xfrm>
              <a:custGeom>
                <a:avLst/>
                <a:gdLst/>
                <a:ahLst/>
                <a:cxnLst/>
                <a:rect l="0" t="0" r="0" b="0"/>
                <a:pathLst>
                  <a:path w="2812749" h="1362918">
                    <a:moveTo>
                      <a:pt x="2812734" y="894144"/>
                    </a:moveTo>
                    <a:lnTo>
                      <a:pt x="2812734" y="906298"/>
                    </a:lnTo>
                    <a:cubicBezTo>
                      <a:pt x="2812734" y="1158482"/>
                      <a:pt x="2608297" y="1362918"/>
                      <a:pt x="2356113" y="1362918"/>
                    </a:cubicBezTo>
                    <a:lnTo>
                      <a:pt x="456621" y="1362918"/>
                    </a:lnTo>
                    <a:cubicBezTo>
                      <a:pt x="204437" y="1362918"/>
                      <a:pt x="0" y="1158481"/>
                      <a:pt x="0" y="906297"/>
                    </a:cubicBezTo>
                    <a:lnTo>
                      <a:pt x="86" y="906297"/>
                    </a:lnTo>
                    <a:lnTo>
                      <a:pt x="86" y="894144"/>
                    </a:lnTo>
                    <a:moveTo>
                      <a:pt x="101" y="894144"/>
                    </a:moveTo>
                    <a:lnTo>
                      <a:pt x="101" y="468774"/>
                    </a:lnTo>
                    <a:moveTo>
                      <a:pt x="2812749" y="468774"/>
                    </a:moveTo>
                    <a:lnTo>
                      <a:pt x="2812749" y="894144"/>
                    </a:lnTo>
                    <a:moveTo>
                      <a:pt x="0" y="468774"/>
                    </a:moveTo>
                    <a:lnTo>
                      <a:pt x="0" y="456621"/>
                    </a:lnTo>
                    <a:cubicBezTo>
                      <a:pt x="0" y="204437"/>
                      <a:pt x="204438" y="0"/>
                      <a:pt x="456621" y="0"/>
                    </a:cubicBezTo>
                    <a:lnTo>
                      <a:pt x="2356113" y="0"/>
                    </a:lnTo>
                    <a:cubicBezTo>
                      <a:pt x="2608297" y="0"/>
                      <a:pt x="2812734" y="204437"/>
                      <a:pt x="2812734" y="456621"/>
                    </a:cubicBezTo>
                    <a:lnTo>
                      <a:pt x="2812734" y="468774"/>
                    </a:lnTo>
                    <a:lnTo>
                      <a:pt x="2812648" y="468774"/>
                    </a:lnTo>
                  </a:path>
                </a:pathLst>
              </a:custGeom>
              <a:noFill/>
              <a:ln w="13021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17" name="Rounded Rectangle 7">
              <a:extLst>
                <a:ext uri="{FF2B5EF4-FFF2-40B4-BE49-F238E27FC236}">
                  <a16:creationId xmlns:a16="http://schemas.microsoft.com/office/drawing/2014/main" id="{734158EA-7FCB-BB35-7F67-B41C39289DAA}"/>
                </a:ext>
              </a:extLst>
            </p:cNvPr>
            <p:cNvSpPr/>
            <p:nvPr/>
          </p:nvSpPr>
          <p:spPr>
            <a:xfrm>
              <a:off x="3374012" y="4086153"/>
              <a:ext cx="833377" cy="824696"/>
            </a:xfrm>
            <a:custGeom>
              <a:avLst/>
              <a:gdLst/>
              <a:ahLst/>
              <a:cxnLst/>
              <a:rect l="0" t="0" r="0" b="0"/>
              <a:pathLst>
                <a:path w="833377" h="824696">
                  <a:moveTo>
                    <a:pt x="833377" y="412348"/>
                  </a:moveTo>
                  <a:cubicBezTo>
                    <a:pt x="833377" y="640084"/>
                    <a:pt x="646822" y="824696"/>
                    <a:pt x="416688" y="824696"/>
                  </a:cubicBezTo>
                  <a:cubicBezTo>
                    <a:pt x="186554" y="824696"/>
                    <a:pt x="0" y="640084"/>
                    <a:pt x="0" y="412348"/>
                  </a:cubicBezTo>
                  <a:cubicBezTo>
                    <a:pt x="0" y="184611"/>
                    <a:pt x="186554" y="0"/>
                    <a:pt x="416688" y="0"/>
                  </a:cubicBezTo>
                  <a:cubicBezTo>
                    <a:pt x="646822" y="0"/>
                    <a:pt x="833377" y="184612"/>
                    <a:pt x="833377" y="412348"/>
                  </a:cubicBezTo>
                  <a:close/>
                </a:path>
              </a:pathLst>
            </a:custGeom>
            <a:solidFill>
              <a:srgbClr val="4E88E7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ounded Rectangle 8">
              <a:extLst>
                <a:ext uri="{FF2B5EF4-FFF2-40B4-BE49-F238E27FC236}">
                  <a16:creationId xmlns:a16="http://schemas.microsoft.com/office/drawing/2014/main" id="{589B4162-3A3F-E589-13F6-B9D2471A6F6B}"/>
                </a:ext>
              </a:extLst>
            </p:cNvPr>
            <p:cNvSpPr/>
            <p:nvPr/>
          </p:nvSpPr>
          <p:spPr>
            <a:xfrm>
              <a:off x="3269840" y="3981981"/>
              <a:ext cx="1041721" cy="1033040"/>
            </a:xfrm>
            <a:custGeom>
              <a:avLst/>
              <a:gdLst/>
              <a:ahLst/>
              <a:cxnLst/>
              <a:rect l="0" t="0" r="0" b="0"/>
              <a:pathLst>
                <a:path w="1041721" h="1033040">
                  <a:moveTo>
                    <a:pt x="1041703" y="520860"/>
                  </a:moveTo>
                  <a:cubicBezTo>
                    <a:pt x="1041703" y="803754"/>
                    <a:pt x="808535" y="1033040"/>
                    <a:pt x="520852" y="1033040"/>
                  </a:cubicBezTo>
                  <a:cubicBezTo>
                    <a:pt x="233167" y="1033040"/>
                    <a:pt x="0" y="803754"/>
                    <a:pt x="0" y="520860"/>
                  </a:cubicBezTo>
                  <a:cubicBezTo>
                    <a:pt x="0" y="233172"/>
                    <a:pt x="233172" y="0"/>
                    <a:pt x="520860" y="0"/>
                  </a:cubicBezTo>
                  <a:cubicBezTo>
                    <a:pt x="808549" y="0"/>
                    <a:pt x="1041721" y="233172"/>
                    <a:pt x="1041721" y="520860"/>
                  </a:cubicBezTo>
                </a:path>
              </a:pathLst>
            </a:custGeom>
            <a:noFill/>
            <a:ln w="13021">
              <a:solidFill>
                <a:srgbClr val="484848"/>
              </a:solidFill>
              <a:prstDash val="dash"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Rounded Rectangle 9">
              <a:extLst>
                <a:ext uri="{FF2B5EF4-FFF2-40B4-BE49-F238E27FC236}">
                  <a16:creationId xmlns:a16="http://schemas.microsoft.com/office/drawing/2014/main" id="{A166E797-8091-C116-DBC6-20AB9C4B3FF8}"/>
                </a:ext>
              </a:extLst>
            </p:cNvPr>
            <p:cNvSpPr/>
            <p:nvPr/>
          </p:nvSpPr>
          <p:spPr>
            <a:xfrm>
              <a:off x="3061495" y="3773636"/>
              <a:ext cx="2395959" cy="1458410"/>
            </a:xfrm>
            <a:custGeom>
              <a:avLst/>
              <a:gdLst/>
              <a:ahLst/>
              <a:cxnLst/>
              <a:rect l="0" t="0" r="0" b="0"/>
              <a:pathLst>
                <a:path w="2395959" h="1458410">
                  <a:moveTo>
                    <a:pt x="1458410" y="746567"/>
                  </a:moveTo>
                  <a:cubicBezTo>
                    <a:pt x="1458410" y="743702"/>
                    <a:pt x="1458410" y="732069"/>
                    <a:pt x="1458410" y="729205"/>
                  </a:cubicBezTo>
                  <a:lnTo>
                    <a:pt x="2395959" y="729205"/>
                  </a:lnTo>
                  <a:moveTo>
                    <a:pt x="1458410" y="746567"/>
                  </a:moveTo>
                  <a:cubicBezTo>
                    <a:pt x="1453809" y="1140463"/>
                    <a:pt x="1131984" y="1458410"/>
                    <a:pt x="729248" y="1458410"/>
                  </a:cubicBezTo>
                  <a:cubicBezTo>
                    <a:pt x="326511" y="1458410"/>
                    <a:pt x="0" y="1144542"/>
                    <a:pt x="0" y="746653"/>
                  </a:cubicBezTo>
                  <a:moveTo>
                    <a:pt x="1244770" y="213552"/>
                  </a:moveTo>
                  <a:cubicBezTo>
                    <a:pt x="1112819" y="81601"/>
                    <a:pt x="930517" y="0"/>
                    <a:pt x="729118" y="0"/>
                  </a:cubicBezTo>
                  <a:cubicBezTo>
                    <a:pt x="329357" y="0"/>
                    <a:pt x="4687" y="321805"/>
                    <a:pt x="0" y="720524"/>
                  </a:cubicBezTo>
                  <a:cubicBezTo>
                    <a:pt x="0" y="723388"/>
                    <a:pt x="0" y="743702"/>
                    <a:pt x="0" y="746567"/>
                  </a:cubicBezTo>
                  <a:moveTo>
                    <a:pt x="1145877" y="729205"/>
                  </a:moveTo>
                  <a:cubicBezTo>
                    <a:pt x="1145877" y="955503"/>
                    <a:pt x="959325" y="1138948"/>
                    <a:pt x="729196" y="1138948"/>
                  </a:cubicBezTo>
                  <a:cubicBezTo>
                    <a:pt x="499066" y="1138948"/>
                    <a:pt x="312516" y="955503"/>
                    <a:pt x="312516" y="729205"/>
                  </a:cubicBezTo>
                  <a:cubicBezTo>
                    <a:pt x="312516" y="499071"/>
                    <a:pt x="499071" y="312516"/>
                    <a:pt x="729205" y="312516"/>
                  </a:cubicBezTo>
                  <a:cubicBezTo>
                    <a:pt x="959338" y="312516"/>
                    <a:pt x="1145893" y="499071"/>
                    <a:pt x="1145893" y="729205"/>
                  </a:cubicBezTo>
                </a:path>
              </a:pathLst>
            </a:custGeom>
            <a:noFill/>
            <a:ln w="1302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20" name="Group 12">
              <a:extLst>
                <a:ext uri="{FF2B5EF4-FFF2-40B4-BE49-F238E27FC236}">
                  <a16:creationId xmlns:a16="http://schemas.microsoft.com/office/drawing/2014/main" id="{03473EEF-8BC5-6A56-363A-97D1FB0798F0}"/>
                </a:ext>
              </a:extLst>
            </p:cNvPr>
            <p:cNvGrpSpPr/>
            <p:nvPr/>
          </p:nvGrpSpPr>
          <p:grpSpPr>
            <a:xfrm>
              <a:off x="5457421" y="3773636"/>
              <a:ext cx="2812768" cy="1459278"/>
              <a:chOff x="5000229" y="2612984"/>
              <a:chExt cx="2812768" cy="1459278"/>
            </a:xfrm>
          </p:grpSpPr>
          <p:sp>
            <p:nvSpPr>
              <p:cNvPr id="30" name="Rounded Rectangle 10">
                <a:extLst>
                  <a:ext uri="{FF2B5EF4-FFF2-40B4-BE49-F238E27FC236}">
                    <a16:creationId xmlns:a16="http://schemas.microsoft.com/office/drawing/2014/main" id="{0CD1A005-E0DE-02ED-5DE2-C98625BC6934}"/>
                  </a:ext>
                </a:extLst>
              </p:cNvPr>
              <p:cNvSpPr/>
              <p:nvPr/>
            </p:nvSpPr>
            <p:spPr>
              <a:xfrm>
                <a:off x="5000229" y="2612984"/>
                <a:ext cx="2812768" cy="1459278"/>
              </a:xfrm>
              <a:custGeom>
                <a:avLst/>
                <a:gdLst/>
                <a:ahLst/>
                <a:cxnLst/>
                <a:rect l="0" t="0" r="0" b="0"/>
                <a:pathLst>
                  <a:path w="2812768" h="1459278">
                    <a:moveTo>
                      <a:pt x="2812682" y="456621"/>
                    </a:moveTo>
                    <a:lnTo>
                      <a:pt x="2812682" y="468774"/>
                    </a:lnTo>
                    <a:lnTo>
                      <a:pt x="33" y="468774"/>
                    </a:lnTo>
                    <a:lnTo>
                      <a:pt x="33" y="456621"/>
                    </a:lnTo>
                    <a:cubicBezTo>
                      <a:pt x="33" y="204437"/>
                      <a:pt x="204471" y="0"/>
                      <a:pt x="456655" y="0"/>
                    </a:cubicBezTo>
                    <a:lnTo>
                      <a:pt x="2356147" y="0"/>
                    </a:lnTo>
                    <a:cubicBezTo>
                      <a:pt x="2608331" y="0"/>
                      <a:pt x="2812768" y="204437"/>
                      <a:pt x="2812768" y="456621"/>
                    </a:cubicBezTo>
                    <a:close/>
                    <a:moveTo>
                      <a:pt x="2812682" y="998316"/>
                    </a:moveTo>
                    <a:lnTo>
                      <a:pt x="33" y="998316"/>
                    </a:lnTo>
                    <a:lnTo>
                      <a:pt x="33" y="468774"/>
                    </a:lnTo>
                    <a:lnTo>
                      <a:pt x="2812682" y="468774"/>
                    </a:lnTo>
                    <a:close/>
                    <a:moveTo>
                      <a:pt x="2812686" y="998316"/>
                    </a:moveTo>
                    <a:lnTo>
                      <a:pt x="2812686" y="1010267"/>
                    </a:lnTo>
                    <a:cubicBezTo>
                      <a:pt x="2812686" y="1258247"/>
                      <a:pt x="2608251" y="1459278"/>
                      <a:pt x="2356072" y="1459278"/>
                    </a:cubicBezTo>
                    <a:lnTo>
                      <a:pt x="456613" y="1459278"/>
                    </a:lnTo>
                    <a:cubicBezTo>
                      <a:pt x="204434" y="1459278"/>
                      <a:pt x="0" y="1258247"/>
                      <a:pt x="0" y="1010267"/>
                    </a:cubicBezTo>
                    <a:lnTo>
                      <a:pt x="0" y="998316"/>
                    </a:lnTo>
                    <a:close/>
                  </a:path>
                </a:pathLst>
              </a:custGeom>
              <a:solidFill>
                <a:srgbClr val="4E88E7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Rounded Rectangle 11">
                <a:extLst>
                  <a:ext uri="{FF2B5EF4-FFF2-40B4-BE49-F238E27FC236}">
                    <a16:creationId xmlns:a16="http://schemas.microsoft.com/office/drawing/2014/main" id="{67DC1439-4B51-EE46-52D8-40B3284A25EE}"/>
                  </a:ext>
                </a:extLst>
              </p:cNvPr>
              <p:cNvSpPr/>
              <p:nvPr/>
            </p:nvSpPr>
            <p:spPr>
              <a:xfrm>
                <a:off x="5000229" y="2612984"/>
                <a:ext cx="2812768" cy="1459278"/>
              </a:xfrm>
              <a:custGeom>
                <a:avLst/>
                <a:gdLst/>
                <a:ahLst/>
                <a:cxnLst/>
                <a:rect l="0" t="0" r="0" b="0"/>
                <a:pathLst>
                  <a:path w="2812768" h="1459278">
                    <a:moveTo>
                      <a:pt x="33" y="468774"/>
                    </a:moveTo>
                    <a:lnTo>
                      <a:pt x="33" y="456621"/>
                    </a:lnTo>
                    <a:cubicBezTo>
                      <a:pt x="33" y="204437"/>
                      <a:pt x="204471" y="0"/>
                      <a:pt x="456655" y="0"/>
                    </a:cubicBezTo>
                    <a:lnTo>
                      <a:pt x="2356147" y="0"/>
                    </a:lnTo>
                    <a:cubicBezTo>
                      <a:pt x="2608331" y="0"/>
                      <a:pt x="2812768" y="204437"/>
                      <a:pt x="2812768" y="456621"/>
                    </a:cubicBezTo>
                    <a:lnTo>
                      <a:pt x="2812682" y="456621"/>
                    </a:lnTo>
                    <a:lnTo>
                      <a:pt x="2812682" y="468774"/>
                    </a:lnTo>
                    <a:moveTo>
                      <a:pt x="2812682" y="998316"/>
                    </a:moveTo>
                    <a:lnTo>
                      <a:pt x="2812682" y="468774"/>
                    </a:lnTo>
                    <a:moveTo>
                      <a:pt x="33" y="468774"/>
                    </a:moveTo>
                    <a:lnTo>
                      <a:pt x="33" y="998316"/>
                    </a:lnTo>
                    <a:moveTo>
                      <a:pt x="2812686" y="998316"/>
                    </a:moveTo>
                    <a:lnTo>
                      <a:pt x="2812686" y="1010267"/>
                    </a:lnTo>
                    <a:cubicBezTo>
                      <a:pt x="2812686" y="1258247"/>
                      <a:pt x="2608251" y="1459278"/>
                      <a:pt x="2356072" y="1459278"/>
                    </a:cubicBezTo>
                    <a:lnTo>
                      <a:pt x="456613" y="1459278"/>
                    </a:lnTo>
                    <a:cubicBezTo>
                      <a:pt x="204434" y="1459278"/>
                      <a:pt x="0" y="1258247"/>
                      <a:pt x="0" y="1010267"/>
                    </a:cubicBezTo>
                    <a:lnTo>
                      <a:pt x="0" y="998316"/>
                    </a:lnTo>
                    <a:lnTo>
                      <a:pt x="86" y="998316"/>
                    </a:lnTo>
                  </a:path>
                </a:pathLst>
              </a:custGeom>
              <a:noFill/>
              <a:ln w="13021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21" name="TextBox 14">
              <a:extLst>
                <a:ext uri="{FF2B5EF4-FFF2-40B4-BE49-F238E27FC236}">
                  <a16:creationId xmlns:a16="http://schemas.microsoft.com/office/drawing/2014/main" id="{FD731325-99B5-5EFB-5A76-915FF1310EE8}"/>
                </a:ext>
              </a:extLst>
            </p:cNvPr>
            <p:cNvSpPr txBox="1"/>
            <p:nvPr/>
          </p:nvSpPr>
          <p:spPr>
            <a:xfrm>
              <a:off x="1110668" y="2395508"/>
              <a:ext cx="1898741" cy="5230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r"/>
              <a:r>
                <a:rPr sz="2000" b="1" dirty="0" err="1">
                  <a:solidFill>
                    <a:srgbClr val="FFFFFF"/>
                  </a:solidFill>
                  <a:latin typeface="+mj-lt"/>
                </a:rPr>
                <a:t>Expansión</a:t>
              </a:r>
              <a:r>
                <a:rPr lang="es-ES" sz="2000" b="1" dirty="0">
                  <a:solidFill>
                    <a:srgbClr val="FFFFFF"/>
                  </a:solidFill>
                  <a:latin typeface="+mj-lt"/>
                </a:rPr>
                <a:t> (</a:t>
              </a:r>
              <a:r>
                <a:rPr lang="es-ES" sz="2000" b="1" dirty="0" err="1">
                  <a:solidFill>
                    <a:srgbClr val="FFFFFF"/>
                  </a:solidFill>
                  <a:latin typeface="+mj-lt"/>
                </a:rPr>
                <a:t>Decoder</a:t>
              </a:r>
              <a:r>
                <a:rPr lang="es-ES" sz="2000" b="1" dirty="0">
                  <a:solidFill>
                    <a:srgbClr val="FFFFFF"/>
                  </a:solidFill>
                  <a:latin typeface="+mj-lt"/>
                </a:rPr>
                <a:t>)</a:t>
              </a:r>
              <a:endParaRPr sz="2000" b="1" dirty="0">
                <a:solidFill>
                  <a:srgbClr val="FFFFFF"/>
                </a:solidFill>
                <a:latin typeface="+mj-lt"/>
              </a:endParaRPr>
            </a:p>
          </p:txBody>
        </p:sp>
        <p:sp>
          <p:nvSpPr>
            <p:cNvPr id="22" name="TextBox 15">
              <a:extLst>
                <a:ext uri="{FF2B5EF4-FFF2-40B4-BE49-F238E27FC236}">
                  <a16:creationId xmlns:a16="http://schemas.microsoft.com/office/drawing/2014/main" id="{A6F9FF5D-C149-C4EF-9905-A95317337898}"/>
                </a:ext>
              </a:extLst>
            </p:cNvPr>
            <p:cNvSpPr txBox="1"/>
            <p:nvPr/>
          </p:nvSpPr>
          <p:spPr>
            <a:xfrm>
              <a:off x="956888" y="2943994"/>
              <a:ext cx="2040239" cy="73226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r"/>
              <a:r>
                <a:rPr sz="1400" b="0" dirty="0" err="1">
                  <a:solidFill>
                    <a:srgbClr val="FFFFFF"/>
                  </a:solidFill>
                  <a:latin typeface="+mj-lt"/>
                </a:rPr>
                <a:t>Aumenta</a:t>
              </a:r>
              <a:r>
                <a:rPr sz="1400" b="0" dirty="0">
                  <a:solidFill>
                    <a:srgbClr val="FFFFFF"/>
                  </a:solidFill>
                  <a:latin typeface="+mj-lt"/>
                </a:rPr>
                <a:t> la </a:t>
              </a:r>
              <a:r>
                <a:rPr sz="1400" b="0" dirty="0" err="1">
                  <a:solidFill>
                    <a:srgbClr val="FFFFFF"/>
                  </a:solidFill>
                  <a:latin typeface="+mj-lt"/>
                </a:rPr>
                <a:t>resolución</a:t>
              </a:r>
              <a:r>
                <a:rPr sz="1400" b="0" dirty="0">
                  <a:solidFill>
                    <a:srgbClr val="FFFFFF"/>
                  </a:solidFill>
                  <a:latin typeface="+mj-lt"/>
                </a:rPr>
                <a:t> para</a:t>
              </a:r>
              <a:r>
                <a:rPr lang="es-ES" sz="1400" b="0" dirty="0">
                  <a:solidFill>
                    <a:srgbClr val="FFFFFF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FFFFFF"/>
                  </a:solidFill>
                  <a:latin typeface="+mj-lt"/>
                </a:rPr>
                <a:t>volver</a:t>
              </a:r>
              <a:r>
                <a:rPr sz="1400" b="0" dirty="0">
                  <a:solidFill>
                    <a:srgbClr val="FFFFFF"/>
                  </a:solidFill>
                  <a:latin typeface="+mj-lt"/>
                </a:rPr>
                <a:t> al</a:t>
              </a:r>
              <a:r>
                <a:rPr lang="es-ES" sz="1400" b="0" dirty="0">
                  <a:solidFill>
                    <a:srgbClr val="FFFFFF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FFFFFF"/>
                  </a:solidFill>
                  <a:latin typeface="+mj-lt"/>
                </a:rPr>
                <a:t>tamaño</a:t>
              </a:r>
              <a:r>
                <a:rPr sz="1400" b="0" dirty="0">
                  <a:solidFill>
                    <a:srgbClr val="FFFFFF"/>
                  </a:solidFill>
                  <a:latin typeface="+mj-lt"/>
                </a:rPr>
                <a:t> original y</a:t>
              </a:r>
              <a:r>
                <a:rPr lang="es-ES" sz="1400" b="0" dirty="0">
                  <a:solidFill>
                    <a:srgbClr val="FFFFFF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FFFFFF"/>
                  </a:solidFill>
                  <a:latin typeface="+mj-lt"/>
                </a:rPr>
                <a:t>predecir</a:t>
              </a:r>
              <a:r>
                <a:rPr sz="1400" b="0" dirty="0">
                  <a:solidFill>
                    <a:srgbClr val="FFFFFF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FFFFFF"/>
                  </a:solidFill>
                  <a:latin typeface="+mj-lt"/>
                </a:rPr>
                <a:t>etiquetas</a:t>
              </a:r>
              <a:r>
                <a:rPr sz="1400" b="0" dirty="0">
                  <a:solidFill>
                    <a:srgbClr val="FFFFFF"/>
                  </a:solidFill>
                  <a:latin typeface="+mj-lt"/>
                </a:rPr>
                <a:t> a </a:t>
              </a:r>
              <a:r>
                <a:rPr sz="1400" b="0" dirty="0" err="1">
                  <a:solidFill>
                    <a:srgbClr val="FFFFFF"/>
                  </a:solidFill>
                  <a:latin typeface="+mj-lt"/>
                </a:rPr>
                <a:t>nivel</a:t>
              </a:r>
              <a:r>
                <a:rPr lang="es-ES" sz="1400" dirty="0">
                  <a:solidFill>
                    <a:srgbClr val="FFFFFF"/>
                  </a:solidFill>
                  <a:latin typeface="+mj-lt"/>
                </a:rPr>
                <a:t> </a:t>
              </a:r>
              <a:r>
                <a:rPr sz="1400" b="0" dirty="0">
                  <a:solidFill>
                    <a:srgbClr val="FFFFFF"/>
                  </a:solidFill>
                  <a:latin typeface="+mj-lt"/>
                </a:rPr>
                <a:t>de</a:t>
              </a:r>
              <a:r>
                <a:rPr lang="es-ES" sz="1400" dirty="0">
                  <a:solidFill>
                    <a:srgbClr val="FFFFFF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FFFFFF"/>
                  </a:solidFill>
                  <a:latin typeface="+mj-lt"/>
                </a:rPr>
                <a:t>píxel</a:t>
              </a:r>
              <a:r>
                <a:rPr sz="900" b="0" dirty="0">
                  <a:solidFill>
                    <a:srgbClr val="FFFFFF"/>
                  </a:solidFill>
                  <a:latin typeface="Roboto"/>
                </a:rPr>
                <a:t>.</a:t>
              </a:r>
            </a:p>
          </p:txBody>
        </p:sp>
        <p:sp>
          <p:nvSpPr>
            <p:cNvPr id="23" name="TextBox 16">
              <a:extLst>
                <a:ext uri="{FF2B5EF4-FFF2-40B4-BE49-F238E27FC236}">
                  <a16:creationId xmlns:a16="http://schemas.microsoft.com/office/drawing/2014/main" id="{734CF3A5-5AA0-1331-B7F6-6335B01C5382}"/>
                </a:ext>
              </a:extLst>
            </p:cNvPr>
            <p:cNvSpPr txBox="1"/>
            <p:nvPr/>
          </p:nvSpPr>
          <p:spPr>
            <a:xfrm>
              <a:off x="5290953" y="2918557"/>
              <a:ext cx="130215" cy="3038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Roboto"/>
                </a:rPr>
                <a:t>2</a:t>
              </a:r>
            </a:p>
          </p:txBody>
        </p:sp>
        <p:sp>
          <p:nvSpPr>
            <p:cNvPr id="24" name="TextBox 17">
              <a:extLst>
                <a:ext uri="{FF2B5EF4-FFF2-40B4-BE49-F238E27FC236}">
                  <a16:creationId xmlns:a16="http://schemas.microsoft.com/office/drawing/2014/main" id="{6386DD24-094C-528F-1484-8AF6ABA80AFC}"/>
                </a:ext>
              </a:extLst>
            </p:cNvPr>
            <p:cNvSpPr txBox="1"/>
            <p:nvPr/>
          </p:nvSpPr>
          <p:spPr>
            <a:xfrm>
              <a:off x="6204022" y="3871280"/>
              <a:ext cx="1848674" cy="5230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000" b="1" dirty="0" err="1">
                  <a:solidFill>
                    <a:srgbClr val="FFFFFF"/>
                  </a:solidFill>
                  <a:latin typeface="+mj-lt"/>
                </a:rPr>
                <a:t>Contracción</a:t>
              </a:r>
              <a:r>
                <a:rPr sz="2000" b="1" dirty="0">
                  <a:solidFill>
                    <a:srgbClr val="FFFFFF"/>
                  </a:solidFill>
                  <a:latin typeface="+mj-lt"/>
                </a:rPr>
                <a:t> </a:t>
              </a:r>
              <a:r>
                <a:rPr lang="es-ES" sz="2000" b="1" dirty="0">
                  <a:solidFill>
                    <a:srgbClr val="FFFFFF"/>
                  </a:solidFill>
                  <a:latin typeface="+mj-lt"/>
                </a:rPr>
                <a:t>(</a:t>
              </a:r>
              <a:r>
                <a:rPr lang="es-ES" sz="2000" b="1" dirty="0" err="1">
                  <a:solidFill>
                    <a:srgbClr val="FFFFFF"/>
                  </a:solidFill>
                  <a:latin typeface="+mj-lt"/>
                </a:rPr>
                <a:t>Encoder</a:t>
              </a:r>
              <a:r>
                <a:rPr lang="es-ES" sz="2000" b="1" dirty="0">
                  <a:solidFill>
                    <a:srgbClr val="FFFFFF"/>
                  </a:solidFill>
                  <a:latin typeface="+mj-lt"/>
                </a:rPr>
                <a:t>)</a:t>
              </a:r>
              <a:endParaRPr sz="2000" b="1" dirty="0">
                <a:solidFill>
                  <a:srgbClr val="FFFFFF"/>
                </a:solidFill>
                <a:latin typeface="+mj-lt"/>
              </a:endParaRPr>
            </a:p>
          </p:txBody>
        </p:sp>
        <p:sp>
          <p:nvSpPr>
            <p:cNvPr id="26" name="TextBox 18">
              <a:extLst>
                <a:ext uri="{FF2B5EF4-FFF2-40B4-BE49-F238E27FC236}">
                  <a16:creationId xmlns:a16="http://schemas.microsoft.com/office/drawing/2014/main" id="{A7481AD2-A966-4110-E37B-EE74E2D0092C}"/>
                </a:ext>
              </a:extLst>
            </p:cNvPr>
            <p:cNvSpPr txBox="1"/>
            <p:nvPr/>
          </p:nvSpPr>
          <p:spPr>
            <a:xfrm>
              <a:off x="3728371" y="4394329"/>
              <a:ext cx="130215" cy="3038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Roboto"/>
                </a:rPr>
                <a:t>1</a:t>
              </a:r>
            </a:p>
          </p:txBody>
        </p:sp>
        <p:sp>
          <p:nvSpPr>
            <p:cNvPr id="27" name="TextBox 19">
              <a:extLst>
                <a:ext uri="{FF2B5EF4-FFF2-40B4-BE49-F238E27FC236}">
                  <a16:creationId xmlns:a16="http://schemas.microsoft.com/office/drawing/2014/main" id="{6EEF4B77-2F0A-D897-3F4F-6C99F8CF0158}"/>
                </a:ext>
              </a:extLst>
            </p:cNvPr>
            <p:cNvSpPr txBox="1"/>
            <p:nvPr/>
          </p:nvSpPr>
          <p:spPr>
            <a:xfrm>
              <a:off x="6204022" y="4489105"/>
              <a:ext cx="1984645" cy="54920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0" dirty="0">
                  <a:solidFill>
                    <a:srgbClr val="FFFFFF"/>
                  </a:solidFill>
                  <a:latin typeface="+mj-lt"/>
                </a:rPr>
                <a:t>Reduce la </a:t>
              </a:r>
              <a:r>
                <a:rPr sz="1400" b="0" dirty="0" err="1">
                  <a:solidFill>
                    <a:srgbClr val="FFFFFF"/>
                  </a:solidFill>
                  <a:latin typeface="+mj-lt"/>
                </a:rPr>
                <a:t>resolución</a:t>
              </a:r>
              <a:r>
                <a:rPr sz="1400" b="0" dirty="0">
                  <a:solidFill>
                    <a:srgbClr val="FFFFFF"/>
                  </a:solidFill>
                  <a:latin typeface="+mj-lt"/>
                </a:rPr>
                <a:t> de la</a:t>
              </a:r>
              <a:r>
                <a:rPr lang="es-ES" sz="1400" b="0" dirty="0">
                  <a:solidFill>
                    <a:srgbClr val="FFFFFF"/>
                  </a:solidFill>
                  <a:latin typeface="+mj-lt"/>
                </a:rPr>
                <a:t> </a:t>
              </a:r>
              <a:r>
                <a:rPr sz="1400" b="0" dirty="0">
                  <a:solidFill>
                    <a:srgbClr val="FFFFFF"/>
                  </a:solidFill>
                  <a:latin typeface="+mj-lt"/>
                </a:rPr>
                <a:t>imagen </a:t>
              </a:r>
              <a:r>
                <a:rPr sz="1400" b="0" dirty="0" err="1">
                  <a:solidFill>
                    <a:srgbClr val="FFFFFF"/>
                  </a:solidFill>
                  <a:latin typeface="+mj-lt"/>
                </a:rPr>
                <a:t>mientras</a:t>
              </a:r>
              <a:r>
                <a:rPr sz="1400" b="0" dirty="0">
                  <a:solidFill>
                    <a:srgbClr val="FFFFFF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FFFFFF"/>
                  </a:solidFill>
                  <a:latin typeface="+mj-lt"/>
                </a:rPr>
                <a:t>extrae</a:t>
              </a:r>
              <a:r>
                <a:rPr lang="es-ES" sz="1400" b="0" dirty="0">
                  <a:solidFill>
                    <a:srgbClr val="FFFFFF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FFFFFF"/>
                  </a:solidFill>
                  <a:latin typeface="+mj-lt"/>
                </a:rPr>
                <a:t>características</a:t>
              </a:r>
              <a:r>
                <a:rPr sz="1400" b="0" dirty="0">
                  <a:solidFill>
                    <a:srgbClr val="FFFFFF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FFFFFF"/>
                  </a:solidFill>
                  <a:latin typeface="+mj-lt"/>
                </a:rPr>
                <a:t>importantes</a:t>
              </a:r>
              <a:r>
                <a:rPr sz="1400" b="0" dirty="0">
                  <a:solidFill>
                    <a:srgbClr val="FFFFFF"/>
                  </a:solidFill>
                  <a:latin typeface="+mj-lt"/>
                </a:rPr>
                <a:t>.</a:t>
              </a:r>
            </a:p>
          </p:txBody>
        </p:sp>
        <p:sp>
          <p:nvSpPr>
            <p:cNvPr id="28" name="Rounded Rectangle 20">
              <a:extLst>
                <a:ext uri="{FF2B5EF4-FFF2-40B4-BE49-F238E27FC236}">
                  <a16:creationId xmlns:a16="http://schemas.microsoft.com/office/drawing/2014/main" id="{CBB8B994-369B-5B17-4C2A-43DD4E738257}"/>
                </a:ext>
              </a:extLst>
            </p:cNvPr>
            <p:cNvSpPr/>
            <p:nvPr/>
          </p:nvSpPr>
          <p:spPr>
            <a:xfrm>
              <a:off x="3061495" y="2766639"/>
              <a:ext cx="496297" cy="497198"/>
            </a:xfrm>
            <a:custGeom>
              <a:avLst/>
              <a:gdLst/>
              <a:ahLst/>
              <a:cxnLst/>
              <a:rect l="0" t="0" r="0" b="0"/>
              <a:pathLst>
                <a:path w="496297" h="497198">
                  <a:moveTo>
                    <a:pt x="463744" y="88770"/>
                  </a:moveTo>
                  <a:lnTo>
                    <a:pt x="463744" y="56216"/>
                  </a:lnTo>
                  <a:cubicBezTo>
                    <a:pt x="463744" y="47535"/>
                    <a:pt x="460271" y="39288"/>
                    <a:pt x="454194" y="33212"/>
                  </a:cubicBezTo>
                  <a:cubicBezTo>
                    <a:pt x="448118" y="27135"/>
                    <a:pt x="439871" y="23662"/>
                    <a:pt x="431190" y="23662"/>
                  </a:cubicBezTo>
                  <a:lnTo>
                    <a:pt x="105651" y="23662"/>
                  </a:lnTo>
                  <a:cubicBezTo>
                    <a:pt x="96970" y="23662"/>
                    <a:pt x="88723" y="27135"/>
                    <a:pt x="82646" y="33212"/>
                  </a:cubicBezTo>
                  <a:cubicBezTo>
                    <a:pt x="76570" y="39288"/>
                    <a:pt x="73097" y="47535"/>
                    <a:pt x="73097" y="56216"/>
                  </a:cubicBezTo>
                  <a:lnTo>
                    <a:pt x="73097" y="300449"/>
                  </a:lnTo>
                  <a:moveTo>
                    <a:pt x="138205" y="302622"/>
                  </a:moveTo>
                  <a:lnTo>
                    <a:pt x="138205" y="121324"/>
                  </a:lnTo>
                  <a:cubicBezTo>
                    <a:pt x="138205" y="103311"/>
                    <a:pt x="152745" y="88770"/>
                    <a:pt x="170758" y="88770"/>
                  </a:cubicBezTo>
                  <a:lnTo>
                    <a:pt x="463744" y="88770"/>
                  </a:lnTo>
                  <a:cubicBezTo>
                    <a:pt x="481757" y="88770"/>
                    <a:pt x="496297" y="103311"/>
                    <a:pt x="496297" y="121324"/>
                  </a:cubicBezTo>
                  <a:lnTo>
                    <a:pt x="496297" y="349200"/>
                  </a:lnTo>
                  <a:cubicBezTo>
                    <a:pt x="496297" y="367213"/>
                    <a:pt x="481757" y="381753"/>
                    <a:pt x="463744" y="381753"/>
                  </a:cubicBezTo>
                  <a:lnTo>
                    <a:pt x="281685" y="381753"/>
                  </a:lnTo>
                  <a:moveTo>
                    <a:pt x="235847" y="194469"/>
                  </a:moveTo>
                  <a:cubicBezTo>
                    <a:pt x="231290" y="194469"/>
                    <a:pt x="227600" y="190780"/>
                    <a:pt x="227600" y="186222"/>
                  </a:cubicBezTo>
                  <a:cubicBezTo>
                    <a:pt x="227600" y="181664"/>
                    <a:pt x="231290" y="177975"/>
                    <a:pt x="235847" y="177975"/>
                  </a:cubicBezTo>
                  <a:moveTo>
                    <a:pt x="235867" y="177975"/>
                  </a:moveTo>
                  <a:cubicBezTo>
                    <a:pt x="240424" y="177975"/>
                    <a:pt x="244114" y="181664"/>
                    <a:pt x="244114" y="186222"/>
                  </a:cubicBezTo>
                  <a:cubicBezTo>
                    <a:pt x="244114" y="190780"/>
                    <a:pt x="240424" y="194469"/>
                    <a:pt x="235867" y="194469"/>
                  </a:cubicBezTo>
                  <a:moveTo>
                    <a:pt x="0" y="0"/>
                  </a:moveTo>
                  <a:moveTo>
                    <a:pt x="431172" y="316637"/>
                  </a:moveTo>
                  <a:lnTo>
                    <a:pt x="368018" y="222014"/>
                  </a:lnTo>
                  <a:cubicBezTo>
                    <a:pt x="366499" y="219844"/>
                    <a:pt x="364546" y="217891"/>
                    <a:pt x="362158" y="216806"/>
                  </a:cubicBezTo>
                  <a:cubicBezTo>
                    <a:pt x="359771" y="215503"/>
                    <a:pt x="357167" y="214852"/>
                    <a:pt x="354562" y="214852"/>
                  </a:cubicBezTo>
                  <a:cubicBezTo>
                    <a:pt x="351958" y="214852"/>
                    <a:pt x="349354" y="215503"/>
                    <a:pt x="346967" y="216589"/>
                  </a:cubicBezTo>
                  <a:cubicBezTo>
                    <a:pt x="344579" y="217891"/>
                    <a:pt x="342626" y="219627"/>
                    <a:pt x="341107" y="221797"/>
                  </a:cubicBezTo>
                  <a:lnTo>
                    <a:pt x="297702" y="283649"/>
                  </a:lnTo>
                  <a:lnTo>
                    <a:pt x="270791" y="262164"/>
                  </a:lnTo>
                  <a:cubicBezTo>
                    <a:pt x="269054" y="260862"/>
                    <a:pt x="266884" y="259777"/>
                    <a:pt x="264714" y="259126"/>
                  </a:cubicBezTo>
                  <a:cubicBezTo>
                    <a:pt x="262544" y="258474"/>
                    <a:pt x="260156" y="258474"/>
                    <a:pt x="257986" y="258692"/>
                  </a:cubicBezTo>
                  <a:cubicBezTo>
                    <a:pt x="255816" y="259126"/>
                    <a:pt x="253646" y="259777"/>
                    <a:pt x="251692" y="261079"/>
                  </a:cubicBezTo>
                  <a:cubicBezTo>
                    <a:pt x="249739" y="262381"/>
                    <a:pt x="248220" y="263900"/>
                    <a:pt x="246918" y="265853"/>
                  </a:cubicBezTo>
                  <a:lnTo>
                    <a:pt x="213062" y="316854"/>
                  </a:lnTo>
                  <a:moveTo>
                    <a:pt x="0" y="0"/>
                  </a:moveTo>
                  <a:moveTo>
                    <a:pt x="163383" y="368741"/>
                  </a:moveTo>
                  <a:lnTo>
                    <a:pt x="227613" y="432972"/>
                  </a:lnTo>
                  <a:lnTo>
                    <a:pt x="163383" y="497198"/>
                  </a:lnTo>
                  <a:moveTo>
                    <a:pt x="227598" y="432980"/>
                  </a:moveTo>
                  <a:lnTo>
                    <a:pt x="24563" y="432980"/>
                  </a:lnTo>
                </a:path>
              </a:pathLst>
            </a:custGeom>
            <a:noFill/>
            <a:ln w="38100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Rounded Rectangle 21">
              <a:extLst>
                <a:ext uri="{FF2B5EF4-FFF2-40B4-BE49-F238E27FC236}">
                  <a16:creationId xmlns:a16="http://schemas.microsoft.com/office/drawing/2014/main" id="{168E0565-9FC1-24C6-F4F4-B4E8DB13B90B}"/>
                </a:ext>
              </a:extLst>
            </p:cNvPr>
            <p:cNvSpPr/>
            <p:nvPr/>
          </p:nvSpPr>
          <p:spPr>
            <a:xfrm>
              <a:off x="5561627" y="4242411"/>
              <a:ext cx="499394" cy="497519"/>
            </a:xfrm>
            <a:custGeom>
              <a:avLst/>
              <a:gdLst/>
              <a:ahLst/>
              <a:cxnLst/>
              <a:rect l="0" t="0" r="0" b="0"/>
              <a:pathLst>
                <a:path w="499394" h="497519">
                  <a:moveTo>
                    <a:pt x="499394" y="23533"/>
                  </a:moveTo>
                  <a:cubicBezTo>
                    <a:pt x="489478" y="25343"/>
                    <a:pt x="479560" y="27032"/>
                    <a:pt x="469638" y="28600"/>
                  </a:cubicBezTo>
                  <a:moveTo>
                    <a:pt x="51221" y="28407"/>
                  </a:moveTo>
                  <a:cubicBezTo>
                    <a:pt x="41299" y="26839"/>
                    <a:pt x="31381" y="25150"/>
                    <a:pt x="21466" y="23340"/>
                  </a:cubicBezTo>
                  <a:moveTo>
                    <a:pt x="410570" y="36965"/>
                  </a:moveTo>
                  <a:cubicBezTo>
                    <a:pt x="310832" y="49189"/>
                    <a:pt x="210826" y="49189"/>
                    <a:pt x="111088" y="36965"/>
                  </a:cubicBezTo>
                  <a:moveTo>
                    <a:pt x="469638" y="492258"/>
                  </a:moveTo>
                  <a:cubicBezTo>
                    <a:pt x="479560" y="493828"/>
                    <a:pt x="489478" y="495516"/>
                    <a:pt x="499394" y="497326"/>
                  </a:cubicBezTo>
                  <a:moveTo>
                    <a:pt x="21466" y="497519"/>
                  </a:moveTo>
                  <a:cubicBezTo>
                    <a:pt x="31380" y="495709"/>
                    <a:pt x="41299" y="494021"/>
                    <a:pt x="51221" y="492454"/>
                  </a:cubicBezTo>
                  <a:moveTo>
                    <a:pt x="111088" y="483894"/>
                  </a:moveTo>
                  <a:cubicBezTo>
                    <a:pt x="210826" y="471671"/>
                    <a:pt x="310832" y="471669"/>
                    <a:pt x="410570" y="483894"/>
                  </a:cubicBezTo>
                  <a:moveTo>
                    <a:pt x="136989" y="242486"/>
                  </a:moveTo>
                  <a:cubicBezTo>
                    <a:pt x="136989" y="189338"/>
                    <a:pt x="180075" y="146252"/>
                    <a:pt x="233224" y="146252"/>
                  </a:cubicBezTo>
                  <a:cubicBezTo>
                    <a:pt x="286373" y="146252"/>
                    <a:pt x="329459" y="189338"/>
                    <a:pt x="329459" y="242486"/>
                  </a:cubicBezTo>
                  <a:cubicBezTo>
                    <a:pt x="329459" y="295636"/>
                    <a:pt x="286373" y="338722"/>
                    <a:pt x="233224" y="338722"/>
                  </a:cubicBezTo>
                  <a:cubicBezTo>
                    <a:pt x="180075" y="338722"/>
                    <a:pt x="136989" y="295636"/>
                    <a:pt x="136989" y="242486"/>
                  </a:cubicBezTo>
                  <a:close/>
                  <a:moveTo>
                    <a:pt x="0" y="0"/>
                  </a:moveTo>
                  <a:moveTo>
                    <a:pt x="301172" y="310491"/>
                  </a:moveTo>
                  <a:lnTo>
                    <a:pt x="365290" y="374609"/>
                  </a:lnTo>
                </a:path>
              </a:pathLst>
            </a:custGeom>
            <a:noFill/>
            <a:ln w="38100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735955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1CEB6-31EE-9AB1-64AB-B10F0C636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Marcador de texto 24">
            <a:extLst>
              <a:ext uri="{FF2B5EF4-FFF2-40B4-BE49-F238E27FC236}">
                <a16:creationId xmlns:a16="http://schemas.microsoft.com/office/drawing/2014/main" id="{A24BB0F5-256D-322C-73AA-9B729B8E0EF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640377" y="419421"/>
            <a:ext cx="3316424" cy="391824"/>
          </a:xfrm>
        </p:spPr>
        <p:txBody>
          <a:bodyPr/>
          <a:lstStyle/>
          <a:p>
            <a:r>
              <a:rPr lang="es-CL" dirty="0"/>
              <a:t>U-Net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4DCC6CF-8A2F-793D-F7F8-9BA7D9F49A2C}"/>
              </a:ext>
            </a:extLst>
          </p:cNvPr>
          <p:cNvSpPr txBox="1"/>
          <p:nvPr/>
        </p:nvSpPr>
        <p:spPr>
          <a:xfrm>
            <a:off x="330505" y="1874906"/>
            <a:ext cx="61033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/>
              <a:t>Un elemento clave en U-Net son los </a:t>
            </a:r>
            <a:r>
              <a:rPr lang="es-ES" b="1" dirty="0"/>
              <a:t>"</a:t>
            </a:r>
            <a:r>
              <a:rPr lang="es-ES" b="1" dirty="0" err="1"/>
              <a:t>skip</a:t>
            </a:r>
            <a:r>
              <a:rPr lang="es-ES" b="1" dirty="0"/>
              <a:t> </a:t>
            </a:r>
            <a:r>
              <a:rPr lang="es-ES" b="1" dirty="0" err="1"/>
              <a:t>connections</a:t>
            </a:r>
            <a:r>
              <a:rPr lang="es-ES" b="1" dirty="0"/>
              <a:t>"</a:t>
            </a:r>
            <a:r>
              <a:rPr lang="es-ES" dirty="0"/>
              <a:t> o conexiones de salto, que </a:t>
            </a:r>
            <a:r>
              <a:rPr lang="es-ES" dirty="0">
                <a:solidFill>
                  <a:srgbClr val="FF0000"/>
                </a:solidFill>
              </a:rPr>
              <a:t>conectan directamente capas del </a:t>
            </a:r>
            <a:r>
              <a:rPr lang="es-ES" dirty="0" err="1">
                <a:solidFill>
                  <a:srgbClr val="FF0000"/>
                </a:solidFill>
              </a:rPr>
              <a:t>encoder</a:t>
            </a:r>
            <a:r>
              <a:rPr lang="es-ES" dirty="0">
                <a:solidFill>
                  <a:srgbClr val="FF0000"/>
                </a:solidFill>
              </a:rPr>
              <a:t> con capas correspondientes del </a:t>
            </a:r>
            <a:r>
              <a:rPr lang="es-ES" dirty="0" err="1">
                <a:solidFill>
                  <a:srgbClr val="FF0000"/>
                </a:solidFill>
              </a:rPr>
              <a:t>decoder</a:t>
            </a:r>
            <a:r>
              <a:rPr lang="es-ES" dirty="0"/>
              <a:t>. 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626DEC7-F44F-63A3-99E0-97BAB0715A3D}"/>
              </a:ext>
            </a:extLst>
          </p:cNvPr>
          <p:cNvSpPr txBox="1"/>
          <p:nvPr/>
        </p:nvSpPr>
        <p:spPr>
          <a:xfrm>
            <a:off x="330505" y="5132543"/>
            <a:ext cx="113033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/>
              <a:t>Gracias a su eficiencia y precisión, U-Net se ha convertido en un estándar de facto para la segmentación semántica, especialmente cuando se dispone de pocos datos para entrenar.</a:t>
            </a:r>
            <a:endParaRPr lang="es-CL" dirty="0"/>
          </a:p>
        </p:txBody>
      </p:sp>
      <p:pic>
        <p:nvPicPr>
          <p:cNvPr id="3" name="Imagen 2" descr="Diagrama&#10;&#10;El contenido generado por IA puede ser incorrecto.">
            <a:extLst>
              <a:ext uri="{FF2B5EF4-FFF2-40B4-BE49-F238E27FC236}">
                <a16:creationId xmlns:a16="http://schemas.microsoft.com/office/drawing/2014/main" id="{88CD8B87-37CB-17E9-81EB-191F611E2C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5411" y="1755344"/>
            <a:ext cx="4708400" cy="263670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96D5FCBF-8F6F-F474-EC43-AE93BB4FEA2E}"/>
              </a:ext>
            </a:extLst>
          </p:cNvPr>
          <p:cNvSpPr txBox="1"/>
          <p:nvPr/>
        </p:nvSpPr>
        <p:spPr>
          <a:xfrm>
            <a:off x="330505" y="3745717"/>
            <a:ext cx="61033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/>
              <a:t>Esto permite conservar detalles espaciales finos que podrían perderse durante la compresión.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081664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5E62E-F7DF-5256-1140-24A01F938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Marcador de texto 24">
            <a:extLst>
              <a:ext uri="{FF2B5EF4-FFF2-40B4-BE49-F238E27FC236}">
                <a16:creationId xmlns:a16="http://schemas.microsoft.com/office/drawing/2014/main" id="{FB5B7203-0C40-A0AA-907A-7D645363BB6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640376" y="419421"/>
            <a:ext cx="5578180" cy="391824"/>
          </a:xfrm>
        </p:spPr>
        <p:txBody>
          <a:bodyPr/>
          <a:lstStyle/>
          <a:p>
            <a:r>
              <a:rPr lang="es-ES" dirty="0"/>
              <a:t>U-Net: Arquitectura</a:t>
            </a:r>
            <a:endParaRPr lang="es-CL" dirty="0"/>
          </a:p>
        </p:txBody>
      </p:sp>
      <p:pic>
        <p:nvPicPr>
          <p:cNvPr id="3" name="Imagen 2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D5C833DC-2B52-4180-CD5C-7E37125C1C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2333" y="1656388"/>
            <a:ext cx="6350139" cy="4223187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A25E0151-C717-0B22-E434-565598837BCA}"/>
              </a:ext>
            </a:extLst>
          </p:cNvPr>
          <p:cNvSpPr txBox="1"/>
          <p:nvPr/>
        </p:nvSpPr>
        <p:spPr>
          <a:xfrm>
            <a:off x="399528" y="2198320"/>
            <a:ext cx="468216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Insumo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/>
              <a:t>Convolucion</a:t>
            </a:r>
            <a:r>
              <a:rPr lang="es-ES" dirty="0"/>
              <a:t> 3×3, con </a:t>
            </a:r>
            <a:r>
              <a:rPr lang="es-ES" dirty="0" err="1"/>
              <a:t>funcion</a:t>
            </a:r>
            <a:r>
              <a:rPr lang="es-ES" dirty="0"/>
              <a:t> de activación </a:t>
            </a:r>
            <a:r>
              <a:rPr lang="es-ES" dirty="0" err="1"/>
              <a:t>ReLU</a:t>
            </a:r>
            <a:r>
              <a:rPr lang="es-E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Max </a:t>
            </a:r>
            <a:r>
              <a:rPr lang="es-ES" dirty="0" err="1"/>
              <a:t>Pooling</a:t>
            </a:r>
            <a:r>
              <a:rPr lang="es-ES" dirty="0"/>
              <a:t> 2×2 con un </a:t>
            </a:r>
            <a:r>
              <a:rPr lang="es-ES" dirty="0" err="1"/>
              <a:t>stride</a:t>
            </a:r>
            <a:r>
              <a:rPr lang="es-ES" dirty="0"/>
              <a:t> de 2.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Operación convolucional de </a:t>
            </a:r>
            <a:r>
              <a:rPr lang="es-ES" dirty="0" err="1"/>
              <a:t>sobremuestreo</a:t>
            </a:r>
            <a:r>
              <a:rPr lang="es-ES" dirty="0"/>
              <a:t> 2×2.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Operación convolucional 1×1.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790736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0E8D1-54A0-778A-565F-C1148286F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Marcador de texto 24">
            <a:extLst>
              <a:ext uri="{FF2B5EF4-FFF2-40B4-BE49-F238E27FC236}">
                <a16:creationId xmlns:a16="http://schemas.microsoft.com/office/drawing/2014/main" id="{70D9A81B-E5A0-1A72-4E48-7A8EA409DC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640376" y="419421"/>
            <a:ext cx="5578180" cy="391824"/>
          </a:xfrm>
        </p:spPr>
        <p:txBody>
          <a:bodyPr/>
          <a:lstStyle/>
          <a:p>
            <a:r>
              <a:rPr lang="es-ES" dirty="0"/>
              <a:t>U-Net: Arquitectura</a:t>
            </a:r>
            <a:endParaRPr lang="es-CL" dirty="0"/>
          </a:p>
        </p:txBody>
      </p:sp>
      <p:pic>
        <p:nvPicPr>
          <p:cNvPr id="3" name="Imagen 2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64411882-F6E3-3CFA-952C-5B8783EE26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2333" y="1656388"/>
            <a:ext cx="6350139" cy="4223187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C82FE5DB-63CF-A0DF-58D7-07F5281A31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159" y="1838784"/>
            <a:ext cx="4495800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82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45919-E3E1-8AE4-3AF4-340FD907C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Marcador de texto 24">
            <a:extLst>
              <a:ext uri="{FF2B5EF4-FFF2-40B4-BE49-F238E27FC236}">
                <a16:creationId xmlns:a16="http://schemas.microsoft.com/office/drawing/2014/main" id="{7B7ED805-A7D6-C852-C43E-7CE7B92812D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640376" y="419421"/>
            <a:ext cx="5578180" cy="391824"/>
          </a:xfrm>
        </p:spPr>
        <p:txBody>
          <a:bodyPr/>
          <a:lstStyle/>
          <a:p>
            <a:r>
              <a:rPr lang="es-ES" dirty="0"/>
              <a:t>U-Net: Arquitectura</a:t>
            </a:r>
            <a:endParaRPr lang="es-CL" dirty="0"/>
          </a:p>
        </p:txBody>
      </p:sp>
      <p:pic>
        <p:nvPicPr>
          <p:cNvPr id="3" name="Imagen 2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8A1FAFC4-CCED-FB2C-1313-8392979E24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2333" y="1656388"/>
            <a:ext cx="6350139" cy="4223187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BE090C80-2A41-CC69-60E2-47AF22CDBA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0164" y="1717785"/>
            <a:ext cx="4012632" cy="4344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739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104F5-503B-81AC-5140-6676D0FCA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Marcador de texto 24">
            <a:extLst>
              <a:ext uri="{FF2B5EF4-FFF2-40B4-BE49-F238E27FC236}">
                <a16:creationId xmlns:a16="http://schemas.microsoft.com/office/drawing/2014/main" id="{B67ECAAF-526A-D8AD-9AB6-428A21BF8AB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640376" y="419421"/>
            <a:ext cx="5578180" cy="391824"/>
          </a:xfrm>
        </p:spPr>
        <p:txBody>
          <a:bodyPr/>
          <a:lstStyle/>
          <a:p>
            <a:r>
              <a:rPr lang="es-ES" dirty="0"/>
              <a:t>U-Net: Arquitectura</a:t>
            </a:r>
            <a:endParaRPr lang="es-CL" dirty="0"/>
          </a:p>
        </p:txBody>
      </p:sp>
      <p:pic>
        <p:nvPicPr>
          <p:cNvPr id="3" name="Imagen 2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F3EE3E27-1007-89A2-D2AF-7FDE2357C4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2333" y="1656388"/>
            <a:ext cx="6350139" cy="4223187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9566A2D0-43B4-6865-AF9C-F13713006C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0164" y="3140171"/>
            <a:ext cx="4012632" cy="1499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6924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CF051-9D17-DE80-35E7-38FF55B9D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Marcador de texto 24">
            <a:extLst>
              <a:ext uri="{FF2B5EF4-FFF2-40B4-BE49-F238E27FC236}">
                <a16:creationId xmlns:a16="http://schemas.microsoft.com/office/drawing/2014/main" id="{05896DFD-9AAD-7141-FFCF-A37E492E02D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640376" y="419421"/>
            <a:ext cx="5578180" cy="391824"/>
          </a:xfrm>
        </p:spPr>
        <p:txBody>
          <a:bodyPr/>
          <a:lstStyle/>
          <a:p>
            <a:r>
              <a:rPr lang="es-ES" dirty="0"/>
              <a:t>U-Net: Arquitectura</a:t>
            </a:r>
            <a:endParaRPr lang="es-CL" dirty="0"/>
          </a:p>
        </p:txBody>
      </p:sp>
      <p:pic>
        <p:nvPicPr>
          <p:cNvPr id="3" name="Imagen 2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80260511-83BC-4396-9AA2-51F75E4332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2333" y="1656388"/>
            <a:ext cx="6350139" cy="4223187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7672F12E-F7BC-4308-EEA5-2FE20FF453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8598" y="1784733"/>
            <a:ext cx="4409229" cy="422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9958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4A392-E35F-7755-C11C-200BDF5A2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Marcador de texto 24">
            <a:extLst>
              <a:ext uri="{FF2B5EF4-FFF2-40B4-BE49-F238E27FC236}">
                <a16:creationId xmlns:a16="http://schemas.microsoft.com/office/drawing/2014/main" id="{28E763CE-278F-EF89-12E0-ED61F58E3F7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640376" y="419421"/>
            <a:ext cx="5578180" cy="391824"/>
          </a:xfrm>
        </p:spPr>
        <p:txBody>
          <a:bodyPr/>
          <a:lstStyle/>
          <a:p>
            <a:r>
              <a:rPr lang="es-ES" dirty="0"/>
              <a:t>U-Net: Arquitectura</a:t>
            </a:r>
            <a:endParaRPr lang="es-CL" dirty="0"/>
          </a:p>
        </p:txBody>
      </p:sp>
      <p:pic>
        <p:nvPicPr>
          <p:cNvPr id="3" name="Imagen 2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F8EA2C9C-AD44-446A-6509-EC430056F9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2333" y="1656388"/>
            <a:ext cx="6350139" cy="4223187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E016E6E0-8852-7AE7-C423-F582820B78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8598" y="2702541"/>
            <a:ext cx="4409229" cy="2387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3261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5F111-F3F5-4ADA-BF9F-891051BCF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Marcador de texto 24">
            <a:extLst>
              <a:ext uri="{FF2B5EF4-FFF2-40B4-BE49-F238E27FC236}">
                <a16:creationId xmlns:a16="http://schemas.microsoft.com/office/drawing/2014/main" id="{96DAD953-B202-25BB-246F-FD405A676F5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640376" y="419421"/>
            <a:ext cx="5578180" cy="391824"/>
          </a:xfrm>
        </p:spPr>
        <p:txBody>
          <a:bodyPr/>
          <a:lstStyle/>
          <a:p>
            <a:r>
              <a:rPr lang="es-ES" dirty="0"/>
              <a:t>U-Net: Arquitectura</a:t>
            </a:r>
            <a:endParaRPr lang="es-CL" dirty="0"/>
          </a:p>
        </p:txBody>
      </p:sp>
      <p:pic>
        <p:nvPicPr>
          <p:cNvPr id="3" name="Imagen 2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DD634913-C518-47BE-4D13-5927F72749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2333" y="1656388"/>
            <a:ext cx="6350139" cy="4223187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B623FEED-9C08-BE85-948E-71F6EAD73B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2730" y="2291509"/>
            <a:ext cx="4375878" cy="3205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8734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55953-616E-2497-F986-8202DE468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Marcador de texto 24">
            <a:extLst>
              <a:ext uri="{FF2B5EF4-FFF2-40B4-BE49-F238E27FC236}">
                <a16:creationId xmlns:a16="http://schemas.microsoft.com/office/drawing/2014/main" id="{CEA71FBA-F4DA-6758-0BBA-1F74B6943B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640376" y="419421"/>
            <a:ext cx="5578180" cy="391824"/>
          </a:xfrm>
        </p:spPr>
        <p:txBody>
          <a:bodyPr/>
          <a:lstStyle/>
          <a:p>
            <a:r>
              <a:rPr lang="es-ES" dirty="0"/>
              <a:t>U-Net: Arquitectura</a:t>
            </a:r>
            <a:endParaRPr lang="es-CL" dirty="0"/>
          </a:p>
        </p:txBody>
      </p:sp>
      <p:pic>
        <p:nvPicPr>
          <p:cNvPr id="3" name="Imagen 2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E7C0BD13-7A30-567D-9AFA-9100EA4FE2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2333" y="1656388"/>
            <a:ext cx="6350139" cy="4223187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83D7BA3E-D763-038B-A1F6-D45D4C6E99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1429" y="2291509"/>
            <a:ext cx="4338479" cy="3205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2542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4D81F-1840-47A0-6DB7-B1D27A03F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Marcador de texto 24">
            <a:extLst>
              <a:ext uri="{FF2B5EF4-FFF2-40B4-BE49-F238E27FC236}">
                <a16:creationId xmlns:a16="http://schemas.microsoft.com/office/drawing/2014/main" id="{B863ABBC-9C00-4030-ADF4-CA96D1796E9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640376" y="419421"/>
            <a:ext cx="5578180" cy="391824"/>
          </a:xfrm>
        </p:spPr>
        <p:txBody>
          <a:bodyPr/>
          <a:lstStyle/>
          <a:p>
            <a:r>
              <a:rPr lang="es-ES" dirty="0"/>
              <a:t>U-Net: Arquitectura</a:t>
            </a:r>
            <a:endParaRPr lang="es-CL" dirty="0"/>
          </a:p>
        </p:txBody>
      </p:sp>
      <p:pic>
        <p:nvPicPr>
          <p:cNvPr id="3" name="Imagen 2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F7FF3061-A3B3-AC01-83CC-4D906059A1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2333" y="1656388"/>
            <a:ext cx="6350139" cy="4223187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6DA1D889-14F6-7594-B78C-30BB8CB53C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5749" y="1274230"/>
            <a:ext cx="4427773" cy="5077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5414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E2293F-4903-76F3-E5B2-393D8D34396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106503" y="444789"/>
            <a:ext cx="5789944" cy="391824"/>
          </a:xfrm>
        </p:spPr>
        <p:txBody>
          <a:bodyPr/>
          <a:lstStyle/>
          <a:p>
            <a:r>
              <a:rPr lang="en-US" dirty="0" err="1"/>
              <a:t>Aplicaciones</a:t>
            </a:r>
            <a:r>
              <a:rPr lang="en-US" dirty="0"/>
              <a:t> de U-Net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C78F37-3E51-0ED0-ECCA-14E76964701E}"/>
              </a:ext>
            </a:extLst>
          </p:cNvPr>
          <p:cNvSpPr txBox="1"/>
          <p:nvPr/>
        </p:nvSpPr>
        <p:spPr>
          <a:xfrm>
            <a:off x="1573275" y="6413211"/>
            <a:ext cx="101930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000" dirty="0"/>
              <a:t>Ozan Oktay </a:t>
            </a:r>
            <a:r>
              <a:rPr lang="en-US" sz="1000" dirty="0" err="1"/>
              <a:t>el</a:t>
            </a:r>
            <a:r>
              <a:rPr lang="en-US" sz="1000" dirty="0"/>
              <a:t> al., </a:t>
            </a:r>
            <a:r>
              <a:rPr lang="en-US" sz="1000" b="1" dirty="0"/>
              <a:t>Attention U-Net: Learning Where to Look for the Pancreas</a:t>
            </a:r>
            <a:r>
              <a:rPr lang="en-US" sz="1000" dirty="0"/>
              <a:t>. (2018). </a:t>
            </a:r>
            <a:r>
              <a:rPr lang="en-US" sz="1000" dirty="0">
                <a:hlinkClick r:id="rId3"/>
              </a:rPr>
              <a:t>https://doi.org/10.48550/arXiv.1804.03999</a:t>
            </a:r>
            <a:endParaRPr lang="en-US" sz="1000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000" dirty="0"/>
              <a:t>Michał </a:t>
            </a:r>
            <a:r>
              <a:rPr lang="en-US" sz="1000" dirty="0" err="1"/>
              <a:t>Futrega</a:t>
            </a:r>
            <a:r>
              <a:rPr lang="en-US" sz="1000" dirty="0"/>
              <a:t> et al., </a:t>
            </a:r>
            <a:r>
              <a:rPr lang="en-US" sz="1000" b="1" dirty="0"/>
              <a:t>Optimized U-Net for Brain Tumor Segmentation</a:t>
            </a:r>
            <a:r>
              <a:rPr lang="en-US" sz="1000" dirty="0"/>
              <a:t>. (2021). </a:t>
            </a:r>
            <a:r>
              <a:rPr lang="en-US" sz="1000" dirty="0">
                <a:hlinkClick r:id="rId4"/>
              </a:rPr>
              <a:t>https://doi.org/10.48550/arXiv.2110.03352</a:t>
            </a:r>
            <a:endParaRPr lang="en-US" sz="1000" b="1" dirty="0"/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9E830C88-EE02-5CEE-E3F9-FEC18A76D7DC}"/>
              </a:ext>
            </a:extLst>
          </p:cNvPr>
          <p:cNvGrpSpPr/>
          <p:nvPr/>
        </p:nvGrpSpPr>
        <p:grpSpPr>
          <a:xfrm>
            <a:off x="1903068" y="1031752"/>
            <a:ext cx="7064662" cy="2924385"/>
            <a:chOff x="2145439" y="1213660"/>
            <a:chExt cx="7064662" cy="292438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31E3806-7F65-41EE-DD92-1E1E63AA72D7}"/>
                </a:ext>
              </a:extLst>
            </p:cNvPr>
            <p:cNvSpPr txBox="1"/>
            <p:nvPr/>
          </p:nvSpPr>
          <p:spPr>
            <a:xfrm>
              <a:off x="6407315" y="1900429"/>
              <a:ext cx="280278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L" dirty="0" err="1"/>
                <a:t>Pancreas</a:t>
              </a:r>
              <a:r>
                <a:rPr lang="es-CL" dirty="0"/>
                <a:t> </a:t>
              </a:r>
              <a:r>
                <a:rPr lang="es-CL" dirty="0" err="1"/>
                <a:t>Segmentation</a:t>
              </a:r>
              <a:endParaRPr lang="en-US" dirty="0"/>
            </a:p>
          </p:txBody>
        </p:sp>
        <p:pic>
          <p:nvPicPr>
            <p:cNvPr id="4" name="Imagen 3" descr="Una caricatura de una persona&#10;&#10;El contenido generado por IA puede ser incorrecto.">
              <a:extLst>
                <a:ext uri="{FF2B5EF4-FFF2-40B4-BE49-F238E27FC236}">
                  <a16:creationId xmlns:a16="http://schemas.microsoft.com/office/drawing/2014/main" id="{5ECD919D-6AA5-7389-4122-24BF716207A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45439" y="1213660"/>
              <a:ext cx="4134175" cy="2924385"/>
            </a:xfrm>
            <a:prstGeom prst="rect">
              <a:avLst/>
            </a:prstGeom>
          </p:spPr>
        </p:pic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B61D8E19-5325-484C-284D-91E09E789C44}"/>
                </a:ext>
              </a:extLst>
            </p:cNvPr>
            <p:cNvCxnSpPr/>
            <p:nvPr/>
          </p:nvCxnSpPr>
          <p:spPr>
            <a:xfrm>
              <a:off x="6251173" y="2269761"/>
              <a:ext cx="2870793" cy="0"/>
            </a:xfrm>
            <a:prstGeom prst="line">
              <a:avLst/>
            </a:prstGeom>
            <a:ln w="412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Imagen 12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12EE5CB7-5555-3F33-6790-7A59F43CABC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75" t="2072" r="12728"/>
          <a:stretch>
            <a:fillRect/>
          </a:stretch>
        </p:blipFill>
        <p:spPr>
          <a:xfrm>
            <a:off x="7896447" y="2330417"/>
            <a:ext cx="3745735" cy="3840229"/>
          </a:xfrm>
          <a:prstGeom prst="rect">
            <a:avLst/>
          </a:prstGeom>
        </p:spPr>
      </p:pic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BE2DD1B7-411A-F5D5-A40C-F1519EB0F5AE}"/>
              </a:ext>
            </a:extLst>
          </p:cNvPr>
          <p:cNvCxnSpPr/>
          <p:nvPr/>
        </p:nvCxnSpPr>
        <p:spPr>
          <a:xfrm>
            <a:off x="5091756" y="6019039"/>
            <a:ext cx="2870793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2A99DB98-36C8-20CC-DC7B-1B023C46858C}"/>
              </a:ext>
            </a:extLst>
          </p:cNvPr>
          <p:cNvSpPr txBox="1"/>
          <p:nvPr/>
        </p:nvSpPr>
        <p:spPr>
          <a:xfrm>
            <a:off x="5452665" y="5662128"/>
            <a:ext cx="24237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 err="1"/>
              <a:t>Brain</a:t>
            </a:r>
            <a:r>
              <a:rPr lang="es-CL" dirty="0"/>
              <a:t> </a:t>
            </a:r>
            <a:r>
              <a:rPr lang="es-CL" dirty="0" err="1"/>
              <a:t>Segmentation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7421628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2B81E-89C3-A318-2158-CBC904431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E4BD97-C6B6-2712-FDD1-C55CE96AA29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106503" y="444789"/>
            <a:ext cx="5789944" cy="391824"/>
          </a:xfrm>
        </p:spPr>
        <p:txBody>
          <a:bodyPr/>
          <a:lstStyle/>
          <a:p>
            <a:r>
              <a:rPr lang="en-US" dirty="0" err="1"/>
              <a:t>Aplicaciones</a:t>
            </a:r>
            <a:r>
              <a:rPr lang="en-US" dirty="0"/>
              <a:t> de U-Net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AEA785-B946-B138-A954-64B4CCD6D92D}"/>
              </a:ext>
            </a:extLst>
          </p:cNvPr>
          <p:cNvSpPr txBox="1"/>
          <p:nvPr/>
        </p:nvSpPr>
        <p:spPr>
          <a:xfrm>
            <a:off x="1588143" y="6524723"/>
            <a:ext cx="101930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000" dirty="0"/>
              <a:t>Mohit </a:t>
            </a:r>
            <a:r>
              <a:rPr lang="en-US" sz="1000" dirty="0" err="1"/>
              <a:t>Agarwa</a:t>
            </a:r>
            <a:r>
              <a:rPr lang="en-US" sz="1000" dirty="0"/>
              <a:t> et al.,, Plant Leaf Disease Segmentation Using Compressed </a:t>
            </a:r>
            <a:r>
              <a:rPr lang="en-US" sz="1000" dirty="0" err="1"/>
              <a:t>UNet</a:t>
            </a:r>
            <a:r>
              <a:rPr lang="en-US" sz="1000" dirty="0"/>
              <a:t> Architecture, 2021), </a:t>
            </a:r>
            <a:r>
              <a:rPr lang="en-US" sz="1000" dirty="0">
                <a:hlinkClick r:id="rId3"/>
              </a:rPr>
              <a:t>https://doi.org/10.1007/978-3-030-75015-2_2</a:t>
            </a:r>
            <a:endParaRPr lang="en-US" sz="10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802D64F-0D47-BF5D-6A4B-D6F712ADED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9750" y="1223962"/>
            <a:ext cx="8572500" cy="441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9343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CF668-C74C-863E-FFB4-CD95E3937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EB8ACA-4B39-10A2-5540-97804B2B6CC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106503" y="444789"/>
            <a:ext cx="5789944" cy="391824"/>
          </a:xfrm>
        </p:spPr>
        <p:txBody>
          <a:bodyPr/>
          <a:lstStyle/>
          <a:p>
            <a:r>
              <a:rPr lang="en-US" dirty="0" err="1"/>
              <a:t>Aplicaciones</a:t>
            </a:r>
            <a:r>
              <a:rPr lang="en-US" dirty="0"/>
              <a:t> de U-Net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A87DD3-67C8-0EBE-C90E-59107DF8B3A0}"/>
              </a:ext>
            </a:extLst>
          </p:cNvPr>
          <p:cNvSpPr txBox="1"/>
          <p:nvPr/>
        </p:nvSpPr>
        <p:spPr>
          <a:xfrm>
            <a:off x="1588143" y="6524723"/>
            <a:ext cx="101930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000" dirty="0"/>
              <a:t> Zhiyong Fan et al., </a:t>
            </a:r>
            <a:r>
              <a:rPr lang="en-US" sz="1000" dirty="0" err="1"/>
              <a:t>JAUNet</a:t>
            </a:r>
            <a:r>
              <a:rPr lang="en-US" sz="1000" dirty="0"/>
              <a:t>: A U-Shape Network with Jump Attention for Semantic Segmentation of Road Scenes , (2023), </a:t>
            </a:r>
            <a:r>
              <a:rPr lang="en-US" sz="1000" dirty="0">
                <a:hlinkClick r:id="rId3"/>
              </a:rPr>
              <a:t>https://doi.org/10.3390/app13031493</a:t>
            </a:r>
            <a:endParaRPr lang="en-US" sz="1000" dirty="0"/>
          </a:p>
        </p:txBody>
      </p:sp>
      <p:pic>
        <p:nvPicPr>
          <p:cNvPr id="4" name="Imagen 3" descr="Imagen de la pantalla de un video juego&#10;&#10;El contenido generado por IA puede ser incorrecto.">
            <a:extLst>
              <a:ext uri="{FF2B5EF4-FFF2-40B4-BE49-F238E27FC236}">
                <a16:creationId xmlns:a16="http://schemas.microsoft.com/office/drawing/2014/main" id="{9A154117-AE2F-93C0-56AC-F3112E7554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7880" y="1777114"/>
            <a:ext cx="9893341" cy="3405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0774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38BE12-692F-2517-F257-AC5BF84FD02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CL" dirty="0"/>
              <a:t>Ventajas</a:t>
            </a:r>
            <a:endParaRPr lang="en-US" dirty="0"/>
          </a:p>
        </p:txBody>
      </p:sp>
      <p:graphicFrame>
        <p:nvGraphicFramePr>
          <p:cNvPr id="30" name="Tabla 29">
            <a:extLst>
              <a:ext uri="{FF2B5EF4-FFF2-40B4-BE49-F238E27FC236}">
                <a16:creationId xmlns:a16="http://schemas.microsoft.com/office/drawing/2014/main" id="{645A4E75-746D-F282-618A-A5DFDB845F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8670789"/>
              </p:ext>
            </p:extLst>
          </p:nvPr>
        </p:nvGraphicFramePr>
        <p:xfrm>
          <a:off x="561860" y="1528169"/>
          <a:ext cx="10796530" cy="4351339"/>
        </p:xfrm>
        <a:graphic>
          <a:graphicData uri="http://schemas.openxmlformats.org/drawingml/2006/table">
            <a:tbl>
              <a:tblPr>
                <a:tableStyleId>{5FD0F851-EC5A-4D38-B0AD-8093EC10F338}</a:tableStyleId>
              </a:tblPr>
              <a:tblGrid>
                <a:gridCol w="5398265">
                  <a:extLst>
                    <a:ext uri="{9D8B030D-6E8A-4147-A177-3AD203B41FA5}">
                      <a16:colId xmlns:a16="http://schemas.microsoft.com/office/drawing/2014/main" val="2820125692"/>
                    </a:ext>
                  </a:extLst>
                </a:gridCol>
                <a:gridCol w="5398265">
                  <a:extLst>
                    <a:ext uri="{9D8B030D-6E8A-4147-A177-3AD203B41FA5}">
                      <a16:colId xmlns:a16="http://schemas.microsoft.com/office/drawing/2014/main" val="601626313"/>
                    </a:ext>
                  </a:extLst>
                </a:gridCol>
              </a:tblGrid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 b="1"/>
                        <a:t>Ventaja</a:t>
                      </a:r>
                    </a:p>
                  </a:txBody>
                  <a:tcPr marL="87027" marR="87027" marT="43513" marB="43513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 b="1" dirty="0"/>
                        <a:t>Descripción</a:t>
                      </a:r>
                    </a:p>
                  </a:txBody>
                  <a:tcPr marL="87027" marR="87027" marT="43513" marB="43513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6424365"/>
                  </a:ext>
                </a:extLst>
              </a:tr>
              <a:tr h="11313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700"/>
                        <a:t>1. </a:t>
                      </a:r>
                      <a:r>
                        <a:rPr lang="es-ES" sz="1700" b="1"/>
                        <a:t>Excelente para segmentación pixel a pixel</a:t>
                      </a:r>
                      <a:endParaRPr lang="es-ES" sz="1700"/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700" dirty="0"/>
                        <a:t>U-Net </a:t>
                      </a:r>
                      <a:r>
                        <a:rPr lang="es-ES" sz="1700" dirty="0">
                          <a:solidFill>
                            <a:srgbClr val="FF0000"/>
                          </a:solidFill>
                        </a:rPr>
                        <a:t>fue diseñada específicamente para segmentación semántica</a:t>
                      </a:r>
                      <a:r>
                        <a:rPr lang="es-ES" sz="1700" dirty="0"/>
                        <a:t>, logrando gran precisión incluso en bordes y estructuras pequeñas.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4095421935"/>
                  </a:ext>
                </a:extLst>
              </a:tr>
              <a:tr h="8702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700"/>
                        <a:t>2. </a:t>
                      </a:r>
                      <a:r>
                        <a:rPr lang="es-ES" sz="1700" b="1"/>
                        <a:t>Funciona bien con pocos datos</a:t>
                      </a:r>
                      <a:endParaRPr lang="es-ES" sz="1700"/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700" dirty="0"/>
                        <a:t>Gracias a su simetría y </a:t>
                      </a:r>
                      <a:r>
                        <a:rPr lang="es-ES" sz="1700" dirty="0">
                          <a:solidFill>
                            <a:srgbClr val="FF0000"/>
                          </a:solidFill>
                        </a:rPr>
                        <a:t>uso eficiente de los </a:t>
                      </a:r>
                      <a:r>
                        <a:rPr lang="es-ES" sz="1700" dirty="0" err="1">
                          <a:solidFill>
                            <a:srgbClr val="FF0000"/>
                          </a:solidFill>
                        </a:rPr>
                        <a:t>skip</a:t>
                      </a:r>
                      <a:r>
                        <a:rPr lang="es-ES" sz="170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s-ES" sz="1700" dirty="0" err="1">
                          <a:solidFill>
                            <a:srgbClr val="FF0000"/>
                          </a:solidFill>
                        </a:rPr>
                        <a:t>connections</a:t>
                      </a:r>
                      <a:r>
                        <a:rPr lang="es-ES" sz="1700" dirty="0"/>
                        <a:t>, puede entrenarse con un número relativamente bajo de imágenes etiquetadas.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3629144867"/>
                  </a:ext>
                </a:extLst>
              </a:tr>
              <a:tr h="8702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/>
                        <a:t>3. </a:t>
                      </a:r>
                      <a:r>
                        <a:rPr lang="es-CL" sz="1700" b="1"/>
                        <a:t>Preserva detalles espaciales</a:t>
                      </a:r>
                      <a:endParaRPr lang="es-CL" sz="1700"/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700" dirty="0"/>
                        <a:t>Las </a:t>
                      </a:r>
                      <a:r>
                        <a:rPr lang="es-ES" sz="1700" dirty="0" err="1"/>
                        <a:t>skip</a:t>
                      </a:r>
                      <a:r>
                        <a:rPr lang="es-ES" sz="1700" dirty="0"/>
                        <a:t> </a:t>
                      </a:r>
                      <a:r>
                        <a:rPr lang="es-ES" sz="1700" dirty="0" err="1"/>
                        <a:t>connections</a:t>
                      </a:r>
                      <a:r>
                        <a:rPr lang="es-ES" sz="1700" dirty="0"/>
                        <a:t> permiten </a:t>
                      </a:r>
                      <a:r>
                        <a:rPr lang="es-ES" sz="1700" dirty="0">
                          <a:solidFill>
                            <a:srgbClr val="FF0000"/>
                          </a:solidFill>
                        </a:rPr>
                        <a:t>combinar información de alto nivel con detalles locales</a:t>
                      </a:r>
                      <a:r>
                        <a:rPr lang="es-ES" sz="1700" dirty="0"/>
                        <a:t>, evitando pérdida de resolución fina.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926804066"/>
                  </a:ext>
                </a:extLst>
              </a:tr>
              <a:tr h="11313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700"/>
                        <a:t>4. </a:t>
                      </a:r>
                      <a:r>
                        <a:rPr lang="es-ES" sz="1700" b="1"/>
                        <a:t>Flexible y fácilmente adaptable</a:t>
                      </a:r>
                      <a:endParaRPr lang="es-ES" sz="1700"/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700" dirty="0"/>
                        <a:t>Puede </a:t>
                      </a:r>
                      <a:r>
                        <a:rPr lang="es-ES" sz="1700" b="1" dirty="0"/>
                        <a:t>adaptarse a muchos dominios </a:t>
                      </a:r>
                      <a:r>
                        <a:rPr lang="es-ES" sz="1700" dirty="0"/>
                        <a:t>(biomedicina, agricultura, imágenes satelitales) y extenderse (por ejemplo, U-Net++ o 3D U-Net).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14342851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1682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449D7-A279-23C1-7374-32DF463DF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0C45DB-9F2A-5BC8-9512-54A34796E8F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CL" dirty="0"/>
              <a:t>Desventajas</a:t>
            </a:r>
            <a:endParaRPr lang="en-US" dirty="0"/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EC5ED8AB-4570-6E37-C0A7-6CB85CE209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2448806"/>
              </p:ext>
            </p:extLst>
          </p:nvPr>
        </p:nvGraphicFramePr>
        <p:xfrm>
          <a:off x="649994" y="1421177"/>
          <a:ext cx="10906700" cy="5144878"/>
        </p:xfrm>
        <a:graphic>
          <a:graphicData uri="http://schemas.openxmlformats.org/drawingml/2006/table">
            <a:tbl>
              <a:tblPr>
                <a:tableStyleId>{D27102A9-8310-4765-A935-A1911B00CA55}</a:tableStyleId>
              </a:tblPr>
              <a:tblGrid>
                <a:gridCol w="5453350">
                  <a:extLst>
                    <a:ext uri="{9D8B030D-6E8A-4147-A177-3AD203B41FA5}">
                      <a16:colId xmlns:a16="http://schemas.microsoft.com/office/drawing/2014/main" val="21718322"/>
                    </a:ext>
                  </a:extLst>
                </a:gridCol>
                <a:gridCol w="5453350">
                  <a:extLst>
                    <a:ext uri="{9D8B030D-6E8A-4147-A177-3AD203B41FA5}">
                      <a16:colId xmlns:a16="http://schemas.microsoft.com/office/drawing/2014/main" val="2965630106"/>
                    </a:ext>
                  </a:extLst>
                </a:gridCol>
              </a:tblGrid>
              <a:tr h="388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 b="1"/>
                        <a:t>Desventaja</a:t>
                      </a:r>
                    </a:p>
                  </a:txBody>
                  <a:tcPr marL="82101" marR="82101" marT="41050" marB="410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 b="1" dirty="0"/>
                        <a:t>Descripción</a:t>
                      </a:r>
                    </a:p>
                  </a:txBody>
                  <a:tcPr marL="82101" marR="82101" marT="41050" marB="4105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708480"/>
                  </a:ext>
                </a:extLst>
              </a:tr>
              <a:tr h="12619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 dirty="0"/>
                        <a:t>1. </a:t>
                      </a:r>
                      <a:r>
                        <a:rPr lang="es-CL" sz="1600" b="1" dirty="0"/>
                        <a:t>Uso intensivo de memoria</a:t>
                      </a:r>
                      <a:endParaRPr lang="es-CL" sz="1600" dirty="0"/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dirty="0"/>
                        <a:t>Las </a:t>
                      </a:r>
                      <a:r>
                        <a:rPr lang="es-ES" sz="1600" dirty="0" err="1"/>
                        <a:t>skip</a:t>
                      </a:r>
                      <a:r>
                        <a:rPr lang="es-ES" sz="1600" dirty="0"/>
                        <a:t> </a:t>
                      </a:r>
                      <a:r>
                        <a:rPr lang="es-ES" sz="1600" dirty="0" err="1"/>
                        <a:t>connections</a:t>
                      </a:r>
                      <a:r>
                        <a:rPr lang="es-ES" sz="1600" dirty="0"/>
                        <a:t> y el procesamiento a resoluciones completas </a:t>
                      </a:r>
                      <a:r>
                        <a:rPr lang="es-ES" sz="1600" dirty="0">
                          <a:solidFill>
                            <a:srgbClr val="FF0000"/>
                          </a:solidFill>
                        </a:rPr>
                        <a:t>requieren mucha memoria GPU, especialmente con imágenes grandes.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1622056150"/>
                  </a:ext>
                </a:extLst>
              </a:tr>
              <a:tr h="12619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/>
                        <a:t>2. </a:t>
                      </a:r>
                      <a:r>
                        <a:rPr lang="es-ES" sz="1600" b="1"/>
                        <a:t>Sensibilidad al tamaño de entrada</a:t>
                      </a:r>
                      <a:endParaRPr lang="es-ES" sz="1600"/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dirty="0"/>
                        <a:t>Al usar operaciones de </a:t>
                      </a:r>
                      <a:r>
                        <a:rPr lang="es-ES" sz="1600" dirty="0" err="1"/>
                        <a:t>downsampling</a:t>
                      </a:r>
                      <a:r>
                        <a:rPr lang="es-ES" sz="1600" dirty="0"/>
                        <a:t> y </a:t>
                      </a:r>
                      <a:r>
                        <a:rPr lang="es-ES" sz="1600" dirty="0" err="1"/>
                        <a:t>upsampling</a:t>
                      </a:r>
                      <a:r>
                        <a:rPr lang="es-ES" sz="1600" dirty="0"/>
                        <a:t>, necesita que las imágenes tengan tamaños compatibles con las capas de convolución.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929582696"/>
                  </a:ext>
                </a:extLst>
              </a:tr>
              <a:tr h="9707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/>
                        <a:t>3. </a:t>
                      </a:r>
                      <a:r>
                        <a:rPr lang="es-ES" sz="1600" b="1"/>
                        <a:t>No modela bien relaciones globales</a:t>
                      </a:r>
                      <a:endParaRPr lang="es-ES" sz="1600"/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dirty="0"/>
                        <a:t>U-Net trabaja principalmente con ventanas locales (filtros), lo que </a:t>
                      </a:r>
                      <a:r>
                        <a:rPr lang="es-ES" sz="1600" dirty="0">
                          <a:solidFill>
                            <a:srgbClr val="FF0000"/>
                          </a:solidFill>
                        </a:rPr>
                        <a:t>puede limitar la captura de relaciones contextuales amplias</a:t>
                      </a:r>
                      <a:r>
                        <a:rPr lang="es-ES" sz="1600" dirty="0"/>
                        <a:t>.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547377076"/>
                  </a:ext>
                </a:extLst>
              </a:tr>
              <a:tr h="12619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/>
                        <a:t>4. </a:t>
                      </a:r>
                      <a:r>
                        <a:rPr lang="es-CL" sz="1600" b="1"/>
                        <a:t>Puede sobreajustarse fácilmente</a:t>
                      </a:r>
                      <a:endParaRPr lang="es-CL" sz="1600"/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dirty="0"/>
                        <a:t>En </a:t>
                      </a:r>
                      <a:r>
                        <a:rPr lang="es-ES" sz="1600" dirty="0" err="1"/>
                        <a:t>datasets</a:t>
                      </a:r>
                      <a:r>
                        <a:rPr lang="es-ES" sz="1600" dirty="0"/>
                        <a:t> pequeños y con muchas capas, U-Net puede aprender patrones específicos y no generalizar bien si no se regulariza adecuadamente.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42905195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45886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uter code and a square&#10;&#10;AI-generated content may be incorrect.">
            <a:extLst>
              <a:ext uri="{FF2B5EF4-FFF2-40B4-BE49-F238E27FC236}">
                <a16:creationId xmlns:a16="http://schemas.microsoft.com/office/drawing/2014/main" id="{BC7CEF28-6506-3127-8AB2-F02377489C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4102" y="1586023"/>
            <a:ext cx="3948223" cy="394822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6C6096E-6F18-9FDF-6A7E-591FC5C6BA28}"/>
              </a:ext>
            </a:extLst>
          </p:cNvPr>
          <p:cNvSpPr txBox="1"/>
          <p:nvPr/>
        </p:nvSpPr>
        <p:spPr>
          <a:xfrm>
            <a:off x="6096000" y="3298524"/>
            <a:ext cx="48484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dirty="0"/>
              <a:t>Veamos cómo funciona…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72403754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 FIC">
  <a:themeElements>
    <a:clrScheme name="UAI_SS">
      <a:dk1>
        <a:srgbClr val="14171A"/>
      </a:dk1>
      <a:lt1>
        <a:srgbClr val="FFFFFF"/>
      </a:lt1>
      <a:dk2>
        <a:srgbClr val="616160"/>
      </a:dk2>
      <a:lt2>
        <a:srgbClr val="FFFFFF"/>
      </a:lt2>
      <a:accent1>
        <a:srgbClr val="00B2D2"/>
      </a:accent1>
      <a:accent2>
        <a:srgbClr val="00B2D2"/>
      </a:accent2>
      <a:accent3>
        <a:srgbClr val="0087A4"/>
      </a:accent3>
      <a:accent4>
        <a:srgbClr val="0087A4"/>
      </a:accent4>
      <a:accent5>
        <a:srgbClr val="4DCAE3"/>
      </a:accent5>
      <a:accent6>
        <a:srgbClr val="47439B"/>
      </a:accent6>
      <a:hlink>
        <a:srgbClr val="47439B"/>
      </a:hlink>
      <a:folHlink>
        <a:srgbClr val="47439B"/>
      </a:folHlink>
    </a:clrScheme>
    <a:fontScheme name="UAI_SS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990BC3CC53EEC4C9015B90AA36096B3" ma:contentTypeVersion="9" ma:contentTypeDescription="Crear nuevo documento." ma:contentTypeScope="" ma:versionID="9f10472c8f8b99be31b94b7f73cef107">
  <xsd:schema xmlns:xsd="http://www.w3.org/2001/XMLSchema" xmlns:xs="http://www.w3.org/2001/XMLSchema" xmlns:p="http://schemas.microsoft.com/office/2006/metadata/properties" xmlns:ns2="61d81613-76fc-45e3-a341-dadc20207370" xmlns:ns3="603a40d3-fd4a-4c6f-a49a-28a881649ee8" targetNamespace="http://schemas.microsoft.com/office/2006/metadata/properties" ma:root="true" ma:fieldsID="bea72b84122da3bba7627bf41f982d13" ns2:_="" ns3:_="">
    <xsd:import namespace="61d81613-76fc-45e3-a341-dadc20207370"/>
    <xsd:import namespace="603a40d3-fd4a-4c6f-a49a-28a881649e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d81613-76fc-45e3-a341-dadc202073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3a40d3-fd4a-4c6f-a49a-28a881649ee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BBA9AD7-A4D6-41CA-81EE-EFC1CAE4EB4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1d81613-76fc-45e3-a341-dadc20207370"/>
    <ds:schemaRef ds:uri="603a40d3-fd4a-4c6f-a49a-28a881649e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276299E-B770-467C-9E7C-3DDBE65CFD8D}">
  <ds:schemaRefs>
    <ds:schemaRef ds:uri="61d81613-76fc-45e3-a341-dadc20207370"/>
    <ds:schemaRef ds:uri="http://schemas.microsoft.com/office/2006/documentManagement/types"/>
    <ds:schemaRef ds:uri="http://purl.org/dc/elements/1.1/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603a40d3-fd4a-4c6f-a49a-28a881649ee8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AF3F1F7B-209E-470C-8BF9-4C92361D9F0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7825</TotalTime>
  <Words>802</Words>
  <Application>Microsoft Office PowerPoint</Application>
  <PresentationFormat>Panorámica</PresentationFormat>
  <Paragraphs>99</Paragraphs>
  <Slides>21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9" baseType="lpstr">
      <vt:lpstr>Bitter</vt:lpstr>
      <vt:lpstr>Arial</vt:lpstr>
      <vt:lpstr>Calibri</vt:lpstr>
      <vt:lpstr>Cambria</vt:lpstr>
      <vt:lpstr>Open Sans</vt:lpstr>
      <vt:lpstr>Roboto</vt:lpstr>
      <vt:lpstr>Segoe UI Light</vt:lpstr>
      <vt:lpstr>Template FIC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Carolina Cuervo</dc:creator>
  <cp:lastModifiedBy>Anthony Douglas Cho Lo</cp:lastModifiedBy>
  <cp:revision>660</cp:revision>
  <dcterms:created xsi:type="dcterms:W3CDTF">2020-06-07T00:37:01Z</dcterms:created>
  <dcterms:modified xsi:type="dcterms:W3CDTF">2026-05-29T04:45:25Z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0x0101005990BC3CC53EEC4C9015B90AA36096B3</vt:lpwstr>
  </property>
</Properties>
</file>